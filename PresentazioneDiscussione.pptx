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6858000" cy="9144000"/>
  <p:embeddedFontLst>
    <p:embeddedFont>
      <p:font typeface="Century Gothic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i6RzjhDRWi0k0pUltprSNgDCrS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CenturyGothic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italic.fntdata"/><Relationship Id="rId47" Type="http://schemas.openxmlformats.org/officeDocument/2006/relationships/font" Target="fonts/CenturyGothic-bold.fntdata"/><Relationship Id="rId49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ertura - Titolo presentazione" showMasterSp="0">
  <p:cSld name="Apertura - Titolo presentazione">
    <p:bg>
      <p:bgPr>
        <a:solidFill>
          <a:schemeClr val="dk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1107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" y="5410098"/>
            <a:ext cx="2166253" cy="952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42"/>
          <p:cNvCxnSpPr/>
          <p:nvPr/>
        </p:nvCxnSpPr>
        <p:spPr>
          <a:xfrm>
            <a:off x="6705088" y="5410098"/>
            <a:ext cx="1552353" cy="0"/>
          </a:xfrm>
          <a:prstGeom prst="straightConnector1">
            <a:avLst/>
          </a:prstGeom>
          <a:noFill/>
          <a:ln cap="flat" cmpd="sng" w="412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42"/>
          <p:cNvSpPr txBox="1"/>
          <p:nvPr>
            <p:ph idx="1" type="body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b="1" sz="4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533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533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533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533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2" type="body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 sezione con immagine">
  <p:cSld name="Diapositiva Titolo sezione con immagin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3"/>
          <p:cNvSpPr/>
          <p:nvPr>
            <p:ph idx="2" type="pic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Google Shape;18;p43"/>
          <p:cNvSpPr/>
          <p:nvPr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19;p43"/>
          <p:cNvSpPr txBox="1"/>
          <p:nvPr>
            <p:ph idx="1" type="body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4000"/>
              <a:buNone/>
              <a:defRPr b="1" sz="4000">
                <a:solidFill>
                  <a:srgbClr val="003F7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533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533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533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533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3" type="body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mmagine che contiene testo&#10;&#10;Descrizione generata automaticamente" id="21" name="Google Shape;2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5906" y="266400"/>
            <a:ext cx="1310643" cy="576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/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" type="body"/>
          </p:nvPr>
        </p:nvSpPr>
        <p:spPr>
          <a:xfrm>
            <a:off x="266400" y="1548000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2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centrale e contenuto">
  <p:cSld name="Titolo centrale e contenuto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266400" y="1548000"/>
            <a:ext cx="116620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2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 + 1 Immagine">
  <p:cSld name="Titolo e contenuto + 1 Immagin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 txBox="1"/>
          <p:nvPr>
            <p:ph type="title"/>
          </p:nvPr>
        </p:nvSpPr>
        <p:spPr>
          <a:xfrm>
            <a:off x="266400" y="180000"/>
            <a:ext cx="62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" type="body"/>
          </p:nvPr>
        </p:nvSpPr>
        <p:spPr>
          <a:xfrm>
            <a:off x="266400" y="1548000"/>
            <a:ext cx="6228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6"/>
          <p:cNvSpPr/>
          <p:nvPr>
            <p:ph idx="2" type="pic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" name="Google Shape;36;p46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centrale e contenuto + Immagine">
  <p:cSld name="Titolo centrale e contenuto + Immagin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7"/>
          <p:cNvSpPr txBox="1"/>
          <p:nvPr>
            <p:ph type="title"/>
          </p:nvPr>
        </p:nvSpPr>
        <p:spPr>
          <a:xfrm>
            <a:off x="266399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7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7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7"/>
          <p:cNvSpPr/>
          <p:nvPr>
            <p:ph idx="3" type="pic"/>
          </p:nvPr>
        </p:nvSpPr>
        <p:spPr>
          <a:xfrm>
            <a:off x="6221898" y="1548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Google Shape;43;p47"/>
          <p:cNvSpPr txBox="1"/>
          <p:nvPr>
            <p:ph idx="4" type="body"/>
          </p:nvPr>
        </p:nvSpPr>
        <p:spPr>
          <a:xfrm>
            <a:off x="263525" y="1548000"/>
            <a:ext cx="58324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 + 2 Immagini">
  <p:cSld name="Titolo e contenuto + 2 Immagini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8"/>
          <p:cNvSpPr/>
          <p:nvPr>
            <p:ph idx="2" type="pic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48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8"/>
          <p:cNvSpPr/>
          <p:nvPr>
            <p:ph idx="5" type="pic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 + 3 Immagini">
  <p:cSld name="Titolo e contenuto + 3 Immagini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9"/>
          <p:cNvSpPr txBox="1"/>
          <p:nvPr>
            <p:ph type="title"/>
          </p:nvPr>
        </p:nvSpPr>
        <p:spPr>
          <a:xfrm>
            <a:off x="266400" y="18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" type="body"/>
          </p:nvPr>
        </p:nvSpPr>
        <p:spPr>
          <a:xfrm>
            <a:off x="266400" y="1548000"/>
            <a:ext cx="72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9"/>
          <p:cNvSpPr/>
          <p:nvPr>
            <p:ph idx="2" type="pic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49"/>
          <p:cNvSpPr/>
          <p:nvPr>
            <p:ph idx="3" type="pic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49"/>
          <p:cNvSpPr/>
          <p:nvPr>
            <p:ph idx="4" type="pic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" name="Google Shape;57;p49"/>
          <p:cNvSpPr txBox="1"/>
          <p:nvPr>
            <p:ph idx="5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6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 + 4 Immagini">
  <p:cSld name="Titolo e contenuto + 4 Immagini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0"/>
          <p:cNvSpPr/>
          <p:nvPr>
            <p:ph idx="2" type="pic"/>
          </p:nvPr>
        </p:nvSpPr>
        <p:spPr>
          <a:xfrm>
            <a:off x="4685212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3" name="Google Shape;63;p50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0"/>
          <p:cNvSpPr/>
          <p:nvPr>
            <p:ph idx="5" type="pic"/>
          </p:nvPr>
        </p:nvSpPr>
        <p:spPr>
          <a:xfrm>
            <a:off x="4685212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" name="Google Shape;66;p50"/>
          <p:cNvSpPr/>
          <p:nvPr>
            <p:ph idx="6" type="pic"/>
          </p:nvPr>
        </p:nvSpPr>
        <p:spPr>
          <a:xfrm>
            <a:off x="8360586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50"/>
          <p:cNvSpPr/>
          <p:nvPr>
            <p:ph idx="7" type="pic"/>
          </p:nvPr>
        </p:nvSpPr>
        <p:spPr>
          <a:xfrm>
            <a:off x="8360586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 + 5 Immagini">
  <p:cSld name="Titolo e contenuto + 5 Immagini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266400" y="180000"/>
            <a:ext cx="493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>
            <a:off x="266400" y="1800000"/>
            <a:ext cx="493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/>
          <p:nvPr>
            <p:ph idx="2" type="pic"/>
          </p:nvPr>
        </p:nvSpPr>
        <p:spPr>
          <a:xfrm>
            <a:off x="5231904" y="267494"/>
            <a:ext cx="6696571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51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+ 4 Immagini + Contenuti">
  <p:cSld name="Titolo + 4 Immagini + Contenuti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/>
          <p:nvPr>
            <p:ph idx="3" type="pic"/>
          </p:nvPr>
        </p:nvSpPr>
        <p:spPr>
          <a:xfrm>
            <a:off x="270152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" name="Google Shape;78;p52"/>
          <p:cNvSpPr/>
          <p:nvPr>
            <p:ph idx="4" type="pic"/>
          </p:nvPr>
        </p:nvSpPr>
        <p:spPr>
          <a:xfrm>
            <a:off x="3211703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" name="Google Shape;79;p52"/>
          <p:cNvSpPr/>
          <p:nvPr>
            <p:ph idx="5" type="pic"/>
          </p:nvPr>
        </p:nvSpPr>
        <p:spPr>
          <a:xfrm>
            <a:off x="6153254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0" name="Google Shape;80;p52"/>
          <p:cNvSpPr/>
          <p:nvPr>
            <p:ph idx="6" type="pic"/>
          </p:nvPr>
        </p:nvSpPr>
        <p:spPr>
          <a:xfrm>
            <a:off x="9094806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52"/>
          <p:cNvSpPr txBox="1"/>
          <p:nvPr>
            <p:ph idx="7" type="body"/>
          </p:nvPr>
        </p:nvSpPr>
        <p:spPr>
          <a:xfrm>
            <a:off x="263524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8" type="body"/>
          </p:nvPr>
        </p:nvSpPr>
        <p:spPr>
          <a:xfrm>
            <a:off x="263524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  <a:defRPr sz="1800">
                <a:solidFill>
                  <a:srgbClr val="0062B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9" type="body"/>
          </p:nvPr>
        </p:nvSpPr>
        <p:spPr>
          <a:xfrm>
            <a:off x="263524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13" type="body"/>
          </p:nvPr>
        </p:nvSpPr>
        <p:spPr>
          <a:xfrm>
            <a:off x="3211703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14" type="body"/>
          </p:nvPr>
        </p:nvSpPr>
        <p:spPr>
          <a:xfrm>
            <a:off x="3211703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  <a:defRPr sz="1800">
                <a:solidFill>
                  <a:srgbClr val="0062B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5" type="body"/>
          </p:nvPr>
        </p:nvSpPr>
        <p:spPr>
          <a:xfrm>
            <a:off x="3211703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6" type="body"/>
          </p:nvPr>
        </p:nvSpPr>
        <p:spPr>
          <a:xfrm>
            <a:off x="9094806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7" type="body"/>
          </p:nvPr>
        </p:nvSpPr>
        <p:spPr>
          <a:xfrm>
            <a:off x="9094806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  <a:defRPr sz="1800">
                <a:solidFill>
                  <a:srgbClr val="0062B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52"/>
          <p:cNvSpPr txBox="1"/>
          <p:nvPr>
            <p:ph idx="18" type="body"/>
          </p:nvPr>
        </p:nvSpPr>
        <p:spPr>
          <a:xfrm>
            <a:off x="9094806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52"/>
          <p:cNvSpPr txBox="1"/>
          <p:nvPr>
            <p:ph idx="19" type="body"/>
          </p:nvPr>
        </p:nvSpPr>
        <p:spPr>
          <a:xfrm>
            <a:off x="6159882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52"/>
          <p:cNvSpPr txBox="1"/>
          <p:nvPr>
            <p:ph idx="20" type="body"/>
          </p:nvPr>
        </p:nvSpPr>
        <p:spPr>
          <a:xfrm>
            <a:off x="6159882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  <a:defRPr sz="1800">
                <a:solidFill>
                  <a:srgbClr val="0062B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52"/>
          <p:cNvSpPr txBox="1"/>
          <p:nvPr>
            <p:ph idx="21" type="body"/>
          </p:nvPr>
        </p:nvSpPr>
        <p:spPr>
          <a:xfrm>
            <a:off x="6159882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52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>
  <p:cSld name="Solo Titolo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/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+ Immagine">
  <p:cSld name="Titolo + Immagin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4"/>
          <p:cNvSpPr txBox="1"/>
          <p:nvPr>
            <p:ph type="title"/>
          </p:nvPr>
        </p:nvSpPr>
        <p:spPr>
          <a:xfrm>
            <a:off x="266399" y="180001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4"/>
          <p:cNvSpPr/>
          <p:nvPr>
            <p:ph idx="2" type="pic"/>
          </p:nvPr>
        </p:nvSpPr>
        <p:spPr>
          <a:xfrm>
            <a:off x="1021442" y="969402"/>
            <a:ext cx="10161896" cy="519076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54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+ 2 Immagini">
  <p:cSld name="Titolo + 2 Immagini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5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5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55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55"/>
          <p:cNvSpPr/>
          <p:nvPr>
            <p:ph idx="3" type="pic"/>
          </p:nvPr>
        </p:nvSpPr>
        <p:spPr>
          <a:xfrm>
            <a:off x="262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8" name="Google Shape;108;p55"/>
          <p:cNvSpPr/>
          <p:nvPr>
            <p:ph idx="4" type="pic"/>
          </p:nvPr>
        </p:nvSpPr>
        <p:spPr>
          <a:xfrm>
            <a:off x="6220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immagine">
  <p:cSld name="Solo immagin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6"/>
          <p:cNvSpPr/>
          <p:nvPr>
            <p:ph idx="2" type="pic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" name="Google Shape;111;p56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56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7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57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usura ">
  <p:cSld name="Chiusura 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9125" y="5410098"/>
            <a:ext cx="2166253" cy="95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Icone [a]">
  <p:cSld name="Set Icone [a]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9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9"/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fmla="val 3968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59"/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59"/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rgbClr val="004B8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59"/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ridimensionare senza perdere la qualità 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59"/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cambiare il colore di riempimento e il colore della linea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59"/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DI ICONE COMPLETAMENTE MODIFICABILI</a:t>
            </a:r>
            <a:endParaRPr b="1"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59"/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/>
          </a:p>
        </p:txBody>
      </p:sp>
      <p:grpSp>
        <p:nvGrpSpPr>
          <p:cNvPr id="127" name="Google Shape;127;p59"/>
          <p:cNvGrpSpPr/>
          <p:nvPr/>
        </p:nvGrpSpPr>
        <p:grpSpPr>
          <a:xfrm>
            <a:off x="5361661" y="1523373"/>
            <a:ext cx="347107" cy="438984"/>
            <a:chOff x="584925" y="238125"/>
            <a:chExt cx="415200" cy="525100"/>
          </a:xfrm>
        </p:grpSpPr>
        <p:sp>
          <p:nvSpPr>
            <p:cNvPr id="128" name="Google Shape;128;p59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59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59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59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2" name="Google Shape;132;p59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3" name="Google Shape;133;p59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4" name="Google Shape;134;p59"/>
          <p:cNvGrpSpPr/>
          <p:nvPr/>
        </p:nvGrpSpPr>
        <p:grpSpPr>
          <a:xfrm>
            <a:off x="5912920" y="1587160"/>
            <a:ext cx="371623" cy="309362"/>
            <a:chOff x="1244325" y="314425"/>
            <a:chExt cx="444525" cy="370050"/>
          </a:xfrm>
        </p:grpSpPr>
        <p:sp>
          <p:nvSpPr>
            <p:cNvPr id="135" name="Google Shape;135;p59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59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7" name="Google Shape;137;p59"/>
          <p:cNvGrpSpPr/>
          <p:nvPr/>
        </p:nvGrpSpPr>
        <p:grpSpPr>
          <a:xfrm>
            <a:off x="6484618" y="1585634"/>
            <a:ext cx="355300" cy="312413"/>
            <a:chOff x="1928175" y="312600"/>
            <a:chExt cx="425000" cy="373700"/>
          </a:xfrm>
        </p:grpSpPr>
        <p:sp>
          <p:nvSpPr>
            <p:cNvPr id="138" name="Google Shape;138;p59"/>
            <p:cNvSpPr/>
            <p:nvPr/>
          </p:nvSpPr>
          <p:spPr>
            <a:xfrm>
              <a:off x="1928175" y="312600"/>
              <a:ext cx="425000" cy="373700"/>
            </a:xfrm>
            <a:custGeom>
              <a:rect b="b" l="l" r="r" t="t"/>
              <a:pathLst>
                <a:path extrusionOk="0" h="14948" w="1700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59"/>
            <p:cNvSpPr/>
            <p:nvPr/>
          </p:nvSpPr>
          <p:spPr>
            <a:xfrm>
              <a:off x="1964825" y="349250"/>
              <a:ext cx="351700" cy="300425"/>
            </a:xfrm>
            <a:custGeom>
              <a:rect b="b" l="l" r="r" t="t"/>
              <a:pathLst>
                <a:path extrusionOk="0" h="12017" w="14068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0" name="Google Shape;140;p59"/>
          <p:cNvSpPr/>
          <p:nvPr/>
        </p:nvSpPr>
        <p:spPr>
          <a:xfrm>
            <a:off x="7080395" y="1574420"/>
            <a:ext cx="290970" cy="334860"/>
          </a:xfrm>
          <a:custGeom>
            <a:rect b="b" l="l" r="r" t="t"/>
            <a:pathLst>
              <a:path extrusionOk="0" h="16022" w="139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59"/>
          <p:cNvSpPr/>
          <p:nvPr/>
        </p:nvSpPr>
        <p:spPr>
          <a:xfrm>
            <a:off x="7663841" y="1575445"/>
            <a:ext cx="251176" cy="332812"/>
          </a:xfrm>
          <a:custGeom>
            <a:rect b="b" l="l" r="r" t="t"/>
            <a:pathLst>
              <a:path extrusionOk="0" h="15924" w="12018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2" name="Google Shape;142;p59"/>
          <p:cNvGrpSpPr/>
          <p:nvPr/>
        </p:nvGrpSpPr>
        <p:grpSpPr>
          <a:xfrm>
            <a:off x="8148656" y="1569311"/>
            <a:ext cx="408386" cy="345080"/>
            <a:chOff x="3918650" y="293075"/>
            <a:chExt cx="488500" cy="412775"/>
          </a:xfrm>
        </p:grpSpPr>
        <p:sp>
          <p:nvSpPr>
            <p:cNvPr id="143" name="Google Shape;143;p59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4" name="Google Shape;144;p59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5" name="Google Shape;145;p59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46" name="Google Shape;146;p59"/>
          <p:cNvGrpSpPr/>
          <p:nvPr/>
        </p:nvGrpSpPr>
        <p:grpSpPr>
          <a:xfrm>
            <a:off x="8748423" y="1543270"/>
            <a:ext cx="335905" cy="397142"/>
            <a:chOff x="4636075" y="261925"/>
            <a:chExt cx="401800" cy="475050"/>
          </a:xfrm>
        </p:grpSpPr>
        <p:sp>
          <p:nvSpPr>
            <p:cNvPr id="147" name="Google Shape;147;p59"/>
            <p:cNvSpPr/>
            <p:nvPr/>
          </p:nvSpPr>
          <p:spPr>
            <a:xfrm>
              <a:off x="4665400" y="326650"/>
              <a:ext cx="372475" cy="97100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8" name="Google Shape;148;p59"/>
            <p:cNvSpPr/>
            <p:nvPr/>
          </p:nvSpPr>
          <p:spPr>
            <a:xfrm>
              <a:off x="4636075" y="438375"/>
              <a:ext cx="372475" cy="97125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59"/>
            <p:cNvSpPr/>
            <p:nvPr/>
          </p:nvSpPr>
          <p:spPr>
            <a:xfrm>
              <a:off x="4814975" y="261925"/>
              <a:ext cx="44000" cy="50100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0" name="Google Shape;150;p59"/>
            <p:cNvSpPr/>
            <p:nvPr/>
          </p:nvSpPr>
          <p:spPr>
            <a:xfrm>
              <a:off x="4814975" y="550125"/>
              <a:ext cx="44000" cy="186850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1" name="Google Shape;151;p59"/>
          <p:cNvSpPr/>
          <p:nvPr/>
        </p:nvSpPr>
        <p:spPr>
          <a:xfrm>
            <a:off x="9287624" y="1573898"/>
            <a:ext cx="384894" cy="335905"/>
          </a:xfrm>
          <a:custGeom>
            <a:rect b="b" l="l" r="r" t="t"/>
            <a:pathLst>
              <a:path extrusionOk="0" h="16072" w="18416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52" name="Google Shape;152;p59"/>
          <p:cNvGrpSpPr/>
          <p:nvPr/>
        </p:nvGrpSpPr>
        <p:grpSpPr>
          <a:xfrm>
            <a:off x="9874975" y="1576459"/>
            <a:ext cx="336908" cy="330262"/>
            <a:chOff x="5983625" y="301625"/>
            <a:chExt cx="403000" cy="395050"/>
          </a:xfrm>
        </p:grpSpPr>
        <p:sp>
          <p:nvSpPr>
            <p:cNvPr id="153" name="Google Shape;153;p59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4" name="Google Shape;154;p59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5" name="Google Shape;155;p59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6" name="Google Shape;156;p59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7" name="Google Shape;157;p59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8" name="Google Shape;158;p59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9" name="Google Shape;159;p59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0" name="Google Shape;160;p59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1" name="Google Shape;161;p59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59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59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59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59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59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59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59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59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59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59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59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3" name="Google Shape;173;p59"/>
          <p:cNvGrpSpPr/>
          <p:nvPr/>
        </p:nvGrpSpPr>
        <p:grpSpPr>
          <a:xfrm>
            <a:off x="10441051" y="1573888"/>
            <a:ext cx="331808" cy="331307"/>
            <a:chOff x="6660750" y="298550"/>
            <a:chExt cx="396900" cy="396300"/>
          </a:xfrm>
        </p:grpSpPr>
        <p:sp>
          <p:nvSpPr>
            <p:cNvPr id="174" name="Google Shape;174;p59"/>
            <p:cNvSpPr/>
            <p:nvPr/>
          </p:nvSpPr>
          <p:spPr>
            <a:xfrm>
              <a:off x="6660750" y="298550"/>
              <a:ext cx="396900" cy="396300"/>
            </a:xfrm>
            <a:custGeom>
              <a:rect b="b" l="l" r="r" t="t"/>
              <a:pathLst>
                <a:path extrusionOk="0" h="15852" w="15876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59"/>
            <p:cNvSpPr/>
            <p:nvPr/>
          </p:nvSpPr>
          <p:spPr>
            <a:xfrm>
              <a:off x="6697400" y="335200"/>
              <a:ext cx="323625" cy="323025"/>
            </a:xfrm>
            <a:custGeom>
              <a:rect b="b" l="l" r="r" t="t"/>
              <a:pathLst>
                <a:path extrusionOk="0" h="12921" w="12945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6" name="Google Shape;176;p59"/>
          <p:cNvGrpSpPr/>
          <p:nvPr/>
        </p:nvGrpSpPr>
        <p:grpSpPr>
          <a:xfrm>
            <a:off x="5361661" y="2095573"/>
            <a:ext cx="347107" cy="420111"/>
            <a:chOff x="584925" y="922575"/>
            <a:chExt cx="415200" cy="502525"/>
          </a:xfrm>
        </p:grpSpPr>
        <p:sp>
          <p:nvSpPr>
            <p:cNvPr id="177" name="Google Shape;177;p59"/>
            <p:cNvSpPr/>
            <p:nvPr/>
          </p:nvSpPr>
          <p:spPr>
            <a:xfrm>
              <a:off x="584925" y="961025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59"/>
            <p:cNvSpPr/>
            <p:nvPr/>
          </p:nvSpPr>
          <p:spPr>
            <a:xfrm>
              <a:off x="621550" y="9225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59"/>
            <p:cNvSpPr/>
            <p:nvPr/>
          </p:nvSpPr>
          <p:spPr>
            <a:xfrm>
              <a:off x="915850" y="922575"/>
              <a:ext cx="84275" cy="84275"/>
            </a:xfrm>
            <a:custGeom>
              <a:rect b="b" l="l" r="r" t="t"/>
              <a:pathLst>
                <a:path extrusionOk="0" h="3371" w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80" name="Google Shape;180;p59"/>
          <p:cNvGrpSpPr/>
          <p:nvPr/>
        </p:nvGrpSpPr>
        <p:grpSpPr>
          <a:xfrm>
            <a:off x="5914968" y="2085876"/>
            <a:ext cx="367547" cy="437980"/>
            <a:chOff x="1246775" y="910975"/>
            <a:chExt cx="439650" cy="523900"/>
          </a:xfrm>
        </p:grpSpPr>
        <p:sp>
          <p:nvSpPr>
            <p:cNvPr id="181" name="Google Shape;181;p59"/>
            <p:cNvSpPr/>
            <p:nvPr/>
          </p:nvSpPr>
          <p:spPr>
            <a:xfrm>
              <a:off x="1246775" y="970800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59"/>
            <p:cNvSpPr/>
            <p:nvPr/>
          </p:nvSpPr>
          <p:spPr>
            <a:xfrm>
              <a:off x="1307825" y="910975"/>
              <a:ext cx="378600" cy="464050"/>
            </a:xfrm>
            <a:custGeom>
              <a:rect b="b" l="l" r="r" t="t"/>
              <a:pathLst>
                <a:path extrusionOk="0" h="18562" w="15144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59"/>
            <p:cNvSpPr/>
            <p:nvPr/>
          </p:nvSpPr>
          <p:spPr>
            <a:xfrm>
              <a:off x="1602125" y="910975"/>
              <a:ext cx="84300" cy="84275"/>
            </a:xfrm>
            <a:custGeom>
              <a:rect b="b" l="l" r="r" t="t"/>
              <a:pathLst>
                <a:path extrusionOk="0" h="3371" w="3372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84" name="Google Shape;184;p59"/>
          <p:cNvGrpSpPr/>
          <p:nvPr/>
        </p:nvGrpSpPr>
        <p:grpSpPr>
          <a:xfrm>
            <a:off x="6483093" y="2156309"/>
            <a:ext cx="358351" cy="298118"/>
            <a:chOff x="1926350" y="995225"/>
            <a:chExt cx="428650" cy="356600"/>
          </a:xfrm>
        </p:grpSpPr>
        <p:sp>
          <p:nvSpPr>
            <p:cNvPr id="185" name="Google Shape;185;p59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6" name="Google Shape;186;p59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7" name="Google Shape;187;p59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8" name="Google Shape;188;p59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9" name="Google Shape;189;p59"/>
          <p:cNvSpPr/>
          <p:nvPr/>
        </p:nvSpPr>
        <p:spPr>
          <a:xfrm>
            <a:off x="7050778" y="2131323"/>
            <a:ext cx="350200" cy="348152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59"/>
          <p:cNvSpPr/>
          <p:nvPr/>
        </p:nvSpPr>
        <p:spPr>
          <a:xfrm>
            <a:off x="7614849" y="2148691"/>
            <a:ext cx="349155" cy="313437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59"/>
          <p:cNvSpPr/>
          <p:nvPr/>
        </p:nvSpPr>
        <p:spPr>
          <a:xfrm>
            <a:off x="8183497" y="2151241"/>
            <a:ext cx="338956" cy="308317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59"/>
          <p:cNvSpPr/>
          <p:nvPr/>
        </p:nvSpPr>
        <p:spPr>
          <a:xfrm>
            <a:off x="8758269" y="2154293"/>
            <a:ext cx="316510" cy="30221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93" name="Google Shape;193;p59"/>
          <p:cNvGrpSpPr/>
          <p:nvPr/>
        </p:nvGrpSpPr>
        <p:grpSpPr>
          <a:xfrm>
            <a:off x="9305324" y="2133862"/>
            <a:ext cx="349155" cy="349657"/>
            <a:chOff x="5302225" y="968375"/>
            <a:chExt cx="417650" cy="418250"/>
          </a:xfrm>
        </p:grpSpPr>
        <p:sp>
          <p:nvSpPr>
            <p:cNvPr id="194" name="Google Shape;194;p59"/>
            <p:cNvSpPr/>
            <p:nvPr/>
          </p:nvSpPr>
          <p:spPr>
            <a:xfrm>
              <a:off x="5333350" y="991575"/>
              <a:ext cx="152075" cy="155100"/>
            </a:xfrm>
            <a:custGeom>
              <a:rect b="b" l="l" r="r" t="t"/>
              <a:pathLst>
                <a:path extrusionOk="0" h="6204" w="6083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5" name="Google Shape;195;p59"/>
            <p:cNvSpPr/>
            <p:nvPr/>
          </p:nvSpPr>
          <p:spPr>
            <a:xfrm>
              <a:off x="5302225" y="968375"/>
              <a:ext cx="417650" cy="418250"/>
            </a:xfrm>
            <a:custGeom>
              <a:rect b="b" l="l" r="r" t="t"/>
              <a:pathLst>
                <a:path extrusionOk="0" h="16730" w="16706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6" name="Google Shape;196;p59"/>
          <p:cNvGrpSpPr/>
          <p:nvPr/>
        </p:nvGrpSpPr>
        <p:grpSpPr>
          <a:xfrm>
            <a:off x="9826988" y="2094549"/>
            <a:ext cx="432881" cy="421637"/>
            <a:chOff x="5926225" y="921350"/>
            <a:chExt cx="517800" cy="504350"/>
          </a:xfrm>
        </p:grpSpPr>
        <p:sp>
          <p:nvSpPr>
            <p:cNvPr id="197" name="Google Shape;197;p5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8" name="Google Shape;198;p5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9" name="Google Shape;199;p59"/>
          <p:cNvGrpSpPr/>
          <p:nvPr/>
        </p:nvGrpSpPr>
        <p:grpSpPr>
          <a:xfrm>
            <a:off x="10404811" y="2102721"/>
            <a:ext cx="404290" cy="405314"/>
            <a:chOff x="6617400" y="931125"/>
            <a:chExt cx="483600" cy="484825"/>
          </a:xfrm>
        </p:grpSpPr>
        <p:sp>
          <p:nvSpPr>
            <p:cNvPr id="200" name="Google Shape;200;p59"/>
            <p:cNvSpPr/>
            <p:nvPr/>
          </p:nvSpPr>
          <p:spPr>
            <a:xfrm>
              <a:off x="6843925" y="1183900"/>
              <a:ext cx="121525" cy="232050"/>
            </a:xfrm>
            <a:custGeom>
              <a:rect b="b" l="l" r="r" t="t"/>
              <a:pathLst>
                <a:path extrusionOk="0" h="9282" w="4861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1" name="Google Shape;201;p59"/>
            <p:cNvSpPr/>
            <p:nvPr/>
          </p:nvSpPr>
          <p:spPr>
            <a:xfrm>
              <a:off x="6617400" y="931125"/>
              <a:ext cx="483600" cy="259500"/>
            </a:xfrm>
            <a:custGeom>
              <a:rect b="b" l="l" r="r" t="t"/>
              <a:pathLst>
                <a:path extrusionOk="0" h="10380" w="19344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02" name="Google Shape;202;p59"/>
          <p:cNvGrpSpPr/>
          <p:nvPr/>
        </p:nvGrpSpPr>
        <p:grpSpPr>
          <a:xfrm>
            <a:off x="5340218" y="2732083"/>
            <a:ext cx="389994" cy="273623"/>
            <a:chOff x="559275" y="1683950"/>
            <a:chExt cx="466500" cy="327300"/>
          </a:xfrm>
        </p:grpSpPr>
        <p:sp>
          <p:nvSpPr>
            <p:cNvPr id="203" name="Google Shape;203;p59"/>
            <p:cNvSpPr/>
            <p:nvPr/>
          </p:nvSpPr>
          <p:spPr>
            <a:xfrm>
              <a:off x="559275" y="1683950"/>
              <a:ext cx="466500" cy="197850"/>
            </a:xfrm>
            <a:custGeom>
              <a:rect b="b" l="l" r="r" t="t"/>
              <a:pathLst>
                <a:path extrusionOk="0" h="7914" w="1866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59"/>
            <p:cNvSpPr/>
            <p:nvPr/>
          </p:nvSpPr>
          <p:spPr>
            <a:xfrm>
              <a:off x="559275" y="1727925"/>
              <a:ext cx="466500" cy="283325"/>
            </a:xfrm>
            <a:custGeom>
              <a:rect b="b" l="l" r="r" t="t"/>
              <a:pathLst>
                <a:path extrusionOk="0" h="11333" w="1866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05" name="Google Shape;205;p59"/>
          <p:cNvGrpSpPr/>
          <p:nvPr/>
        </p:nvGrpSpPr>
        <p:grpSpPr>
          <a:xfrm>
            <a:off x="5903745" y="2677993"/>
            <a:ext cx="389994" cy="381822"/>
            <a:chOff x="1233350" y="1619250"/>
            <a:chExt cx="466500" cy="456725"/>
          </a:xfrm>
        </p:grpSpPr>
        <p:sp>
          <p:nvSpPr>
            <p:cNvPr id="206" name="Google Shape;206;p59"/>
            <p:cNvSpPr/>
            <p:nvPr/>
          </p:nvSpPr>
          <p:spPr>
            <a:xfrm>
              <a:off x="1233350" y="1619250"/>
              <a:ext cx="466500" cy="456725"/>
            </a:xfrm>
            <a:custGeom>
              <a:rect b="b" l="l" r="r" t="t"/>
              <a:pathLst>
                <a:path extrusionOk="0" h="18269" w="1866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59"/>
            <p:cNvSpPr/>
            <p:nvPr/>
          </p:nvSpPr>
          <p:spPr>
            <a:xfrm>
              <a:off x="1382325" y="1792025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8" name="Google Shape;208;p59"/>
            <p:cNvSpPr/>
            <p:nvPr/>
          </p:nvSpPr>
          <p:spPr>
            <a:xfrm>
              <a:off x="1382325" y="1825000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59"/>
            <p:cNvSpPr/>
            <p:nvPr/>
          </p:nvSpPr>
          <p:spPr>
            <a:xfrm>
              <a:off x="1382325" y="1858575"/>
              <a:ext cx="70850" cy="12250"/>
            </a:xfrm>
            <a:custGeom>
              <a:rect b="b" l="l" r="r" t="t"/>
              <a:pathLst>
                <a:path extrusionOk="0" h="490" w="2834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0" name="Google Shape;210;p59"/>
          <p:cNvGrpSpPr/>
          <p:nvPr/>
        </p:nvGrpSpPr>
        <p:grpSpPr>
          <a:xfrm>
            <a:off x="6479519" y="2686144"/>
            <a:ext cx="365499" cy="365499"/>
            <a:chOff x="1922075" y="1629000"/>
            <a:chExt cx="437200" cy="437200"/>
          </a:xfrm>
        </p:grpSpPr>
        <p:sp>
          <p:nvSpPr>
            <p:cNvPr id="211" name="Google Shape;211;p59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59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3" name="Google Shape;213;p59"/>
          <p:cNvGrpSpPr/>
          <p:nvPr/>
        </p:nvGrpSpPr>
        <p:grpSpPr>
          <a:xfrm>
            <a:off x="7041520" y="2684619"/>
            <a:ext cx="368551" cy="368551"/>
            <a:chOff x="2594325" y="1627175"/>
            <a:chExt cx="440850" cy="440850"/>
          </a:xfrm>
        </p:grpSpPr>
        <p:sp>
          <p:nvSpPr>
            <p:cNvPr id="214" name="Google Shape;214;p59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59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59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17" name="Google Shape;217;p59"/>
          <p:cNvSpPr/>
          <p:nvPr/>
        </p:nvSpPr>
        <p:spPr>
          <a:xfrm>
            <a:off x="7621475" y="2701016"/>
            <a:ext cx="335905" cy="335884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18" name="Google Shape;218;p59"/>
          <p:cNvGrpSpPr/>
          <p:nvPr/>
        </p:nvGrpSpPr>
        <p:grpSpPr>
          <a:xfrm>
            <a:off x="8203288" y="2657052"/>
            <a:ext cx="299121" cy="423685"/>
            <a:chOff x="3984000" y="1594200"/>
            <a:chExt cx="357800" cy="506800"/>
          </a:xfrm>
        </p:grpSpPr>
        <p:sp>
          <p:nvSpPr>
            <p:cNvPr id="219" name="Google Shape;219;p59"/>
            <p:cNvSpPr/>
            <p:nvPr/>
          </p:nvSpPr>
          <p:spPr>
            <a:xfrm>
              <a:off x="3984000" y="1597875"/>
              <a:ext cx="44575" cy="503125"/>
            </a:xfrm>
            <a:custGeom>
              <a:rect b="b" l="l" r="r" t="t"/>
              <a:pathLst>
                <a:path extrusionOk="0" h="20125" w="1783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59"/>
            <p:cNvSpPr/>
            <p:nvPr/>
          </p:nvSpPr>
          <p:spPr>
            <a:xfrm>
              <a:off x="4041375" y="1594200"/>
              <a:ext cx="300425" cy="229600"/>
            </a:xfrm>
            <a:custGeom>
              <a:rect b="b" l="l" r="r" t="t"/>
              <a:pathLst>
                <a:path extrusionOk="0" h="9184" w="12017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1" name="Google Shape;221;p59"/>
          <p:cNvGrpSpPr/>
          <p:nvPr/>
        </p:nvGrpSpPr>
        <p:grpSpPr>
          <a:xfrm>
            <a:off x="8719330" y="2747904"/>
            <a:ext cx="394090" cy="241980"/>
            <a:chOff x="4601275" y="1702875"/>
            <a:chExt cx="471400" cy="289450"/>
          </a:xfrm>
        </p:grpSpPr>
        <p:sp>
          <p:nvSpPr>
            <p:cNvPr id="222" name="Google Shape;222;p59"/>
            <p:cNvSpPr/>
            <p:nvPr/>
          </p:nvSpPr>
          <p:spPr>
            <a:xfrm>
              <a:off x="4816200" y="170287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59"/>
            <p:cNvSpPr/>
            <p:nvPr/>
          </p:nvSpPr>
          <p:spPr>
            <a:xfrm>
              <a:off x="503112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59"/>
            <p:cNvSpPr/>
            <p:nvPr/>
          </p:nvSpPr>
          <p:spPr>
            <a:xfrm>
              <a:off x="4634875" y="1756000"/>
              <a:ext cx="404225" cy="178325"/>
            </a:xfrm>
            <a:custGeom>
              <a:rect b="b" l="l" r="r" t="t"/>
              <a:pathLst>
                <a:path extrusionOk="0" h="7133" w="16169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59"/>
            <p:cNvSpPr/>
            <p:nvPr/>
          </p:nvSpPr>
          <p:spPr>
            <a:xfrm>
              <a:off x="460127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59"/>
            <p:cNvSpPr/>
            <p:nvPr/>
          </p:nvSpPr>
          <p:spPr>
            <a:xfrm>
              <a:off x="4673325" y="1947725"/>
              <a:ext cx="327300" cy="44600"/>
            </a:xfrm>
            <a:custGeom>
              <a:rect b="b" l="l" r="r" t="t"/>
              <a:pathLst>
                <a:path extrusionOk="0" h="1784" w="13092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7" name="Google Shape;227;p59"/>
          <p:cNvGrpSpPr/>
          <p:nvPr/>
        </p:nvGrpSpPr>
        <p:grpSpPr>
          <a:xfrm>
            <a:off x="9301750" y="2688694"/>
            <a:ext cx="356303" cy="360400"/>
            <a:chOff x="5297950" y="1632050"/>
            <a:chExt cx="426200" cy="431100"/>
          </a:xfrm>
        </p:grpSpPr>
        <p:sp>
          <p:nvSpPr>
            <p:cNvPr id="228" name="Google Shape;228;p59"/>
            <p:cNvSpPr/>
            <p:nvPr/>
          </p:nvSpPr>
          <p:spPr>
            <a:xfrm>
              <a:off x="5404800" y="1936125"/>
              <a:ext cx="212500" cy="127025"/>
            </a:xfrm>
            <a:custGeom>
              <a:rect b="b" l="l" r="r" t="t"/>
              <a:pathLst>
                <a:path extrusionOk="0" h="5081" w="850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59"/>
            <p:cNvSpPr/>
            <p:nvPr/>
          </p:nvSpPr>
          <p:spPr>
            <a:xfrm>
              <a:off x="5297950" y="1632050"/>
              <a:ext cx="426200" cy="294950"/>
            </a:xfrm>
            <a:custGeom>
              <a:rect b="b" l="l" r="r" t="t"/>
              <a:pathLst>
                <a:path extrusionOk="0" h="11798" w="1704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0" name="Google Shape;230;p59"/>
          <p:cNvGrpSpPr/>
          <p:nvPr/>
        </p:nvGrpSpPr>
        <p:grpSpPr>
          <a:xfrm>
            <a:off x="9864253" y="2677993"/>
            <a:ext cx="358351" cy="381822"/>
            <a:chOff x="5970800" y="1619250"/>
            <a:chExt cx="428650" cy="456725"/>
          </a:xfrm>
        </p:grpSpPr>
        <p:sp>
          <p:nvSpPr>
            <p:cNvPr id="231" name="Google Shape;231;p59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59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3" name="Google Shape;233;p59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4" name="Google Shape;234;p59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5" name="Google Shape;235;p59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6" name="Google Shape;236;p59"/>
          <p:cNvGrpSpPr/>
          <p:nvPr/>
        </p:nvGrpSpPr>
        <p:grpSpPr>
          <a:xfrm>
            <a:off x="10411457" y="2673395"/>
            <a:ext cx="401719" cy="366502"/>
            <a:chOff x="6625350" y="1613750"/>
            <a:chExt cx="480525" cy="438400"/>
          </a:xfrm>
        </p:grpSpPr>
        <p:sp>
          <p:nvSpPr>
            <p:cNvPr id="237" name="Google Shape;237;p59"/>
            <p:cNvSpPr/>
            <p:nvPr/>
          </p:nvSpPr>
          <p:spPr>
            <a:xfrm>
              <a:off x="6670525" y="1887275"/>
              <a:ext cx="117875" cy="164875"/>
            </a:xfrm>
            <a:custGeom>
              <a:rect b="b" l="l" r="r" t="t"/>
              <a:pathLst>
                <a:path extrusionOk="0" h="6595" w="471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8" name="Google Shape;238;p59"/>
            <p:cNvSpPr/>
            <p:nvPr/>
          </p:nvSpPr>
          <p:spPr>
            <a:xfrm>
              <a:off x="7075950" y="1754175"/>
              <a:ext cx="29925" cy="99550"/>
            </a:xfrm>
            <a:custGeom>
              <a:rect b="b" l="l" r="r" t="t"/>
              <a:pathLst>
                <a:path extrusionOk="0" h="3982" w="1197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9" name="Google Shape;239;p59"/>
            <p:cNvSpPr/>
            <p:nvPr/>
          </p:nvSpPr>
          <p:spPr>
            <a:xfrm>
              <a:off x="6625350" y="1729750"/>
              <a:ext cx="97700" cy="147175"/>
            </a:xfrm>
            <a:custGeom>
              <a:rect b="b" l="l" r="r" t="t"/>
              <a:pathLst>
                <a:path extrusionOk="0" h="5887" w="3908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0" name="Google Shape;240;p59"/>
            <p:cNvSpPr/>
            <p:nvPr/>
          </p:nvSpPr>
          <p:spPr>
            <a:xfrm>
              <a:off x="6736475" y="1638175"/>
              <a:ext cx="279650" cy="330325"/>
            </a:xfrm>
            <a:custGeom>
              <a:rect b="b" l="l" r="r" t="t"/>
              <a:pathLst>
                <a:path extrusionOk="0" h="13213" w="11186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1" name="Google Shape;241;p59"/>
            <p:cNvSpPr/>
            <p:nvPr/>
          </p:nvSpPr>
          <p:spPr>
            <a:xfrm>
              <a:off x="7029550" y="1613750"/>
              <a:ext cx="34200" cy="379800"/>
            </a:xfrm>
            <a:custGeom>
              <a:rect b="b" l="l" r="r" t="t"/>
              <a:pathLst>
                <a:path extrusionOk="0" h="15192" w="1368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42" name="Google Shape;242;p59"/>
          <p:cNvGrpSpPr/>
          <p:nvPr/>
        </p:nvGrpSpPr>
        <p:grpSpPr>
          <a:xfrm>
            <a:off x="5383606" y="3269589"/>
            <a:ext cx="303217" cy="325685"/>
            <a:chOff x="611175" y="2326900"/>
            <a:chExt cx="362700" cy="389575"/>
          </a:xfrm>
        </p:grpSpPr>
        <p:sp>
          <p:nvSpPr>
            <p:cNvPr id="243" name="Google Shape;243;p59"/>
            <p:cNvSpPr/>
            <p:nvPr/>
          </p:nvSpPr>
          <p:spPr>
            <a:xfrm>
              <a:off x="611175" y="2326900"/>
              <a:ext cx="362700" cy="389575"/>
            </a:xfrm>
            <a:custGeom>
              <a:rect b="b" l="l" r="r" t="t"/>
              <a:pathLst>
                <a:path extrusionOk="0" h="15583" w="14508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4" name="Google Shape;244;p59"/>
            <p:cNvSpPr/>
            <p:nvPr/>
          </p:nvSpPr>
          <p:spPr>
            <a:xfrm>
              <a:off x="794950" y="2500900"/>
              <a:ext cx="24450" cy="23850"/>
            </a:xfrm>
            <a:custGeom>
              <a:rect b="b" l="l" r="r" t="t"/>
              <a:pathLst>
                <a:path extrusionOk="0" h="954" w="978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5" name="Google Shape;245;p59"/>
            <p:cNvSpPr/>
            <p:nvPr/>
          </p:nvSpPr>
          <p:spPr>
            <a:xfrm>
              <a:off x="754650" y="2381250"/>
              <a:ext cx="75750" cy="14050"/>
            </a:xfrm>
            <a:custGeom>
              <a:rect b="b" l="l" r="r" t="t"/>
              <a:pathLst>
                <a:path extrusionOk="0" h="562" w="303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6" name="Google Shape;246;p59"/>
            <p:cNvSpPr/>
            <p:nvPr/>
          </p:nvSpPr>
          <p:spPr>
            <a:xfrm>
              <a:off x="765025" y="2453900"/>
              <a:ext cx="31175" cy="31150"/>
            </a:xfrm>
            <a:custGeom>
              <a:rect b="b" l="l" r="r" t="t"/>
              <a:pathLst>
                <a:path extrusionOk="0" h="1246" w="1247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47" name="Google Shape;247;p59"/>
          <p:cNvSpPr/>
          <p:nvPr/>
        </p:nvSpPr>
        <p:spPr>
          <a:xfrm>
            <a:off x="5939002" y="3272716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59"/>
          <p:cNvSpPr/>
          <p:nvPr/>
        </p:nvSpPr>
        <p:spPr>
          <a:xfrm>
            <a:off x="6502550" y="3272716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59"/>
          <p:cNvSpPr/>
          <p:nvPr/>
        </p:nvSpPr>
        <p:spPr>
          <a:xfrm>
            <a:off x="7066099" y="3272716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50" name="Google Shape;250;p59"/>
          <p:cNvGrpSpPr/>
          <p:nvPr/>
        </p:nvGrpSpPr>
        <p:grpSpPr>
          <a:xfrm>
            <a:off x="7704071" y="3217527"/>
            <a:ext cx="170502" cy="425733"/>
            <a:chOff x="3386850" y="2264625"/>
            <a:chExt cx="203950" cy="509250"/>
          </a:xfrm>
        </p:grpSpPr>
        <p:sp>
          <p:nvSpPr>
            <p:cNvPr id="251" name="Google Shape;251;p59"/>
            <p:cNvSpPr/>
            <p:nvPr/>
          </p:nvSpPr>
          <p:spPr>
            <a:xfrm>
              <a:off x="3386850" y="2370850"/>
              <a:ext cx="203950" cy="403025"/>
            </a:xfrm>
            <a:custGeom>
              <a:rect b="b" l="l" r="r" t="t"/>
              <a:pathLst>
                <a:path extrusionOk="0" h="16121" w="8158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2" name="Google Shape;252;p59"/>
            <p:cNvSpPr/>
            <p:nvPr/>
          </p:nvSpPr>
          <p:spPr>
            <a:xfrm>
              <a:off x="3446075" y="2264625"/>
              <a:ext cx="85500" cy="94050"/>
            </a:xfrm>
            <a:custGeom>
              <a:rect b="b" l="l" r="r" t="t"/>
              <a:pathLst>
                <a:path extrusionOk="0" h="3762" w="342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53" name="Google Shape;253;p59"/>
          <p:cNvGrpSpPr/>
          <p:nvPr/>
        </p:nvGrpSpPr>
        <p:grpSpPr>
          <a:xfrm>
            <a:off x="8846444" y="3271637"/>
            <a:ext cx="139863" cy="317513"/>
            <a:chOff x="4753325" y="2329350"/>
            <a:chExt cx="167300" cy="379800"/>
          </a:xfrm>
        </p:grpSpPr>
        <p:sp>
          <p:nvSpPr>
            <p:cNvPr id="254" name="Google Shape;254;p59"/>
            <p:cNvSpPr/>
            <p:nvPr/>
          </p:nvSpPr>
          <p:spPr>
            <a:xfrm>
              <a:off x="4753325" y="2424600"/>
              <a:ext cx="167300" cy="284550"/>
            </a:xfrm>
            <a:custGeom>
              <a:rect b="b" l="l" r="r" t="t"/>
              <a:pathLst>
                <a:path extrusionOk="0" h="11382" w="669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5" name="Google Shape;255;p59"/>
            <p:cNvSpPr/>
            <p:nvPr/>
          </p:nvSpPr>
          <p:spPr>
            <a:xfrm>
              <a:off x="4798500" y="2329350"/>
              <a:ext cx="76950" cy="84275"/>
            </a:xfrm>
            <a:custGeom>
              <a:rect b="b" l="l" r="r" t="t"/>
              <a:pathLst>
                <a:path extrusionOk="0" h="3371" w="3078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56" name="Google Shape;256;p59"/>
          <p:cNvGrpSpPr/>
          <p:nvPr/>
        </p:nvGrpSpPr>
        <p:grpSpPr>
          <a:xfrm>
            <a:off x="8280347" y="3219554"/>
            <a:ext cx="145004" cy="421658"/>
            <a:chOff x="4076175" y="2267050"/>
            <a:chExt cx="173450" cy="504375"/>
          </a:xfrm>
        </p:grpSpPr>
        <p:sp>
          <p:nvSpPr>
            <p:cNvPr id="257" name="Google Shape;257;p59"/>
            <p:cNvSpPr/>
            <p:nvPr/>
          </p:nvSpPr>
          <p:spPr>
            <a:xfrm>
              <a:off x="4122600" y="2267050"/>
              <a:ext cx="80600" cy="91625"/>
            </a:xfrm>
            <a:custGeom>
              <a:rect b="b" l="l" r="r" t="t"/>
              <a:pathLst>
                <a:path extrusionOk="0" h="3665" w="3224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8" name="Google Shape;258;p59"/>
            <p:cNvSpPr/>
            <p:nvPr/>
          </p:nvSpPr>
          <p:spPr>
            <a:xfrm>
              <a:off x="4076175" y="2370250"/>
              <a:ext cx="173450" cy="401175"/>
            </a:xfrm>
            <a:custGeom>
              <a:rect b="b" l="l" r="r" t="t"/>
              <a:pathLst>
                <a:path extrusionOk="0" h="16047" w="6938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9" name="Google Shape;259;p59"/>
          <p:cNvSpPr/>
          <p:nvPr/>
        </p:nvSpPr>
        <p:spPr>
          <a:xfrm>
            <a:off x="9320292" y="3264042"/>
            <a:ext cx="319561" cy="336908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60" name="Google Shape;260;p59"/>
          <p:cNvGrpSpPr/>
          <p:nvPr/>
        </p:nvGrpSpPr>
        <p:grpSpPr>
          <a:xfrm>
            <a:off x="9867827" y="3270091"/>
            <a:ext cx="351204" cy="324661"/>
            <a:chOff x="5975075" y="2327500"/>
            <a:chExt cx="420100" cy="388350"/>
          </a:xfrm>
        </p:grpSpPr>
        <p:sp>
          <p:nvSpPr>
            <p:cNvPr id="261" name="Google Shape;261;p59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59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63" name="Google Shape;263;p59"/>
          <p:cNvGrpSpPr/>
          <p:nvPr/>
        </p:nvGrpSpPr>
        <p:grpSpPr>
          <a:xfrm>
            <a:off x="10499237" y="3260393"/>
            <a:ext cx="215437" cy="351204"/>
            <a:chOff x="6730350" y="2315900"/>
            <a:chExt cx="257700" cy="420100"/>
          </a:xfrm>
        </p:grpSpPr>
        <p:sp>
          <p:nvSpPr>
            <p:cNvPr id="264" name="Google Shape;264;p59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59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59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59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59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69" name="Google Shape;269;p59"/>
          <p:cNvGrpSpPr/>
          <p:nvPr/>
        </p:nvGrpSpPr>
        <p:grpSpPr>
          <a:xfrm>
            <a:off x="5480582" y="3796875"/>
            <a:ext cx="109265" cy="398166"/>
            <a:chOff x="727175" y="2957625"/>
            <a:chExt cx="130700" cy="476275"/>
          </a:xfrm>
        </p:grpSpPr>
        <p:sp>
          <p:nvSpPr>
            <p:cNvPr id="270" name="Google Shape;270;p59"/>
            <p:cNvSpPr/>
            <p:nvPr/>
          </p:nvSpPr>
          <p:spPr>
            <a:xfrm>
              <a:off x="727175" y="2957625"/>
              <a:ext cx="130700" cy="476275"/>
            </a:xfrm>
            <a:custGeom>
              <a:rect b="b" l="l" r="r" t="t"/>
              <a:pathLst>
                <a:path extrusionOk="0" h="19051" w="5228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59"/>
            <p:cNvSpPr/>
            <p:nvPr/>
          </p:nvSpPr>
          <p:spPr>
            <a:xfrm>
              <a:off x="751600" y="3090125"/>
              <a:ext cx="81850" cy="319350"/>
            </a:xfrm>
            <a:custGeom>
              <a:rect b="b" l="l" r="r" t="t"/>
              <a:pathLst>
                <a:path extrusionOk="0" h="12774" w="32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72" name="Google Shape;272;p59"/>
          <p:cNvSpPr/>
          <p:nvPr/>
        </p:nvSpPr>
        <p:spPr>
          <a:xfrm>
            <a:off x="6494901" y="3781149"/>
            <a:ext cx="334860" cy="429809"/>
          </a:xfrm>
          <a:custGeom>
            <a:rect b="b" l="l" r="r" t="t"/>
            <a:pathLst>
              <a:path extrusionOk="0" h="20565" w="16022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59"/>
          <p:cNvSpPr/>
          <p:nvPr/>
        </p:nvSpPr>
        <p:spPr>
          <a:xfrm>
            <a:off x="5974742" y="3781149"/>
            <a:ext cx="248083" cy="429809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4" name="Google Shape;274;p59"/>
          <p:cNvGrpSpPr/>
          <p:nvPr/>
        </p:nvGrpSpPr>
        <p:grpSpPr>
          <a:xfrm>
            <a:off x="7032324" y="3809624"/>
            <a:ext cx="386943" cy="372647"/>
            <a:chOff x="2583325" y="2972875"/>
            <a:chExt cx="462850" cy="445750"/>
          </a:xfrm>
        </p:grpSpPr>
        <p:sp>
          <p:nvSpPr>
            <p:cNvPr id="275" name="Google Shape;275;p59"/>
            <p:cNvSpPr/>
            <p:nvPr/>
          </p:nvSpPr>
          <p:spPr>
            <a:xfrm>
              <a:off x="2701775" y="3323350"/>
              <a:ext cx="225950" cy="95275"/>
            </a:xfrm>
            <a:custGeom>
              <a:rect b="b" l="l" r="r" t="t"/>
              <a:pathLst>
                <a:path extrusionOk="0" h="3811" w="9038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6" name="Google Shape;276;p59"/>
            <p:cNvSpPr/>
            <p:nvPr/>
          </p:nvSpPr>
          <p:spPr>
            <a:xfrm>
              <a:off x="2583325" y="2972875"/>
              <a:ext cx="462850" cy="337075"/>
            </a:xfrm>
            <a:custGeom>
              <a:rect b="b" l="l" r="r" t="t"/>
              <a:pathLst>
                <a:path extrusionOk="0" h="13483" w="18514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77" name="Google Shape;277;p59"/>
          <p:cNvGrpSpPr/>
          <p:nvPr/>
        </p:nvGrpSpPr>
        <p:grpSpPr>
          <a:xfrm>
            <a:off x="7582579" y="3865281"/>
            <a:ext cx="413486" cy="261355"/>
            <a:chOff x="3241525" y="3039450"/>
            <a:chExt cx="494600" cy="312625"/>
          </a:xfrm>
        </p:grpSpPr>
        <p:sp>
          <p:nvSpPr>
            <p:cNvPr id="278" name="Google Shape;278;p59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9" name="Google Shape;279;p59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80" name="Google Shape;280;p59"/>
          <p:cNvSpPr/>
          <p:nvPr/>
        </p:nvSpPr>
        <p:spPr>
          <a:xfrm>
            <a:off x="8738873" y="3818415"/>
            <a:ext cx="355300" cy="355279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1" name="Google Shape;281;p59"/>
          <p:cNvGrpSpPr/>
          <p:nvPr/>
        </p:nvGrpSpPr>
        <p:grpSpPr>
          <a:xfrm>
            <a:off x="9266011" y="3837714"/>
            <a:ext cx="427781" cy="316489"/>
            <a:chOff x="5255200" y="3006475"/>
            <a:chExt cx="511700" cy="378575"/>
          </a:xfrm>
        </p:grpSpPr>
        <p:sp>
          <p:nvSpPr>
            <p:cNvPr id="282" name="Google Shape;282;p59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3" name="Google Shape;283;p59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84" name="Google Shape;284;p59"/>
          <p:cNvGrpSpPr/>
          <p:nvPr/>
        </p:nvGrpSpPr>
        <p:grpSpPr>
          <a:xfrm>
            <a:off x="8179797" y="3819343"/>
            <a:ext cx="346104" cy="353231"/>
            <a:chOff x="3955900" y="2984500"/>
            <a:chExt cx="414000" cy="422525"/>
          </a:xfrm>
        </p:grpSpPr>
        <p:sp>
          <p:nvSpPr>
            <p:cNvPr id="285" name="Google Shape;285;p59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6" name="Google Shape;286;p59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59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88" name="Google Shape;288;p59"/>
          <p:cNvSpPr/>
          <p:nvPr/>
        </p:nvSpPr>
        <p:spPr>
          <a:xfrm>
            <a:off x="5343810" y="4407484"/>
            <a:ext cx="386922" cy="304241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59"/>
          <p:cNvSpPr/>
          <p:nvPr/>
        </p:nvSpPr>
        <p:spPr>
          <a:xfrm>
            <a:off x="9908858" y="3802071"/>
            <a:ext cx="269526" cy="387967"/>
          </a:xfrm>
          <a:custGeom>
            <a:rect b="b" l="l" r="r" t="t"/>
            <a:pathLst>
              <a:path extrusionOk="0" h="18563" w="12896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90" name="Google Shape;290;p59"/>
          <p:cNvGrpSpPr/>
          <p:nvPr/>
        </p:nvGrpSpPr>
        <p:grpSpPr>
          <a:xfrm>
            <a:off x="10474742" y="3814222"/>
            <a:ext cx="264427" cy="375719"/>
            <a:chOff x="6701050" y="2978375"/>
            <a:chExt cx="316300" cy="449425"/>
          </a:xfrm>
        </p:grpSpPr>
        <p:sp>
          <p:nvSpPr>
            <p:cNvPr id="291" name="Google Shape;291;p59"/>
            <p:cNvSpPr/>
            <p:nvPr/>
          </p:nvSpPr>
          <p:spPr>
            <a:xfrm>
              <a:off x="6701050" y="2978375"/>
              <a:ext cx="316300" cy="78175"/>
            </a:xfrm>
            <a:custGeom>
              <a:rect b="b" l="l" r="r" t="t"/>
              <a:pathLst>
                <a:path extrusionOk="0" h="3127" w="12652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59"/>
            <p:cNvSpPr/>
            <p:nvPr/>
          </p:nvSpPr>
          <p:spPr>
            <a:xfrm>
              <a:off x="6713875" y="3068750"/>
              <a:ext cx="290650" cy="359050"/>
            </a:xfrm>
            <a:custGeom>
              <a:rect b="b" l="l" r="r" t="t"/>
              <a:pathLst>
                <a:path extrusionOk="0" h="14362" w="11626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3" name="Google Shape;293;p59"/>
          <p:cNvGrpSpPr/>
          <p:nvPr/>
        </p:nvGrpSpPr>
        <p:grpSpPr>
          <a:xfrm>
            <a:off x="5910370" y="4432883"/>
            <a:ext cx="376743" cy="253204"/>
            <a:chOff x="1241275" y="3718400"/>
            <a:chExt cx="450650" cy="302875"/>
          </a:xfrm>
        </p:grpSpPr>
        <p:sp>
          <p:nvSpPr>
            <p:cNvPr id="294" name="Google Shape;294;p59"/>
            <p:cNvSpPr/>
            <p:nvPr/>
          </p:nvSpPr>
          <p:spPr>
            <a:xfrm>
              <a:off x="1241275" y="3718400"/>
              <a:ext cx="450650" cy="302875"/>
            </a:xfrm>
            <a:custGeom>
              <a:rect b="b" l="l" r="r" t="t"/>
              <a:pathLst>
                <a:path extrusionOk="0" h="12115" w="18026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59"/>
            <p:cNvSpPr/>
            <p:nvPr/>
          </p:nvSpPr>
          <p:spPr>
            <a:xfrm>
              <a:off x="1293175" y="3895475"/>
              <a:ext cx="174050" cy="12225"/>
            </a:xfrm>
            <a:custGeom>
              <a:rect b="b" l="l" r="r" t="t"/>
              <a:pathLst>
                <a:path extrusionOk="0" h="489" w="6962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59"/>
            <p:cNvSpPr/>
            <p:nvPr/>
          </p:nvSpPr>
          <p:spPr>
            <a:xfrm>
              <a:off x="1293175" y="3935775"/>
              <a:ext cx="122750" cy="12225"/>
            </a:xfrm>
            <a:custGeom>
              <a:rect b="b" l="l" r="r" t="t"/>
              <a:pathLst>
                <a:path extrusionOk="0" h="489" w="491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59"/>
            <p:cNvSpPr/>
            <p:nvPr/>
          </p:nvSpPr>
          <p:spPr>
            <a:xfrm>
              <a:off x="1570375" y="3901575"/>
              <a:ext cx="62300" cy="40325"/>
            </a:xfrm>
            <a:custGeom>
              <a:rect b="b" l="l" r="r" t="t"/>
              <a:pathLst>
                <a:path extrusionOk="0" h="1613" w="2492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8" name="Google Shape;298;p59"/>
          <p:cNvGrpSpPr/>
          <p:nvPr/>
        </p:nvGrpSpPr>
        <p:grpSpPr>
          <a:xfrm>
            <a:off x="6479017" y="4413488"/>
            <a:ext cx="366502" cy="292496"/>
            <a:chOff x="1921475" y="3695200"/>
            <a:chExt cx="438400" cy="349875"/>
          </a:xfrm>
        </p:grpSpPr>
        <p:sp>
          <p:nvSpPr>
            <p:cNvPr id="299" name="Google Shape;299;p59"/>
            <p:cNvSpPr/>
            <p:nvPr/>
          </p:nvSpPr>
          <p:spPr>
            <a:xfrm>
              <a:off x="2246900" y="3992550"/>
              <a:ext cx="52525" cy="52525"/>
            </a:xfrm>
            <a:custGeom>
              <a:rect b="b" l="l" r="r" t="t"/>
              <a:pathLst>
                <a:path extrusionOk="0" h="2101" w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0" name="Google Shape;300;p59"/>
            <p:cNvSpPr/>
            <p:nvPr/>
          </p:nvSpPr>
          <p:spPr>
            <a:xfrm>
              <a:off x="2033800" y="3992550"/>
              <a:ext cx="52550" cy="52525"/>
            </a:xfrm>
            <a:custGeom>
              <a:rect b="b" l="l" r="r" t="t"/>
              <a:pathLst>
                <a:path extrusionOk="0" h="2101" w="2102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p59"/>
            <p:cNvSpPr/>
            <p:nvPr/>
          </p:nvSpPr>
          <p:spPr>
            <a:xfrm>
              <a:off x="1921475" y="3695200"/>
              <a:ext cx="438400" cy="297975"/>
            </a:xfrm>
            <a:custGeom>
              <a:rect b="b" l="l" r="r" t="t"/>
              <a:pathLst>
                <a:path extrusionOk="0" h="11919" w="17536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02" name="Google Shape;302;p59"/>
          <p:cNvGrpSpPr/>
          <p:nvPr/>
        </p:nvGrpSpPr>
        <p:grpSpPr>
          <a:xfrm>
            <a:off x="7046118" y="4408890"/>
            <a:ext cx="359355" cy="301190"/>
            <a:chOff x="2599825" y="3689700"/>
            <a:chExt cx="429850" cy="360275"/>
          </a:xfrm>
        </p:grpSpPr>
        <p:sp>
          <p:nvSpPr>
            <p:cNvPr id="303" name="Google Shape;303;p59"/>
            <p:cNvSpPr/>
            <p:nvPr/>
          </p:nvSpPr>
          <p:spPr>
            <a:xfrm>
              <a:off x="2599825" y="3689700"/>
              <a:ext cx="429850" cy="169150"/>
            </a:xfrm>
            <a:custGeom>
              <a:rect b="b" l="l" r="r" t="t"/>
              <a:pathLst>
                <a:path extrusionOk="0" h="6766" w="17194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4" name="Google Shape;304;p59"/>
            <p:cNvSpPr/>
            <p:nvPr/>
          </p:nvSpPr>
          <p:spPr>
            <a:xfrm>
              <a:off x="2599825" y="3861275"/>
              <a:ext cx="429850" cy="188700"/>
            </a:xfrm>
            <a:custGeom>
              <a:rect b="b" l="l" r="r" t="t"/>
              <a:pathLst>
                <a:path extrusionOk="0" h="7548" w="17194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05" name="Google Shape;305;p59"/>
          <p:cNvGrpSpPr/>
          <p:nvPr/>
        </p:nvGrpSpPr>
        <p:grpSpPr>
          <a:xfrm>
            <a:off x="7626992" y="4377749"/>
            <a:ext cx="324661" cy="338956"/>
            <a:chOff x="3294650" y="3652450"/>
            <a:chExt cx="388350" cy="405450"/>
          </a:xfrm>
        </p:grpSpPr>
        <p:sp>
          <p:nvSpPr>
            <p:cNvPr id="306" name="Google Shape;306;p59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p59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59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09" name="Google Shape;309;p59"/>
          <p:cNvGrpSpPr/>
          <p:nvPr/>
        </p:nvGrpSpPr>
        <p:grpSpPr>
          <a:xfrm>
            <a:off x="8163474" y="4420636"/>
            <a:ext cx="378750" cy="277698"/>
            <a:chOff x="3936375" y="3703750"/>
            <a:chExt cx="453050" cy="332175"/>
          </a:xfrm>
        </p:grpSpPr>
        <p:sp>
          <p:nvSpPr>
            <p:cNvPr id="310" name="Google Shape;310;p59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1" name="Google Shape;311;p59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2" name="Google Shape;312;p59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3" name="Google Shape;313;p59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4" name="Google Shape;314;p59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15" name="Google Shape;315;p59"/>
          <p:cNvGrpSpPr/>
          <p:nvPr/>
        </p:nvGrpSpPr>
        <p:grpSpPr>
          <a:xfrm>
            <a:off x="8727000" y="4420636"/>
            <a:ext cx="378750" cy="277698"/>
            <a:chOff x="4610450" y="3703750"/>
            <a:chExt cx="453050" cy="332175"/>
          </a:xfrm>
        </p:grpSpPr>
        <p:sp>
          <p:nvSpPr>
            <p:cNvPr id="316" name="Google Shape;316;p59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7" name="Google Shape;317;p59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18" name="Google Shape;318;p59"/>
          <p:cNvGrpSpPr/>
          <p:nvPr/>
        </p:nvGrpSpPr>
        <p:grpSpPr>
          <a:xfrm>
            <a:off x="9303799" y="4392567"/>
            <a:ext cx="352207" cy="333836"/>
            <a:chOff x="5300400" y="3670175"/>
            <a:chExt cx="421300" cy="399325"/>
          </a:xfrm>
        </p:grpSpPr>
        <p:sp>
          <p:nvSpPr>
            <p:cNvPr id="319" name="Google Shape;319;p59"/>
            <p:cNvSpPr/>
            <p:nvPr/>
          </p:nvSpPr>
          <p:spPr>
            <a:xfrm>
              <a:off x="5300400" y="3708025"/>
              <a:ext cx="421300" cy="267450"/>
            </a:xfrm>
            <a:custGeom>
              <a:rect b="b" l="l" r="r" t="t"/>
              <a:pathLst>
                <a:path extrusionOk="0" h="10698" w="16852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0" name="Google Shape;320;p59"/>
            <p:cNvSpPr/>
            <p:nvPr/>
          </p:nvSpPr>
          <p:spPr>
            <a:xfrm>
              <a:off x="5498825" y="3670175"/>
              <a:ext cx="24450" cy="25650"/>
            </a:xfrm>
            <a:custGeom>
              <a:rect b="b" l="l" r="r" t="t"/>
              <a:pathLst>
                <a:path extrusionOk="0" h="1026" w="978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1" name="Google Shape;321;p59"/>
            <p:cNvSpPr/>
            <p:nvPr/>
          </p:nvSpPr>
          <p:spPr>
            <a:xfrm>
              <a:off x="5366325" y="3987675"/>
              <a:ext cx="61100" cy="81825"/>
            </a:xfrm>
            <a:custGeom>
              <a:rect b="b" l="l" r="r" t="t"/>
              <a:pathLst>
                <a:path extrusionOk="0" h="3273" w="2444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2" name="Google Shape;322;p59"/>
            <p:cNvSpPr/>
            <p:nvPr/>
          </p:nvSpPr>
          <p:spPr>
            <a:xfrm>
              <a:off x="5594700" y="3987675"/>
              <a:ext cx="61075" cy="81825"/>
            </a:xfrm>
            <a:custGeom>
              <a:rect b="b" l="l" r="r" t="t"/>
              <a:pathLst>
                <a:path extrusionOk="0" h="3273" w="244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3" name="Google Shape;323;p59"/>
            <p:cNvSpPr/>
            <p:nvPr/>
          </p:nvSpPr>
          <p:spPr>
            <a:xfrm>
              <a:off x="5324825" y="3732450"/>
              <a:ext cx="372475" cy="218600"/>
            </a:xfrm>
            <a:custGeom>
              <a:rect b="b" l="l" r="r" t="t"/>
              <a:pathLst>
                <a:path extrusionOk="0" h="8744" w="14899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24" name="Google Shape;324;p59"/>
          <p:cNvSpPr/>
          <p:nvPr/>
        </p:nvSpPr>
        <p:spPr>
          <a:xfrm>
            <a:off x="9847598" y="4363592"/>
            <a:ext cx="392042" cy="392021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25" name="Google Shape;325;p59"/>
          <p:cNvGrpSpPr/>
          <p:nvPr/>
        </p:nvGrpSpPr>
        <p:grpSpPr>
          <a:xfrm>
            <a:off x="10435952" y="4388470"/>
            <a:ext cx="342008" cy="342029"/>
            <a:chOff x="6654650" y="3665275"/>
            <a:chExt cx="409100" cy="409125"/>
          </a:xfrm>
        </p:grpSpPr>
        <p:sp>
          <p:nvSpPr>
            <p:cNvPr id="326" name="Google Shape;326;p59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7" name="Google Shape;327;p59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28" name="Google Shape;328;p59"/>
          <p:cNvGrpSpPr/>
          <p:nvPr/>
        </p:nvGrpSpPr>
        <p:grpSpPr>
          <a:xfrm>
            <a:off x="5349916" y="4937702"/>
            <a:ext cx="370599" cy="370620"/>
            <a:chOff x="570875" y="4322250"/>
            <a:chExt cx="443300" cy="443325"/>
          </a:xfrm>
        </p:grpSpPr>
        <p:sp>
          <p:nvSpPr>
            <p:cNvPr id="329" name="Google Shape;329;p59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0" name="Google Shape;330;p59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1" name="Google Shape;331;p59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2" name="Google Shape;332;p59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33" name="Google Shape;333;p59"/>
          <p:cNvSpPr/>
          <p:nvPr/>
        </p:nvSpPr>
        <p:spPr>
          <a:xfrm>
            <a:off x="5898162" y="5009824"/>
            <a:ext cx="401238" cy="22666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34" name="Google Shape;334;p59"/>
          <p:cNvGrpSpPr/>
          <p:nvPr/>
        </p:nvGrpSpPr>
        <p:grpSpPr>
          <a:xfrm>
            <a:off x="6527505" y="4910155"/>
            <a:ext cx="269526" cy="425712"/>
            <a:chOff x="1979475" y="4289300"/>
            <a:chExt cx="322400" cy="509225"/>
          </a:xfrm>
        </p:grpSpPr>
        <p:sp>
          <p:nvSpPr>
            <p:cNvPr id="335" name="Google Shape;335;p59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59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59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38" name="Google Shape;338;p59"/>
          <p:cNvGrpSpPr/>
          <p:nvPr/>
        </p:nvGrpSpPr>
        <p:grpSpPr>
          <a:xfrm>
            <a:off x="7067039" y="4915757"/>
            <a:ext cx="318014" cy="414510"/>
            <a:chOff x="2624850" y="4296000"/>
            <a:chExt cx="380400" cy="495825"/>
          </a:xfrm>
        </p:grpSpPr>
        <p:sp>
          <p:nvSpPr>
            <p:cNvPr id="339" name="Google Shape;339;p59"/>
            <p:cNvSpPr/>
            <p:nvPr/>
          </p:nvSpPr>
          <p:spPr>
            <a:xfrm>
              <a:off x="2845875" y="4296000"/>
              <a:ext cx="126425" cy="125800"/>
            </a:xfrm>
            <a:custGeom>
              <a:rect b="b" l="l" r="r" t="t"/>
              <a:pathLst>
                <a:path extrusionOk="0" h="5032" w="5057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59"/>
            <p:cNvSpPr/>
            <p:nvPr/>
          </p:nvSpPr>
          <p:spPr>
            <a:xfrm>
              <a:off x="2635850" y="4316150"/>
              <a:ext cx="369400" cy="475675"/>
            </a:xfrm>
            <a:custGeom>
              <a:rect b="b" l="l" r="r" t="t"/>
              <a:pathLst>
                <a:path extrusionOk="0" h="19027" w="14776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59"/>
            <p:cNvSpPr/>
            <p:nvPr/>
          </p:nvSpPr>
          <p:spPr>
            <a:xfrm>
              <a:off x="2624850" y="4357675"/>
              <a:ext cx="171600" cy="171600"/>
            </a:xfrm>
            <a:custGeom>
              <a:rect b="b" l="l" r="r" t="t"/>
              <a:pathLst>
                <a:path extrusionOk="0" h="6864" w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42" name="Google Shape;342;p59"/>
          <p:cNvSpPr/>
          <p:nvPr/>
        </p:nvSpPr>
        <p:spPr>
          <a:xfrm>
            <a:off x="8182996" y="4953162"/>
            <a:ext cx="339959" cy="339980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3" name="Google Shape;343;p59"/>
          <p:cNvSpPr/>
          <p:nvPr/>
        </p:nvSpPr>
        <p:spPr>
          <a:xfrm>
            <a:off x="7619447" y="4974606"/>
            <a:ext cx="339959" cy="297094"/>
          </a:xfrm>
          <a:custGeom>
            <a:rect b="b" l="l" r="r" t="t"/>
            <a:pathLst>
              <a:path extrusionOk="0" h="14215" w="16266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4" name="Google Shape;344;p59"/>
          <p:cNvSpPr/>
          <p:nvPr/>
        </p:nvSpPr>
        <p:spPr>
          <a:xfrm>
            <a:off x="8744997" y="4951636"/>
            <a:ext cx="343053" cy="343032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45" name="Google Shape;345;p59"/>
          <p:cNvGrpSpPr/>
          <p:nvPr/>
        </p:nvGrpSpPr>
        <p:grpSpPr>
          <a:xfrm>
            <a:off x="9283379" y="4956595"/>
            <a:ext cx="393045" cy="332833"/>
            <a:chOff x="5275975" y="4344850"/>
            <a:chExt cx="470150" cy="398125"/>
          </a:xfrm>
        </p:grpSpPr>
        <p:sp>
          <p:nvSpPr>
            <p:cNvPr id="346" name="Google Shape;346;p59"/>
            <p:cNvSpPr/>
            <p:nvPr/>
          </p:nvSpPr>
          <p:spPr>
            <a:xfrm>
              <a:off x="566125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59"/>
            <p:cNvSpPr/>
            <p:nvPr/>
          </p:nvSpPr>
          <p:spPr>
            <a:xfrm>
              <a:off x="529490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8" name="Google Shape;348;p59"/>
            <p:cNvSpPr/>
            <p:nvPr/>
          </p:nvSpPr>
          <p:spPr>
            <a:xfrm>
              <a:off x="5275975" y="4344850"/>
              <a:ext cx="470150" cy="334025"/>
            </a:xfrm>
            <a:custGeom>
              <a:rect b="b" l="l" r="r" t="t"/>
              <a:pathLst>
                <a:path extrusionOk="0" h="13361" w="18806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49" name="Google Shape;349;p59"/>
          <p:cNvSpPr/>
          <p:nvPr/>
        </p:nvSpPr>
        <p:spPr>
          <a:xfrm>
            <a:off x="9866994" y="4946537"/>
            <a:ext cx="353252" cy="353231"/>
          </a:xfrm>
          <a:custGeom>
            <a:rect b="b" l="l" r="r" t="t"/>
            <a:pathLst>
              <a:path extrusionOk="0" h="16901" w="16902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50" name="Google Shape;350;p59"/>
          <p:cNvGrpSpPr/>
          <p:nvPr/>
        </p:nvGrpSpPr>
        <p:grpSpPr>
          <a:xfrm>
            <a:off x="10425732" y="4929551"/>
            <a:ext cx="362448" cy="386922"/>
            <a:chOff x="6642425" y="4312500"/>
            <a:chExt cx="433550" cy="462825"/>
          </a:xfrm>
        </p:grpSpPr>
        <p:sp>
          <p:nvSpPr>
            <p:cNvPr id="351" name="Google Shape;351;p59"/>
            <p:cNvSpPr/>
            <p:nvPr/>
          </p:nvSpPr>
          <p:spPr>
            <a:xfrm>
              <a:off x="6642425" y="4687375"/>
              <a:ext cx="433550" cy="39125"/>
            </a:xfrm>
            <a:custGeom>
              <a:rect b="b" l="l" r="r" t="t"/>
              <a:pathLst>
                <a:path extrusionOk="0" h="1565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2" name="Google Shape;352;p59"/>
            <p:cNvSpPr/>
            <p:nvPr/>
          </p:nvSpPr>
          <p:spPr>
            <a:xfrm>
              <a:off x="6642425" y="4736225"/>
              <a:ext cx="433550" cy="39100"/>
            </a:xfrm>
            <a:custGeom>
              <a:rect b="b" l="l" r="r" t="t"/>
              <a:pathLst>
                <a:path extrusionOk="0" h="1564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3" name="Google Shape;353;p59"/>
            <p:cNvSpPr/>
            <p:nvPr/>
          </p:nvSpPr>
          <p:spPr>
            <a:xfrm>
              <a:off x="6684575" y="4312500"/>
              <a:ext cx="349875" cy="377350"/>
            </a:xfrm>
            <a:custGeom>
              <a:rect b="b" l="l" r="r" t="t"/>
              <a:pathLst>
                <a:path extrusionOk="0" h="15094" w="13995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4" name="Google Shape;354;p59"/>
          <p:cNvSpPr/>
          <p:nvPr/>
        </p:nvSpPr>
        <p:spPr>
          <a:xfrm>
            <a:off x="5302468" y="5549378"/>
            <a:ext cx="465527" cy="274647"/>
          </a:xfrm>
          <a:custGeom>
            <a:rect b="b" l="l" r="r" t="t"/>
            <a:pathLst>
              <a:path extrusionOk="0" h="13141" w="22274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55" name="Google Shape;355;p59"/>
          <p:cNvGrpSpPr/>
          <p:nvPr/>
        </p:nvGrpSpPr>
        <p:grpSpPr>
          <a:xfrm>
            <a:off x="5912920" y="5503799"/>
            <a:ext cx="371623" cy="365499"/>
            <a:chOff x="1244325" y="4999400"/>
            <a:chExt cx="444525" cy="437200"/>
          </a:xfrm>
        </p:grpSpPr>
        <p:sp>
          <p:nvSpPr>
            <p:cNvPr id="356" name="Google Shape;356;p59"/>
            <p:cNvSpPr/>
            <p:nvPr/>
          </p:nvSpPr>
          <p:spPr>
            <a:xfrm>
              <a:off x="1244325" y="5161200"/>
              <a:ext cx="374925" cy="222275"/>
            </a:xfrm>
            <a:custGeom>
              <a:rect b="b" l="l" r="r" t="t"/>
              <a:pathLst>
                <a:path extrusionOk="0" h="8891" w="14997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7" name="Google Shape;357;p59"/>
            <p:cNvSpPr/>
            <p:nvPr/>
          </p:nvSpPr>
          <p:spPr>
            <a:xfrm>
              <a:off x="1244325" y="5397500"/>
              <a:ext cx="444525" cy="39100"/>
            </a:xfrm>
            <a:custGeom>
              <a:rect b="b" l="l" r="r" t="t"/>
              <a:pathLst>
                <a:path extrusionOk="0" h="1564" w="17781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8" name="Google Shape;358;p59"/>
            <p:cNvSpPr/>
            <p:nvPr/>
          </p:nvSpPr>
          <p:spPr>
            <a:xfrm>
              <a:off x="1451925" y="4999400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p59"/>
            <p:cNvSpPr/>
            <p:nvPr/>
          </p:nvSpPr>
          <p:spPr>
            <a:xfrm>
              <a:off x="1407975" y="4999400"/>
              <a:ext cx="31150" cy="129450"/>
            </a:xfrm>
            <a:custGeom>
              <a:rect b="b" l="l" r="r" t="t"/>
              <a:pathLst>
                <a:path extrusionOk="0" h="5178" w="1246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0" name="Google Shape;360;p59"/>
            <p:cNvSpPr/>
            <p:nvPr/>
          </p:nvSpPr>
          <p:spPr>
            <a:xfrm>
              <a:off x="1495900" y="4999400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61" name="Google Shape;361;p59"/>
          <p:cNvGrpSpPr/>
          <p:nvPr/>
        </p:nvGrpSpPr>
        <p:grpSpPr>
          <a:xfrm>
            <a:off x="6509636" y="5492053"/>
            <a:ext cx="305265" cy="388970"/>
            <a:chOff x="1958100" y="4985350"/>
            <a:chExt cx="365150" cy="465275"/>
          </a:xfrm>
        </p:grpSpPr>
        <p:sp>
          <p:nvSpPr>
            <p:cNvPr id="362" name="Google Shape;362;p59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3" name="Google Shape;363;p59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4" name="Google Shape;364;p59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65" name="Google Shape;365;p59"/>
          <p:cNvGrpSpPr/>
          <p:nvPr/>
        </p:nvGrpSpPr>
        <p:grpSpPr>
          <a:xfrm>
            <a:off x="7050695" y="5506850"/>
            <a:ext cx="350200" cy="359877"/>
            <a:chOff x="2605300" y="5003050"/>
            <a:chExt cx="418900" cy="430475"/>
          </a:xfrm>
        </p:grpSpPr>
        <p:sp>
          <p:nvSpPr>
            <p:cNvPr id="366" name="Google Shape;366;p59"/>
            <p:cNvSpPr/>
            <p:nvPr/>
          </p:nvSpPr>
          <p:spPr>
            <a:xfrm>
              <a:off x="2820225" y="5222250"/>
              <a:ext cx="202750" cy="211275"/>
            </a:xfrm>
            <a:custGeom>
              <a:rect b="b" l="l" r="r" t="t"/>
              <a:pathLst>
                <a:path extrusionOk="0" h="8451" w="811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7" name="Google Shape;367;p59"/>
            <p:cNvSpPr/>
            <p:nvPr/>
          </p:nvSpPr>
          <p:spPr>
            <a:xfrm>
              <a:off x="2606525" y="5003050"/>
              <a:ext cx="203975" cy="208225"/>
            </a:xfrm>
            <a:custGeom>
              <a:rect b="b" l="l" r="r" t="t"/>
              <a:pathLst>
                <a:path extrusionOk="0" h="8329" w="815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8" name="Google Shape;368;p59"/>
            <p:cNvSpPr/>
            <p:nvPr/>
          </p:nvSpPr>
          <p:spPr>
            <a:xfrm>
              <a:off x="2605300" y="5008550"/>
              <a:ext cx="418900" cy="418875"/>
            </a:xfrm>
            <a:custGeom>
              <a:rect b="b" l="l" r="r" t="t"/>
              <a:pathLst>
                <a:path extrusionOk="0" h="16755" w="16756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69" name="Google Shape;369;p59"/>
          <p:cNvGrpSpPr/>
          <p:nvPr/>
        </p:nvGrpSpPr>
        <p:grpSpPr>
          <a:xfrm>
            <a:off x="7580029" y="5514521"/>
            <a:ext cx="418585" cy="344056"/>
            <a:chOff x="3238475" y="5012225"/>
            <a:chExt cx="500700" cy="411550"/>
          </a:xfrm>
        </p:grpSpPr>
        <p:sp>
          <p:nvSpPr>
            <p:cNvPr id="370" name="Google Shape;370;p59"/>
            <p:cNvSpPr/>
            <p:nvPr/>
          </p:nvSpPr>
          <p:spPr>
            <a:xfrm>
              <a:off x="3238475" y="5315050"/>
              <a:ext cx="500700" cy="108725"/>
            </a:xfrm>
            <a:custGeom>
              <a:rect b="b" l="l" r="r" t="t"/>
              <a:pathLst>
                <a:path extrusionOk="0" h="4349" w="20028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1" name="Google Shape;371;p59"/>
            <p:cNvSpPr/>
            <p:nvPr/>
          </p:nvSpPr>
          <p:spPr>
            <a:xfrm>
              <a:off x="3282450" y="5160575"/>
              <a:ext cx="412750" cy="140475"/>
            </a:xfrm>
            <a:custGeom>
              <a:rect b="b" l="l" r="r" t="t"/>
              <a:pathLst>
                <a:path extrusionOk="0" h="5619" w="1651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2" name="Google Shape;372;p59"/>
            <p:cNvSpPr/>
            <p:nvPr/>
          </p:nvSpPr>
          <p:spPr>
            <a:xfrm>
              <a:off x="3473550" y="5012225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3" name="Google Shape;373;p59"/>
            <p:cNvSpPr/>
            <p:nvPr/>
          </p:nvSpPr>
          <p:spPr>
            <a:xfrm>
              <a:off x="3429575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59"/>
            <p:cNvSpPr/>
            <p:nvPr/>
          </p:nvSpPr>
          <p:spPr>
            <a:xfrm>
              <a:off x="3516900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5" name="Google Shape;375;p59"/>
          <p:cNvGrpSpPr/>
          <p:nvPr/>
        </p:nvGrpSpPr>
        <p:grpSpPr>
          <a:xfrm>
            <a:off x="8686663" y="5477758"/>
            <a:ext cx="459424" cy="417561"/>
            <a:chOff x="4562200" y="4968250"/>
            <a:chExt cx="549550" cy="499475"/>
          </a:xfrm>
        </p:grpSpPr>
        <p:sp>
          <p:nvSpPr>
            <p:cNvPr id="376" name="Google Shape;376;p59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59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59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9" name="Google Shape;379;p59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0" name="Google Shape;380;p59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81" name="Google Shape;381;p59"/>
          <p:cNvGrpSpPr/>
          <p:nvPr/>
        </p:nvGrpSpPr>
        <p:grpSpPr>
          <a:xfrm>
            <a:off x="8193591" y="5501249"/>
            <a:ext cx="318516" cy="370076"/>
            <a:chOff x="3972400" y="4996350"/>
            <a:chExt cx="381000" cy="442675"/>
          </a:xfrm>
        </p:grpSpPr>
        <p:sp>
          <p:nvSpPr>
            <p:cNvPr id="382" name="Google Shape;382;p59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3" name="Google Shape;383;p59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84" name="Google Shape;384;p59"/>
          <p:cNvGrpSpPr/>
          <p:nvPr/>
        </p:nvGrpSpPr>
        <p:grpSpPr>
          <a:xfrm>
            <a:off x="9254287" y="5470108"/>
            <a:ext cx="451252" cy="432860"/>
            <a:chOff x="5241175" y="4959100"/>
            <a:chExt cx="539775" cy="517775"/>
          </a:xfrm>
        </p:grpSpPr>
        <p:sp>
          <p:nvSpPr>
            <p:cNvPr id="385" name="Google Shape;385;p59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6" name="Google Shape;386;p59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7" name="Google Shape;387;p59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8" name="Google Shape;388;p59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9" name="Google Shape;389;p59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59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1" name="Google Shape;391;p59"/>
          <p:cNvSpPr/>
          <p:nvPr/>
        </p:nvSpPr>
        <p:spPr>
          <a:xfrm>
            <a:off x="9845048" y="5576947"/>
            <a:ext cx="397142" cy="219513"/>
          </a:xfrm>
          <a:custGeom>
            <a:rect b="b" l="l" r="r" t="t"/>
            <a:pathLst>
              <a:path extrusionOk="0" h="10503" w="19002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92" name="Google Shape;392;p59"/>
          <p:cNvGrpSpPr/>
          <p:nvPr/>
        </p:nvGrpSpPr>
        <p:grpSpPr>
          <a:xfrm>
            <a:off x="10461471" y="5534417"/>
            <a:ext cx="289444" cy="332833"/>
            <a:chOff x="6685175" y="5036025"/>
            <a:chExt cx="346225" cy="398125"/>
          </a:xfrm>
        </p:grpSpPr>
        <p:sp>
          <p:nvSpPr>
            <p:cNvPr id="393" name="Google Shape;393;p59"/>
            <p:cNvSpPr/>
            <p:nvPr/>
          </p:nvSpPr>
          <p:spPr>
            <a:xfrm>
              <a:off x="6743800" y="5036025"/>
              <a:ext cx="105650" cy="147775"/>
            </a:xfrm>
            <a:custGeom>
              <a:rect b="b" l="l" r="r" t="t"/>
              <a:pathLst>
                <a:path extrusionOk="0" h="5911" w="4226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6685175" y="5152025"/>
              <a:ext cx="84275" cy="117275"/>
            </a:xfrm>
            <a:custGeom>
              <a:rect b="b" l="l" r="r" t="t"/>
              <a:pathLst>
                <a:path extrusionOk="0" h="4691" w="337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5" name="Google Shape;395;p59"/>
            <p:cNvSpPr/>
            <p:nvPr/>
          </p:nvSpPr>
          <p:spPr>
            <a:xfrm>
              <a:off x="6871400" y="5038475"/>
              <a:ext cx="105650" cy="145325"/>
            </a:xfrm>
            <a:custGeom>
              <a:rect b="b" l="l" r="r" t="t"/>
              <a:pathLst>
                <a:path extrusionOk="0" h="5813" w="4226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6" name="Google Shape;396;p59"/>
            <p:cNvSpPr/>
            <p:nvPr/>
          </p:nvSpPr>
          <p:spPr>
            <a:xfrm>
              <a:off x="6944050" y="5155700"/>
              <a:ext cx="87350" cy="116025"/>
            </a:xfrm>
            <a:custGeom>
              <a:rect b="b" l="l" r="r" t="t"/>
              <a:pathLst>
                <a:path extrusionOk="0" h="4641" w="3494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7" name="Google Shape;397;p59"/>
            <p:cNvSpPr/>
            <p:nvPr/>
          </p:nvSpPr>
          <p:spPr>
            <a:xfrm>
              <a:off x="6727300" y="5185625"/>
              <a:ext cx="263800" cy="248525"/>
            </a:xfrm>
            <a:custGeom>
              <a:rect b="b" l="l" r="r" t="t"/>
              <a:pathLst>
                <a:path extrusionOk="0" h="9941" w="10552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Icone [b]">
  <p:cSld name="Set Icone [b]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0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60"/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fmla="val 3968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016B8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60"/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60"/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004B8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p60"/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ridimensionare senza perdere la qualità 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4" name="Google Shape;404;p60"/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cambiare il colore di riempimento e il colore della linea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60"/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DI ICONE COMPLETAMENTE MODIFICABILI</a:t>
            </a:r>
            <a:endParaRPr b="1"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/>
          </a:p>
        </p:txBody>
      </p:sp>
      <p:sp>
        <p:nvSpPr>
          <p:cNvPr id="407" name="Google Shape;407;p60"/>
          <p:cNvSpPr/>
          <p:nvPr/>
        </p:nvSpPr>
        <p:spPr>
          <a:xfrm>
            <a:off x="6112070" y="1492152"/>
            <a:ext cx="523149" cy="524695"/>
          </a:xfrm>
          <a:custGeom>
            <a:rect b="b" l="l" r="r" t="t"/>
            <a:pathLst>
              <a:path extrusionOk="0" h="3249575" w="3240001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60"/>
          <p:cNvSpPr/>
          <p:nvPr/>
        </p:nvSpPr>
        <p:spPr>
          <a:xfrm>
            <a:off x="5273316" y="1562686"/>
            <a:ext cx="523147" cy="383626"/>
          </a:xfrm>
          <a:custGeom>
            <a:rect b="b" l="l" r="r" t="t"/>
            <a:pathLst>
              <a:path extrusionOk="0" h="2375905" w="3240001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p60"/>
          <p:cNvSpPr/>
          <p:nvPr/>
        </p:nvSpPr>
        <p:spPr>
          <a:xfrm>
            <a:off x="6114156" y="4520206"/>
            <a:ext cx="313133" cy="707899"/>
          </a:xfrm>
          <a:custGeom>
            <a:rect b="b" l="l" r="r" t="t"/>
            <a:pathLst>
              <a:path extrusionOk="0" h="3166775" w="1346449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0" name="Google Shape;410;p60"/>
          <p:cNvSpPr/>
          <p:nvPr/>
        </p:nvSpPr>
        <p:spPr>
          <a:xfrm rot="-2700000">
            <a:off x="9585735" y="3654558"/>
            <a:ext cx="225664" cy="502732"/>
          </a:xfrm>
          <a:custGeom>
            <a:rect b="b" l="l" r="r" t="t"/>
            <a:pathLst>
              <a:path extrusionOk="0" h="343323" w="154109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60"/>
          <p:cNvSpPr/>
          <p:nvPr/>
        </p:nvSpPr>
        <p:spPr>
          <a:xfrm flipH="1">
            <a:off x="5267026" y="4641909"/>
            <a:ext cx="464493" cy="464493"/>
          </a:xfrm>
          <a:custGeom>
            <a:rect b="b" l="l" r="r" t="t"/>
            <a:pathLst>
              <a:path extrusionOk="0" h="3227814" w="3242753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60"/>
          <p:cNvSpPr/>
          <p:nvPr/>
        </p:nvSpPr>
        <p:spPr>
          <a:xfrm>
            <a:off x="7745410" y="3642506"/>
            <a:ext cx="460778" cy="453389"/>
          </a:xfrm>
          <a:custGeom>
            <a:rect b="b" l="l" r="r" t="t"/>
            <a:pathLst>
              <a:path extrusionOk="0" h="3162551" w="3214097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60"/>
          <p:cNvSpPr/>
          <p:nvPr/>
        </p:nvSpPr>
        <p:spPr>
          <a:xfrm>
            <a:off x="11063701" y="3600566"/>
            <a:ext cx="464493" cy="463135"/>
          </a:xfrm>
          <a:custGeom>
            <a:rect b="b" l="l" r="r" t="t"/>
            <a:pathLst>
              <a:path extrusionOk="0" h="3230531" w="3240000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4" name="Google Shape;414;p60"/>
          <p:cNvSpPr/>
          <p:nvPr/>
        </p:nvSpPr>
        <p:spPr>
          <a:xfrm>
            <a:off x="6950824" y="1518716"/>
            <a:ext cx="471567" cy="471567"/>
          </a:xfrm>
          <a:custGeom>
            <a:rect b="b" l="l" r="r" t="t"/>
            <a:pathLst>
              <a:path extrusionOk="0" h="3240000" w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5" name="Google Shape;415;p60"/>
          <p:cNvSpPr/>
          <p:nvPr/>
        </p:nvSpPr>
        <p:spPr>
          <a:xfrm rot="5400000">
            <a:off x="7737684" y="1518715"/>
            <a:ext cx="472195" cy="471568"/>
          </a:xfrm>
          <a:custGeom>
            <a:rect b="b" l="l" r="r" t="t"/>
            <a:pathLst>
              <a:path extrusionOk="0" h="3240000" w="3244313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p60"/>
          <p:cNvSpPr/>
          <p:nvPr/>
        </p:nvSpPr>
        <p:spPr>
          <a:xfrm>
            <a:off x="6809927" y="4618984"/>
            <a:ext cx="513183" cy="510342"/>
          </a:xfrm>
          <a:custGeom>
            <a:rect b="b" l="l" r="r" t="t"/>
            <a:pathLst>
              <a:path extrusionOk="0" h="3210836" w="3228711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p60"/>
          <p:cNvSpPr/>
          <p:nvPr/>
        </p:nvSpPr>
        <p:spPr>
          <a:xfrm flipH="1">
            <a:off x="11038458" y="2527766"/>
            <a:ext cx="514976" cy="516250"/>
          </a:xfrm>
          <a:custGeom>
            <a:rect b="b" l="l" r="r" t="t"/>
            <a:pathLst>
              <a:path extrusionOk="0" h="3248012" w="3240000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8" name="Google Shape;418;p60"/>
          <p:cNvSpPr/>
          <p:nvPr/>
        </p:nvSpPr>
        <p:spPr>
          <a:xfrm rot="-5400000">
            <a:off x="8525358" y="1470612"/>
            <a:ext cx="567400" cy="567774"/>
          </a:xfrm>
          <a:custGeom>
            <a:rect b="b" l="l" r="r" t="t"/>
            <a:pathLst>
              <a:path extrusionOk="0" h="3187558" w="3185463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9408551" y="1424302"/>
            <a:ext cx="473301" cy="660394"/>
          </a:xfrm>
          <a:custGeom>
            <a:rect b="b" l="l" r="r" t="t"/>
            <a:pathLst>
              <a:path extrusionOk="0" h="3505352" w="2512265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60"/>
          <p:cNvSpPr/>
          <p:nvPr/>
        </p:nvSpPr>
        <p:spPr>
          <a:xfrm>
            <a:off x="7705746" y="4600959"/>
            <a:ext cx="385790" cy="546392"/>
          </a:xfrm>
          <a:custGeom>
            <a:rect b="b" l="l" r="r" t="t"/>
            <a:pathLst>
              <a:path extrusionOk="0" h="3240000" w="2387678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60"/>
          <p:cNvSpPr/>
          <p:nvPr/>
        </p:nvSpPr>
        <p:spPr>
          <a:xfrm>
            <a:off x="4418496" y="5469184"/>
            <a:ext cx="409732" cy="779216"/>
          </a:xfrm>
          <a:custGeom>
            <a:rect b="b" l="l" r="r" t="t"/>
            <a:pathLst>
              <a:path extrusionOk="0" h="3240001" w="1703664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60"/>
          <p:cNvSpPr/>
          <p:nvPr/>
        </p:nvSpPr>
        <p:spPr>
          <a:xfrm rot="-5400000">
            <a:off x="8536863" y="3545131"/>
            <a:ext cx="598764" cy="648141"/>
          </a:xfrm>
          <a:custGeom>
            <a:rect b="b" l="l" r="r" t="t"/>
            <a:pathLst>
              <a:path extrusionOk="0" h="3240001" w="2993176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60"/>
          <p:cNvSpPr/>
          <p:nvPr/>
        </p:nvSpPr>
        <p:spPr>
          <a:xfrm rot="10800000">
            <a:off x="9311063" y="2543932"/>
            <a:ext cx="386665" cy="436639"/>
          </a:xfrm>
          <a:custGeom>
            <a:rect b="b" l="l" r="r" t="t"/>
            <a:pathLst>
              <a:path extrusionOk="0" h="3252576" w="2880320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60"/>
          <p:cNvSpPr/>
          <p:nvPr/>
        </p:nvSpPr>
        <p:spPr>
          <a:xfrm>
            <a:off x="6966942" y="3587275"/>
            <a:ext cx="472482" cy="563852"/>
          </a:xfrm>
          <a:custGeom>
            <a:rect b="b" l="l" r="r" t="t"/>
            <a:pathLst>
              <a:path extrusionOk="0" h="3035197" w="254335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60"/>
          <p:cNvSpPr/>
          <p:nvPr/>
        </p:nvSpPr>
        <p:spPr>
          <a:xfrm>
            <a:off x="4360223" y="1480860"/>
            <a:ext cx="597487" cy="547278"/>
          </a:xfrm>
          <a:custGeom>
            <a:rect b="b" l="l" r="r" t="t"/>
            <a:pathLst>
              <a:path extrusionOk="0" h="2940925" w="321074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60"/>
          <p:cNvSpPr/>
          <p:nvPr/>
        </p:nvSpPr>
        <p:spPr>
          <a:xfrm>
            <a:off x="8534202" y="2515987"/>
            <a:ext cx="372169" cy="492524"/>
          </a:xfrm>
          <a:custGeom>
            <a:rect b="b" l="l" r="r" t="t"/>
            <a:pathLst>
              <a:path extrusionOk="0" h="3240000" w="2448272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p60"/>
          <p:cNvSpPr/>
          <p:nvPr/>
        </p:nvSpPr>
        <p:spPr>
          <a:xfrm>
            <a:off x="10179594" y="3623455"/>
            <a:ext cx="491492" cy="491492"/>
          </a:xfrm>
          <a:custGeom>
            <a:rect b="b" l="l" r="r" t="t"/>
            <a:pathLst>
              <a:path extrusionOk="0" h="3240000" w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60"/>
          <p:cNvSpPr/>
          <p:nvPr/>
        </p:nvSpPr>
        <p:spPr>
          <a:xfrm>
            <a:off x="5324216" y="2538243"/>
            <a:ext cx="529844" cy="448015"/>
          </a:xfrm>
          <a:custGeom>
            <a:rect b="b" l="l" r="r" t="t"/>
            <a:pathLst>
              <a:path extrusionOk="0" h="2313707" w="2736304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60"/>
          <p:cNvSpPr/>
          <p:nvPr/>
        </p:nvSpPr>
        <p:spPr>
          <a:xfrm>
            <a:off x="7858216" y="2527504"/>
            <a:ext cx="271294" cy="469495"/>
          </a:xfrm>
          <a:custGeom>
            <a:rect b="b" l="l" r="r" t="t"/>
            <a:pathLst>
              <a:path extrusionOk="0" h="3240000" w="1872208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60"/>
          <p:cNvSpPr/>
          <p:nvPr/>
        </p:nvSpPr>
        <p:spPr>
          <a:xfrm>
            <a:off x="6258752" y="2567175"/>
            <a:ext cx="491054" cy="390153"/>
          </a:xfrm>
          <a:custGeom>
            <a:rect b="b" l="l" r="r" t="t"/>
            <a:pathLst>
              <a:path extrusionOk="0" h="2574247" w="3240000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60"/>
          <p:cNvSpPr/>
          <p:nvPr/>
        </p:nvSpPr>
        <p:spPr>
          <a:xfrm>
            <a:off x="7154498" y="2552022"/>
            <a:ext cx="299026" cy="420457"/>
          </a:xfrm>
          <a:custGeom>
            <a:rect b="b" l="l" r="r" t="t"/>
            <a:pathLst>
              <a:path extrusionOk="0" h="3240000" w="2304256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2" name="Google Shape;432;p60"/>
          <p:cNvSpPr/>
          <p:nvPr/>
        </p:nvSpPr>
        <p:spPr>
          <a:xfrm>
            <a:off x="5919945" y="5535338"/>
            <a:ext cx="512639" cy="646909"/>
          </a:xfrm>
          <a:custGeom>
            <a:rect b="b" l="l" r="r" t="t"/>
            <a:pathLst>
              <a:path extrusionOk="0" h="2676504" w="2120980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60"/>
          <p:cNvSpPr/>
          <p:nvPr/>
        </p:nvSpPr>
        <p:spPr>
          <a:xfrm>
            <a:off x="4411373" y="2471636"/>
            <a:ext cx="508153" cy="516633"/>
          </a:xfrm>
          <a:custGeom>
            <a:rect b="b" l="l" r="r" t="t"/>
            <a:pathLst>
              <a:path extrusionOk="0" h="3060919" w="3186824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60"/>
          <p:cNvSpPr/>
          <p:nvPr/>
        </p:nvSpPr>
        <p:spPr>
          <a:xfrm rot="-900000">
            <a:off x="6137536" y="3634206"/>
            <a:ext cx="548680" cy="469988"/>
          </a:xfrm>
          <a:custGeom>
            <a:rect b="b" l="l" r="r" t="t"/>
            <a:pathLst>
              <a:path extrusionOk="0" h="2485205" w="2901316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5" name="Google Shape;435;p60"/>
          <p:cNvSpPr/>
          <p:nvPr/>
        </p:nvSpPr>
        <p:spPr>
          <a:xfrm rot="10800000">
            <a:off x="5188220" y="5485943"/>
            <a:ext cx="376548" cy="745701"/>
          </a:xfrm>
          <a:custGeom>
            <a:rect b="b" l="l" r="r" t="t"/>
            <a:pathLst>
              <a:path extrusionOk="0" h="3195455" w="1613569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60"/>
          <p:cNvSpPr/>
          <p:nvPr/>
        </p:nvSpPr>
        <p:spPr>
          <a:xfrm>
            <a:off x="7617042" y="5578826"/>
            <a:ext cx="559934" cy="559934"/>
          </a:xfrm>
          <a:custGeom>
            <a:rect b="b" l="l" r="r" t="t"/>
            <a:pathLst>
              <a:path extrusionOk="0" h="3240000" w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7" name="Google Shape;437;p60"/>
          <p:cNvSpPr/>
          <p:nvPr/>
        </p:nvSpPr>
        <p:spPr>
          <a:xfrm>
            <a:off x="10160622" y="5578826"/>
            <a:ext cx="559934" cy="559934"/>
          </a:xfrm>
          <a:custGeom>
            <a:rect b="b" l="l" r="r" t="t"/>
            <a:pathLst>
              <a:path extrusionOk="0" h="3240000" w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8" name="Google Shape;438;p60"/>
          <p:cNvSpPr/>
          <p:nvPr/>
        </p:nvSpPr>
        <p:spPr>
          <a:xfrm>
            <a:off x="8468995" y="5581897"/>
            <a:ext cx="553792" cy="553792"/>
          </a:xfrm>
          <a:custGeom>
            <a:rect b="b" l="l" r="r" t="t"/>
            <a:pathLst>
              <a:path extrusionOk="0" h="3240000" w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9" name="Google Shape;439;p60"/>
          <p:cNvSpPr/>
          <p:nvPr/>
        </p:nvSpPr>
        <p:spPr>
          <a:xfrm>
            <a:off x="11012576" y="5575424"/>
            <a:ext cx="566738" cy="566738"/>
          </a:xfrm>
          <a:custGeom>
            <a:rect b="b" l="l" r="r" t="t"/>
            <a:pathLst>
              <a:path extrusionOk="0" h="3240000" w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60"/>
          <p:cNvSpPr/>
          <p:nvPr/>
        </p:nvSpPr>
        <p:spPr>
          <a:xfrm>
            <a:off x="9314808" y="5581897"/>
            <a:ext cx="553792" cy="553792"/>
          </a:xfrm>
          <a:custGeom>
            <a:rect b="b" l="l" r="r" t="t"/>
            <a:pathLst>
              <a:path extrusionOk="0" h="3240000" w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1" name="Google Shape;441;p60"/>
          <p:cNvSpPr/>
          <p:nvPr/>
        </p:nvSpPr>
        <p:spPr>
          <a:xfrm rot="2700000">
            <a:off x="5325698" y="3520150"/>
            <a:ext cx="389390" cy="698103"/>
          </a:xfrm>
          <a:custGeom>
            <a:rect b="b" l="l" r="r" t="t"/>
            <a:pathLst>
              <a:path extrusionOk="0" h="4001999" w="2232248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2" name="Google Shape;442;p60"/>
          <p:cNvSpPr/>
          <p:nvPr/>
        </p:nvSpPr>
        <p:spPr>
          <a:xfrm>
            <a:off x="4401174" y="3545247"/>
            <a:ext cx="527335" cy="493633"/>
          </a:xfrm>
          <a:custGeom>
            <a:rect b="b" l="l" r="r" t="t"/>
            <a:pathLst>
              <a:path extrusionOk="0" h="3032924" w="3239999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p60"/>
          <p:cNvSpPr/>
          <p:nvPr/>
        </p:nvSpPr>
        <p:spPr>
          <a:xfrm rot="2700000">
            <a:off x="6979028" y="5476482"/>
            <a:ext cx="190721" cy="764622"/>
          </a:xfrm>
          <a:custGeom>
            <a:rect b="b" l="l" r="r" t="t"/>
            <a:pathLst>
              <a:path extrusionOk="0" h="4153123" w="1035916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p60"/>
          <p:cNvSpPr/>
          <p:nvPr/>
        </p:nvSpPr>
        <p:spPr>
          <a:xfrm>
            <a:off x="4376235" y="4613417"/>
            <a:ext cx="508153" cy="508153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60"/>
          <p:cNvSpPr/>
          <p:nvPr/>
        </p:nvSpPr>
        <p:spPr>
          <a:xfrm flipH="1">
            <a:off x="10102420" y="2554106"/>
            <a:ext cx="504633" cy="416291"/>
          </a:xfrm>
          <a:custGeom>
            <a:rect b="b" l="l" r="r" t="t"/>
            <a:pathLst>
              <a:path extrusionOk="0" h="2654282" w="3217557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60"/>
          <p:cNvSpPr/>
          <p:nvPr/>
        </p:nvSpPr>
        <p:spPr>
          <a:xfrm rot="-2794009">
            <a:off x="10126692" y="1539348"/>
            <a:ext cx="551843" cy="546086"/>
          </a:xfrm>
          <a:custGeom>
            <a:rect b="b" l="l" r="r" t="t"/>
            <a:pathLst>
              <a:path extrusionOk="0" h="1788383" w="1807241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60"/>
          <p:cNvSpPr/>
          <p:nvPr/>
        </p:nvSpPr>
        <p:spPr>
          <a:xfrm>
            <a:off x="10932820" y="1539414"/>
            <a:ext cx="544577" cy="547049"/>
          </a:xfrm>
          <a:custGeom>
            <a:rect b="b" l="l" r="r" t="t"/>
            <a:pathLst>
              <a:path extrusionOk="0" h="373588" w="371900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p60"/>
          <p:cNvSpPr/>
          <p:nvPr/>
        </p:nvSpPr>
        <p:spPr>
          <a:xfrm>
            <a:off x="9363473" y="4578026"/>
            <a:ext cx="478148" cy="569324"/>
          </a:xfrm>
          <a:custGeom>
            <a:rect b="b" l="l" r="r" t="t"/>
            <a:pathLst>
              <a:path extrusionOk="0" h="3240000" w="2721114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8488431" y="4578026"/>
            <a:ext cx="478148" cy="569324"/>
          </a:xfrm>
          <a:custGeom>
            <a:rect b="b" l="l" r="r" t="t"/>
            <a:pathLst>
              <a:path extrusionOk="0" h="3240000" w="2721114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p60"/>
          <p:cNvSpPr/>
          <p:nvPr/>
        </p:nvSpPr>
        <p:spPr>
          <a:xfrm>
            <a:off x="10238515" y="4578026"/>
            <a:ext cx="478148" cy="569324"/>
          </a:xfrm>
          <a:custGeom>
            <a:rect b="b" l="l" r="r" t="t"/>
            <a:pathLst>
              <a:path extrusionOk="0" h="3240000" w="2721114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1" name="Google Shape;451;p60"/>
          <p:cNvSpPr/>
          <p:nvPr/>
        </p:nvSpPr>
        <p:spPr>
          <a:xfrm>
            <a:off x="11113556" y="4578026"/>
            <a:ext cx="478148" cy="569324"/>
          </a:xfrm>
          <a:custGeom>
            <a:rect b="b" l="l" r="r" t="t"/>
            <a:pathLst>
              <a:path extrusionOk="0" h="3240000" w="2721114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Icone [c]">
  <p:cSld name="Set Icone [c]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1"/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fmla="val 3968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61"/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61"/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004B8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7" name="Google Shape;457;p61"/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ridimensionare senza perdere la qualità 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8" name="Google Shape;458;p61"/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cambiare il colore di riempimento e il colore della linea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9" name="Google Shape;459;p61"/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DI ICONE COMPLETAMENTE MODIFICABILI</a:t>
            </a:r>
            <a:endParaRPr b="1"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p61"/>
          <p:cNvSpPr txBox="1"/>
          <p:nvPr/>
        </p:nvSpPr>
        <p:spPr>
          <a:xfrm>
            <a:off x="3355356" y="5413740"/>
            <a:ext cx="49244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/>
          </a:p>
        </p:txBody>
      </p:sp>
      <p:sp>
        <p:nvSpPr>
          <p:cNvPr id="461" name="Google Shape;461;p61"/>
          <p:cNvSpPr/>
          <p:nvPr/>
        </p:nvSpPr>
        <p:spPr>
          <a:xfrm rot="10800000">
            <a:off x="7871934" y="4610240"/>
            <a:ext cx="220703" cy="687310"/>
          </a:xfrm>
          <a:custGeom>
            <a:rect b="b" l="l" r="r" t="t"/>
            <a:pathLst>
              <a:path extrusionOk="0" h="3240000" w="10404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61"/>
          <p:cNvSpPr/>
          <p:nvPr/>
        </p:nvSpPr>
        <p:spPr>
          <a:xfrm>
            <a:off x="8435540" y="4689594"/>
            <a:ext cx="529466" cy="528605"/>
          </a:xfrm>
          <a:custGeom>
            <a:rect b="b" l="l" r="r" t="t"/>
            <a:pathLst>
              <a:path extrusionOk="0" h="3222968" w="3228210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61"/>
          <p:cNvSpPr/>
          <p:nvPr/>
        </p:nvSpPr>
        <p:spPr>
          <a:xfrm rot="-5400000">
            <a:off x="4359308" y="3634371"/>
            <a:ext cx="444149" cy="529543"/>
          </a:xfrm>
          <a:custGeom>
            <a:rect b="b" l="l" r="r" t="t"/>
            <a:pathLst>
              <a:path extrusionOk="0" h="3228660" w="2708011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61"/>
          <p:cNvSpPr/>
          <p:nvPr/>
        </p:nvSpPr>
        <p:spPr>
          <a:xfrm>
            <a:off x="9475134" y="3608548"/>
            <a:ext cx="486216" cy="581184"/>
          </a:xfrm>
          <a:custGeom>
            <a:rect b="b" l="l" r="r" t="t"/>
            <a:pathLst>
              <a:path extrusionOk="0" h="3213079" w="2688046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p61"/>
          <p:cNvSpPr/>
          <p:nvPr/>
        </p:nvSpPr>
        <p:spPr>
          <a:xfrm>
            <a:off x="10104940" y="4747559"/>
            <a:ext cx="511325" cy="412677"/>
          </a:xfrm>
          <a:custGeom>
            <a:rect b="b" l="l" r="r" t="t"/>
            <a:pathLst>
              <a:path extrusionOk="0" h="2669631" w="3307788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p61"/>
          <p:cNvSpPr/>
          <p:nvPr/>
        </p:nvSpPr>
        <p:spPr>
          <a:xfrm>
            <a:off x="10252271" y="3641889"/>
            <a:ext cx="514505" cy="514505"/>
          </a:xfrm>
          <a:custGeom>
            <a:rect b="b" l="l" r="r" t="t"/>
            <a:pathLst>
              <a:path extrusionOk="0" h="3240000" w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p61"/>
          <p:cNvSpPr/>
          <p:nvPr/>
        </p:nvSpPr>
        <p:spPr>
          <a:xfrm>
            <a:off x="10998217" y="5652772"/>
            <a:ext cx="536427" cy="573297"/>
          </a:xfrm>
          <a:custGeom>
            <a:rect b="b" l="l" r="r" t="t"/>
            <a:pathLst>
              <a:path extrusionOk="0" h="3173121" w="2969045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p61"/>
          <p:cNvSpPr/>
          <p:nvPr/>
        </p:nvSpPr>
        <p:spPr>
          <a:xfrm>
            <a:off x="10972939" y="2640819"/>
            <a:ext cx="586980" cy="430164"/>
          </a:xfrm>
          <a:custGeom>
            <a:rect b="b" l="l" r="r" t="t"/>
            <a:pathLst>
              <a:path extrusionOk="0" h="2380886" w="3248842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9" name="Google Shape;469;p61"/>
          <p:cNvSpPr/>
          <p:nvPr/>
        </p:nvSpPr>
        <p:spPr>
          <a:xfrm>
            <a:off x="9454085" y="5654191"/>
            <a:ext cx="563324" cy="570461"/>
          </a:xfrm>
          <a:custGeom>
            <a:rect b="b" l="l" r="r" t="t"/>
            <a:pathLst>
              <a:path extrusionOk="0" h="2880180" w="2844151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0" name="Google Shape;470;p61"/>
          <p:cNvSpPr/>
          <p:nvPr/>
        </p:nvSpPr>
        <p:spPr>
          <a:xfrm rot="9900000">
            <a:off x="10208910" y="1534987"/>
            <a:ext cx="579867" cy="492485"/>
          </a:xfrm>
          <a:custGeom>
            <a:rect b="b" l="l" r="r" t="t"/>
            <a:pathLst>
              <a:path extrusionOk="0" h="2472345" w="2911009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1" name="Google Shape;471;p61"/>
          <p:cNvSpPr/>
          <p:nvPr/>
        </p:nvSpPr>
        <p:spPr>
          <a:xfrm>
            <a:off x="4246301" y="4666128"/>
            <a:ext cx="575536" cy="575536"/>
          </a:xfrm>
          <a:custGeom>
            <a:rect b="b" l="l" r="r" t="t"/>
            <a:pathLst>
              <a:path extrusionOk="0" h="3240000" w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61"/>
          <p:cNvSpPr/>
          <p:nvPr/>
        </p:nvSpPr>
        <p:spPr>
          <a:xfrm>
            <a:off x="8766358" y="3640606"/>
            <a:ext cx="417857" cy="517071"/>
          </a:xfrm>
          <a:custGeom>
            <a:rect b="b" l="l" r="r" t="t"/>
            <a:pathLst>
              <a:path extrusionOk="0" h="1937121" w="156543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5164740" y="4708915"/>
            <a:ext cx="586136" cy="489963"/>
          </a:xfrm>
          <a:custGeom>
            <a:rect b="b" l="l" r="r" t="t"/>
            <a:pathLst>
              <a:path extrusionOk="0" h="2663936" w="3186824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61"/>
          <p:cNvSpPr/>
          <p:nvPr/>
        </p:nvSpPr>
        <p:spPr>
          <a:xfrm>
            <a:off x="8316455" y="1548746"/>
            <a:ext cx="605315" cy="464964"/>
          </a:xfrm>
          <a:custGeom>
            <a:rect b="b" l="l" r="r" t="t"/>
            <a:pathLst>
              <a:path extrusionOk="0" h="2447912" w="3186824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5" name="Google Shape;475;p61"/>
          <p:cNvSpPr/>
          <p:nvPr/>
        </p:nvSpPr>
        <p:spPr>
          <a:xfrm>
            <a:off x="9257631" y="1515680"/>
            <a:ext cx="615416" cy="531098"/>
          </a:xfrm>
          <a:custGeom>
            <a:rect b="b" l="l" r="r" t="t"/>
            <a:pathLst>
              <a:path extrusionOk="0" h="2796091" w="3240006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p61"/>
          <p:cNvSpPr/>
          <p:nvPr/>
        </p:nvSpPr>
        <p:spPr>
          <a:xfrm>
            <a:off x="11124640" y="1472088"/>
            <a:ext cx="283580" cy="618280"/>
          </a:xfrm>
          <a:custGeom>
            <a:rect b="b" l="l" r="r" t="t"/>
            <a:pathLst>
              <a:path extrusionOk="0" h="3255081" w="1492970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p61"/>
          <p:cNvSpPr/>
          <p:nvPr/>
        </p:nvSpPr>
        <p:spPr>
          <a:xfrm>
            <a:off x="6093780" y="4751666"/>
            <a:ext cx="615416" cy="404460"/>
          </a:xfrm>
          <a:custGeom>
            <a:rect b="b" l="l" r="r" t="t"/>
            <a:pathLst>
              <a:path extrusionOk="0" h="2129375" w="3240006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p61"/>
          <p:cNvSpPr/>
          <p:nvPr/>
        </p:nvSpPr>
        <p:spPr>
          <a:xfrm>
            <a:off x="5137072" y="3750690"/>
            <a:ext cx="616402" cy="296900"/>
          </a:xfrm>
          <a:custGeom>
            <a:rect b="b" l="l" r="r" t="t"/>
            <a:pathLst>
              <a:path extrusionOk="0" h="1548752" w="3215400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9" name="Google Shape;479;p61"/>
          <p:cNvSpPr/>
          <p:nvPr/>
        </p:nvSpPr>
        <p:spPr>
          <a:xfrm>
            <a:off x="6044394" y="3750690"/>
            <a:ext cx="616402" cy="296900"/>
          </a:xfrm>
          <a:custGeom>
            <a:rect b="b" l="l" r="r" t="t"/>
            <a:pathLst>
              <a:path extrusionOk="0" h="1548752" w="3215400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61"/>
          <p:cNvSpPr/>
          <p:nvPr/>
        </p:nvSpPr>
        <p:spPr>
          <a:xfrm>
            <a:off x="6951716" y="3750690"/>
            <a:ext cx="616402" cy="296900"/>
          </a:xfrm>
          <a:custGeom>
            <a:rect b="b" l="l" r="r" t="t"/>
            <a:pathLst>
              <a:path extrusionOk="0" h="1548752" w="3215400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61"/>
          <p:cNvSpPr/>
          <p:nvPr/>
        </p:nvSpPr>
        <p:spPr>
          <a:xfrm>
            <a:off x="7859036" y="3750690"/>
            <a:ext cx="616402" cy="296900"/>
          </a:xfrm>
          <a:custGeom>
            <a:rect b="b" l="l" r="r" t="t"/>
            <a:pathLst>
              <a:path extrusionOk="0" h="1548752" w="3215400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2" name="Google Shape;482;p61"/>
          <p:cNvSpPr/>
          <p:nvPr/>
        </p:nvSpPr>
        <p:spPr>
          <a:xfrm rot="8100000">
            <a:off x="11057693" y="3690402"/>
            <a:ext cx="417475" cy="417476"/>
          </a:xfrm>
          <a:custGeom>
            <a:rect b="b" l="l" r="r" t="t"/>
            <a:pathLst>
              <a:path extrusionOk="0" h="2483835" w="2483832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61"/>
          <p:cNvSpPr/>
          <p:nvPr/>
        </p:nvSpPr>
        <p:spPr>
          <a:xfrm>
            <a:off x="5773604" y="2544635"/>
            <a:ext cx="617508" cy="622535"/>
          </a:xfrm>
          <a:custGeom>
            <a:rect b="b" l="l" r="r" t="t"/>
            <a:pathLst>
              <a:path extrusionOk="0" h="3234532" w="320841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p61"/>
          <p:cNvSpPr/>
          <p:nvPr/>
        </p:nvSpPr>
        <p:spPr>
          <a:xfrm>
            <a:off x="6733448" y="2544108"/>
            <a:ext cx="484927" cy="623588"/>
          </a:xfrm>
          <a:custGeom>
            <a:rect b="b" l="l" r="r" t="t"/>
            <a:pathLst>
              <a:path extrusionOk="0" h="3240000" w="2519554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61"/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61"/>
          <p:cNvSpPr/>
          <p:nvPr/>
        </p:nvSpPr>
        <p:spPr>
          <a:xfrm>
            <a:off x="10301960" y="5685084"/>
            <a:ext cx="411706" cy="508675"/>
          </a:xfrm>
          <a:custGeom>
            <a:rect b="b" l="l" r="r" t="t"/>
            <a:pathLst>
              <a:path extrusionOk="0" h="3213524" w="2600931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61"/>
          <p:cNvSpPr/>
          <p:nvPr/>
        </p:nvSpPr>
        <p:spPr>
          <a:xfrm>
            <a:off x="4242330" y="5739982"/>
            <a:ext cx="678102" cy="398876"/>
          </a:xfrm>
          <a:custGeom>
            <a:rect b="b" l="l" r="r" t="t"/>
            <a:pathLst>
              <a:path extrusionOk="0" h="2664566" w="452983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8" name="Google Shape;488;p61"/>
          <p:cNvSpPr/>
          <p:nvPr/>
        </p:nvSpPr>
        <p:spPr>
          <a:xfrm>
            <a:off x="8665030" y="5684794"/>
            <a:ext cx="504505" cy="509254"/>
          </a:xfrm>
          <a:custGeom>
            <a:rect b="b" l="l" r="r" t="t"/>
            <a:pathLst>
              <a:path extrusionOk="0" h="3217189" w="3187187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9" name="Google Shape;489;p61"/>
          <p:cNvSpPr/>
          <p:nvPr/>
        </p:nvSpPr>
        <p:spPr>
          <a:xfrm>
            <a:off x="5963174" y="5716474"/>
            <a:ext cx="691882" cy="445892"/>
          </a:xfrm>
          <a:custGeom>
            <a:rect b="b" l="l" r="r" t="t"/>
            <a:pathLst>
              <a:path extrusionOk="0" h="2078296" w="3224845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0" name="Google Shape;490;p61"/>
          <p:cNvSpPr/>
          <p:nvPr/>
        </p:nvSpPr>
        <p:spPr>
          <a:xfrm>
            <a:off x="6939606" y="5653380"/>
            <a:ext cx="579873" cy="572083"/>
          </a:xfrm>
          <a:custGeom>
            <a:rect b="b" l="l" r="r" t="t"/>
            <a:pathLst>
              <a:path extrusionOk="0" h="3196551" w="3240076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1" name="Google Shape;491;p61"/>
          <p:cNvSpPr/>
          <p:nvPr/>
        </p:nvSpPr>
        <p:spPr>
          <a:xfrm rot="-2700000">
            <a:off x="5204982" y="5698880"/>
            <a:ext cx="473640" cy="481082"/>
          </a:xfrm>
          <a:custGeom>
            <a:rect b="b" l="l" r="r" t="t"/>
            <a:pathLst>
              <a:path extrusionOk="0" h="2688071" w="2646489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61"/>
          <p:cNvSpPr/>
          <p:nvPr/>
        </p:nvSpPr>
        <p:spPr>
          <a:xfrm>
            <a:off x="7804030" y="5649492"/>
            <a:ext cx="576449" cy="579858"/>
          </a:xfrm>
          <a:custGeom>
            <a:rect b="b" l="l" r="r" t="t"/>
            <a:pathLst>
              <a:path extrusionOk="0" h="3240001" w="322095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p61"/>
          <p:cNvSpPr/>
          <p:nvPr/>
        </p:nvSpPr>
        <p:spPr>
          <a:xfrm>
            <a:off x="4455730" y="1450295"/>
            <a:ext cx="251302" cy="661867"/>
          </a:xfrm>
          <a:custGeom>
            <a:rect b="b" l="l" r="r" t="t"/>
            <a:pathLst>
              <a:path extrusionOk="0" h="3923699" w="1489775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4" name="Google Shape;494;p61"/>
          <p:cNvSpPr/>
          <p:nvPr/>
        </p:nvSpPr>
        <p:spPr>
          <a:xfrm rot="10800000">
            <a:off x="5042893" y="1447239"/>
            <a:ext cx="313136" cy="667981"/>
          </a:xfrm>
          <a:custGeom>
            <a:rect b="b" l="l" r="r" t="t"/>
            <a:pathLst>
              <a:path extrusionOk="0" h="3959924" w="1856332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61"/>
          <p:cNvSpPr/>
          <p:nvPr/>
        </p:nvSpPr>
        <p:spPr>
          <a:xfrm>
            <a:off x="5691893" y="1539942"/>
            <a:ext cx="507661" cy="521714"/>
          </a:xfrm>
          <a:custGeom>
            <a:rect b="b" l="l" r="r" t="t"/>
            <a:pathLst>
              <a:path extrusionOk="0" h="366339" w="356471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6" name="Google Shape;496;p61"/>
          <p:cNvSpPr/>
          <p:nvPr/>
        </p:nvSpPr>
        <p:spPr>
          <a:xfrm>
            <a:off x="6568402" y="1501877"/>
            <a:ext cx="532052" cy="543757"/>
          </a:xfrm>
          <a:custGeom>
            <a:rect b="b" l="l" r="r" t="t"/>
            <a:pathLst>
              <a:path extrusionOk="0" h="381817" w="373598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7" name="Google Shape;497;p61"/>
          <p:cNvSpPr/>
          <p:nvPr/>
        </p:nvSpPr>
        <p:spPr>
          <a:xfrm>
            <a:off x="7560710" y="2604583"/>
            <a:ext cx="507960" cy="502639"/>
          </a:xfrm>
          <a:custGeom>
            <a:rect b="b" l="l" r="r" t="t"/>
            <a:pathLst>
              <a:path extrusionOk="0" h="3186731" w="3220460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61"/>
          <p:cNvSpPr/>
          <p:nvPr/>
        </p:nvSpPr>
        <p:spPr>
          <a:xfrm>
            <a:off x="5081797" y="2603460"/>
            <a:ext cx="349473" cy="504884"/>
          </a:xfrm>
          <a:custGeom>
            <a:rect b="b" l="l" r="r" t="t"/>
            <a:pathLst>
              <a:path extrusionOk="0" h="3200962" w="2215656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9" name="Google Shape;499;p61"/>
          <p:cNvSpPr/>
          <p:nvPr/>
        </p:nvSpPr>
        <p:spPr>
          <a:xfrm>
            <a:off x="8411005" y="2603460"/>
            <a:ext cx="455959" cy="504884"/>
          </a:xfrm>
          <a:custGeom>
            <a:rect b="b" l="l" r="r" t="t"/>
            <a:pathLst>
              <a:path extrusionOk="0" h="3200962" w="2890784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10130939" y="2599748"/>
            <a:ext cx="499664" cy="512309"/>
          </a:xfrm>
          <a:custGeom>
            <a:rect b="b" l="l" r="r" t="t"/>
            <a:pathLst>
              <a:path extrusionOk="0" h="2354521" w="2296406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10959168" y="4745774"/>
            <a:ext cx="614525" cy="416246"/>
          </a:xfrm>
          <a:custGeom>
            <a:rect b="b" l="l" r="r" t="t"/>
            <a:pathLst>
              <a:path extrusionOk="0" h="2180445" w="3219104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p61"/>
          <p:cNvSpPr/>
          <p:nvPr/>
        </p:nvSpPr>
        <p:spPr>
          <a:xfrm>
            <a:off x="4423300" y="2468550"/>
            <a:ext cx="316162" cy="774705"/>
          </a:xfrm>
          <a:custGeom>
            <a:rect b="b" l="l" r="r" t="t"/>
            <a:pathLst>
              <a:path extrusionOk="0" h="2598393" w="106042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9209300" y="2626898"/>
            <a:ext cx="579306" cy="458009"/>
          </a:xfrm>
          <a:custGeom>
            <a:rect b="b" l="l" r="r" t="t"/>
            <a:pathLst>
              <a:path extrusionOk="0" h="2545072" w="3219104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7052100" y="4713438"/>
            <a:ext cx="476931" cy="480914"/>
          </a:xfrm>
          <a:custGeom>
            <a:rect b="b" l="l" r="r" t="t"/>
            <a:pathLst>
              <a:path extrusionOk="0" h="1665940" w="1652142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5" name="Google Shape;505;p61"/>
          <p:cNvSpPr/>
          <p:nvPr/>
        </p:nvSpPr>
        <p:spPr>
          <a:xfrm>
            <a:off x="9307908" y="4680733"/>
            <a:ext cx="454128" cy="546324"/>
          </a:xfrm>
          <a:custGeom>
            <a:rect b="b" l="l" r="r" t="t"/>
            <a:pathLst>
              <a:path extrusionOk="0" h="3213546" w="267123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Icone [d]">
  <p:cSld name="Set Icone [d]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2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2"/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fmla="val 3968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9" name="Google Shape;509;p62"/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0" name="Google Shape;510;p62"/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004B8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1" name="Google Shape;511;p62"/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ridimensionare senza perdere la qualità 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2" name="Google Shape;512;p62"/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cambiare il colore di riempimento e il colore della linea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62"/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DI ICONE COMPLETAMENTE MODIFICABILI</a:t>
            </a:r>
            <a:endParaRPr b="1"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62"/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/>
          </a:p>
        </p:txBody>
      </p:sp>
      <p:sp>
        <p:nvSpPr>
          <p:cNvPr id="515" name="Google Shape;515;p62"/>
          <p:cNvSpPr/>
          <p:nvPr/>
        </p:nvSpPr>
        <p:spPr>
          <a:xfrm rot="-2700000">
            <a:off x="9628730" y="2463456"/>
            <a:ext cx="512877" cy="428096"/>
          </a:xfrm>
          <a:custGeom>
            <a:rect b="b" l="l" r="r" t="t"/>
            <a:pathLst>
              <a:path extrusionOk="0" h="3031575" w="3552042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62"/>
          <p:cNvSpPr/>
          <p:nvPr/>
        </p:nvSpPr>
        <p:spPr>
          <a:xfrm>
            <a:off x="8851032" y="2572309"/>
            <a:ext cx="529812" cy="271370"/>
          </a:xfrm>
          <a:custGeom>
            <a:rect b="b" l="l" r="r" t="t"/>
            <a:pathLst>
              <a:path extrusionOk="0" h="1727404" w="337252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62"/>
          <p:cNvSpPr/>
          <p:nvPr/>
        </p:nvSpPr>
        <p:spPr>
          <a:xfrm>
            <a:off x="7191835" y="2416730"/>
            <a:ext cx="501857" cy="554554"/>
          </a:xfrm>
          <a:custGeom>
            <a:rect b="b" l="l" r="r" t="t"/>
            <a:pathLst>
              <a:path extrusionOk="0" h="376812" w="341005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62"/>
          <p:cNvSpPr/>
          <p:nvPr/>
        </p:nvSpPr>
        <p:spPr>
          <a:xfrm>
            <a:off x="8026937" y="2429072"/>
            <a:ext cx="527152" cy="529870"/>
          </a:xfrm>
          <a:custGeom>
            <a:rect b="b" l="l" r="r" t="t"/>
            <a:pathLst>
              <a:path extrusionOk="0" h="3083879" w="3068057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19" name="Google Shape;519;p62"/>
          <p:cNvGrpSpPr/>
          <p:nvPr/>
        </p:nvGrpSpPr>
        <p:grpSpPr>
          <a:xfrm>
            <a:off x="6353199" y="2376440"/>
            <a:ext cx="528975" cy="594844"/>
            <a:chOff x="4835382" y="-161249"/>
            <a:chExt cx="3078656" cy="3462027"/>
          </a:xfrm>
        </p:grpSpPr>
        <p:sp>
          <p:nvSpPr>
            <p:cNvPr id="520" name="Google Shape;520;p62"/>
            <p:cNvSpPr/>
            <p:nvPr/>
          </p:nvSpPr>
          <p:spPr>
            <a:xfrm>
              <a:off x="4835382" y="73243"/>
              <a:ext cx="2920830" cy="3227535"/>
            </a:xfrm>
            <a:custGeom>
              <a:rect b="b" l="l" r="r" t="t"/>
              <a:pathLst>
                <a:path extrusionOk="0" h="5891405" w="5331558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1" name="Google Shape;521;p62"/>
            <p:cNvSpPr/>
            <p:nvPr/>
          </p:nvSpPr>
          <p:spPr>
            <a:xfrm rot="-3499458">
              <a:off x="5907878" y="-58593"/>
              <a:ext cx="1436045" cy="2141152"/>
            </a:xfrm>
            <a:custGeom>
              <a:rect b="b" l="l" r="r" t="t"/>
              <a:pathLst>
                <a:path extrusionOk="0" h="1745209" w="1170491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22" name="Google Shape;522;p62"/>
          <p:cNvSpPr/>
          <p:nvPr/>
        </p:nvSpPr>
        <p:spPr>
          <a:xfrm>
            <a:off x="5542040" y="2446822"/>
            <a:ext cx="449751" cy="494370"/>
          </a:xfrm>
          <a:custGeom>
            <a:rect b="b" l="l" r="r" t="t"/>
            <a:pathLst>
              <a:path extrusionOk="0" h="3216409" w="2926108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3" name="Google Shape;523;p62"/>
          <p:cNvSpPr/>
          <p:nvPr/>
        </p:nvSpPr>
        <p:spPr>
          <a:xfrm>
            <a:off x="5580598" y="3571006"/>
            <a:ext cx="372634" cy="529812"/>
          </a:xfrm>
          <a:custGeom>
            <a:rect b="b" l="l" r="r" t="t"/>
            <a:pathLst>
              <a:path extrusionOk="0" h="3232141" w="2273269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4" name="Google Shape;524;p62"/>
          <p:cNvSpPr/>
          <p:nvPr/>
        </p:nvSpPr>
        <p:spPr>
          <a:xfrm>
            <a:off x="8847296" y="4500774"/>
            <a:ext cx="529812" cy="529812"/>
          </a:xfrm>
          <a:custGeom>
            <a:rect b="b" l="l" r="r" t="t"/>
            <a:pathLst>
              <a:path extrusionOk="0" h="3240000" w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5" name="Google Shape;525;p62"/>
          <p:cNvSpPr/>
          <p:nvPr/>
        </p:nvSpPr>
        <p:spPr>
          <a:xfrm>
            <a:off x="6369580" y="3571006"/>
            <a:ext cx="469094" cy="529812"/>
          </a:xfrm>
          <a:custGeom>
            <a:rect b="b" l="l" r="r" t="t"/>
            <a:pathLst>
              <a:path extrusionOk="0" h="3240000" w="2868687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6" name="Google Shape;526;p62"/>
          <p:cNvSpPr/>
          <p:nvPr/>
        </p:nvSpPr>
        <p:spPr>
          <a:xfrm>
            <a:off x="8865289" y="3588496"/>
            <a:ext cx="501299" cy="491506"/>
          </a:xfrm>
          <a:custGeom>
            <a:rect b="b" l="l" r="r" t="t"/>
            <a:pathLst>
              <a:path extrusionOk="0" h="3199863" w="3263621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7" name="Google Shape;527;p62"/>
          <p:cNvSpPr/>
          <p:nvPr/>
        </p:nvSpPr>
        <p:spPr>
          <a:xfrm>
            <a:off x="5600420" y="4575423"/>
            <a:ext cx="332990" cy="529812"/>
          </a:xfrm>
          <a:custGeom>
            <a:rect b="b" l="l" r="r" t="t"/>
            <a:pathLst>
              <a:path extrusionOk="0" h="3207971" w="2016224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8" name="Google Shape;528;p62"/>
          <p:cNvSpPr/>
          <p:nvPr/>
        </p:nvSpPr>
        <p:spPr>
          <a:xfrm>
            <a:off x="9668004" y="4500774"/>
            <a:ext cx="529812" cy="529812"/>
          </a:xfrm>
          <a:custGeom>
            <a:rect b="b" l="l" r="r" t="t"/>
            <a:pathLst>
              <a:path extrusionOk="0" h="3240000" w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p62"/>
          <p:cNvSpPr/>
          <p:nvPr/>
        </p:nvSpPr>
        <p:spPr>
          <a:xfrm>
            <a:off x="7178218" y="3571006"/>
            <a:ext cx="529090" cy="529812"/>
          </a:xfrm>
          <a:custGeom>
            <a:rect b="b" l="l" r="r" t="t"/>
            <a:pathLst>
              <a:path extrusionOk="0" h="3229762" w="3225370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0" name="Google Shape;530;p62"/>
          <p:cNvSpPr/>
          <p:nvPr/>
        </p:nvSpPr>
        <p:spPr>
          <a:xfrm>
            <a:off x="8029293" y="5500016"/>
            <a:ext cx="522441" cy="523242"/>
          </a:xfrm>
          <a:custGeom>
            <a:rect b="b" l="l" r="r" t="t"/>
            <a:pathLst>
              <a:path extrusionOk="0" h="3202496" w="3197597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1" name="Google Shape;531;p62"/>
          <p:cNvSpPr/>
          <p:nvPr/>
        </p:nvSpPr>
        <p:spPr>
          <a:xfrm flipH="1" rot="-5400000">
            <a:off x="5496132" y="5556095"/>
            <a:ext cx="541566" cy="510026"/>
          </a:xfrm>
          <a:custGeom>
            <a:rect b="b" l="l" r="r" t="t"/>
            <a:pathLst>
              <a:path extrusionOk="0" h="2758049" w="2928608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7240653" y="4661937"/>
            <a:ext cx="404220" cy="403783"/>
          </a:xfrm>
          <a:custGeom>
            <a:rect b="b" l="l" r="r" t="t"/>
            <a:pathLst>
              <a:path extrusionOk="0" h="3225610" w="3229104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3" name="Google Shape;533;p62"/>
          <p:cNvSpPr/>
          <p:nvPr/>
        </p:nvSpPr>
        <p:spPr>
          <a:xfrm>
            <a:off x="8025607" y="4602271"/>
            <a:ext cx="529812" cy="269525"/>
          </a:xfrm>
          <a:custGeom>
            <a:rect b="b" l="l" r="r" t="t"/>
            <a:pathLst>
              <a:path extrusionOk="0" h="1659188" w="3261500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4" name="Google Shape;534;p62"/>
          <p:cNvSpPr/>
          <p:nvPr/>
        </p:nvSpPr>
        <p:spPr>
          <a:xfrm rot="2160000">
            <a:off x="9687397" y="3557025"/>
            <a:ext cx="491028" cy="529812"/>
          </a:xfrm>
          <a:custGeom>
            <a:rect b="b" l="l" r="r" t="t"/>
            <a:pathLst>
              <a:path extrusionOk="0" h="2951283" w="2735240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5" name="Google Shape;535;p62"/>
          <p:cNvSpPr/>
          <p:nvPr/>
        </p:nvSpPr>
        <p:spPr>
          <a:xfrm>
            <a:off x="8071926" y="3588496"/>
            <a:ext cx="437175" cy="529812"/>
          </a:xfrm>
          <a:custGeom>
            <a:rect b="b" l="l" r="r" t="t"/>
            <a:pathLst>
              <a:path extrusionOk="0" h="3228846" w="2664297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6" name="Google Shape;536;p62"/>
          <p:cNvSpPr/>
          <p:nvPr/>
        </p:nvSpPr>
        <p:spPr>
          <a:xfrm>
            <a:off x="6344495" y="1416893"/>
            <a:ext cx="519265" cy="519265"/>
          </a:xfrm>
          <a:custGeom>
            <a:rect b="b" l="l" r="r" t="t"/>
            <a:pathLst>
              <a:path extrusionOk="0" h="3960000" w="396044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7" name="Google Shape;537;p62"/>
          <p:cNvSpPr/>
          <p:nvPr/>
        </p:nvSpPr>
        <p:spPr>
          <a:xfrm>
            <a:off x="5507254" y="1416893"/>
            <a:ext cx="519323" cy="519265"/>
          </a:xfrm>
          <a:custGeom>
            <a:rect b="b" l="l" r="r" t="t"/>
            <a:pathLst>
              <a:path extrusionOk="0" h="3960440" w="3888432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8" name="Google Shape;538;p62"/>
          <p:cNvSpPr/>
          <p:nvPr/>
        </p:nvSpPr>
        <p:spPr>
          <a:xfrm>
            <a:off x="8030881" y="1416893"/>
            <a:ext cx="519265" cy="519265"/>
          </a:xfrm>
          <a:custGeom>
            <a:rect b="b" l="l" r="r" t="t"/>
            <a:pathLst>
              <a:path extrusionOk="0" h="3960000" w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9" name="Google Shape;539;p62"/>
          <p:cNvSpPr/>
          <p:nvPr/>
        </p:nvSpPr>
        <p:spPr>
          <a:xfrm>
            <a:off x="7183131" y="1416893"/>
            <a:ext cx="519265" cy="519265"/>
          </a:xfrm>
          <a:custGeom>
            <a:rect b="b" l="l" r="r" t="t"/>
            <a:pathLst>
              <a:path extrusionOk="0" h="3960000" w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0" name="Google Shape;540;p62"/>
          <p:cNvSpPr/>
          <p:nvPr/>
        </p:nvSpPr>
        <p:spPr>
          <a:xfrm>
            <a:off x="8855381" y="1406345"/>
            <a:ext cx="521115" cy="529812"/>
          </a:xfrm>
          <a:custGeom>
            <a:rect b="b" l="l" r="r" t="t"/>
            <a:pathLst>
              <a:path extrusionOk="0" h="3240000" w="3186824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1" name="Google Shape;541;p62"/>
          <p:cNvSpPr/>
          <p:nvPr/>
        </p:nvSpPr>
        <p:spPr>
          <a:xfrm>
            <a:off x="9688652" y="1423451"/>
            <a:ext cx="488516" cy="493322"/>
          </a:xfrm>
          <a:custGeom>
            <a:rect b="b" l="l" r="r" t="t"/>
            <a:pathLst>
              <a:path extrusionOk="0" h="3221116" w="3189723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2" name="Google Shape;542;p62"/>
          <p:cNvSpPr/>
          <p:nvPr/>
        </p:nvSpPr>
        <p:spPr>
          <a:xfrm>
            <a:off x="7170593" y="5540324"/>
            <a:ext cx="544340" cy="529812"/>
          </a:xfrm>
          <a:custGeom>
            <a:rect b="b" l="l" r="r" t="t"/>
            <a:pathLst>
              <a:path extrusionOk="0" h="3218379" w="3306630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p62"/>
          <p:cNvSpPr/>
          <p:nvPr/>
        </p:nvSpPr>
        <p:spPr>
          <a:xfrm>
            <a:off x="6391021" y="5553144"/>
            <a:ext cx="426213" cy="537400"/>
          </a:xfrm>
          <a:custGeom>
            <a:rect b="b" l="l" r="r" t="t"/>
            <a:pathLst>
              <a:path extrusionOk="0" h="3213371" w="254853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p62"/>
          <p:cNvSpPr/>
          <p:nvPr/>
        </p:nvSpPr>
        <p:spPr>
          <a:xfrm>
            <a:off x="6330650" y="4590078"/>
            <a:ext cx="529200" cy="529200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5" name="Google Shape;545;p62"/>
          <p:cNvSpPr/>
          <p:nvPr/>
        </p:nvSpPr>
        <p:spPr>
          <a:xfrm>
            <a:off x="8847296" y="5497037"/>
            <a:ext cx="529200" cy="529200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6" name="Google Shape;546;p62"/>
          <p:cNvSpPr/>
          <p:nvPr/>
        </p:nvSpPr>
        <p:spPr>
          <a:xfrm>
            <a:off x="9688652" y="5497037"/>
            <a:ext cx="529200" cy="529200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5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Forme [a]">
  <p:cSld name="Set Forme [a]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3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63"/>
          <p:cNvSpPr/>
          <p:nvPr/>
        </p:nvSpPr>
        <p:spPr>
          <a:xfrm flipH="1">
            <a:off x="532487" y="3818162"/>
            <a:ext cx="1629688" cy="2263291"/>
          </a:xfrm>
          <a:custGeom>
            <a:rect b="b" l="l" r="r" t="t"/>
            <a:pathLst>
              <a:path extrusionOk="0" h="5586511" w="402258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50" name="Google Shape;550;p63"/>
          <p:cNvGrpSpPr/>
          <p:nvPr/>
        </p:nvGrpSpPr>
        <p:grpSpPr>
          <a:xfrm>
            <a:off x="2357534" y="3288067"/>
            <a:ext cx="2704011" cy="3059832"/>
            <a:chOff x="1010687" y="1281170"/>
            <a:chExt cx="4403405" cy="4982850"/>
          </a:xfrm>
        </p:grpSpPr>
        <p:sp>
          <p:nvSpPr>
            <p:cNvPr id="551" name="Google Shape;551;p63"/>
            <p:cNvSpPr/>
            <p:nvPr/>
          </p:nvSpPr>
          <p:spPr>
            <a:xfrm rot="-2700000">
              <a:off x="3498106" y="2486859"/>
              <a:ext cx="342733" cy="338278"/>
            </a:xfrm>
            <a:custGeom>
              <a:rect b="b" l="l" r="r" t="t"/>
              <a:pathLst>
                <a:path extrusionOk="0" h="255829" w="259198">
                  <a:moveTo>
                    <a:pt x="1" y="145594"/>
                  </a:moveTo>
                  <a:cubicBezTo>
                    <a:pt x="1" y="84713"/>
                    <a:pt x="35885" y="62300"/>
                    <a:pt x="110236" y="35359"/>
                  </a:cubicBezTo>
                  <a:cubicBezTo>
                    <a:pt x="178411" y="18523"/>
                    <a:pt x="199441" y="11785"/>
                    <a:pt x="259198" y="0"/>
                  </a:cubicBezTo>
                  <a:cubicBezTo>
                    <a:pt x="244044" y="58633"/>
                    <a:pt x="244042" y="75173"/>
                    <a:pt x="220470" y="145594"/>
                  </a:cubicBezTo>
                  <a:cubicBezTo>
                    <a:pt x="196896" y="219943"/>
                    <a:pt x="171116" y="255829"/>
                    <a:pt x="110235" y="255829"/>
                  </a:cubicBezTo>
                  <a:cubicBezTo>
                    <a:pt x="49354" y="255829"/>
                    <a:pt x="0" y="206475"/>
                    <a:pt x="0" y="145594"/>
                  </a:cubicBezTo>
                  <a:lnTo>
                    <a:pt x="1" y="14559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552" name="Google Shape;552;p63"/>
            <p:cNvGrpSpPr/>
            <p:nvPr/>
          </p:nvGrpSpPr>
          <p:grpSpPr>
            <a:xfrm>
              <a:off x="1010687" y="1281170"/>
              <a:ext cx="2657454" cy="2091363"/>
              <a:chOff x="-25702" y="1091042"/>
              <a:chExt cx="2677201" cy="2106904"/>
            </a:xfrm>
          </p:grpSpPr>
          <p:grpSp>
            <p:nvGrpSpPr>
              <p:cNvPr id="553" name="Google Shape;553;p63"/>
              <p:cNvGrpSpPr/>
              <p:nvPr/>
            </p:nvGrpSpPr>
            <p:grpSpPr>
              <a:xfrm>
                <a:off x="-25702" y="1219756"/>
                <a:ext cx="2677201" cy="1978190"/>
                <a:chOff x="441077" y="1844825"/>
                <a:chExt cx="2428193" cy="1794197"/>
              </a:xfrm>
            </p:grpSpPr>
            <p:sp>
              <p:nvSpPr>
                <p:cNvPr id="554" name="Google Shape;554;p63"/>
                <p:cNvSpPr/>
                <p:nvPr/>
              </p:nvSpPr>
              <p:spPr>
                <a:xfrm rot="3600000">
                  <a:off x="2191300" y="2155086"/>
                  <a:ext cx="810238" cy="162331"/>
                </a:xfrm>
                <a:prstGeom prst="roundRect">
                  <a:avLst>
                    <a:gd fmla="val 46616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55" name="Google Shape;555;p63"/>
                <p:cNvSpPr/>
                <p:nvPr/>
              </p:nvSpPr>
              <p:spPr>
                <a:xfrm rot="-7200000">
                  <a:off x="1292073" y="1706320"/>
                  <a:ext cx="548653" cy="2249228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56" name="Google Shape;556;p63"/>
                <p:cNvSpPr/>
                <p:nvPr/>
              </p:nvSpPr>
              <p:spPr>
                <a:xfrm rot="-7200000">
                  <a:off x="1277858" y="1714528"/>
                  <a:ext cx="548653" cy="2249228"/>
                </a:xfrm>
                <a:custGeom>
                  <a:rect b="b" l="l" r="r" t="t"/>
                  <a:pathLst>
                    <a:path extrusionOk="0" h="2726892" w="665170">
                      <a:moveTo>
                        <a:pt x="332585" y="0"/>
                      </a:moveTo>
                      <a:lnTo>
                        <a:pt x="332585" y="0"/>
                      </a:lnTo>
                      <a:cubicBezTo>
                        <a:pt x="516267" y="0"/>
                        <a:pt x="665170" y="148903"/>
                        <a:pt x="665170" y="332585"/>
                      </a:cubicBezTo>
                      <a:cubicBezTo>
                        <a:pt x="665078" y="692931"/>
                        <a:pt x="664987" y="1053276"/>
                        <a:pt x="664895" y="1413622"/>
                      </a:cubicBezTo>
                      <a:cubicBezTo>
                        <a:pt x="476395" y="1778168"/>
                        <a:pt x="266092" y="2119826"/>
                        <a:pt x="0" y="2726892"/>
                      </a:cubicBezTo>
                      <a:lnTo>
                        <a:pt x="0" y="2726892"/>
                      </a:lnTo>
                      <a:lnTo>
                        <a:pt x="0" y="332585"/>
                      </a:lnTo>
                      <a:cubicBezTo>
                        <a:pt x="0" y="148903"/>
                        <a:pt x="148903" y="0"/>
                        <a:pt x="332585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557" name="Google Shape;557;p63"/>
              <p:cNvSpPr/>
              <p:nvPr/>
            </p:nvSpPr>
            <p:spPr>
              <a:xfrm rot="-1677828">
                <a:off x="939740" y="2205693"/>
                <a:ext cx="169099" cy="16909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8" name="Google Shape;558;p63"/>
              <p:cNvSpPr/>
              <p:nvPr/>
            </p:nvSpPr>
            <p:spPr>
              <a:xfrm rot="-1677828">
                <a:off x="715292" y="2593806"/>
                <a:ext cx="84549" cy="8454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9" name="Google Shape;559;p63"/>
              <p:cNvSpPr/>
              <p:nvPr/>
            </p:nvSpPr>
            <p:spPr>
              <a:xfrm rot="-1677828">
                <a:off x="450432" y="2660329"/>
                <a:ext cx="137710" cy="1377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60" name="Google Shape;560;p63"/>
              <p:cNvSpPr/>
              <p:nvPr/>
            </p:nvSpPr>
            <p:spPr>
              <a:xfrm rot="-1677828">
                <a:off x="1419157" y="2059022"/>
                <a:ext cx="228336" cy="22833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61" name="Google Shape;561;p63"/>
              <p:cNvSpPr/>
              <p:nvPr/>
            </p:nvSpPr>
            <p:spPr>
              <a:xfrm rot="-1677828">
                <a:off x="1037837" y="2587555"/>
                <a:ext cx="84549" cy="8454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62" name="Google Shape;562;p63"/>
              <p:cNvSpPr/>
              <p:nvPr/>
            </p:nvSpPr>
            <p:spPr>
              <a:xfrm rot="-1677828">
                <a:off x="1216994" y="2334034"/>
                <a:ext cx="137710" cy="1377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563" name="Google Shape;563;p63"/>
              <p:cNvGrpSpPr/>
              <p:nvPr/>
            </p:nvGrpSpPr>
            <p:grpSpPr>
              <a:xfrm rot="900000">
                <a:off x="1099212" y="1223719"/>
                <a:ext cx="1160423" cy="1026694"/>
                <a:chOff x="7060753" y="2351820"/>
                <a:chExt cx="949019" cy="839650"/>
              </a:xfrm>
            </p:grpSpPr>
            <p:sp>
              <p:nvSpPr>
                <p:cNvPr id="564" name="Google Shape;564;p63"/>
                <p:cNvSpPr/>
                <p:nvPr/>
              </p:nvSpPr>
              <p:spPr>
                <a:xfrm rot="2666605">
                  <a:off x="7546536" y="2490268"/>
                  <a:ext cx="468000" cy="177585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65" name="Google Shape;565;p63"/>
                <p:cNvSpPr/>
                <p:nvPr/>
              </p:nvSpPr>
              <p:spPr>
                <a:xfrm rot="2666605">
                  <a:off x="7327125" y="2631892"/>
                  <a:ext cx="576064" cy="177585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66" name="Google Shape;566;p63"/>
                <p:cNvSpPr/>
                <p:nvPr/>
              </p:nvSpPr>
              <p:spPr>
                <a:xfrm rot="2666605">
                  <a:off x="7171289" y="2741835"/>
                  <a:ext cx="540000" cy="177585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67" name="Google Shape;567;p63"/>
                <p:cNvSpPr/>
                <p:nvPr/>
              </p:nvSpPr>
              <p:spPr>
                <a:xfrm rot="2666605">
                  <a:off x="7061137" y="2888041"/>
                  <a:ext cx="432000" cy="177585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</p:grpSp>
        <p:grpSp>
          <p:nvGrpSpPr>
            <p:cNvPr id="568" name="Google Shape;568;p63"/>
            <p:cNvGrpSpPr/>
            <p:nvPr/>
          </p:nvGrpSpPr>
          <p:grpSpPr>
            <a:xfrm>
              <a:off x="3050992" y="2954864"/>
              <a:ext cx="2363100" cy="3309156"/>
              <a:chOff x="2094757" y="2757585"/>
              <a:chExt cx="2172965" cy="3042902"/>
            </a:xfrm>
          </p:grpSpPr>
          <p:sp>
            <p:nvSpPr>
              <p:cNvPr id="569" name="Google Shape;569;p63"/>
              <p:cNvSpPr/>
              <p:nvPr/>
            </p:nvSpPr>
            <p:spPr>
              <a:xfrm rot="-777828">
                <a:off x="2534405" y="3008769"/>
                <a:ext cx="776804" cy="1165208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0" name="Google Shape;570;p63"/>
              <p:cNvSpPr/>
              <p:nvPr/>
            </p:nvSpPr>
            <p:spPr>
              <a:xfrm rot="-777828">
                <a:off x="2274967" y="3807730"/>
                <a:ext cx="1812545" cy="1812547"/>
              </a:xfrm>
              <a:custGeom>
                <a:rect b="b" l="l" r="r" t="t"/>
                <a:pathLst>
                  <a:path extrusionOk="0" h="2016224" w="2016224">
                    <a:moveTo>
                      <a:pt x="0" y="1499022"/>
                    </a:moveTo>
                    <a:cubicBezTo>
                      <a:pt x="17125" y="1145997"/>
                      <a:pt x="344800" y="266760"/>
                      <a:pt x="594839" y="0"/>
                    </a:cubicBezTo>
                    <a:lnTo>
                      <a:pt x="1438637" y="1"/>
                    </a:lnTo>
                    <a:cubicBezTo>
                      <a:pt x="1675535" y="249838"/>
                      <a:pt x="2001847" y="1162985"/>
                      <a:pt x="2016224" y="1499022"/>
                    </a:cubicBezTo>
                    <a:cubicBezTo>
                      <a:pt x="2016224" y="1784665"/>
                      <a:pt x="1784665" y="2016224"/>
                      <a:pt x="1499022" y="2016224"/>
                    </a:cubicBezTo>
                    <a:lnTo>
                      <a:pt x="517202" y="2016224"/>
                    </a:lnTo>
                    <a:cubicBezTo>
                      <a:pt x="231559" y="2016224"/>
                      <a:pt x="0" y="1784665"/>
                      <a:pt x="0" y="1499022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1" name="Google Shape;571;p63"/>
              <p:cNvSpPr/>
              <p:nvPr/>
            </p:nvSpPr>
            <p:spPr>
              <a:xfrm rot="-777828">
                <a:off x="2349692" y="4466317"/>
                <a:ext cx="1812545" cy="1144588"/>
              </a:xfrm>
              <a:custGeom>
                <a:rect b="b" l="l" r="r" t="t"/>
                <a:pathLst>
                  <a:path extrusionOk="0" h="1273207" w="2016224">
                    <a:moveTo>
                      <a:pt x="170132" y="0"/>
                    </a:moveTo>
                    <a:cubicBezTo>
                      <a:pt x="823292" y="85075"/>
                      <a:pt x="1203397" y="143700"/>
                      <a:pt x="1908881" y="265095"/>
                    </a:cubicBezTo>
                    <a:cubicBezTo>
                      <a:pt x="1970783" y="462532"/>
                      <a:pt x="2011360" y="642304"/>
                      <a:pt x="2016224" y="756005"/>
                    </a:cubicBezTo>
                    <a:cubicBezTo>
                      <a:pt x="2016224" y="1041648"/>
                      <a:pt x="1784665" y="1273207"/>
                      <a:pt x="1499022" y="1273207"/>
                    </a:cubicBezTo>
                    <a:lnTo>
                      <a:pt x="517202" y="1273207"/>
                    </a:lnTo>
                    <a:cubicBezTo>
                      <a:pt x="231559" y="1273207"/>
                      <a:pt x="0" y="1041648"/>
                      <a:pt x="0" y="756005"/>
                    </a:cubicBezTo>
                    <a:cubicBezTo>
                      <a:pt x="5758" y="637302"/>
                      <a:pt x="107653" y="194008"/>
                      <a:pt x="170132" y="0"/>
                    </a:cubicBezTo>
                    <a:close/>
                  </a:path>
                </a:pathLst>
              </a:custGeom>
              <a:solidFill>
                <a:srgbClr val="0075E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2" name="Google Shape;572;p63"/>
              <p:cNvSpPr/>
              <p:nvPr/>
            </p:nvSpPr>
            <p:spPr>
              <a:xfrm rot="-1677828">
                <a:off x="2956377" y="5401284"/>
                <a:ext cx="158978" cy="15897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3" name="Google Shape;573;p63"/>
              <p:cNvSpPr/>
              <p:nvPr/>
            </p:nvSpPr>
            <p:spPr>
              <a:xfrm rot="-1677828">
                <a:off x="3287720" y="5052607"/>
                <a:ext cx="79488" cy="794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4" name="Google Shape;574;p63"/>
              <p:cNvSpPr/>
              <p:nvPr/>
            </p:nvSpPr>
            <p:spPr>
              <a:xfrm rot="-1677828">
                <a:off x="2951182" y="5052299"/>
                <a:ext cx="129468" cy="12946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5" name="Google Shape;575;p63"/>
              <p:cNvSpPr/>
              <p:nvPr/>
            </p:nvSpPr>
            <p:spPr>
              <a:xfrm rot="-1677828">
                <a:off x="3015455" y="4704628"/>
                <a:ext cx="214669" cy="214669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6" name="Google Shape;576;p63"/>
              <p:cNvSpPr/>
              <p:nvPr/>
            </p:nvSpPr>
            <p:spPr>
              <a:xfrm rot="-1677828">
                <a:off x="3403392" y="5279807"/>
                <a:ext cx="79488" cy="794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7" name="Google Shape;577;p63"/>
              <p:cNvSpPr/>
              <p:nvPr/>
            </p:nvSpPr>
            <p:spPr>
              <a:xfrm rot="-1677828">
                <a:off x="3465934" y="4834759"/>
                <a:ext cx="129468" cy="12946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8" name="Google Shape;578;p63"/>
              <p:cNvSpPr/>
              <p:nvPr/>
            </p:nvSpPr>
            <p:spPr>
              <a:xfrm rot="-1677828">
                <a:off x="2867137" y="4322821"/>
                <a:ext cx="158978" cy="15897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9" name="Google Shape;579;p63"/>
              <p:cNvSpPr/>
              <p:nvPr/>
            </p:nvSpPr>
            <p:spPr>
              <a:xfrm rot="-1677828">
                <a:off x="2626403" y="3199517"/>
                <a:ext cx="79488" cy="7948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80" name="Google Shape;580;p63"/>
              <p:cNvSpPr/>
              <p:nvPr/>
            </p:nvSpPr>
            <p:spPr>
              <a:xfrm rot="-1677828">
                <a:off x="2881892" y="3974591"/>
                <a:ext cx="129468" cy="12946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81" name="Google Shape;581;p63"/>
              <p:cNvSpPr/>
              <p:nvPr/>
            </p:nvSpPr>
            <p:spPr>
              <a:xfrm rot="-1677828">
                <a:off x="3232413" y="4332626"/>
                <a:ext cx="214669" cy="214669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82" name="Google Shape;582;p63"/>
              <p:cNvSpPr/>
              <p:nvPr/>
            </p:nvSpPr>
            <p:spPr>
              <a:xfrm rot="-1677828">
                <a:off x="3114166" y="4068024"/>
                <a:ext cx="129468" cy="12946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83" name="Google Shape;583;p63"/>
              <p:cNvSpPr/>
              <p:nvPr/>
            </p:nvSpPr>
            <p:spPr>
              <a:xfrm rot="-1677828">
                <a:off x="2740899" y="3591706"/>
                <a:ext cx="129468" cy="12946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84" name="Google Shape;584;p63"/>
              <p:cNvSpPr/>
              <p:nvPr/>
            </p:nvSpPr>
            <p:spPr>
              <a:xfrm rot="-777828">
                <a:off x="2323230" y="2856728"/>
                <a:ext cx="903882" cy="176008"/>
              </a:xfrm>
              <a:prstGeom prst="roundRect">
                <a:avLst>
                  <a:gd fmla="val 50000" name="adj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585" name="Google Shape;585;p63"/>
              <p:cNvGrpSpPr/>
              <p:nvPr/>
            </p:nvGrpSpPr>
            <p:grpSpPr>
              <a:xfrm rot="6970873">
                <a:off x="2786256" y="3010425"/>
                <a:ext cx="1020544" cy="1017329"/>
                <a:chOff x="7090231" y="2288579"/>
                <a:chExt cx="887759" cy="884964"/>
              </a:xfrm>
            </p:grpSpPr>
            <p:sp>
              <p:nvSpPr>
                <p:cNvPr id="586" name="Google Shape;586;p63"/>
                <p:cNvSpPr/>
                <p:nvPr/>
              </p:nvSpPr>
              <p:spPr>
                <a:xfrm rot="2666605">
                  <a:off x="7516438" y="2427715"/>
                  <a:ext cx="468000" cy="172778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87" name="Google Shape;587;p63"/>
                <p:cNvSpPr/>
                <p:nvPr/>
              </p:nvSpPr>
              <p:spPr>
                <a:xfrm rot="2666605">
                  <a:off x="7182429" y="2755702"/>
                  <a:ext cx="576064" cy="172778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88" name="Google Shape;588;p63"/>
                <p:cNvSpPr/>
                <p:nvPr/>
              </p:nvSpPr>
              <p:spPr>
                <a:xfrm rot="2666605">
                  <a:off x="7332111" y="2581252"/>
                  <a:ext cx="540000" cy="172778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89" name="Google Shape;589;p63"/>
                <p:cNvSpPr/>
                <p:nvPr/>
              </p:nvSpPr>
              <p:spPr>
                <a:xfrm rot="2666605">
                  <a:off x="7088933" y="2874233"/>
                  <a:ext cx="432000" cy="172778"/>
                </a:xfrm>
                <a:prstGeom prst="flowChartTerminator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</p:grpSp>
      </p:grpSp>
      <p:grpSp>
        <p:nvGrpSpPr>
          <p:cNvPr id="590" name="Google Shape;590;p63"/>
          <p:cNvGrpSpPr/>
          <p:nvPr/>
        </p:nvGrpSpPr>
        <p:grpSpPr>
          <a:xfrm>
            <a:off x="5110630" y="3499245"/>
            <a:ext cx="2202045" cy="2684948"/>
            <a:chOff x="7596534" y="1781236"/>
            <a:chExt cx="3532564" cy="4307246"/>
          </a:xfrm>
        </p:grpSpPr>
        <p:grpSp>
          <p:nvGrpSpPr>
            <p:cNvPr id="591" name="Google Shape;591;p63"/>
            <p:cNvGrpSpPr/>
            <p:nvPr/>
          </p:nvGrpSpPr>
          <p:grpSpPr>
            <a:xfrm>
              <a:off x="8868300" y="3762813"/>
              <a:ext cx="989035" cy="2325669"/>
              <a:chOff x="6660232" y="3023478"/>
              <a:chExt cx="1152128" cy="2709175"/>
            </a:xfrm>
          </p:grpSpPr>
          <p:grpSp>
            <p:nvGrpSpPr>
              <p:cNvPr id="592" name="Google Shape;592;p63"/>
              <p:cNvGrpSpPr/>
              <p:nvPr/>
            </p:nvGrpSpPr>
            <p:grpSpPr>
              <a:xfrm rot="5400000">
                <a:off x="5910032" y="3902442"/>
                <a:ext cx="2652421" cy="1008000"/>
                <a:chOff x="3215725" y="3292527"/>
                <a:chExt cx="2652421" cy="1008000"/>
              </a:xfrm>
            </p:grpSpPr>
            <p:sp>
              <p:nvSpPr>
                <p:cNvPr id="593" name="Google Shape;593;p63"/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fmla="val 10800000" name="adj1"/>
                    <a:gd fmla="val 9456" name="adj2"/>
                    <a:gd fmla="val 10672" name="adj3"/>
                  </a:avLst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94" name="Google Shape;594;p63"/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595" name="Google Shape;595;p63"/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596" name="Google Shape;596;p63"/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97" name="Google Shape;597;p63"/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98" name="Google Shape;598;p63"/>
              <p:cNvSpPr/>
              <p:nvPr/>
            </p:nvSpPr>
            <p:spPr>
              <a:xfrm rot="10800000">
                <a:off x="6840241" y="4038397"/>
                <a:ext cx="789554" cy="158856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599" name="Google Shape;599;p63"/>
            <p:cNvSpPr/>
            <p:nvPr/>
          </p:nvSpPr>
          <p:spPr>
            <a:xfrm rot="-1677828">
              <a:off x="9413601" y="5367261"/>
              <a:ext cx="158978" cy="15897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0" name="Google Shape;600;p63"/>
            <p:cNvSpPr/>
            <p:nvPr/>
          </p:nvSpPr>
          <p:spPr>
            <a:xfrm rot="-1677828">
              <a:off x="9414186" y="5216395"/>
              <a:ext cx="79488" cy="794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1" name="Google Shape;601;p63"/>
            <p:cNvSpPr/>
            <p:nvPr/>
          </p:nvSpPr>
          <p:spPr>
            <a:xfrm rot="-1677828">
              <a:off x="9160816" y="5090898"/>
              <a:ext cx="129469" cy="12946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2" name="Google Shape;602;p63"/>
            <p:cNvSpPr/>
            <p:nvPr/>
          </p:nvSpPr>
          <p:spPr>
            <a:xfrm rot="-1677828">
              <a:off x="9225092" y="4743230"/>
              <a:ext cx="214669" cy="21466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3" name="Google Shape;603;p63"/>
            <p:cNvSpPr/>
            <p:nvPr/>
          </p:nvSpPr>
          <p:spPr>
            <a:xfrm rot="-1677828">
              <a:off x="9331244" y="5671742"/>
              <a:ext cx="129469" cy="12946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4" name="Google Shape;604;p63"/>
            <p:cNvSpPr/>
            <p:nvPr/>
          </p:nvSpPr>
          <p:spPr>
            <a:xfrm rot="-1677828">
              <a:off x="9305062" y="4473525"/>
              <a:ext cx="158978" cy="158978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5" name="Google Shape;605;p63"/>
            <p:cNvSpPr/>
            <p:nvPr/>
          </p:nvSpPr>
          <p:spPr>
            <a:xfrm rot="-1677828">
              <a:off x="9068678" y="4293265"/>
              <a:ext cx="129469" cy="12946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6" name="Google Shape;606;p63"/>
            <p:cNvSpPr/>
            <p:nvPr/>
          </p:nvSpPr>
          <p:spPr>
            <a:xfrm rot="-1677828">
              <a:off x="9347918" y="4261172"/>
              <a:ext cx="110234" cy="110234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7" name="Google Shape;607;p63"/>
            <p:cNvSpPr/>
            <p:nvPr/>
          </p:nvSpPr>
          <p:spPr>
            <a:xfrm rot="-1677828">
              <a:off x="9488278" y="4986708"/>
              <a:ext cx="129469" cy="12946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8" name="Google Shape;608;p63"/>
            <p:cNvSpPr/>
            <p:nvPr/>
          </p:nvSpPr>
          <p:spPr>
            <a:xfrm rot="-1677828">
              <a:off x="9230283" y="5514488"/>
              <a:ext cx="79488" cy="794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9" name="Google Shape;609;p63"/>
            <p:cNvSpPr/>
            <p:nvPr/>
          </p:nvSpPr>
          <p:spPr>
            <a:xfrm rot="-1677828">
              <a:off x="9515886" y="4104569"/>
              <a:ext cx="129469" cy="12946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0" name="Google Shape;610;p63"/>
            <p:cNvSpPr/>
            <p:nvPr/>
          </p:nvSpPr>
          <p:spPr>
            <a:xfrm>
              <a:off x="7596534" y="2710959"/>
              <a:ext cx="648072" cy="648072"/>
            </a:xfrm>
            <a:prstGeom prst="ellipse">
              <a:avLst/>
            </a:prstGeom>
            <a:solidFill>
              <a:srgbClr val="0075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1" name="Google Shape;611;p63"/>
            <p:cNvSpPr/>
            <p:nvPr/>
          </p:nvSpPr>
          <p:spPr>
            <a:xfrm>
              <a:off x="9038780" y="1781236"/>
              <a:ext cx="648072" cy="648072"/>
            </a:xfrm>
            <a:prstGeom prst="ellipse">
              <a:avLst/>
            </a:prstGeom>
            <a:solidFill>
              <a:srgbClr val="0062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2" name="Google Shape;612;p63"/>
            <p:cNvSpPr/>
            <p:nvPr/>
          </p:nvSpPr>
          <p:spPr>
            <a:xfrm>
              <a:off x="10000279" y="2020519"/>
              <a:ext cx="648072" cy="648072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3" name="Google Shape;613;p63"/>
            <p:cNvSpPr/>
            <p:nvPr/>
          </p:nvSpPr>
          <p:spPr>
            <a:xfrm>
              <a:off x="8077282" y="2020519"/>
              <a:ext cx="648072" cy="648072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4" name="Google Shape;614;p63"/>
            <p:cNvSpPr/>
            <p:nvPr/>
          </p:nvSpPr>
          <p:spPr>
            <a:xfrm>
              <a:off x="10481026" y="2710959"/>
              <a:ext cx="648072" cy="648072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15" name="Google Shape;615;p63"/>
            <p:cNvCxnSpPr>
              <a:stCxn id="616" idx="0"/>
              <a:endCxn id="611" idx="4"/>
            </p:cNvCxnSpPr>
            <p:nvPr/>
          </p:nvCxnSpPr>
          <p:spPr>
            <a:xfrm rot="10800000">
              <a:off x="9362817" y="2429214"/>
              <a:ext cx="0" cy="15075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7" name="Google Shape;617;p63"/>
            <p:cNvCxnSpPr>
              <a:stCxn id="616" idx="0"/>
              <a:endCxn id="618" idx="4"/>
            </p:cNvCxnSpPr>
            <p:nvPr/>
          </p:nvCxnSpPr>
          <p:spPr>
            <a:xfrm rot="10800000">
              <a:off x="8882217" y="3257514"/>
              <a:ext cx="480600" cy="6792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9" name="Google Shape;619;p63"/>
            <p:cNvCxnSpPr>
              <a:stCxn id="616" idx="0"/>
              <a:endCxn id="620" idx="4"/>
            </p:cNvCxnSpPr>
            <p:nvPr/>
          </p:nvCxnSpPr>
          <p:spPr>
            <a:xfrm flipH="1" rot="10800000">
              <a:off x="9362817" y="3257514"/>
              <a:ext cx="480600" cy="6792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1" name="Google Shape;621;p63"/>
            <p:cNvCxnSpPr>
              <a:stCxn id="616" idx="0"/>
              <a:endCxn id="614" idx="2"/>
            </p:cNvCxnSpPr>
            <p:nvPr/>
          </p:nvCxnSpPr>
          <p:spPr>
            <a:xfrm flipH="1" rot="10800000">
              <a:off x="9362817" y="3034914"/>
              <a:ext cx="1118100" cy="9018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2" name="Google Shape;622;p63"/>
            <p:cNvSpPr/>
            <p:nvPr/>
          </p:nvSpPr>
          <p:spPr>
            <a:xfrm>
              <a:off x="8720130" y="2343757"/>
              <a:ext cx="611784" cy="1566250"/>
            </a:xfrm>
            <a:custGeom>
              <a:rect b="b" l="l" r="r" t="t"/>
              <a:pathLst>
                <a:path extrusionOk="0" h="1566249" w="506994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3" name="Google Shape;623;p63"/>
            <p:cNvSpPr/>
            <p:nvPr/>
          </p:nvSpPr>
          <p:spPr>
            <a:xfrm flipH="1">
              <a:off x="9400241" y="2343757"/>
              <a:ext cx="611784" cy="1566250"/>
            </a:xfrm>
            <a:custGeom>
              <a:rect b="b" l="l" r="r" t="t"/>
              <a:pathLst>
                <a:path extrusionOk="0" h="1566249" w="506994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24" name="Google Shape;624;p63"/>
            <p:cNvCxnSpPr>
              <a:stCxn id="610" idx="6"/>
              <a:endCxn id="616" idx="0"/>
            </p:cNvCxnSpPr>
            <p:nvPr/>
          </p:nvCxnSpPr>
          <p:spPr>
            <a:xfrm>
              <a:off x="8244606" y="3034995"/>
              <a:ext cx="1118100" cy="9018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5" name="Google Shape;625;p63"/>
            <p:cNvCxnSpPr>
              <a:stCxn id="616" idx="0"/>
              <a:endCxn id="626" idx="7"/>
            </p:cNvCxnSpPr>
            <p:nvPr/>
          </p:nvCxnSpPr>
          <p:spPr>
            <a:xfrm rot="10800000">
              <a:off x="8630517" y="3462114"/>
              <a:ext cx="732300" cy="4746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7" name="Google Shape;627;p63"/>
            <p:cNvCxnSpPr>
              <a:stCxn id="616" idx="0"/>
              <a:endCxn id="628" idx="1"/>
            </p:cNvCxnSpPr>
            <p:nvPr/>
          </p:nvCxnSpPr>
          <p:spPr>
            <a:xfrm flipH="1" rot="10800000">
              <a:off x="9362817" y="3462114"/>
              <a:ext cx="732300" cy="474600"/>
            </a:xfrm>
            <a:prstGeom prst="straightConnector1">
              <a:avLst/>
            </a:prstGeom>
            <a:noFill/>
            <a:ln cap="flat" cmpd="sng" w="25400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6" name="Google Shape;616;p63"/>
            <p:cNvSpPr/>
            <p:nvPr/>
          </p:nvSpPr>
          <p:spPr>
            <a:xfrm>
              <a:off x="9255482" y="3936714"/>
              <a:ext cx="214669" cy="214669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8" name="Google Shape;628;p63"/>
            <p:cNvSpPr/>
            <p:nvPr/>
          </p:nvSpPr>
          <p:spPr>
            <a:xfrm>
              <a:off x="10000278" y="3367084"/>
              <a:ext cx="648072" cy="648072"/>
            </a:xfrm>
            <a:prstGeom prst="ellipse">
              <a:avLst/>
            </a:prstGeom>
            <a:solidFill>
              <a:srgbClr val="0075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6" name="Google Shape;626;p63"/>
            <p:cNvSpPr/>
            <p:nvPr/>
          </p:nvSpPr>
          <p:spPr>
            <a:xfrm>
              <a:off x="8077282" y="3367084"/>
              <a:ext cx="648072" cy="648072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8" name="Google Shape;618;p63"/>
            <p:cNvSpPr/>
            <p:nvPr/>
          </p:nvSpPr>
          <p:spPr>
            <a:xfrm>
              <a:off x="8558031" y="2609329"/>
              <a:ext cx="648072" cy="648072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0" name="Google Shape;620;p63"/>
            <p:cNvSpPr/>
            <p:nvPr/>
          </p:nvSpPr>
          <p:spPr>
            <a:xfrm>
              <a:off x="9519529" y="2609329"/>
              <a:ext cx="648072" cy="648072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9" name="Google Shape;629;p63"/>
            <p:cNvSpPr/>
            <p:nvPr/>
          </p:nvSpPr>
          <p:spPr>
            <a:xfrm>
              <a:off x="9652056" y="2726931"/>
              <a:ext cx="372568" cy="412868"/>
            </a:xfrm>
            <a:custGeom>
              <a:rect b="b" l="l" r="r" t="t"/>
              <a:pathLst>
                <a:path extrusionOk="0" h="3960440" w="3573863">
                  <a:moveTo>
                    <a:pt x="1778235" y="2854144"/>
                  </a:moveTo>
                  <a:cubicBezTo>
                    <a:pt x="1630806" y="2921039"/>
                    <a:pt x="1485756" y="2976063"/>
                    <a:pt x="1346395" y="3019665"/>
                  </a:cubicBezTo>
                  <a:cubicBezTo>
                    <a:pt x="1449229" y="3443341"/>
                    <a:pt x="1614264" y="3717505"/>
                    <a:pt x="1800200" y="3717505"/>
                  </a:cubicBezTo>
                  <a:cubicBezTo>
                    <a:pt x="1981797" y="3717505"/>
                    <a:pt x="2143458" y="3455988"/>
                    <a:pt x="2246629" y="3049019"/>
                  </a:cubicBezTo>
                  <a:cubicBezTo>
                    <a:pt x="2095629" y="2998005"/>
                    <a:pt x="1938082" y="2933129"/>
                    <a:pt x="1778235" y="2854144"/>
                  </a:cubicBezTo>
                  <a:close/>
                  <a:moveTo>
                    <a:pt x="1266675" y="2564179"/>
                  </a:moveTo>
                  <a:lnTo>
                    <a:pt x="1299457" y="2790710"/>
                  </a:lnTo>
                  <a:cubicBezTo>
                    <a:pt x="1367662" y="2767618"/>
                    <a:pt x="1437614" y="2740949"/>
                    <a:pt x="1508914" y="2711076"/>
                  </a:cubicBezTo>
                  <a:cubicBezTo>
                    <a:pt x="1464441" y="2687582"/>
                    <a:pt x="1420733" y="2661738"/>
                    <a:pt x="1377054" y="2634978"/>
                  </a:cubicBezTo>
                  <a:close/>
                  <a:moveTo>
                    <a:pt x="2333774" y="2560277"/>
                  </a:moveTo>
                  <a:cubicBezTo>
                    <a:pt x="2295625" y="2584830"/>
                    <a:pt x="2256319" y="2608268"/>
                    <a:pt x="2216371" y="2631332"/>
                  </a:cubicBezTo>
                  <a:lnTo>
                    <a:pt x="2055143" y="2720029"/>
                  </a:lnTo>
                  <a:cubicBezTo>
                    <a:pt x="2137322" y="2758240"/>
                    <a:pt x="2218112" y="2791558"/>
                    <a:pt x="2296361" y="2820732"/>
                  </a:cubicBezTo>
                  <a:cubicBezTo>
                    <a:pt x="2311421" y="2737872"/>
                    <a:pt x="2324309" y="2650858"/>
                    <a:pt x="2333774" y="2560277"/>
                  </a:cubicBezTo>
                  <a:close/>
                  <a:moveTo>
                    <a:pt x="2938347" y="2115420"/>
                  </a:moveTo>
                  <a:cubicBezTo>
                    <a:pt x="2833874" y="2209266"/>
                    <a:pt x="2717689" y="2301450"/>
                    <a:pt x="2591514" y="2390104"/>
                  </a:cubicBezTo>
                  <a:cubicBezTo>
                    <a:pt x="2577332" y="2568819"/>
                    <a:pt x="2551964" y="2738541"/>
                    <a:pt x="2518016" y="2895802"/>
                  </a:cubicBezTo>
                  <a:cubicBezTo>
                    <a:pt x="2567345" y="2910267"/>
                    <a:pt x="2615150" y="2922759"/>
                    <a:pt x="2661232" y="2933072"/>
                  </a:cubicBezTo>
                  <a:cubicBezTo>
                    <a:pt x="2712976" y="2857644"/>
                    <a:pt x="2799843" y="2808312"/>
                    <a:pt x="2898232" y="2808312"/>
                  </a:cubicBezTo>
                  <a:cubicBezTo>
                    <a:pt x="3002730" y="2808312"/>
                    <a:pt x="3094231" y="2863960"/>
                    <a:pt x="3143840" y="2947770"/>
                  </a:cubicBezTo>
                  <a:cubicBezTo>
                    <a:pt x="3206751" y="2930092"/>
                    <a:pt x="3253488" y="2897708"/>
                    <a:pt x="3281582" y="2851851"/>
                  </a:cubicBezTo>
                  <a:cubicBezTo>
                    <a:pt x="3377140" y="2695873"/>
                    <a:pt x="3235870" y="2418527"/>
                    <a:pt x="2938347" y="2115420"/>
                  </a:cubicBezTo>
                  <a:close/>
                  <a:moveTo>
                    <a:pt x="653371" y="2086408"/>
                  </a:moveTo>
                  <a:cubicBezTo>
                    <a:pt x="358768" y="2375931"/>
                    <a:pt x="216958" y="2642817"/>
                    <a:pt x="306838" y="2798494"/>
                  </a:cubicBezTo>
                  <a:cubicBezTo>
                    <a:pt x="395033" y="2951251"/>
                    <a:pt x="687498" y="2964353"/>
                    <a:pt x="1074605" y="2860911"/>
                  </a:cubicBezTo>
                  <a:cubicBezTo>
                    <a:pt x="1044150" y="2711390"/>
                    <a:pt x="1021245" y="2551128"/>
                    <a:pt x="1007054" y="2383079"/>
                  </a:cubicBezTo>
                  <a:cubicBezTo>
                    <a:pt x="877997" y="2286402"/>
                    <a:pt x="759493" y="2186798"/>
                    <a:pt x="653371" y="2086408"/>
                  </a:cubicBezTo>
                  <a:close/>
                  <a:moveTo>
                    <a:pt x="2606852" y="1818110"/>
                  </a:moveTo>
                  <a:cubicBezTo>
                    <a:pt x="2609297" y="1871560"/>
                    <a:pt x="2610200" y="1925632"/>
                    <a:pt x="2610200" y="1980220"/>
                  </a:cubicBezTo>
                  <a:lnTo>
                    <a:pt x="2607655" y="2082108"/>
                  </a:lnTo>
                  <a:cubicBezTo>
                    <a:pt x="2664327" y="2040229"/>
                    <a:pt x="2718004" y="1997635"/>
                    <a:pt x="2768733" y="1954977"/>
                  </a:cubicBezTo>
                  <a:cubicBezTo>
                    <a:pt x="2718041" y="1909108"/>
                    <a:pt x="2663841" y="1863560"/>
                    <a:pt x="2606852" y="1818110"/>
                  </a:cubicBezTo>
                  <a:close/>
                  <a:moveTo>
                    <a:pt x="995280" y="1792420"/>
                  </a:moveTo>
                  <a:cubicBezTo>
                    <a:pt x="935444" y="1837415"/>
                    <a:pt x="878912" y="1882984"/>
                    <a:pt x="825924" y="1928708"/>
                  </a:cubicBezTo>
                  <a:cubicBezTo>
                    <a:pt x="877915" y="1975725"/>
                    <a:pt x="933502" y="2022554"/>
                    <a:pt x="992040" y="2069282"/>
                  </a:cubicBezTo>
                  <a:cubicBezTo>
                    <a:pt x="990470" y="2039771"/>
                    <a:pt x="990200" y="2010073"/>
                    <a:pt x="990200" y="1980220"/>
                  </a:cubicBezTo>
                  <a:close/>
                  <a:moveTo>
                    <a:pt x="1800199" y="1584251"/>
                  </a:moveTo>
                  <a:cubicBezTo>
                    <a:pt x="1999044" y="1584251"/>
                    <a:pt x="2160239" y="1745446"/>
                    <a:pt x="2160239" y="1944291"/>
                  </a:cubicBezTo>
                  <a:cubicBezTo>
                    <a:pt x="2160239" y="2143136"/>
                    <a:pt x="1999044" y="2304331"/>
                    <a:pt x="1800199" y="2304331"/>
                  </a:cubicBezTo>
                  <a:cubicBezTo>
                    <a:pt x="1601354" y="2304331"/>
                    <a:pt x="1440159" y="2143136"/>
                    <a:pt x="1440159" y="1944291"/>
                  </a:cubicBezTo>
                  <a:cubicBezTo>
                    <a:pt x="1440159" y="1745446"/>
                    <a:pt x="1601354" y="1584251"/>
                    <a:pt x="1800199" y="1584251"/>
                  </a:cubicBezTo>
                  <a:close/>
                  <a:moveTo>
                    <a:pt x="1799180" y="1292973"/>
                  </a:moveTo>
                  <a:cubicBezTo>
                    <a:pt x="1709473" y="1337408"/>
                    <a:pt x="1618838" y="1386220"/>
                    <a:pt x="1527839" y="1438759"/>
                  </a:cubicBezTo>
                  <a:cubicBezTo>
                    <a:pt x="1430103" y="1495187"/>
                    <a:pt x="1336299" y="1553400"/>
                    <a:pt x="1247277" y="1612889"/>
                  </a:cubicBezTo>
                  <a:cubicBezTo>
                    <a:pt x="1237518" y="1731224"/>
                    <a:pt x="1233135" y="1854154"/>
                    <a:pt x="1233135" y="1980220"/>
                  </a:cubicBezTo>
                  <a:lnTo>
                    <a:pt x="1242214" y="2256132"/>
                  </a:lnTo>
                  <a:cubicBezTo>
                    <a:pt x="1325337" y="2314701"/>
                    <a:pt x="1412868" y="2372018"/>
                    <a:pt x="1503964" y="2427827"/>
                  </a:cubicBezTo>
                  <a:cubicBezTo>
                    <a:pt x="1597846" y="2485344"/>
                    <a:pt x="1691436" y="2538760"/>
                    <a:pt x="1784393" y="2586751"/>
                  </a:cubicBezTo>
                  <a:cubicBezTo>
                    <a:pt x="1886614" y="2536574"/>
                    <a:pt x="1990519" y="2481211"/>
                    <a:pt x="2094904" y="2420944"/>
                  </a:cubicBezTo>
                  <a:cubicBezTo>
                    <a:pt x="2186771" y="2367905"/>
                    <a:pt x="2275164" y="2313288"/>
                    <a:pt x="2359234" y="2257296"/>
                  </a:cubicBezTo>
                  <a:cubicBezTo>
                    <a:pt x="2364812" y="2167101"/>
                    <a:pt x="2367265" y="2074538"/>
                    <a:pt x="2367265" y="1980220"/>
                  </a:cubicBezTo>
                  <a:lnTo>
                    <a:pt x="2355768" y="1630798"/>
                  </a:lnTo>
                  <a:cubicBezTo>
                    <a:pt x="2273382" y="1572781"/>
                    <a:pt x="2186657" y="1516029"/>
                    <a:pt x="2096435" y="1460755"/>
                  </a:cubicBezTo>
                  <a:cubicBezTo>
                    <a:pt x="1996852" y="1399746"/>
                    <a:pt x="1897599" y="1343351"/>
                    <a:pt x="1799180" y="1292973"/>
                  </a:cubicBezTo>
                  <a:close/>
                  <a:moveTo>
                    <a:pt x="2285222" y="1081939"/>
                  </a:moveTo>
                  <a:cubicBezTo>
                    <a:pt x="2215903" y="1106831"/>
                    <a:pt x="2144721" y="1134831"/>
                    <a:pt x="2072395" y="1166375"/>
                  </a:cubicBezTo>
                  <a:cubicBezTo>
                    <a:pt x="2123126" y="1193433"/>
                    <a:pt x="2173254" y="1222917"/>
                    <a:pt x="2223344" y="1253604"/>
                  </a:cubicBezTo>
                  <a:lnTo>
                    <a:pt x="2324429" y="1318442"/>
                  </a:lnTo>
                  <a:cubicBezTo>
                    <a:pt x="2313395" y="1236228"/>
                    <a:pt x="2300359" y="1157186"/>
                    <a:pt x="2285222" y="1081939"/>
                  </a:cubicBezTo>
                  <a:close/>
                  <a:moveTo>
                    <a:pt x="1317316" y="1072756"/>
                  </a:moveTo>
                  <a:cubicBezTo>
                    <a:pt x="1302241" y="1146918"/>
                    <a:pt x="1288992" y="1224776"/>
                    <a:pt x="1278338" y="1305859"/>
                  </a:cubicBezTo>
                  <a:cubicBezTo>
                    <a:pt x="1319937" y="1279161"/>
                    <a:pt x="1362772" y="1253543"/>
                    <a:pt x="1406371" y="1228371"/>
                  </a:cubicBezTo>
                  <a:lnTo>
                    <a:pt x="1529166" y="1160817"/>
                  </a:lnTo>
                  <a:cubicBezTo>
                    <a:pt x="1457109" y="1128012"/>
                    <a:pt x="1386248" y="1098795"/>
                    <a:pt x="1317316" y="1072756"/>
                  </a:cubicBezTo>
                  <a:close/>
                  <a:moveTo>
                    <a:pt x="2999167" y="931965"/>
                  </a:moveTo>
                  <a:cubicBezTo>
                    <a:pt x="2863797" y="929602"/>
                    <a:pt x="2695165" y="956643"/>
                    <a:pt x="2505705" y="1011187"/>
                  </a:cubicBezTo>
                  <a:cubicBezTo>
                    <a:pt x="2540918" y="1162557"/>
                    <a:pt x="2567684" y="1326382"/>
                    <a:pt x="2585126" y="1499198"/>
                  </a:cubicBezTo>
                  <a:cubicBezTo>
                    <a:pt x="2715788" y="1596638"/>
                    <a:pt x="2835744" y="1697107"/>
                    <a:pt x="2943147" y="1798370"/>
                  </a:cubicBezTo>
                  <a:cubicBezTo>
                    <a:pt x="3255545" y="1499362"/>
                    <a:pt x="3408394" y="1221406"/>
                    <a:pt x="3315904" y="1061209"/>
                  </a:cubicBezTo>
                  <a:cubicBezTo>
                    <a:pt x="3266970" y="976452"/>
                    <a:pt x="3155149" y="934688"/>
                    <a:pt x="2999167" y="931965"/>
                  </a:cubicBezTo>
                  <a:close/>
                  <a:moveTo>
                    <a:pt x="638815" y="915787"/>
                  </a:moveTo>
                  <a:cubicBezTo>
                    <a:pt x="482814" y="914444"/>
                    <a:pt x="369943" y="953278"/>
                    <a:pt x="318816" y="1036731"/>
                  </a:cubicBezTo>
                  <a:cubicBezTo>
                    <a:pt x="287500" y="1087848"/>
                    <a:pt x="281619" y="1151999"/>
                    <a:pt x="300317" y="1225375"/>
                  </a:cubicBezTo>
                  <a:cubicBezTo>
                    <a:pt x="453717" y="1230852"/>
                    <a:pt x="576064" y="1357222"/>
                    <a:pt x="576064" y="1512168"/>
                  </a:cubicBezTo>
                  <a:cubicBezTo>
                    <a:pt x="576064" y="1559570"/>
                    <a:pt x="564614" y="1604297"/>
                    <a:pt x="543189" y="1643149"/>
                  </a:cubicBezTo>
                  <a:cubicBezTo>
                    <a:pt x="577674" y="1684387"/>
                    <a:pt x="615806" y="1726058"/>
                    <a:pt x="656975" y="1768243"/>
                  </a:cubicBezTo>
                  <a:cubicBezTo>
                    <a:pt x="764771" y="1670077"/>
                    <a:pt x="885233" y="1573151"/>
                    <a:pt x="1016791" y="1480089"/>
                  </a:cubicBezTo>
                  <a:cubicBezTo>
                    <a:pt x="1034643" y="1309060"/>
                    <a:pt x="1062149" y="1147092"/>
                    <a:pt x="1097625" y="997448"/>
                  </a:cubicBezTo>
                  <a:cubicBezTo>
                    <a:pt x="922693" y="944833"/>
                    <a:pt x="766343" y="916885"/>
                    <a:pt x="638815" y="915787"/>
                  </a:cubicBezTo>
                  <a:close/>
                  <a:moveTo>
                    <a:pt x="1800200" y="242935"/>
                  </a:moveTo>
                  <a:cubicBezTo>
                    <a:pt x="1628632" y="242935"/>
                    <a:pt x="1474860" y="476364"/>
                    <a:pt x="1371457" y="845375"/>
                  </a:cubicBezTo>
                  <a:cubicBezTo>
                    <a:pt x="1510785" y="893390"/>
                    <a:pt x="1655544" y="953061"/>
                    <a:pt x="1802618" y="1024206"/>
                  </a:cubicBezTo>
                  <a:cubicBezTo>
                    <a:pt x="1948575" y="956462"/>
                    <a:pt x="2092393" y="899996"/>
                    <a:pt x="2231205" y="855254"/>
                  </a:cubicBezTo>
                  <a:cubicBezTo>
                    <a:pt x="2203972" y="756128"/>
                    <a:pt x="2173100" y="666602"/>
                    <a:pt x="2138735" y="588741"/>
                  </a:cubicBezTo>
                  <a:cubicBezTo>
                    <a:pt x="1989649" y="579063"/>
                    <a:pt x="1872207" y="454685"/>
                    <a:pt x="1872207" y="302877"/>
                  </a:cubicBezTo>
                  <a:lnTo>
                    <a:pt x="1876505" y="260249"/>
                  </a:lnTo>
                  <a:cubicBezTo>
                    <a:pt x="1851965" y="248332"/>
                    <a:pt x="1826288" y="242935"/>
                    <a:pt x="1800200" y="242935"/>
                  </a:cubicBezTo>
                  <a:close/>
                  <a:moveTo>
                    <a:pt x="1800200" y="0"/>
                  </a:moveTo>
                  <a:cubicBezTo>
                    <a:pt x="1869864" y="0"/>
                    <a:pt x="1937474" y="21500"/>
                    <a:pt x="2001400" y="62841"/>
                  </a:cubicBezTo>
                  <a:cubicBezTo>
                    <a:pt x="2046831" y="32440"/>
                    <a:pt x="2101480" y="14845"/>
                    <a:pt x="2160239" y="14845"/>
                  </a:cubicBezTo>
                  <a:cubicBezTo>
                    <a:pt x="2319315" y="14845"/>
                    <a:pt x="2448271" y="143801"/>
                    <a:pt x="2448271" y="302877"/>
                  </a:cubicBezTo>
                  <a:cubicBezTo>
                    <a:pt x="2448271" y="390874"/>
                    <a:pt x="2408810" y="469655"/>
                    <a:pt x="2345781" y="521503"/>
                  </a:cubicBezTo>
                  <a:cubicBezTo>
                    <a:pt x="2383927" y="603296"/>
                    <a:pt x="2417431" y="693947"/>
                    <a:pt x="2447297" y="791609"/>
                  </a:cubicBezTo>
                  <a:cubicBezTo>
                    <a:pt x="2970165" y="657950"/>
                    <a:pt x="3387629" y="699569"/>
                    <a:pt x="3526292" y="939741"/>
                  </a:cubicBezTo>
                  <a:cubicBezTo>
                    <a:pt x="3666393" y="1182403"/>
                    <a:pt x="3488654" y="1570199"/>
                    <a:pt x="3103466" y="1960424"/>
                  </a:cubicBezTo>
                  <a:cubicBezTo>
                    <a:pt x="3470949" y="2355583"/>
                    <a:pt x="3633606" y="2742288"/>
                    <a:pt x="3488732" y="2978761"/>
                  </a:cubicBezTo>
                  <a:cubicBezTo>
                    <a:pt x="3428277" y="3077440"/>
                    <a:pt x="3320191" y="3140292"/>
                    <a:pt x="3176550" y="3166836"/>
                  </a:cubicBezTo>
                  <a:cubicBezTo>
                    <a:pt x="3145985" y="3291955"/>
                    <a:pt x="3032902" y="3384376"/>
                    <a:pt x="2898232" y="3384376"/>
                  </a:cubicBezTo>
                  <a:cubicBezTo>
                    <a:pt x="2756837" y="3384376"/>
                    <a:pt x="2639238" y="3282493"/>
                    <a:pt x="2615411" y="3148031"/>
                  </a:cubicBezTo>
                  <a:cubicBezTo>
                    <a:pt x="2565981" y="3138986"/>
                    <a:pt x="2515458" y="3127210"/>
                    <a:pt x="2463844" y="3113602"/>
                  </a:cubicBezTo>
                  <a:cubicBezTo>
                    <a:pt x="2318011" y="3625660"/>
                    <a:pt x="2075098" y="3960440"/>
                    <a:pt x="1800200" y="3960440"/>
                  </a:cubicBezTo>
                  <a:cubicBezTo>
                    <a:pt x="1519205" y="3960440"/>
                    <a:pt x="1271629" y="3610643"/>
                    <a:pt x="1127186" y="3079228"/>
                  </a:cubicBezTo>
                  <a:cubicBezTo>
                    <a:pt x="627082" y="3198995"/>
                    <a:pt x="230836" y="3152724"/>
                    <a:pt x="96450" y="2919961"/>
                  </a:cubicBezTo>
                  <a:cubicBezTo>
                    <a:pt x="-40561" y="2682651"/>
                    <a:pt x="126404" y="2306537"/>
                    <a:pt x="494549" y="1925523"/>
                  </a:cubicBezTo>
                  <a:lnTo>
                    <a:pt x="373580" y="1785812"/>
                  </a:lnTo>
                  <a:cubicBezTo>
                    <a:pt x="346850" y="1795631"/>
                    <a:pt x="317974" y="1800200"/>
                    <a:pt x="288032" y="1800200"/>
                  </a:cubicBezTo>
                  <a:cubicBezTo>
                    <a:pt x="128956" y="1800200"/>
                    <a:pt x="0" y="1671244"/>
                    <a:pt x="0" y="1512168"/>
                  </a:cubicBezTo>
                  <a:cubicBezTo>
                    <a:pt x="0" y="1428111"/>
                    <a:pt x="36006" y="1352464"/>
                    <a:pt x="94065" y="1300493"/>
                  </a:cubicBezTo>
                  <a:cubicBezTo>
                    <a:pt x="43643" y="1149446"/>
                    <a:pt x="47337" y="1014823"/>
                    <a:pt x="111666" y="909822"/>
                  </a:cubicBezTo>
                  <a:cubicBezTo>
                    <a:pt x="253078" y="678998"/>
                    <a:pt x="655099" y="644207"/>
                    <a:pt x="1156926" y="780244"/>
                  </a:cubicBezTo>
                  <a:cubicBezTo>
                    <a:pt x="1303899" y="305876"/>
                    <a:pt x="1537438" y="0"/>
                    <a:pt x="1800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0" name="Google Shape;630;p63"/>
            <p:cNvSpPr/>
            <p:nvPr/>
          </p:nvSpPr>
          <p:spPr>
            <a:xfrm>
              <a:off x="8218554" y="2157258"/>
              <a:ext cx="376297" cy="374916"/>
            </a:xfrm>
            <a:custGeom>
              <a:rect b="b" l="l" r="r" t="t"/>
              <a:pathLst>
                <a:path extrusionOk="0" h="3945921" w="3960440">
                  <a:moveTo>
                    <a:pt x="1598844" y="0"/>
                  </a:moveTo>
                  <a:cubicBezTo>
                    <a:pt x="1857342" y="0"/>
                    <a:pt x="2066896" y="209554"/>
                    <a:pt x="2066896" y="468052"/>
                  </a:cubicBezTo>
                  <a:cubicBezTo>
                    <a:pt x="2066896" y="646802"/>
                    <a:pt x="1966694" y="802149"/>
                    <a:pt x="1818364" y="879058"/>
                  </a:cubicBezTo>
                  <a:lnTo>
                    <a:pt x="1965948" y="1429850"/>
                  </a:lnTo>
                  <a:cubicBezTo>
                    <a:pt x="2234183" y="1439289"/>
                    <a:pt x="2449559" y="1654793"/>
                    <a:pt x="2458766" y="1923094"/>
                  </a:cubicBezTo>
                  <a:lnTo>
                    <a:pt x="3052787" y="2082261"/>
                  </a:lnTo>
                  <a:cubicBezTo>
                    <a:pt x="3115207" y="1899813"/>
                    <a:pt x="3288586" y="1769556"/>
                    <a:pt x="3492388" y="1769556"/>
                  </a:cubicBezTo>
                  <a:cubicBezTo>
                    <a:pt x="3750886" y="1769556"/>
                    <a:pt x="3960440" y="1979110"/>
                    <a:pt x="3960440" y="2237608"/>
                  </a:cubicBezTo>
                  <a:cubicBezTo>
                    <a:pt x="3960440" y="2496106"/>
                    <a:pt x="3750886" y="2705660"/>
                    <a:pt x="3492388" y="2705660"/>
                  </a:cubicBezTo>
                  <a:cubicBezTo>
                    <a:pt x="3255123" y="2705660"/>
                    <a:pt x="3059091" y="2529117"/>
                    <a:pt x="3030620" y="2299941"/>
                  </a:cubicBezTo>
                  <a:lnTo>
                    <a:pt x="2422827" y="2137084"/>
                  </a:lnTo>
                  <a:cubicBezTo>
                    <a:pt x="2374914" y="2257246"/>
                    <a:pt x="2282973" y="2354960"/>
                    <a:pt x="2166800" y="2410258"/>
                  </a:cubicBezTo>
                  <a:lnTo>
                    <a:pt x="2329067" y="3015847"/>
                  </a:lnTo>
                  <a:cubicBezTo>
                    <a:pt x="2559464" y="3043136"/>
                    <a:pt x="2737303" y="3239734"/>
                    <a:pt x="2737303" y="3477869"/>
                  </a:cubicBezTo>
                  <a:cubicBezTo>
                    <a:pt x="2737303" y="3736367"/>
                    <a:pt x="2527749" y="3945921"/>
                    <a:pt x="2269251" y="3945921"/>
                  </a:cubicBezTo>
                  <a:cubicBezTo>
                    <a:pt x="2010753" y="3945921"/>
                    <a:pt x="1801199" y="3736367"/>
                    <a:pt x="1801199" y="3477869"/>
                  </a:cubicBezTo>
                  <a:cubicBezTo>
                    <a:pt x="1801199" y="3274904"/>
                    <a:pt x="1930388" y="3102113"/>
                    <a:pt x="2111643" y="3038969"/>
                  </a:cubicBezTo>
                  <a:lnTo>
                    <a:pt x="1956503" y="2459980"/>
                  </a:lnTo>
                  <a:cubicBezTo>
                    <a:pt x="1952432" y="2460875"/>
                    <a:pt x="1948330" y="2460923"/>
                    <a:pt x="1944216" y="2460923"/>
                  </a:cubicBezTo>
                  <a:cubicBezTo>
                    <a:pt x="1742647" y="2460923"/>
                    <a:pt x="1568040" y="2345487"/>
                    <a:pt x="1484865" y="2176122"/>
                  </a:cubicBezTo>
                  <a:lnTo>
                    <a:pt x="930415" y="2324686"/>
                  </a:lnTo>
                  <a:cubicBezTo>
                    <a:pt x="904712" y="2556716"/>
                    <a:pt x="707355" y="2736304"/>
                    <a:pt x="468052" y="2736304"/>
                  </a:cubicBezTo>
                  <a:cubicBezTo>
                    <a:pt x="209554" y="2736304"/>
                    <a:pt x="0" y="2526750"/>
                    <a:pt x="0" y="2268252"/>
                  </a:cubicBezTo>
                  <a:cubicBezTo>
                    <a:pt x="0" y="2009754"/>
                    <a:pt x="209554" y="1800200"/>
                    <a:pt x="468052" y="1800200"/>
                  </a:cubicBezTo>
                  <a:cubicBezTo>
                    <a:pt x="669892" y="1800200"/>
                    <a:pt x="841893" y="1927961"/>
                    <a:pt x="906009" y="2107606"/>
                  </a:cubicBezTo>
                  <a:lnTo>
                    <a:pt x="1429897" y="1967231"/>
                  </a:lnTo>
                  <a:cubicBezTo>
                    <a:pt x="1427753" y="1959679"/>
                    <a:pt x="1427584" y="1952005"/>
                    <a:pt x="1427584" y="1944291"/>
                  </a:cubicBezTo>
                  <a:cubicBezTo>
                    <a:pt x="1427584" y="1727054"/>
                    <a:pt x="1561663" y="1541133"/>
                    <a:pt x="1751891" y="1465536"/>
                  </a:cubicBezTo>
                  <a:lnTo>
                    <a:pt x="1609736" y="935006"/>
                  </a:lnTo>
                  <a:cubicBezTo>
                    <a:pt x="1606130" y="936062"/>
                    <a:pt x="1602492" y="936104"/>
                    <a:pt x="1598844" y="936104"/>
                  </a:cubicBezTo>
                  <a:cubicBezTo>
                    <a:pt x="1340346" y="936104"/>
                    <a:pt x="1130792" y="726550"/>
                    <a:pt x="1130792" y="468052"/>
                  </a:cubicBezTo>
                  <a:cubicBezTo>
                    <a:pt x="1130792" y="209554"/>
                    <a:pt x="1340346" y="0"/>
                    <a:pt x="1598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1" name="Google Shape;631;p63"/>
            <p:cNvSpPr/>
            <p:nvPr/>
          </p:nvSpPr>
          <p:spPr>
            <a:xfrm rot="-900000">
              <a:off x="8195918" y="3533697"/>
              <a:ext cx="387594" cy="314845"/>
            </a:xfrm>
            <a:custGeom>
              <a:rect b="b" l="l" r="r" t="t"/>
              <a:pathLst>
                <a:path extrusionOk="0" h="3321003" w="4088377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2" name="Google Shape;632;p63"/>
            <p:cNvSpPr/>
            <p:nvPr/>
          </p:nvSpPr>
          <p:spPr>
            <a:xfrm rot="8201235">
              <a:off x="10168705" y="2165710"/>
              <a:ext cx="322962" cy="356093"/>
            </a:xfrm>
            <a:custGeom>
              <a:rect b="b" l="l" r="r" t="t"/>
              <a:pathLst>
                <a:path extrusionOk="0" h="4725490" w="4285801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3" name="Google Shape;633;p63"/>
            <p:cNvSpPr/>
            <p:nvPr/>
          </p:nvSpPr>
          <p:spPr>
            <a:xfrm>
              <a:off x="10154968" y="3527975"/>
              <a:ext cx="343151" cy="342750"/>
            </a:xfrm>
            <a:custGeom>
              <a:rect b="b" l="l" r="r" t="t"/>
              <a:pathLst>
                <a:path extrusionOk="0" h="3905794" w="3910377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4" name="Google Shape;634;p63"/>
            <p:cNvSpPr/>
            <p:nvPr/>
          </p:nvSpPr>
          <p:spPr>
            <a:xfrm>
              <a:off x="7825561" y="2860634"/>
              <a:ext cx="265478" cy="348722"/>
            </a:xfrm>
            <a:custGeom>
              <a:rect b="b" l="l" r="r" t="t"/>
              <a:pathLst>
                <a:path extrusionOk="0" h="3973870" w="3025265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5" name="Google Shape;635;p63"/>
            <p:cNvSpPr/>
            <p:nvPr/>
          </p:nvSpPr>
          <p:spPr>
            <a:xfrm>
              <a:off x="9211370" y="1953654"/>
              <a:ext cx="300700" cy="300700"/>
            </a:xfrm>
            <a:custGeom>
              <a:rect b="b" l="l" r="r" t="t"/>
              <a:pathLst>
                <a:path extrusionOk="0" h="3888432" w="3888432">
                  <a:moveTo>
                    <a:pt x="2959265" y="3140417"/>
                  </a:moveTo>
                  <a:cubicBezTo>
                    <a:pt x="2880371" y="3140417"/>
                    <a:pt x="2816414" y="3204374"/>
                    <a:pt x="2816414" y="3283268"/>
                  </a:cubicBezTo>
                  <a:cubicBezTo>
                    <a:pt x="2816414" y="3362162"/>
                    <a:pt x="2880371" y="3426119"/>
                    <a:pt x="2959265" y="3426119"/>
                  </a:cubicBezTo>
                  <a:cubicBezTo>
                    <a:pt x="3038159" y="3426119"/>
                    <a:pt x="3102116" y="3362162"/>
                    <a:pt x="3102116" y="3283268"/>
                  </a:cubicBezTo>
                  <a:cubicBezTo>
                    <a:pt x="3102116" y="3204374"/>
                    <a:pt x="3038159" y="3140417"/>
                    <a:pt x="2959265" y="3140417"/>
                  </a:cubicBezTo>
                  <a:close/>
                  <a:moveTo>
                    <a:pt x="2512916" y="2819124"/>
                  </a:moveTo>
                  <a:lnTo>
                    <a:pt x="2512916" y="3022941"/>
                  </a:lnTo>
                  <a:lnTo>
                    <a:pt x="3405613" y="3022941"/>
                  </a:lnTo>
                  <a:lnTo>
                    <a:pt x="3405613" y="2819124"/>
                  </a:lnTo>
                  <a:close/>
                  <a:moveTo>
                    <a:pt x="741072" y="2504407"/>
                  </a:moveTo>
                  <a:lnTo>
                    <a:pt x="539050" y="2706429"/>
                  </a:lnTo>
                  <a:lnTo>
                    <a:pt x="753654" y="2921033"/>
                  </a:lnTo>
                  <a:lnTo>
                    <a:pt x="539050" y="3135636"/>
                  </a:lnTo>
                  <a:lnTo>
                    <a:pt x="741072" y="3337658"/>
                  </a:lnTo>
                  <a:lnTo>
                    <a:pt x="955676" y="3123054"/>
                  </a:lnTo>
                  <a:lnTo>
                    <a:pt x="1170279" y="3337658"/>
                  </a:lnTo>
                  <a:lnTo>
                    <a:pt x="1372301" y="3135636"/>
                  </a:lnTo>
                  <a:lnTo>
                    <a:pt x="1157697" y="2921033"/>
                  </a:lnTo>
                  <a:lnTo>
                    <a:pt x="1372301" y="2706429"/>
                  </a:lnTo>
                  <a:lnTo>
                    <a:pt x="1170279" y="2504407"/>
                  </a:lnTo>
                  <a:lnTo>
                    <a:pt x="955676" y="2719011"/>
                  </a:lnTo>
                  <a:close/>
                  <a:moveTo>
                    <a:pt x="2959265" y="2415946"/>
                  </a:moveTo>
                  <a:cubicBezTo>
                    <a:pt x="2880371" y="2415946"/>
                    <a:pt x="2816414" y="2479903"/>
                    <a:pt x="2816414" y="2558797"/>
                  </a:cubicBezTo>
                  <a:cubicBezTo>
                    <a:pt x="2816414" y="2637691"/>
                    <a:pt x="2880371" y="2701648"/>
                    <a:pt x="2959265" y="2701648"/>
                  </a:cubicBezTo>
                  <a:cubicBezTo>
                    <a:pt x="3038159" y="2701648"/>
                    <a:pt x="3102116" y="2637691"/>
                    <a:pt x="3102116" y="2558797"/>
                  </a:cubicBezTo>
                  <a:cubicBezTo>
                    <a:pt x="3102116" y="2479903"/>
                    <a:pt x="3038159" y="2415946"/>
                    <a:pt x="2959265" y="2415946"/>
                  </a:cubicBezTo>
                  <a:close/>
                  <a:moveTo>
                    <a:pt x="2536364" y="828590"/>
                  </a:moveTo>
                  <a:lnTo>
                    <a:pt x="2536364" y="1114291"/>
                  </a:lnTo>
                  <a:lnTo>
                    <a:pt x="3429061" y="1114291"/>
                  </a:lnTo>
                  <a:lnTo>
                    <a:pt x="3429061" y="828590"/>
                  </a:lnTo>
                  <a:close/>
                  <a:moveTo>
                    <a:pt x="896557" y="525092"/>
                  </a:moveTo>
                  <a:lnTo>
                    <a:pt x="896557" y="828590"/>
                  </a:lnTo>
                  <a:lnTo>
                    <a:pt x="593059" y="828590"/>
                  </a:lnTo>
                  <a:lnTo>
                    <a:pt x="593059" y="1114291"/>
                  </a:lnTo>
                  <a:lnTo>
                    <a:pt x="896557" y="1114291"/>
                  </a:lnTo>
                  <a:lnTo>
                    <a:pt x="896557" y="1417789"/>
                  </a:lnTo>
                  <a:lnTo>
                    <a:pt x="1182258" y="1417789"/>
                  </a:lnTo>
                  <a:lnTo>
                    <a:pt x="1182258" y="1114291"/>
                  </a:lnTo>
                  <a:lnTo>
                    <a:pt x="1485756" y="1114291"/>
                  </a:lnTo>
                  <a:lnTo>
                    <a:pt x="1485756" y="828590"/>
                  </a:lnTo>
                  <a:lnTo>
                    <a:pt x="1182258" y="828590"/>
                  </a:lnTo>
                  <a:lnTo>
                    <a:pt x="1182258" y="525092"/>
                  </a:lnTo>
                  <a:close/>
                  <a:moveTo>
                    <a:pt x="648085" y="0"/>
                  </a:moveTo>
                  <a:lnTo>
                    <a:pt x="3240347" y="0"/>
                  </a:lnTo>
                  <a:cubicBezTo>
                    <a:pt x="3598274" y="0"/>
                    <a:pt x="3888432" y="290158"/>
                    <a:pt x="3888432" y="648085"/>
                  </a:cubicBezTo>
                  <a:lnTo>
                    <a:pt x="3888432" y="3240347"/>
                  </a:lnTo>
                  <a:cubicBezTo>
                    <a:pt x="3888432" y="3598274"/>
                    <a:pt x="3598274" y="3888432"/>
                    <a:pt x="3240347" y="3888432"/>
                  </a:cubicBezTo>
                  <a:lnTo>
                    <a:pt x="648085" y="3888432"/>
                  </a:lnTo>
                  <a:cubicBezTo>
                    <a:pt x="290158" y="3888432"/>
                    <a:pt x="0" y="3598274"/>
                    <a:pt x="0" y="3240347"/>
                  </a:cubicBezTo>
                  <a:lnTo>
                    <a:pt x="0" y="648085"/>
                  </a:lnTo>
                  <a:cubicBezTo>
                    <a:pt x="0" y="290158"/>
                    <a:pt x="290158" y="0"/>
                    <a:pt x="6480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6" name="Google Shape;636;p63"/>
            <p:cNvSpPr/>
            <p:nvPr/>
          </p:nvSpPr>
          <p:spPr>
            <a:xfrm>
              <a:off x="10648350" y="2860722"/>
              <a:ext cx="360864" cy="355077"/>
            </a:xfrm>
            <a:custGeom>
              <a:rect b="b" l="l" r="r" t="t"/>
              <a:pathLst>
                <a:path extrusionOk="0" h="3162551" w="3214097">
                  <a:moveTo>
                    <a:pt x="1014592" y="2306036"/>
                  </a:moveTo>
                  <a:cubicBezTo>
                    <a:pt x="854868" y="2306036"/>
                    <a:pt x="725386" y="2435518"/>
                    <a:pt x="725386" y="2595242"/>
                  </a:cubicBezTo>
                  <a:cubicBezTo>
                    <a:pt x="725386" y="2754966"/>
                    <a:pt x="854868" y="2884448"/>
                    <a:pt x="1014592" y="2884448"/>
                  </a:cubicBezTo>
                  <a:cubicBezTo>
                    <a:pt x="1174316" y="2884448"/>
                    <a:pt x="1303798" y="2754966"/>
                    <a:pt x="1303798" y="2595242"/>
                  </a:cubicBezTo>
                  <a:cubicBezTo>
                    <a:pt x="1303798" y="2435518"/>
                    <a:pt x="1174316" y="2306036"/>
                    <a:pt x="1014592" y="2306036"/>
                  </a:cubicBezTo>
                  <a:close/>
                  <a:moveTo>
                    <a:pt x="481275" y="1691816"/>
                  </a:moveTo>
                  <a:cubicBezTo>
                    <a:pt x="321551" y="1691816"/>
                    <a:pt x="192069" y="1821298"/>
                    <a:pt x="192069" y="1981022"/>
                  </a:cubicBezTo>
                  <a:cubicBezTo>
                    <a:pt x="192069" y="2140746"/>
                    <a:pt x="321551" y="2270228"/>
                    <a:pt x="481275" y="2270228"/>
                  </a:cubicBezTo>
                  <a:cubicBezTo>
                    <a:pt x="640999" y="2270228"/>
                    <a:pt x="770481" y="2140746"/>
                    <a:pt x="770481" y="1981022"/>
                  </a:cubicBezTo>
                  <a:cubicBezTo>
                    <a:pt x="770481" y="1821298"/>
                    <a:pt x="640999" y="1691816"/>
                    <a:pt x="481275" y="1691816"/>
                  </a:cubicBezTo>
                  <a:close/>
                  <a:moveTo>
                    <a:pt x="2764751" y="1113404"/>
                  </a:moveTo>
                  <a:cubicBezTo>
                    <a:pt x="2605027" y="1113404"/>
                    <a:pt x="2475545" y="1242886"/>
                    <a:pt x="2475545" y="1402610"/>
                  </a:cubicBezTo>
                  <a:cubicBezTo>
                    <a:pt x="2475545" y="1562334"/>
                    <a:pt x="2605027" y="1691816"/>
                    <a:pt x="2764751" y="1691816"/>
                  </a:cubicBezTo>
                  <a:cubicBezTo>
                    <a:pt x="2924475" y="1691816"/>
                    <a:pt x="3053957" y="1562334"/>
                    <a:pt x="3053957" y="1402610"/>
                  </a:cubicBezTo>
                  <a:cubicBezTo>
                    <a:pt x="3053957" y="1242886"/>
                    <a:pt x="2924475" y="1113404"/>
                    <a:pt x="2764751" y="1113404"/>
                  </a:cubicBezTo>
                  <a:close/>
                  <a:moveTo>
                    <a:pt x="532503" y="881964"/>
                  </a:moveTo>
                  <a:cubicBezTo>
                    <a:pt x="372779" y="881964"/>
                    <a:pt x="243297" y="1011446"/>
                    <a:pt x="243297" y="1171170"/>
                  </a:cubicBezTo>
                  <a:cubicBezTo>
                    <a:pt x="243297" y="1330894"/>
                    <a:pt x="372779" y="1460376"/>
                    <a:pt x="532503" y="1460376"/>
                  </a:cubicBezTo>
                  <a:cubicBezTo>
                    <a:pt x="692227" y="1460376"/>
                    <a:pt x="821709" y="1330894"/>
                    <a:pt x="821709" y="1171170"/>
                  </a:cubicBezTo>
                  <a:cubicBezTo>
                    <a:pt x="821709" y="1011446"/>
                    <a:pt x="692227" y="881964"/>
                    <a:pt x="532503" y="881964"/>
                  </a:cubicBezTo>
                  <a:close/>
                  <a:moveTo>
                    <a:pt x="1162143" y="321316"/>
                  </a:moveTo>
                  <a:cubicBezTo>
                    <a:pt x="1002419" y="321316"/>
                    <a:pt x="872937" y="450798"/>
                    <a:pt x="872937" y="610522"/>
                  </a:cubicBezTo>
                  <a:cubicBezTo>
                    <a:pt x="872937" y="770246"/>
                    <a:pt x="1002419" y="899728"/>
                    <a:pt x="1162143" y="899728"/>
                  </a:cubicBezTo>
                  <a:cubicBezTo>
                    <a:pt x="1321867" y="899728"/>
                    <a:pt x="1451349" y="770246"/>
                    <a:pt x="1451349" y="610522"/>
                  </a:cubicBezTo>
                  <a:cubicBezTo>
                    <a:pt x="1451349" y="450798"/>
                    <a:pt x="1321867" y="321316"/>
                    <a:pt x="1162143" y="321316"/>
                  </a:cubicBezTo>
                  <a:close/>
                  <a:moveTo>
                    <a:pt x="1963447" y="177300"/>
                  </a:moveTo>
                  <a:cubicBezTo>
                    <a:pt x="1803723" y="177300"/>
                    <a:pt x="1674241" y="306782"/>
                    <a:pt x="1674241" y="466506"/>
                  </a:cubicBezTo>
                  <a:cubicBezTo>
                    <a:pt x="1674241" y="626230"/>
                    <a:pt x="1803723" y="755712"/>
                    <a:pt x="1963447" y="755712"/>
                  </a:cubicBezTo>
                  <a:cubicBezTo>
                    <a:pt x="2123171" y="755712"/>
                    <a:pt x="2252653" y="626230"/>
                    <a:pt x="2252653" y="466506"/>
                  </a:cubicBezTo>
                  <a:cubicBezTo>
                    <a:pt x="2252653" y="306782"/>
                    <a:pt x="2123171" y="177300"/>
                    <a:pt x="1963447" y="177300"/>
                  </a:cubicBezTo>
                  <a:close/>
                  <a:moveTo>
                    <a:pt x="1752672" y="312"/>
                  </a:moveTo>
                  <a:cubicBezTo>
                    <a:pt x="1817888" y="-690"/>
                    <a:pt x="1885249" y="703"/>
                    <a:pt x="1954799" y="4657"/>
                  </a:cubicBezTo>
                  <a:cubicBezTo>
                    <a:pt x="2504015" y="53541"/>
                    <a:pt x="2975590" y="412975"/>
                    <a:pt x="3145244" y="944937"/>
                  </a:cubicBezTo>
                  <a:cubicBezTo>
                    <a:pt x="3412664" y="2126757"/>
                    <a:pt x="2837568" y="2017487"/>
                    <a:pt x="2506889" y="1867964"/>
                  </a:cubicBezTo>
                  <a:cubicBezTo>
                    <a:pt x="1580987" y="1673869"/>
                    <a:pt x="2725425" y="3197869"/>
                    <a:pt x="1014520" y="3161925"/>
                  </a:cubicBezTo>
                  <a:cubicBezTo>
                    <a:pt x="-14898" y="3061283"/>
                    <a:pt x="-138545" y="1873713"/>
                    <a:pt x="108747" y="1100212"/>
                  </a:cubicBezTo>
                  <a:cubicBezTo>
                    <a:pt x="278579" y="569148"/>
                    <a:pt x="774429" y="15339"/>
                    <a:pt x="1752672" y="3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7" name="Google Shape;637;p63"/>
            <p:cNvSpPr/>
            <p:nvPr/>
          </p:nvSpPr>
          <p:spPr>
            <a:xfrm rot="-900000">
              <a:off x="8697163" y="2795754"/>
              <a:ext cx="342272" cy="293183"/>
            </a:xfrm>
            <a:custGeom>
              <a:rect b="b" l="l" r="r" t="t"/>
              <a:pathLst>
                <a:path extrusionOk="0" h="2485205" w="2901316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38" name="Google Shape;638;p63"/>
          <p:cNvGrpSpPr/>
          <p:nvPr/>
        </p:nvGrpSpPr>
        <p:grpSpPr>
          <a:xfrm>
            <a:off x="10396263" y="93604"/>
            <a:ext cx="1503041" cy="3058086"/>
            <a:chOff x="5174351" y="2344852"/>
            <a:chExt cx="1843306" cy="3750389"/>
          </a:xfrm>
        </p:grpSpPr>
        <p:grpSp>
          <p:nvGrpSpPr>
            <p:cNvPr id="639" name="Google Shape;639;p63"/>
            <p:cNvGrpSpPr/>
            <p:nvPr/>
          </p:nvGrpSpPr>
          <p:grpSpPr>
            <a:xfrm>
              <a:off x="5174351" y="3637228"/>
              <a:ext cx="1704867" cy="455477"/>
              <a:chOff x="5134372" y="3131004"/>
              <a:chExt cx="1431908" cy="315692"/>
            </a:xfrm>
          </p:grpSpPr>
          <p:sp>
            <p:nvSpPr>
              <p:cNvPr id="640" name="Google Shape;640;p63"/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rect b="b" l="l" r="r" t="t"/>
                <a:pathLst>
                  <a:path extrusionOk="0" h="199384" w="1258310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41" name="Google Shape;641;p63"/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rect b="b" l="l" r="r" t="t"/>
                <a:pathLst>
                  <a:path extrusionOk="0" h="315692" w="1431908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2" name="Google Shape;642;p63"/>
            <p:cNvGrpSpPr/>
            <p:nvPr/>
          </p:nvGrpSpPr>
          <p:grpSpPr>
            <a:xfrm>
              <a:off x="5312790" y="4137862"/>
              <a:ext cx="1704867" cy="455477"/>
              <a:chOff x="5134372" y="3131004"/>
              <a:chExt cx="1431908" cy="315692"/>
            </a:xfrm>
          </p:grpSpPr>
          <p:sp>
            <p:nvSpPr>
              <p:cNvPr id="643" name="Google Shape;643;p63"/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rect b="b" l="l" r="r" t="t"/>
                <a:pathLst>
                  <a:path extrusionOk="0" h="199384" w="1258310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44" name="Google Shape;644;p63"/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rect b="b" l="l" r="r" t="t"/>
                <a:pathLst>
                  <a:path extrusionOk="0" h="315692" w="1431908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0075E2"/>
              </a:solidFill>
              <a:ln cap="flat" cmpd="sng" w="12700">
                <a:solidFill>
                  <a:srgbClr val="0075E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5" name="Google Shape;645;p63"/>
            <p:cNvGrpSpPr/>
            <p:nvPr/>
          </p:nvGrpSpPr>
          <p:grpSpPr>
            <a:xfrm>
              <a:off x="5174351" y="4638496"/>
              <a:ext cx="1704867" cy="455477"/>
              <a:chOff x="5134372" y="3131004"/>
              <a:chExt cx="1431908" cy="315692"/>
            </a:xfrm>
          </p:grpSpPr>
          <p:sp>
            <p:nvSpPr>
              <p:cNvPr id="646" name="Google Shape;646;p63"/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rect b="b" l="l" r="r" t="t"/>
                <a:pathLst>
                  <a:path extrusionOk="0" h="199384" w="1258310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47" name="Google Shape;647;p63"/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rect b="b" l="l" r="r" t="t"/>
                <a:pathLst>
                  <a:path extrusionOk="0" h="315692" w="1431908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D8D8D8"/>
              </a:solidFill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8" name="Google Shape;648;p63"/>
            <p:cNvGrpSpPr/>
            <p:nvPr/>
          </p:nvGrpSpPr>
          <p:grpSpPr>
            <a:xfrm>
              <a:off x="5312790" y="5139130"/>
              <a:ext cx="1704867" cy="455477"/>
              <a:chOff x="5134372" y="3131004"/>
              <a:chExt cx="1431908" cy="315692"/>
            </a:xfrm>
          </p:grpSpPr>
          <p:sp>
            <p:nvSpPr>
              <p:cNvPr id="649" name="Google Shape;649;p63"/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rect b="b" l="l" r="r" t="t"/>
                <a:pathLst>
                  <a:path extrusionOk="0" h="199384" w="1258310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50" name="Google Shape;650;p63"/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rect b="b" l="l" r="r" t="t"/>
                <a:pathLst>
                  <a:path extrusionOk="0" h="315692" w="1431908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51" name="Google Shape;651;p63"/>
            <p:cNvGrpSpPr/>
            <p:nvPr/>
          </p:nvGrpSpPr>
          <p:grpSpPr>
            <a:xfrm>
              <a:off x="5174351" y="5639764"/>
              <a:ext cx="1704867" cy="455477"/>
              <a:chOff x="5134372" y="3131004"/>
              <a:chExt cx="1431908" cy="315692"/>
            </a:xfrm>
          </p:grpSpPr>
          <p:sp>
            <p:nvSpPr>
              <p:cNvPr id="652" name="Google Shape;652;p63"/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rect b="b" l="l" r="r" t="t"/>
                <a:pathLst>
                  <a:path extrusionOk="0" h="199384" w="1258310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53" name="Google Shape;653;p63"/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rect b="b" l="l" r="r" t="t"/>
                <a:pathLst>
                  <a:path extrusionOk="0" h="315692" w="1431908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54" name="Google Shape;654;p63"/>
            <p:cNvGrpSpPr/>
            <p:nvPr/>
          </p:nvGrpSpPr>
          <p:grpSpPr>
            <a:xfrm>
              <a:off x="5668546" y="2344852"/>
              <a:ext cx="854909" cy="1343933"/>
              <a:chOff x="6163612" y="1966761"/>
              <a:chExt cx="2991257" cy="4702319"/>
            </a:xfrm>
          </p:grpSpPr>
          <p:sp>
            <p:nvSpPr>
              <p:cNvPr id="655" name="Google Shape;655;p63"/>
              <p:cNvSpPr/>
              <p:nvPr/>
            </p:nvSpPr>
            <p:spPr>
              <a:xfrm>
                <a:off x="6316187" y="2135206"/>
                <a:ext cx="2653352" cy="2896349"/>
              </a:xfrm>
              <a:custGeom>
                <a:rect b="b" l="l" r="r" t="t"/>
                <a:pathLst>
                  <a:path extrusionOk="0" h="2502797" w="2292818">
                    <a:moveTo>
                      <a:pt x="1146409" y="0"/>
                    </a:moveTo>
                    <a:cubicBezTo>
                      <a:pt x="1779553" y="0"/>
                      <a:pt x="2292818" y="513265"/>
                      <a:pt x="2292818" y="1146409"/>
                    </a:cubicBezTo>
                    <a:cubicBezTo>
                      <a:pt x="2292818" y="1581696"/>
                      <a:pt x="2050220" y="1960321"/>
                      <a:pt x="1692856" y="2154453"/>
                    </a:cubicBezTo>
                    <a:lnTo>
                      <a:pt x="1686333" y="2157595"/>
                    </a:lnTo>
                    <a:lnTo>
                      <a:pt x="1625204" y="2502797"/>
                    </a:lnTo>
                    <a:lnTo>
                      <a:pt x="690116" y="2502797"/>
                    </a:lnTo>
                    <a:lnTo>
                      <a:pt x="631086" y="2169446"/>
                    </a:lnTo>
                    <a:lnTo>
                      <a:pt x="599963" y="2154453"/>
                    </a:lnTo>
                    <a:cubicBezTo>
                      <a:pt x="242598" y="1960321"/>
                      <a:pt x="0" y="1581696"/>
                      <a:pt x="0" y="1146409"/>
                    </a:cubicBezTo>
                    <a:cubicBezTo>
                      <a:pt x="0" y="513265"/>
                      <a:pt x="513265" y="0"/>
                      <a:pt x="1146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12700">
                <a:solidFill>
                  <a:srgbClr val="11415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56" name="Google Shape;656;p63"/>
              <p:cNvSpPr/>
              <p:nvPr/>
            </p:nvSpPr>
            <p:spPr>
              <a:xfrm>
                <a:off x="6163612" y="1966761"/>
                <a:ext cx="2991257" cy="4702319"/>
              </a:xfrm>
              <a:custGeom>
                <a:rect b="b" l="l" r="r" t="t"/>
                <a:pathLst>
                  <a:path extrusionOk="0" h="4702319" w="2991257">
                    <a:moveTo>
                      <a:pt x="951056" y="4310393"/>
                    </a:moveTo>
                    <a:lnTo>
                      <a:pt x="2052826" y="4310393"/>
                    </a:lnTo>
                    <a:lnTo>
                      <a:pt x="2052826" y="4506356"/>
                    </a:lnTo>
                    <a:cubicBezTo>
                      <a:pt x="2052826" y="4614583"/>
                      <a:pt x="1806188" y="4702319"/>
                      <a:pt x="1501941" y="4702319"/>
                    </a:cubicBezTo>
                    <a:cubicBezTo>
                      <a:pt x="1197696" y="4702319"/>
                      <a:pt x="951056" y="4614583"/>
                      <a:pt x="951056" y="4506356"/>
                    </a:cubicBezTo>
                    <a:close/>
                    <a:moveTo>
                      <a:pt x="953472" y="3978828"/>
                    </a:moveTo>
                    <a:lnTo>
                      <a:pt x="2050412" y="3978828"/>
                    </a:lnTo>
                    <a:cubicBezTo>
                      <a:pt x="2107063" y="3978828"/>
                      <a:pt x="2152988" y="4023754"/>
                      <a:pt x="2152988" y="4079172"/>
                    </a:cubicBezTo>
                    <a:lnTo>
                      <a:pt x="2152988" y="4123466"/>
                    </a:lnTo>
                    <a:cubicBezTo>
                      <a:pt x="2152988" y="4178882"/>
                      <a:pt x="2107063" y="4223810"/>
                      <a:pt x="2050412" y="4223810"/>
                    </a:cubicBezTo>
                    <a:lnTo>
                      <a:pt x="953472" y="4223810"/>
                    </a:lnTo>
                    <a:cubicBezTo>
                      <a:pt x="896821" y="4223810"/>
                      <a:pt x="850896" y="4178882"/>
                      <a:pt x="850896" y="4123466"/>
                    </a:cubicBezTo>
                    <a:lnTo>
                      <a:pt x="850896" y="4079172"/>
                    </a:lnTo>
                    <a:cubicBezTo>
                      <a:pt x="850896" y="4023754"/>
                      <a:pt x="896821" y="3978828"/>
                      <a:pt x="953472" y="3978828"/>
                    </a:cubicBezTo>
                    <a:close/>
                    <a:moveTo>
                      <a:pt x="903390" y="3647264"/>
                    </a:moveTo>
                    <a:lnTo>
                      <a:pt x="2100491" y="3647264"/>
                    </a:lnTo>
                    <a:cubicBezTo>
                      <a:pt x="2157143" y="3647264"/>
                      <a:pt x="2203068" y="3692189"/>
                      <a:pt x="2203068" y="3747607"/>
                    </a:cubicBezTo>
                    <a:lnTo>
                      <a:pt x="2203068" y="3791900"/>
                    </a:lnTo>
                    <a:cubicBezTo>
                      <a:pt x="2203068" y="3847318"/>
                      <a:pt x="2157143" y="3892244"/>
                      <a:pt x="2100491" y="3892244"/>
                    </a:cubicBezTo>
                    <a:lnTo>
                      <a:pt x="903390" y="3892244"/>
                    </a:lnTo>
                    <a:cubicBezTo>
                      <a:pt x="846740" y="3892244"/>
                      <a:pt x="800815" y="3847318"/>
                      <a:pt x="800815" y="3791900"/>
                    </a:cubicBezTo>
                    <a:lnTo>
                      <a:pt x="800815" y="3747607"/>
                    </a:lnTo>
                    <a:cubicBezTo>
                      <a:pt x="800815" y="3692189"/>
                      <a:pt x="846740" y="3647264"/>
                      <a:pt x="903390" y="3647264"/>
                    </a:cubicBezTo>
                    <a:close/>
                    <a:moveTo>
                      <a:pt x="853310" y="3315698"/>
                    </a:moveTo>
                    <a:lnTo>
                      <a:pt x="2150572" y="3315698"/>
                    </a:lnTo>
                    <a:cubicBezTo>
                      <a:pt x="2207223" y="3315698"/>
                      <a:pt x="2253147" y="3360624"/>
                      <a:pt x="2253147" y="3416042"/>
                    </a:cubicBezTo>
                    <a:lnTo>
                      <a:pt x="2253147" y="3460336"/>
                    </a:lnTo>
                    <a:cubicBezTo>
                      <a:pt x="2253147" y="3515753"/>
                      <a:pt x="2207223" y="3560680"/>
                      <a:pt x="2150572" y="3560680"/>
                    </a:cubicBezTo>
                    <a:lnTo>
                      <a:pt x="853310" y="3560680"/>
                    </a:lnTo>
                    <a:cubicBezTo>
                      <a:pt x="796658" y="3560680"/>
                      <a:pt x="750733" y="3515753"/>
                      <a:pt x="750733" y="3460336"/>
                    </a:cubicBezTo>
                    <a:lnTo>
                      <a:pt x="750733" y="3416042"/>
                    </a:lnTo>
                    <a:cubicBezTo>
                      <a:pt x="750733" y="3360624"/>
                      <a:pt x="796658" y="3315698"/>
                      <a:pt x="853310" y="3315698"/>
                    </a:cubicBezTo>
                    <a:close/>
                    <a:moveTo>
                      <a:pt x="1386722" y="1558904"/>
                    </a:moveTo>
                    <a:cubicBezTo>
                      <a:pt x="1356097" y="1590701"/>
                      <a:pt x="1313897" y="1609721"/>
                      <a:pt x="1267488" y="1609721"/>
                    </a:cubicBezTo>
                    <a:cubicBezTo>
                      <a:pt x="1229461" y="1609721"/>
                      <a:pt x="1194258" y="1596950"/>
                      <a:pt x="1167563" y="1572653"/>
                    </a:cubicBezTo>
                    <a:lnTo>
                      <a:pt x="1400707" y="3012633"/>
                    </a:lnTo>
                    <a:lnTo>
                      <a:pt x="1492336" y="3011914"/>
                    </a:lnTo>
                    <a:lnTo>
                      <a:pt x="1492336" y="3011864"/>
                    </a:lnTo>
                    <a:lnTo>
                      <a:pt x="1495631" y="3011889"/>
                    </a:lnTo>
                    <a:lnTo>
                      <a:pt x="1498923" y="3011864"/>
                    </a:lnTo>
                    <a:lnTo>
                      <a:pt x="1498923" y="3011914"/>
                    </a:lnTo>
                    <a:lnTo>
                      <a:pt x="1589466" y="3012625"/>
                    </a:lnTo>
                    <a:lnTo>
                      <a:pt x="1819775" y="1590148"/>
                    </a:lnTo>
                    <a:cubicBezTo>
                      <a:pt x="1797467" y="1603167"/>
                      <a:pt x="1771670" y="1609721"/>
                      <a:pt x="1744424" y="1609721"/>
                    </a:cubicBezTo>
                    <a:cubicBezTo>
                      <a:pt x="1698015" y="1609721"/>
                      <a:pt x="1655815" y="1590701"/>
                      <a:pt x="1625191" y="1558904"/>
                    </a:cubicBezTo>
                    <a:cubicBezTo>
                      <a:pt x="1594564" y="1590701"/>
                      <a:pt x="1552364" y="1609721"/>
                      <a:pt x="1505957" y="1609721"/>
                    </a:cubicBezTo>
                    <a:cubicBezTo>
                      <a:pt x="1459548" y="1609721"/>
                      <a:pt x="1417348" y="1590701"/>
                      <a:pt x="1386722" y="1558904"/>
                    </a:cubicBezTo>
                    <a:close/>
                    <a:moveTo>
                      <a:pt x="1492336" y="296022"/>
                    </a:moveTo>
                    <a:cubicBezTo>
                      <a:pt x="819777" y="296795"/>
                      <a:pt x="274831" y="830410"/>
                      <a:pt x="274831" y="1488534"/>
                    </a:cubicBezTo>
                    <a:cubicBezTo>
                      <a:pt x="274831" y="1934058"/>
                      <a:pt x="599874" y="2373770"/>
                      <a:pt x="855798" y="2574654"/>
                    </a:cubicBezTo>
                    <a:cubicBezTo>
                      <a:pt x="972489" y="2706724"/>
                      <a:pt x="963238" y="2709431"/>
                      <a:pt x="1010657" y="2878465"/>
                    </a:cubicBezTo>
                    <a:cubicBezTo>
                      <a:pt x="1029549" y="2996988"/>
                      <a:pt x="991277" y="3008834"/>
                      <a:pt x="1099844" y="3014995"/>
                    </a:cubicBezTo>
                    <a:lnTo>
                      <a:pt x="1178890" y="3014374"/>
                    </a:lnTo>
                    <a:lnTo>
                      <a:pt x="912952" y="1371837"/>
                    </a:lnTo>
                    <a:cubicBezTo>
                      <a:pt x="903639" y="1314321"/>
                      <a:pt x="943753" y="1260311"/>
                      <a:pt x="1002548" y="1251201"/>
                    </a:cubicBezTo>
                    <a:lnTo>
                      <a:pt x="1006296" y="1250621"/>
                    </a:lnTo>
                    <a:cubicBezTo>
                      <a:pt x="1059733" y="1242341"/>
                      <a:pt x="1110210" y="1274002"/>
                      <a:pt x="1124040" y="1323612"/>
                    </a:cubicBezTo>
                    <a:cubicBezTo>
                      <a:pt x="1152654" y="1271953"/>
                      <a:pt x="1206429" y="1239026"/>
                      <a:pt x="1267488" y="1239026"/>
                    </a:cubicBezTo>
                    <a:cubicBezTo>
                      <a:pt x="1313897" y="1239026"/>
                      <a:pt x="1356097" y="1258048"/>
                      <a:pt x="1386722" y="1289845"/>
                    </a:cubicBezTo>
                    <a:cubicBezTo>
                      <a:pt x="1417348" y="1258048"/>
                      <a:pt x="1459548" y="1239026"/>
                      <a:pt x="1505957" y="1239026"/>
                    </a:cubicBezTo>
                    <a:cubicBezTo>
                      <a:pt x="1552364" y="1239026"/>
                      <a:pt x="1594564" y="1258048"/>
                      <a:pt x="1625191" y="1289845"/>
                    </a:cubicBezTo>
                    <a:cubicBezTo>
                      <a:pt x="1655815" y="1258048"/>
                      <a:pt x="1698015" y="1239026"/>
                      <a:pt x="1744424" y="1239026"/>
                    </a:cubicBezTo>
                    <a:cubicBezTo>
                      <a:pt x="1795987" y="1239026"/>
                      <a:pt x="1842359" y="1262509"/>
                      <a:pt x="1873330" y="1300835"/>
                    </a:cubicBezTo>
                    <a:cubicBezTo>
                      <a:pt x="1892646" y="1260564"/>
                      <a:pt x="1937643" y="1236578"/>
                      <a:pt x="1984961" y="1243910"/>
                    </a:cubicBezTo>
                    <a:lnTo>
                      <a:pt x="1988709" y="1244491"/>
                    </a:lnTo>
                    <a:cubicBezTo>
                      <a:pt x="2047506" y="1253600"/>
                      <a:pt x="2087618" y="1307610"/>
                      <a:pt x="2078307" y="1365125"/>
                    </a:cubicBezTo>
                    <a:lnTo>
                      <a:pt x="1811283" y="3014366"/>
                    </a:lnTo>
                    <a:lnTo>
                      <a:pt x="1891413" y="3014995"/>
                    </a:lnTo>
                    <a:cubicBezTo>
                      <a:pt x="1999980" y="3008834"/>
                      <a:pt x="1961709" y="2996988"/>
                      <a:pt x="1980600" y="2878465"/>
                    </a:cubicBezTo>
                    <a:cubicBezTo>
                      <a:pt x="2028019" y="2709431"/>
                      <a:pt x="2018769" y="2706724"/>
                      <a:pt x="2135459" y="2574654"/>
                    </a:cubicBezTo>
                    <a:cubicBezTo>
                      <a:pt x="2391383" y="2373770"/>
                      <a:pt x="2716427" y="1934058"/>
                      <a:pt x="2716427" y="1488534"/>
                    </a:cubicBezTo>
                    <a:cubicBezTo>
                      <a:pt x="2716427" y="830410"/>
                      <a:pt x="2171481" y="296795"/>
                      <a:pt x="1498923" y="296022"/>
                    </a:cubicBezTo>
                    <a:lnTo>
                      <a:pt x="1498923" y="296319"/>
                    </a:lnTo>
                    <a:lnTo>
                      <a:pt x="1495631" y="296070"/>
                    </a:lnTo>
                    <a:lnTo>
                      <a:pt x="1492336" y="296319"/>
                    </a:lnTo>
                    <a:close/>
                    <a:moveTo>
                      <a:pt x="1492826" y="0"/>
                    </a:moveTo>
                    <a:lnTo>
                      <a:pt x="1495631" y="211"/>
                    </a:lnTo>
                    <a:lnTo>
                      <a:pt x="1498432" y="0"/>
                    </a:lnTo>
                    <a:cubicBezTo>
                      <a:pt x="2322897" y="0"/>
                      <a:pt x="2991257" y="653819"/>
                      <a:pt x="2991257" y="1460348"/>
                    </a:cubicBezTo>
                    <a:cubicBezTo>
                      <a:pt x="2991257" y="2006129"/>
                      <a:pt x="2592903" y="2544781"/>
                      <a:pt x="2279478" y="2790647"/>
                    </a:cubicBezTo>
                    <a:cubicBezTo>
                      <a:pt x="2186103" y="2895884"/>
                      <a:pt x="2227311" y="2951181"/>
                      <a:pt x="2207246" y="3088369"/>
                    </a:cubicBezTo>
                    <a:cubicBezTo>
                      <a:pt x="2155081" y="3194275"/>
                      <a:pt x="2108422" y="3228140"/>
                      <a:pt x="2016213" y="3228140"/>
                    </a:cubicBezTo>
                    <a:lnTo>
                      <a:pt x="1495631" y="3226317"/>
                    </a:lnTo>
                    <a:lnTo>
                      <a:pt x="975044" y="3228140"/>
                    </a:lnTo>
                    <a:cubicBezTo>
                      <a:pt x="882838" y="3228140"/>
                      <a:pt x="836177" y="3194275"/>
                      <a:pt x="784011" y="3088369"/>
                    </a:cubicBezTo>
                    <a:cubicBezTo>
                      <a:pt x="763946" y="2951181"/>
                      <a:pt x="805155" y="2895884"/>
                      <a:pt x="711780" y="2790647"/>
                    </a:cubicBezTo>
                    <a:cubicBezTo>
                      <a:pt x="398354" y="2544781"/>
                      <a:pt x="0" y="2006129"/>
                      <a:pt x="0" y="1460348"/>
                    </a:cubicBezTo>
                    <a:cubicBezTo>
                      <a:pt x="0" y="653819"/>
                      <a:pt x="668362" y="0"/>
                      <a:pt x="14928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657" name="Google Shape;657;p63"/>
          <p:cNvGrpSpPr/>
          <p:nvPr/>
        </p:nvGrpSpPr>
        <p:grpSpPr>
          <a:xfrm>
            <a:off x="7376323" y="2980242"/>
            <a:ext cx="3642318" cy="3518352"/>
            <a:chOff x="-636114" y="310133"/>
            <a:chExt cx="7074542" cy="6833759"/>
          </a:xfrm>
        </p:grpSpPr>
        <p:grpSp>
          <p:nvGrpSpPr>
            <p:cNvPr id="658" name="Google Shape;658;p63"/>
            <p:cNvGrpSpPr/>
            <p:nvPr/>
          </p:nvGrpSpPr>
          <p:grpSpPr>
            <a:xfrm rot="532827">
              <a:off x="-370914" y="3126388"/>
              <a:ext cx="3901336" cy="3738781"/>
              <a:chOff x="327220" y="1576092"/>
              <a:chExt cx="2521839" cy="2416762"/>
            </a:xfrm>
          </p:grpSpPr>
          <p:sp>
            <p:nvSpPr>
              <p:cNvPr id="659" name="Google Shape;659;p63"/>
              <p:cNvSpPr/>
              <p:nvPr/>
            </p:nvSpPr>
            <p:spPr>
              <a:xfrm rot="-3536356">
                <a:off x="1724663" y="2419627"/>
                <a:ext cx="73094" cy="823009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0" name="Google Shape;660;p63"/>
              <p:cNvSpPr/>
              <p:nvPr/>
            </p:nvSpPr>
            <p:spPr>
              <a:xfrm rot="-3540000">
                <a:off x="1820802" y="2253850"/>
                <a:ext cx="73094" cy="735455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1" name="Google Shape;661;p63"/>
              <p:cNvSpPr/>
              <p:nvPr/>
            </p:nvSpPr>
            <p:spPr>
              <a:xfrm rot="-3536356">
                <a:off x="1939567" y="2260617"/>
                <a:ext cx="73094" cy="402749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2" name="Google Shape;662;p63"/>
              <p:cNvSpPr/>
              <p:nvPr/>
            </p:nvSpPr>
            <p:spPr>
              <a:xfrm rot="-3536356">
                <a:off x="1574952" y="2602544"/>
                <a:ext cx="73094" cy="805498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3" name="Google Shape;663;p63"/>
              <p:cNvSpPr/>
              <p:nvPr/>
            </p:nvSpPr>
            <p:spPr>
              <a:xfrm rot="-3536356">
                <a:off x="1516856" y="2958046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4" name="Google Shape;664;p63"/>
              <p:cNvSpPr/>
              <p:nvPr/>
            </p:nvSpPr>
            <p:spPr>
              <a:xfrm rot="-3536356">
                <a:off x="1091076" y="3196078"/>
                <a:ext cx="73094" cy="735402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5" name="Google Shape;665;p63"/>
              <p:cNvSpPr/>
              <p:nvPr/>
            </p:nvSpPr>
            <p:spPr>
              <a:xfrm rot="-3536356">
                <a:off x="1223216" y="3180593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6" name="Google Shape;666;p63"/>
              <p:cNvSpPr/>
              <p:nvPr/>
            </p:nvSpPr>
            <p:spPr>
              <a:xfrm rot="-3536356">
                <a:off x="2339839" y="1665982"/>
                <a:ext cx="49373" cy="735455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7" name="Google Shape;667;p63"/>
              <p:cNvSpPr/>
              <p:nvPr/>
            </p:nvSpPr>
            <p:spPr>
              <a:xfrm rot="-3536356">
                <a:off x="2213789" y="1953823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8" name="Google Shape;668;p63"/>
              <p:cNvSpPr/>
              <p:nvPr/>
            </p:nvSpPr>
            <p:spPr>
              <a:xfrm flipH="1" rot="-6308849">
                <a:off x="640729" y="1666296"/>
                <a:ext cx="1650865" cy="1912967"/>
              </a:xfrm>
              <a:custGeom>
                <a:rect b="b" l="l" r="r" t="t"/>
                <a:pathLst>
                  <a:path extrusionOk="0" h="2274057" w="1777921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cap="flat" cmpd="sng" w="381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69" name="Google Shape;669;p63"/>
              <p:cNvSpPr/>
              <p:nvPr/>
            </p:nvSpPr>
            <p:spPr>
              <a:xfrm rot="10800000">
                <a:off x="1198193" y="2079887"/>
                <a:ext cx="1650866" cy="1912967"/>
              </a:xfrm>
              <a:custGeom>
                <a:rect b="b" l="l" r="r" t="t"/>
                <a:pathLst>
                  <a:path extrusionOk="0" h="3932814" w="3393967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rgbClr val="7F7F7F"/>
              </a:solidFill>
              <a:ln cap="flat" cmpd="sng" w="381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70" name="Google Shape;670;p63"/>
            <p:cNvGrpSpPr/>
            <p:nvPr/>
          </p:nvGrpSpPr>
          <p:grpSpPr>
            <a:xfrm rot="532827">
              <a:off x="2271891" y="588854"/>
              <a:ext cx="3901336" cy="3738781"/>
              <a:chOff x="327220" y="1576092"/>
              <a:chExt cx="2521839" cy="2416762"/>
            </a:xfrm>
          </p:grpSpPr>
          <p:sp>
            <p:nvSpPr>
              <p:cNvPr id="671" name="Google Shape;671;p63"/>
              <p:cNvSpPr/>
              <p:nvPr/>
            </p:nvSpPr>
            <p:spPr>
              <a:xfrm rot="-3536356">
                <a:off x="1724663" y="2419627"/>
                <a:ext cx="73094" cy="823009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2" name="Google Shape;672;p63"/>
              <p:cNvSpPr/>
              <p:nvPr/>
            </p:nvSpPr>
            <p:spPr>
              <a:xfrm rot="-3540000">
                <a:off x="1820802" y="2253850"/>
                <a:ext cx="73094" cy="735455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3" name="Google Shape;673;p63"/>
              <p:cNvSpPr/>
              <p:nvPr/>
            </p:nvSpPr>
            <p:spPr>
              <a:xfrm rot="-3536356">
                <a:off x="1939567" y="2260617"/>
                <a:ext cx="73094" cy="402749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4" name="Google Shape;674;p63"/>
              <p:cNvSpPr/>
              <p:nvPr/>
            </p:nvSpPr>
            <p:spPr>
              <a:xfrm rot="-3536356">
                <a:off x="1574952" y="2602544"/>
                <a:ext cx="73094" cy="805498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5" name="Google Shape;675;p63"/>
              <p:cNvSpPr/>
              <p:nvPr/>
            </p:nvSpPr>
            <p:spPr>
              <a:xfrm rot="-3536356">
                <a:off x="1516856" y="2958046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6" name="Google Shape;676;p63"/>
              <p:cNvSpPr/>
              <p:nvPr/>
            </p:nvSpPr>
            <p:spPr>
              <a:xfrm rot="-3536356">
                <a:off x="1091076" y="3196078"/>
                <a:ext cx="73094" cy="735402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7" name="Google Shape;677;p63"/>
              <p:cNvSpPr/>
              <p:nvPr/>
            </p:nvSpPr>
            <p:spPr>
              <a:xfrm rot="-3536356">
                <a:off x="1223216" y="3180593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8" name="Google Shape;678;p63"/>
              <p:cNvSpPr/>
              <p:nvPr/>
            </p:nvSpPr>
            <p:spPr>
              <a:xfrm rot="-3536356">
                <a:off x="2321860" y="1676143"/>
                <a:ext cx="73094" cy="735455"/>
              </a:xfrm>
              <a:prstGeom prst="roundRect">
                <a:avLst>
                  <a:gd fmla="val 50000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79" name="Google Shape;679;p63"/>
              <p:cNvSpPr/>
              <p:nvPr/>
            </p:nvSpPr>
            <p:spPr>
              <a:xfrm rot="-3536356">
                <a:off x="2213789" y="1953823"/>
                <a:ext cx="73094" cy="501410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80" name="Google Shape;680;p63"/>
              <p:cNvSpPr/>
              <p:nvPr/>
            </p:nvSpPr>
            <p:spPr>
              <a:xfrm flipH="1" rot="-6308849">
                <a:off x="640729" y="1666296"/>
                <a:ext cx="1650865" cy="1912967"/>
              </a:xfrm>
              <a:custGeom>
                <a:rect b="b" l="l" r="r" t="t"/>
                <a:pathLst>
                  <a:path extrusionOk="0" h="2274057" w="1777921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cap="flat" cmpd="sng" w="381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81" name="Google Shape;681;p63"/>
              <p:cNvSpPr/>
              <p:nvPr/>
            </p:nvSpPr>
            <p:spPr>
              <a:xfrm rot="10800000">
                <a:off x="1198193" y="2079887"/>
                <a:ext cx="1650866" cy="1912967"/>
              </a:xfrm>
              <a:custGeom>
                <a:rect b="b" l="l" r="r" t="t"/>
                <a:pathLst>
                  <a:path extrusionOk="0" h="3932814" w="3393967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rgbClr val="7F7F7F"/>
              </a:solidFill>
              <a:ln cap="flat" cmpd="sng" w="381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82" name="Google Shape;682;p63"/>
              <p:cNvSpPr/>
              <p:nvPr/>
            </p:nvSpPr>
            <p:spPr>
              <a:xfrm rot="-3536356">
                <a:off x="1029053" y="3391349"/>
                <a:ext cx="73094" cy="735402"/>
              </a:xfrm>
              <a:prstGeom prst="roundRect">
                <a:avLst>
                  <a:gd fmla="val 50000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83" name="Google Shape;683;p63"/>
          <p:cNvSpPr/>
          <p:nvPr/>
        </p:nvSpPr>
        <p:spPr>
          <a:xfrm rot="355510">
            <a:off x="10018975" y="5092401"/>
            <a:ext cx="1129890" cy="1149968"/>
          </a:xfrm>
          <a:custGeom>
            <a:rect b="b" l="l" r="r" t="t"/>
            <a:pathLst>
              <a:path extrusionOk="0" h="1915580" w="1882134">
                <a:moveTo>
                  <a:pt x="859940" y="932267"/>
                </a:moveTo>
                <a:lnTo>
                  <a:pt x="747989" y="997319"/>
                </a:lnTo>
                <a:lnTo>
                  <a:pt x="636844" y="1061903"/>
                </a:lnTo>
                <a:lnTo>
                  <a:pt x="638527" y="1070293"/>
                </a:lnTo>
                <a:cubicBezTo>
                  <a:pt x="638527" y="1120463"/>
                  <a:pt x="607741" y="1162081"/>
                  <a:pt x="565410" y="1179755"/>
                </a:cubicBezTo>
                <a:lnTo>
                  <a:pt x="562511" y="1180336"/>
                </a:lnTo>
                <a:lnTo>
                  <a:pt x="562511" y="1439244"/>
                </a:lnTo>
                <a:lnTo>
                  <a:pt x="572773" y="1441246"/>
                </a:lnTo>
                <a:cubicBezTo>
                  <a:pt x="615532" y="1458919"/>
                  <a:pt x="644608" y="1500537"/>
                  <a:pt x="644608" y="1550707"/>
                </a:cubicBezTo>
                <a:lnTo>
                  <a:pt x="640375" y="1571429"/>
                </a:lnTo>
                <a:lnTo>
                  <a:pt x="865510" y="1701672"/>
                </a:lnTo>
                <a:lnTo>
                  <a:pt x="886716" y="1687534"/>
                </a:lnTo>
                <a:cubicBezTo>
                  <a:pt x="900969" y="1681643"/>
                  <a:pt x="916742" y="1678413"/>
                  <a:pt x="933465" y="1678413"/>
                </a:cubicBezTo>
                <a:cubicBezTo>
                  <a:pt x="950189" y="1678413"/>
                  <a:pt x="965962" y="1681833"/>
                  <a:pt x="980215" y="1687962"/>
                </a:cubicBezTo>
                <a:lnTo>
                  <a:pt x="997982" y="1700143"/>
                </a:lnTo>
                <a:lnTo>
                  <a:pt x="1212258" y="1576182"/>
                </a:lnTo>
                <a:lnTo>
                  <a:pt x="1210160" y="1565911"/>
                </a:lnTo>
                <a:cubicBezTo>
                  <a:pt x="1210160" y="1515742"/>
                  <a:pt x="1240946" y="1474123"/>
                  <a:pt x="1283277" y="1456450"/>
                </a:cubicBezTo>
                <a:lnTo>
                  <a:pt x="1298338" y="1453428"/>
                </a:lnTo>
                <a:lnTo>
                  <a:pt x="1298338" y="1189696"/>
                </a:lnTo>
                <a:lnTo>
                  <a:pt x="1292399" y="1188448"/>
                </a:lnTo>
                <a:cubicBezTo>
                  <a:pt x="1250068" y="1170062"/>
                  <a:pt x="1219282" y="1127303"/>
                  <a:pt x="1219282" y="1079414"/>
                </a:cubicBezTo>
                <a:lnTo>
                  <a:pt x="1223749" y="1057548"/>
                </a:lnTo>
                <a:lnTo>
                  <a:pt x="997965" y="926929"/>
                </a:lnTo>
                <a:lnTo>
                  <a:pt x="994296" y="929366"/>
                </a:lnTo>
                <a:lnTo>
                  <a:pt x="988000" y="935188"/>
                </a:lnTo>
                <a:lnTo>
                  <a:pt x="978749" y="939691"/>
                </a:lnTo>
                <a:lnTo>
                  <a:pt x="969810" y="945628"/>
                </a:lnTo>
                <a:lnTo>
                  <a:pt x="964268" y="946740"/>
                </a:lnTo>
                <a:lnTo>
                  <a:pt x="958437" y="949579"/>
                </a:lnTo>
                <a:cubicBezTo>
                  <a:pt x="947754" y="952933"/>
                  <a:pt x="936316" y="954750"/>
                  <a:pt x="924343" y="954750"/>
                </a:cubicBezTo>
                <a:lnTo>
                  <a:pt x="924343" y="954750"/>
                </a:lnTo>
                <a:lnTo>
                  <a:pt x="923835" y="954643"/>
                </a:lnTo>
                <a:lnTo>
                  <a:pt x="881110" y="945723"/>
                </a:lnTo>
                <a:lnTo>
                  <a:pt x="880997" y="945646"/>
                </a:lnTo>
                <a:lnTo>
                  <a:pt x="878876" y="945200"/>
                </a:lnTo>
                <a:close/>
                <a:moveTo>
                  <a:pt x="1285908" y="209454"/>
                </a:moveTo>
                <a:lnTo>
                  <a:pt x="1039711" y="351883"/>
                </a:lnTo>
                <a:lnTo>
                  <a:pt x="1042927" y="367913"/>
                </a:lnTo>
                <a:cubicBezTo>
                  <a:pt x="1042927" y="401360"/>
                  <a:pt x="1029244" y="431006"/>
                  <a:pt x="1007580" y="452291"/>
                </a:cubicBezTo>
                <a:lnTo>
                  <a:pt x="972994" y="475261"/>
                </a:lnTo>
                <a:lnTo>
                  <a:pt x="972994" y="608121"/>
                </a:lnTo>
                <a:lnTo>
                  <a:pt x="972994" y="728436"/>
                </a:lnTo>
                <a:lnTo>
                  <a:pt x="1008720" y="752929"/>
                </a:lnTo>
                <a:cubicBezTo>
                  <a:pt x="1030004" y="774594"/>
                  <a:pt x="1042927" y="804239"/>
                  <a:pt x="1042927" y="836166"/>
                </a:cubicBezTo>
                <a:lnTo>
                  <a:pt x="1038547" y="857606"/>
                </a:lnTo>
                <a:lnTo>
                  <a:pt x="1264627" y="988396"/>
                </a:lnTo>
                <a:lnTo>
                  <a:pt x="1292399" y="969952"/>
                </a:lnTo>
                <a:cubicBezTo>
                  <a:pt x="1306509" y="964061"/>
                  <a:pt x="1321902" y="960830"/>
                  <a:pt x="1337865" y="960830"/>
                </a:cubicBezTo>
                <a:cubicBezTo>
                  <a:pt x="1354588" y="960830"/>
                  <a:pt x="1370362" y="964251"/>
                  <a:pt x="1384615" y="970380"/>
                </a:cubicBezTo>
                <a:lnTo>
                  <a:pt x="1410990" y="988463"/>
                </a:lnTo>
                <a:lnTo>
                  <a:pt x="1650068" y="850153"/>
                </a:lnTo>
                <a:lnTo>
                  <a:pt x="1644966" y="824004"/>
                </a:lnTo>
                <a:cubicBezTo>
                  <a:pt x="1644966" y="790557"/>
                  <a:pt x="1658649" y="760911"/>
                  <a:pt x="1680313" y="739627"/>
                </a:cubicBezTo>
                <a:lnTo>
                  <a:pt x="1705780" y="722714"/>
                </a:lnTo>
                <a:lnTo>
                  <a:pt x="1705779" y="484271"/>
                </a:lnTo>
                <a:lnTo>
                  <a:pt x="1701598" y="483455"/>
                </a:lnTo>
                <a:cubicBezTo>
                  <a:pt x="1658839" y="465782"/>
                  <a:pt x="1629764" y="424164"/>
                  <a:pt x="1629764" y="373993"/>
                </a:cubicBezTo>
                <a:lnTo>
                  <a:pt x="1634464" y="350982"/>
                </a:lnTo>
                <a:lnTo>
                  <a:pt x="1412691" y="222683"/>
                </a:lnTo>
                <a:lnTo>
                  <a:pt x="1404617" y="228046"/>
                </a:lnTo>
                <a:cubicBezTo>
                  <a:pt x="1390507" y="233937"/>
                  <a:pt x="1375113" y="237167"/>
                  <a:pt x="1359150" y="237167"/>
                </a:cubicBezTo>
                <a:cubicBezTo>
                  <a:pt x="1342427" y="237167"/>
                  <a:pt x="1326653" y="233747"/>
                  <a:pt x="1312401" y="227618"/>
                </a:cubicBezTo>
                <a:close/>
                <a:moveTo>
                  <a:pt x="441920" y="226293"/>
                </a:moveTo>
                <a:lnTo>
                  <a:pt x="231909" y="347787"/>
                </a:lnTo>
                <a:lnTo>
                  <a:pt x="237167" y="373994"/>
                </a:lnTo>
                <a:cubicBezTo>
                  <a:pt x="237167" y="424164"/>
                  <a:pt x="206381" y="465783"/>
                  <a:pt x="164050" y="483456"/>
                </a:cubicBezTo>
                <a:lnTo>
                  <a:pt x="155071" y="485258"/>
                </a:lnTo>
                <a:lnTo>
                  <a:pt x="155071" y="740239"/>
                </a:lnTo>
                <a:lnTo>
                  <a:pt x="165333" y="742335"/>
                </a:lnTo>
                <a:cubicBezTo>
                  <a:pt x="208092" y="760721"/>
                  <a:pt x="237168" y="803479"/>
                  <a:pt x="237167" y="851369"/>
                </a:cubicBezTo>
                <a:lnTo>
                  <a:pt x="234601" y="863932"/>
                </a:lnTo>
                <a:lnTo>
                  <a:pt x="440781" y="983210"/>
                </a:lnTo>
                <a:lnTo>
                  <a:pt x="474477" y="960831"/>
                </a:lnTo>
                <a:cubicBezTo>
                  <a:pt x="488587" y="954940"/>
                  <a:pt x="503980" y="951709"/>
                  <a:pt x="519943" y="951709"/>
                </a:cubicBezTo>
                <a:cubicBezTo>
                  <a:pt x="536667" y="951709"/>
                  <a:pt x="552440" y="955130"/>
                  <a:pt x="566693" y="961258"/>
                </a:cubicBezTo>
                <a:lnTo>
                  <a:pt x="601190" y="984910"/>
                </a:lnTo>
                <a:lnTo>
                  <a:pt x="705420" y="924344"/>
                </a:lnTo>
                <a:lnTo>
                  <a:pt x="785942" y="878642"/>
                </a:lnTo>
                <a:lnTo>
                  <a:pt x="811567" y="863817"/>
                </a:lnTo>
                <a:lnTo>
                  <a:pt x="805759" y="836166"/>
                </a:lnTo>
                <a:cubicBezTo>
                  <a:pt x="805759" y="785996"/>
                  <a:pt x="836545" y="744378"/>
                  <a:pt x="878876" y="726704"/>
                </a:cubicBezTo>
                <a:lnTo>
                  <a:pt x="887857" y="724902"/>
                </a:lnTo>
                <a:lnTo>
                  <a:pt x="887857" y="602041"/>
                </a:lnTo>
                <a:lnTo>
                  <a:pt x="887857" y="479177"/>
                </a:lnTo>
                <a:lnTo>
                  <a:pt x="878877" y="477375"/>
                </a:lnTo>
                <a:cubicBezTo>
                  <a:pt x="836546" y="459702"/>
                  <a:pt x="805760" y="418084"/>
                  <a:pt x="805760" y="367913"/>
                </a:cubicBezTo>
                <a:lnTo>
                  <a:pt x="810313" y="345620"/>
                </a:lnTo>
                <a:lnTo>
                  <a:pt x="607514" y="228297"/>
                </a:lnTo>
                <a:lnTo>
                  <a:pt x="572440" y="252065"/>
                </a:lnTo>
                <a:cubicBezTo>
                  <a:pt x="558268" y="258099"/>
                  <a:pt x="542678" y="261454"/>
                  <a:pt x="526305" y="261493"/>
                </a:cubicBezTo>
                <a:cubicBezTo>
                  <a:pt x="493559" y="261570"/>
                  <a:pt x="463882" y="248367"/>
                  <a:pt x="442371" y="226958"/>
                </a:cubicBezTo>
                <a:close/>
                <a:moveTo>
                  <a:pt x="525745" y="24326"/>
                </a:moveTo>
                <a:cubicBezTo>
                  <a:pt x="591236" y="24171"/>
                  <a:pt x="644453" y="77137"/>
                  <a:pt x="644609" y="142629"/>
                </a:cubicBezTo>
                <a:lnTo>
                  <a:pt x="641709" y="157167"/>
                </a:lnTo>
                <a:lnTo>
                  <a:pt x="747989" y="218924"/>
                </a:lnTo>
                <a:lnTo>
                  <a:pt x="849541" y="277934"/>
                </a:lnTo>
                <a:lnTo>
                  <a:pt x="878877" y="258452"/>
                </a:lnTo>
                <a:cubicBezTo>
                  <a:pt x="892987" y="252560"/>
                  <a:pt x="908380" y="249330"/>
                  <a:pt x="924343" y="249330"/>
                </a:cubicBezTo>
                <a:cubicBezTo>
                  <a:pt x="941066" y="249330"/>
                  <a:pt x="956840" y="252750"/>
                  <a:pt x="971093" y="258879"/>
                </a:cubicBezTo>
                <a:lnTo>
                  <a:pt x="999784" y="278550"/>
                </a:lnTo>
                <a:lnTo>
                  <a:pt x="1112862" y="212843"/>
                </a:lnTo>
                <a:lnTo>
                  <a:pt x="1244810" y="139736"/>
                </a:lnTo>
                <a:lnTo>
                  <a:pt x="1240567" y="118583"/>
                </a:lnTo>
                <a:cubicBezTo>
                  <a:pt x="1240566" y="51690"/>
                  <a:pt x="1295297" y="0"/>
                  <a:pt x="1359150" y="0"/>
                </a:cubicBezTo>
                <a:cubicBezTo>
                  <a:pt x="1426044" y="0"/>
                  <a:pt x="1477734" y="54731"/>
                  <a:pt x="1477734" y="118583"/>
                </a:cubicBezTo>
                <a:lnTo>
                  <a:pt x="1468446" y="164056"/>
                </a:lnTo>
                <a:lnTo>
                  <a:pt x="1562871" y="218924"/>
                </a:lnTo>
                <a:lnTo>
                  <a:pt x="1674171" y="283599"/>
                </a:lnTo>
                <a:lnTo>
                  <a:pt x="1702880" y="264532"/>
                </a:lnTo>
                <a:cubicBezTo>
                  <a:pt x="1716991" y="258640"/>
                  <a:pt x="1732384" y="255410"/>
                  <a:pt x="1748347" y="255410"/>
                </a:cubicBezTo>
                <a:cubicBezTo>
                  <a:pt x="1815241" y="255410"/>
                  <a:pt x="1866931" y="310141"/>
                  <a:pt x="1866931" y="373993"/>
                </a:cubicBezTo>
                <a:cubicBezTo>
                  <a:pt x="1866931" y="424164"/>
                  <a:pt x="1836145" y="465782"/>
                  <a:pt x="1793814" y="483456"/>
                </a:cubicBezTo>
                <a:lnTo>
                  <a:pt x="1787876" y="484647"/>
                </a:lnTo>
                <a:lnTo>
                  <a:pt x="1787876" y="608121"/>
                </a:lnTo>
                <a:lnTo>
                  <a:pt x="1787876" y="710390"/>
                </a:lnTo>
                <a:lnTo>
                  <a:pt x="1810299" y="714970"/>
                </a:lnTo>
                <a:cubicBezTo>
                  <a:pt x="1853058" y="733356"/>
                  <a:pt x="1882134" y="776115"/>
                  <a:pt x="1882134" y="824004"/>
                </a:cubicBezTo>
                <a:cubicBezTo>
                  <a:pt x="1882134" y="890898"/>
                  <a:pt x="1827403" y="942588"/>
                  <a:pt x="1763550" y="942588"/>
                </a:cubicBezTo>
                <a:cubicBezTo>
                  <a:pt x="1746826" y="942588"/>
                  <a:pt x="1731053" y="939357"/>
                  <a:pt x="1716800" y="933466"/>
                </a:cubicBezTo>
                <a:lnTo>
                  <a:pt x="1696290" y="919792"/>
                </a:lnTo>
                <a:lnTo>
                  <a:pt x="1562871" y="997319"/>
                </a:lnTo>
                <a:lnTo>
                  <a:pt x="1452273" y="1058596"/>
                </a:lnTo>
                <a:lnTo>
                  <a:pt x="1456449" y="1079414"/>
                </a:lnTo>
                <a:cubicBezTo>
                  <a:pt x="1456450" y="1129584"/>
                  <a:pt x="1425663" y="1171202"/>
                  <a:pt x="1383332" y="1188876"/>
                </a:cubicBezTo>
                <a:lnTo>
                  <a:pt x="1380434" y="1189457"/>
                </a:lnTo>
                <a:lnTo>
                  <a:pt x="1380434" y="1316581"/>
                </a:lnTo>
                <a:lnTo>
                  <a:pt x="1380434" y="1459744"/>
                </a:lnTo>
                <a:lnTo>
                  <a:pt x="1413121" y="1481535"/>
                </a:lnTo>
                <a:cubicBezTo>
                  <a:pt x="1434405" y="1502819"/>
                  <a:pt x="1447327" y="1532465"/>
                  <a:pt x="1447328" y="1565911"/>
                </a:cubicBezTo>
                <a:cubicBezTo>
                  <a:pt x="1447328" y="1632805"/>
                  <a:pt x="1392597" y="1684495"/>
                  <a:pt x="1328743" y="1684495"/>
                </a:cubicBezTo>
                <a:cubicBezTo>
                  <a:pt x="1312780" y="1684496"/>
                  <a:pt x="1297387" y="1681265"/>
                  <a:pt x="1283277" y="1675374"/>
                </a:cubicBezTo>
                <a:lnTo>
                  <a:pt x="1245755" y="1650453"/>
                </a:lnTo>
                <a:lnTo>
                  <a:pt x="1152389" y="1702738"/>
                </a:lnTo>
                <a:lnTo>
                  <a:pt x="1045590" y="1764797"/>
                </a:lnTo>
                <a:lnTo>
                  <a:pt x="1052050" y="1796996"/>
                </a:lnTo>
                <a:cubicBezTo>
                  <a:pt x="1052050" y="1863890"/>
                  <a:pt x="997319" y="1915580"/>
                  <a:pt x="933465" y="1915580"/>
                </a:cubicBezTo>
                <a:cubicBezTo>
                  <a:pt x="869613" y="1915580"/>
                  <a:pt x="814882" y="1860849"/>
                  <a:pt x="814882" y="1796996"/>
                </a:cubicBezTo>
                <a:lnTo>
                  <a:pt x="820094" y="1770286"/>
                </a:lnTo>
                <a:lnTo>
                  <a:pt x="705420" y="1702738"/>
                </a:lnTo>
                <a:lnTo>
                  <a:pt x="599803" y="1641366"/>
                </a:lnTo>
                <a:lnTo>
                  <a:pt x="571490" y="1660170"/>
                </a:lnTo>
                <a:cubicBezTo>
                  <a:pt x="557380" y="1666061"/>
                  <a:pt x="541987" y="1669291"/>
                  <a:pt x="526023" y="1669292"/>
                </a:cubicBezTo>
                <a:cubicBezTo>
                  <a:pt x="462171" y="1669292"/>
                  <a:pt x="407440" y="1617602"/>
                  <a:pt x="407440" y="1550707"/>
                </a:cubicBezTo>
                <a:cubicBezTo>
                  <a:pt x="407440" y="1517261"/>
                  <a:pt x="421123" y="1487615"/>
                  <a:pt x="442787" y="1466331"/>
                </a:cubicBezTo>
                <a:lnTo>
                  <a:pt x="480415" y="1441340"/>
                </a:lnTo>
                <a:lnTo>
                  <a:pt x="480415" y="1313541"/>
                </a:lnTo>
                <a:lnTo>
                  <a:pt x="480415" y="1180946"/>
                </a:lnTo>
                <a:lnTo>
                  <a:pt x="474477" y="1179755"/>
                </a:lnTo>
                <a:cubicBezTo>
                  <a:pt x="432146" y="1162081"/>
                  <a:pt x="401359" y="1120463"/>
                  <a:pt x="401359" y="1070292"/>
                </a:cubicBezTo>
                <a:lnTo>
                  <a:pt x="403715" y="1058760"/>
                </a:lnTo>
                <a:lnTo>
                  <a:pt x="297980" y="997319"/>
                </a:lnTo>
                <a:lnTo>
                  <a:pt x="197246" y="938785"/>
                </a:lnTo>
                <a:lnTo>
                  <a:pt x="164050" y="960831"/>
                </a:lnTo>
                <a:cubicBezTo>
                  <a:pt x="149940" y="966723"/>
                  <a:pt x="134547" y="969953"/>
                  <a:pt x="118583" y="969953"/>
                </a:cubicBezTo>
                <a:cubicBezTo>
                  <a:pt x="51690" y="969953"/>
                  <a:pt x="0" y="915222"/>
                  <a:pt x="0" y="851369"/>
                </a:cubicBezTo>
                <a:cubicBezTo>
                  <a:pt x="0" y="801199"/>
                  <a:pt x="29076" y="759581"/>
                  <a:pt x="71834" y="741907"/>
                </a:cubicBezTo>
                <a:lnTo>
                  <a:pt x="72975" y="741685"/>
                </a:lnTo>
                <a:lnTo>
                  <a:pt x="72975" y="608121"/>
                </a:lnTo>
                <a:lnTo>
                  <a:pt x="72975" y="483679"/>
                </a:lnTo>
                <a:lnTo>
                  <a:pt x="71834" y="483456"/>
                </a:lnTo>
                <a:cubicBezTo>
                  <a:pt x="29076" y="465783"/>
                  <a:pt x="0" y="424164"/>
                  <a:pt x="0" y="373994"/>
                </a:cubicBezTo>
                <a:cubicBezTo>
                  <a:pt x="0" y="310141"/>
                  <a:pt x="51690" y="255410"/>
                  <a:pt x="118583" y="255410"/>
                </a:cubicBezTo>
                <a:cubicBezTo>
                  <a:pt x="135307" y="255410"/>
                  <a:pt x="151080" y="258831"/>
                  <a:pt x="165333" y="264960"/>
                </a:cubicBezTo>
                <a:lnTo>
                  <a:pt x="189840" y="281762"/>
                </a:lnTo>
                <a:lnTo>
                  <a:pt x="297980" y="218924"/>
                </a:lnTo>
                <a:lnTo>
                  <a:pt x="409656" y="154031"/>
                </a:lnTo>
                <a:lnTo>
                  <a:pt x="407441" y="143189"/>
                </a:lnTo>
                <a:cubicBezTo>
                  <a:pt x="407286" y="77697"/>
                  <a:pt x="460252" y="24480"/>
                  <a:pt x="525745" y="24326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4" name="Google Shape;684;p63"/>
          <p:cNvSpPr/>
          <p:nvPr/>
        </p:nvSpPr>
        <p:spPr>
          <a:xfrm flipH="1" rot="-9945033">
            <a:off x="7657572" y="3615666"/>
            <a:ext cx="1313750" cy="1239828"/>
          </a:xfrm>
          <a:custGeom>
            <a:rect b="b" l="l" r="r" t="t"/>
            <a:pathLst>
              <a:path extrusionOk="0" h="1900583" w="2013900">
                <a:moveTo>
                  <a:pt x="943257" y="1501970"/>
                </a:moveTo>
                <a:lnTo>
                  <a:pt x="744074" y="1348088"/>
                </a:lnTo>
                <a:lnTo>
                  <a:pt x="748630" y="1338807"/>
                </a:lnTo>
                <a:cubicBezTo>
                  <a:pt x="760072" y="1294309"/>
                  <a:pt x="744218" y="1245791"/>
                  <a:pt x="706808" y="1216890"/>
                </a:cubicBezTo>
                <a:lnTo>
                  <a:pt x="695446" y="1211313"/>
                </a:lnTo>
                <a:lnTo>
                  <a:pt x="726700" y="978267"/>
                </a:lnTo>
                <a:lnTo>
                  <a:pt x="764518" y="965451"/>
                </a:lnTo>
                <a:cubicBezTo>
                  <a:pt x="777636" y="957984"/>
                  <a:pt x="789449" y="947909"/>
                  <a:pt x="799083" y="935439"/>
                </a:cubicBezTo>
                <a:cubicBezTo>
                  <a:pt x="809176" y="922375"/>
                  <a:pt x="816023" y="907989"/>
                  <a:pt x="819837" y="893157"/>
                </a:cubicBezTo>
                <a:lnTo>
                  <a:pt x="822213" y="851356"/>
                </a:lnTo>
                <a:lnTo>
                  <a:pt x="1043738" y="760675"/>
                </a:lnTo>
                <a:lnTo>
                  <a:pt x="1061832" y="781899"/>
                </a:lnTo>
                <a:cubicBezTo>
                  <a:pt x="1101024" y="812177"/>
                  <a:pt x="1152114" y="813244"/>
                  <a:pt x="1191467" y="790843"/>
                </a:cubicBezTo>
                <a:lnTo>
                  <a:pt x="1200605" y="782908"/>
                </a:lnTo>
                <a:lnTo>
                  <a:pt x="1391604" y="930468"/>
                </a:lnTo>
                <a:lnTo>
                  <a:pt x="1386234" y="941312"/>
                </a:lnTo>
                <a:cubicBezTo>
                  <a:pt x="1374493" y="985046"/>
                  <a:pt x="1388425" y="1034212"/>
                  <a:pt x="1427616" y="1064490"/>
                </a:cubicBezTo>
                <a:lnTo>
                  <a:pt x="1447779" y="1074387"/>
                </a:lnTo>
                <a:lnTo>
                  <a:pt x="1417037" y="1303612"/>
                </a:lnTo>
                <a:lnTo>
                  <a:pt x="1377304" y="1316666"/>
                </a:lnTo>
                <a:cubicBezTo>
                  <a:pt x="1364036" y="1324096"/>
                  <a:pt x="1352007" y="1334250"/>
                  <a:pt x="1342096" y="1347016"/>
                </a:cubicBezTo>
                <a:cubicBezTo>
                  <a:pt x="1322273" y="1372550"/>
                  <a:pt x="1314676" y="1403701"/>
                  <a:pt x="1318419" y="1433424"/>
                </a:cubicBezTo>
                <a:lnTo>
                  <a:pt x="1318667" y="1434179"/>
                </a:lnTo>
                <a:lnTo>
                  <a:pt x="1097018" y="1524911"/>
                </a:lnTo>
                <a:lnTo>
                  <a:pt x="1079718" y="1504987"/>
                </a:lnTo>
                <a:cubicBezTo>
                  <a:pt x="1040526" y="1474709"/>
                  <a:pt x="989436" y="1473641"/>
                  <a:pt x="950083" y="1496043"/>
                </a:cubicBezTo>
                <a:close/>
                <a:moveTo>
                  <a:pt x="75043" y="1597161"/>
                </a:moveTo>
                <a:cubicBezTo>
                  <a:pt x="85545" y="1601240"/>
                  <a:pt x="96683" y="1603828"/>
                  <a:pt x="108134" y="1604721"/>
                </a:cubicBezTo>
                <a:cubicBezTo>
                  <a:pt x="123403" y="1605911"/>
                  <a:pt x="139230" y="1604086"/>
                  <a:pt x="154857" y="1598764"/>
                </a:cubicBezTo>
                <a:cubicBezTo>
                  <a:pt x="199605" y="1583520"/>
                  <a:pt x="230305" y="1542741"/>
                  <a:pt x="233875" y="1496935"/>
                </a:cubicBezTo>
                <a:lnTo>
                  <a:pt x="231813" y="1480763"/>
                </a:lnTo>
                <a:lnTo>
                  <a:pt x="540598" y="1375577"/>
                </a:lnTo>
                <a:lnTo>
                  <a:pt x="563677" y="1402157"/>
                </a:lnTo>
                <a:cubicBezTo>
                  <a:pt x="602868" y="1432435"/>
                  <a:pt x="652926" y="1434839"/>
                  <a:pt x="692537" y="1412103"/>
                </a:cubicBezTo>
                <a:lnTo>
                  <a:pt x="693400" y="1411346"/>
                </a:lnTo>
                <a:lnTo>
                  <a:pt x="797736" y="1491953"/>
                </a:lnTo>
                <a:lnTo>
                  <a:pt x="894945" y="1567053"/>
                </a:lnTo>
                <a:lnTo>
                  <a:pt x="894430" y="1568079"/>
                </a:lnTo>
                <a:cubicBezTo>
                  <a:pt x="882432" y="1612147"/>
                  <a:pt x="897395" y="1659977"/>
                  <a:pt x="936587" y="1690255"/>
                </a:cubicBezTo>
                <a:cubicBezTo>
                  <a:pt x="986466" y="1728790"/>
                  <a:pt x="1060415" y="1721441"/>
                  <a:pt x="1100786" y="1669186"/>
                </a:cubicBezTo>
                <a:cubicBezTo>
                  <a:pt x="1110878" y="1656123"/>
                  <a:pt x="1117725" y="1641737"/>
                  <a:pt x="1121540" y="1626904"/>
                </a:cubicBezTo>
                <a:lnTo>
                  <a:pt x="1123204" y="1597620"/>
                </a:lnTo>
                <a:lnTo>
                  <a:pt x="1237555" y="1551067"/>
                </a:lnTo>
                <a:lnTo>
                  <a:pt x="1355644" y="1502993"/>
                </a:lnTo>
                <a:lnTo>
                  <a:pt x="1362776" y="1511266"/>
                </a:lnTo>
                <a:cubicBezTo>
                  <a:pt x="1401076" y="1541000"/>
                  <a:pt x="1452016" y="1543225"/>
                  <a:pt x="1491817" y="1520936"/>
                </a:cubicBezTo>
                <a:lnTo>
                  <a:pt x="1499270" y="1514511"/>
                </a:lnTo>
                <a:lnTo>
                  <a:pt x="1790657" y="1739626"/>
                </a:lnTo>
                <a:lnTo>
                  <a:pt x="1783473" y="1754261"/>
                </a:lnTo>
                <a:cubicBezTo>
                  <a:pt x="1772031" y="1798759"/>
                  <a:pt x="1787886" y="1847276"/>
                  <a:pt x="1825296" y="1876178"/>
                </a:cubicBezTo>
                <a:cubicBezTo>
                  <a:pt x="1838359" y="1886271"/>
                  <a:pt x="1852745" y="1893118"/>
                  <a:pt x="1867578" y="1896932"/>
                </a:cubicBezTo>
                <a:cubicBezTo>
                  <a:pt x="1912075" y="1908374"/>
                  <a:pt x="1960593" y="1892520"/>
                  <a:pt x="1989494" y="1855110"/>
                </a:cubicBezTo>
                <a:cubicBezTo>
                  <a:pt x="2029865" y="1802855"/>
                  <a:pt x="2018306" y="1729446"/>
                  <a:pt x="1968427" y="1690911"/>
                </a:cubicBezTo>
                <a:cubicBezTo>
                  <a:pt x="1929235" y="1660633"/>
                  <a:pt x="1878145" y="1659565"/>
                  <a:pt x="1838792" y="1681967"/>
                </a:cubicBezTo>
                <a:lnTo>
                  <a:pt x="1838014" y="1682642"/>
                </a:lnTo>
                <a:lnTo>
                  <a:pt x="1544325" y="1455749"/>
                </a:lnTo>
                <a:lnTo>
                  <a:pt x="1547700" y="1448953"/>
                </a:lnTo>
                <a:cubicBezTo>
                  <a:pt x="1559428" y="1404868"/>
                  <a:pt x="1544645" y="1356070"/>
                  <a:pt x="1506345" y="1326336"/>
                </a:cubicBezTo>
                <a:lnTo>
                  <a:pt x="1493239" y="1319828"/>
                </a:lnTo>
                <a:lnTo>
                  <a:pt x="1509136" y="1199535"/>
                </a:lnTo>
                <a:lnTo>
                  <a:pt x="1524327" y="1084591"/>
                </a:lnTo>
                <a:lnTo>
                  <a:pt x="1557251" y="1073434"/>
                </a:lnTo>
                <a:cubicBezTo>
                  <a:pt x="1570368" y="1065966"/>
                  <a:pt x="1582182" y="1055892"/>
                  <a:pt x="1591815" y="1043422"/>
                </a:cubicBezTo>
                <a:cubicBezTo>
                  <a:pt x="1632186" y="991167"/>
                  <a:pt x="1620627" y="917758"/>
                  <a:pt x="1570748" y="879222"/>
                </a:cubicBezTo>
                <a:cubicBezTo>
                  <a:pt x="1544620" y="859037"/>
                  <a:pt x="1513204" y="851834"/>
                  <a:pt x="1483503" y="855912"/>
                </a:cubicBezTo>
                <a:lnTo>
                  <a:pt x="1444684" y="869068"/>
                </a:lnTo>
                <a:lnTo>
                  <a:pt x="1340899" y="788887"/>
                </a:lnTo>
                <a:lnTo>
                  <a:pt x="1246914" y="716278"/>
                </a:lnTo>
                <a:lnTo>
                  <a:pt x="1249341" y="673586"/>
                </a:lnTo>
                <a:cubicBezTo>
                  <a:pt x="1245263" y="643885"/>
                  <a:pt x="1229903" y="615899"/>
                  <a:pt x="1204964" y="596631"/>
                </a:cubicBezTo>
                <a:lnTo>
                  <a:pt x="1168993" y="578975"/>
                </a:lnTo>
                <a:lnTo>
                  <a:pt x="1168993" y="225315"/>
                </a:lnTo>
                <a:lnTo>
                  <a:pt x="1170003" y="225113"/>
                </a:lnTo>
                <a:cubicBezTo>
                  <a:pt x="1211789" y="207666"/>
                  <a:pt x="1242179" y="166584"/>
                  <a:pt x="1242179" y="117058"/>
                </a:cubicBezTo>
                <a:cubicBezTo>
                  <a:pt x="1242179" y="54028"/>
                  <a:pt x="1191154" y="0"/>
                  <a:pt x="1125121" y="1"/>
                </a:cubicBezTo>
                <a:cubicBezTo>
                  <a:pt x="1062090" y="1"/>
                  <a:pt x="1008063" y="51026"/>
                  <a:pt x="1008063" y="117059"/>
                </a:cubicBezTo>
                <a:cubicBezTo>
                  <a:pt x="1008063" y="164333"/>
                  <a:pt x="1036765" y="206541"/>
                  <a:pt x="1078973" y="224691"/>
                </a:cubicBezTo>
                <a:lnTo>
                  <a:pt x="1094946" y="227954"/>
                </a:lnTo>
                <a:lnTo>
                  <a:pt x="1094946" y="580718"/>
                </a:lnTo>
                <a:lnTo>
                  <a:pt x="1086671" y="583843"/>
                </a:lnTo>
                <a:lnTo>
                  <a:pt x="1075329" y="587687"/>
                </a:lnTo>
                <a:lnTo>
                  <a:pt x="1040783" y="617683"/>
                </a:lnTo>
                <a:lnTo>
                  <a:pt x="1040763" y="617700"/>
                </a:lnTo>
                <a:cubicBezTo>
                  <a:pt x="1031588" y="629576"/>
                  <a:pt x="1025281" y="642956"/>
                  <a:pt x="1021723" y="656920"/>
                </a:cubicBezTo>
                <a:lnTo>
                  <a:pt x="1021715" y="657057"/>
                </a:lnTo>
                <a:lnTo>
                  <a:pt x="1020784" y="658980"/>
                </a:lnTo>
                <a:lnTo>
                  <a:pt x="1019460" y="681579"/>
                </a:lnTo>
                <a:lnTo>
                  <a:pt x="901080" y="729772"/>
                </a:lnTo>
                <a:lnTo>
                  <a:pt x="783553" y="777618"/>
                </a:lnTo>
                <a:lnTo>
                  <a:pt x="778015" y="771240"/>
                </a:lnTo>
                <a:cubicBezTo>
                  <a:pt x="725760" y="730869"/>
                  <a:pt x="652351" y="742428"/>
                  <a:pt x="613815" y="792308"/>
                </a:cubicBezTo>
                <a:cubicBezTo>
                  <a:pt x="575280" y="842187"/>
                  <a:pt x="582629" y="916137"/>
                  <a:pt x="634884" y="956507"/>
                </a:cubicBezTo>
                <a:lnTo>
                  <a:pt x="645314" y="961627"/>
                </a:lnTo>
                <a:lnTo>
                  <a:pt x="629499" y="1081304"/>
                </a:lnTo>
                <a:lnTo>
                  <a:pt x="614430" y="1195319"/>
                </a:lnTo>
                <a:lnTo>
                  <a:pt x="577174" y="1207946"/>
                </a:lnTo>
                <a:cubicBezTo>
                  <a:pt x="564056" y="1215413"/>
                  <a:pt x="552242" y="1225488"/>
                  <a:pt x="542608" y="1237958"/>
                </a:cubicBezTo>
                <a:cubicBezTo>
                  <a:pt x="532516" y="1251022"/>
                  <a:pt x="525669" y="1265407"/>
                  <a:pt x="521855" y="1280240"/>
                </a:cubicBezTo>
                <a:lnTo>
                  <a:pt x="520493" y="1304200"/>
                </a:lnTo>
                <a:lnTo>
                  <a:pt x="205439" y="1411522"/>
                </a:lnTo>
                <a:lnTo>
                  <a:pt x="204922" y="1410631"/>
                </a:lnTo>
                <a:cubicBezTo>
                  <a:pt x="174933" y="1376702"/>
                  <a:pt x="126246" y="1361182"/>
                  <a:pt x="79366" y="1377152"/>
                </a:cubicBezTo>
                <a:cubicBezTo>
                  <a:pt x="19701" y="1397476"/>
                  <a:pt x="-14987" y="1463197"/>
                  <a:pt x="6306" y="1525703"/>
                </a:cubicBezTo>
                <a:cubicBezTo>
                  <a:pt x="17738" y="1559264"/>
                  <a:pt x="43535" y="1584923"/>
                  <a:pt x="75043" y="1597161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5" name="Google Shape;685;p63"/>
          <p:cNvSpPr/>
          <p:nvPr/>
        </p:nvSpPr>
        <p:spPr>
          <a:xfrm rot="1022389">
            <a:off x="10763367" y="3963200"/>
            <a:ext cx="1025410" cy="838256"/>
          </a:xfrm>
          <a:custGeom>
            <a:rect b="b" l="l" r="r" t="t"/>
            <a:pathLst>
              <a:path extrusionOk="0" h="880832" w="1077492">
                <a:moveTo>
                  <a:pt x="618123" y="5091"/>
                </a:moveTo>
                <a:cubicBezTo>
                  <a:pt x="628264" y="1341"/>
                  <a:pt x="638938" y="-311"/>
                  <a:pt x="649515" y="48"/>
                </a:cubicBezTo>
                <a:cubicBezTo>
                  <a:pt x="670668" y="767"/>
                  <a:pt x="691432" y="9532"/>
                  <a:pt x="706766" y="25655"/>
                </a:cubicBezTo>
                <a:cubicBezTo>
                  <a:pt x="738893" y="59437"/>
                  <a:pt x="736078" y="111827"/>
                  <a:pt x="703831" y="142493"/>
                </a:cubicBezTo>
                <a:lnTo>
                  <a:pt x="665641" y="157025"/>
                </a:lnTo>
                <a:lnTo>
                  <a:pt x="665641" y="352605"/>
                </a:lnTo>
                <a:lnTo>
                  <a:pt x="684786" y="356972"/>
                </a:lnTo>
                <a:cubicBezTo>
                  <a:pt x="697289" y="362480"/>
                  <a:pt x="708859" y="370458"/>
                  <a:pt x="718689" y="380793"/>
                </a:cubicBezTo>
                <a:cubicBezTo>
                  <a:pt x="749581" y="413278"/>
                  <a:pt x="755275" y="459181"/>
                  <a:pt x="738749" y="496690"/>
                </a:cubicBezTo>
                <a:lnTo>
                  <a:pt x="735230" y="501698"/>
                </a:lnTo>
                <a:lnTo>
                  <a:pt x="845060" y="617186"/>
                </a:lnTo>
                <a:lnTo>
                  <a:pt x="879258" y="595803"/>
                </a:lnTo>
                <a:cubicBezTo>
                  <a:pt x="933414" y="575777"/>
                  <a:pt x="996107" y="589357"/>
                  <a:pt x="1037048" y="632408"/>
                </a:cubicBezTo>
                <a:cubicBezTo>
                  <a:pt x="1094236" y="692542"/>
                  <a:pt x="1089226" y="785799"/>
                  <a:pt x="1031825" y="840388"/>
                </a:cubicBezTo>
                <a:cubicBezTo>
                  <a:pt x="971691" y="897576"/>
                  <a:pt x="878434" y="892566"/>
                  <a:pt x="823846" y="835165"/>
                </a:cubicBezTo>
                <a:cubicBezTo>
                  <a:pt x="780955" y="790064"/>
                  <a:pt x="773050" y="726332"/>
                  <a:pt x="795994" y="674255"/>
                </a:cubicBezTo>
                <a:lnTo>
                  <a:pt x="803191" y="664013"/>
                </a:lnTo>
                <a:lnTo>
                  <a:pt x="690708" y="545736"/>
                </a:lnTo>
                <a:lnTo>
                  <a:pt x="678778" y="553196"/>
                </a:lnTo>
                <a:cubicBezTo>
                  <a:pt x="639771" y="567620"/>
                  <a:pt x="594617" y="557839"/>
                  <a:pt x="565128" y="526831"/>
                </a:cubicBezTo>
                <a:lnTo>
                  <a:pt x="562479" y="522594"/>
                </a:lnTo>
                <a:lnTo>
                  <a:pt x="207664" y="608151"/>
                </a:lnTo>
                <a:lnTo>
                  <a:pt x="203307" y="628640"/>
                </a:lnTo>
                <a:cubicBezTo>
                  <a:pt x="197853" y="641384"/>
                  <a:pt x="189746" y="653311"/>
                  <a:pt x="178918" y="663609"/>
                </a:cubicBezTo>
                <a:cubicBezTo>
                  <a:pt x="137575" y="702927"/>
                  <a:pt x="70309" y="703160"/>
                  <a:pt x="29119" y="659847"/>
                </a:cubicBezTo>
                <a:cubicBezTo>
                  <a:pt x="-10199" y="618504"/>
                  <a:pt x="-10431" y="551239"/>
                  <a:pt x="32881" y="510048"/>
                </a:cubicBezTo>
                <a:cubicBezTo>
                  <a:pt x="43217" y="500219"/>
                  <a:pt x="55173" y="492832"/>
                  <a:pt x="67936" y="487958"/>
                </a:cubicBezTo>
                <a:cubicBezTo>
                  <a:pt x="106227" y="473336"/>
                  <a:pt x="151787" y="481326"/>
                  <a:pt x="182679" y="513810"/>
                </a:cubicBezTo>
                <a:lnTo>
                  <a:pt x="199867" y="541086"/>
                </a:lnTo>
                <a:lnTo>
                  <a:pt x="537541" y="459661"/>
                </a:lnTo>
                <a:lnTo>
                  <a:pt x="536059" y="450434"/>
                </a:lnTo>
                <a:cubicBezTo>
                  <a:pt x="536980" y="423313"/>
                  <a:pt x="548218" y="396691"/>
                  <a:pt x="568890" y="377032"/>
                </a:cubicBezTo>
                <a:cubicBezTo>
                  <a:pt x="579718" y="366735"/>
                  <a:pt x="592037" y="359237"/>
                  <a:pt x="605039" y="354429"/>
                </a:cubicBezTo>
                <a:lnTo>
                  <a:pt x="624516" y="351300"/>
                </a:lnTo>
                <a:lnTo>
                  <a:pt x="624516" y="160667"/>
                </a:lnTo>
                <a:lnTo>
                  <a:pt x="613436" y="158139"/>
                </a:lnTo>
                <a:cubicBezTo>
                  <a:pt x="603685" y="153843"/>
                  <a:pt x="594660" y="147621"/>
                  <a:pt x="586993" y="139559"/>
                </a:cubicBezTo>
                <a:cubicBezTo>
                  <a:pt x="554867" y="105778"/>
                  <a:pt x="557681" y="53388"/>
                  <a:pt x="589927" y="22721"/>
                </a:cubicBezTo>
                <a:cubicBezTo>
                  <a:pt x="598373" y="14690"/>
                  <a:pt x="607982" y="8842"/>
                  <a:pt x="618123" y="5091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86" name="Google Shape;686;p63"/>
          <p:cNvGrpSpPr/>
          <p:nvPr/>
        </p:nvGrpSpPr>
        <p:grpSpPr>
          <a:xfrm>
            <a:off x="501570" y="1642689"/>
            <a:ext cx="1891725" cy="1331151"/>
            <a:chOff x="579703" y="1481608"/>
            <a:chExt cx="2452930" cy="1726055"/>
          </a:xfrm>
        </p:grpSpPr>
        <p:grpSp>
          <p:nvGrpSpPr>
            <p:cNvPr id="687" name="Google Shape;687;p63"/>
            <p:cNvGrpSpPr/>
            <p:nvPr/>
          </p:nvGrpSpPr>
          <p:grpSpPr>
            <a:xfrm>
              <a:off x="1886687" y="1481608"/>
              <a:ext cx="1145946" cy="1726055"/>
              <a:chOff x="6150565" y="3254095"/>
              <a:chExt cx="979312" cy="1475068"/>
            </a:xfrm>
          </p:grpSpPr>
          <p:sp>
            <p:nvSpPr>
              <p:cNvPr id="688" name="Google Shape;688;p63"/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rect b="b" l="l" r="r" t="t"/>
                <a:pathLst>
                  <a:path extrusionOk="0" h="686633" w="974796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89" name="Google Shape;689;p63"/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rect b="b" l="l" r="r" t="t"/>
                <a:pathLst>
                  <a:path extrusionOk="0" h="1039197" w="641503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0" name="Google Shape;690;p63"/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rect b="b" l="l" r="r" t="t"/>
                <a:pathLst>
                  <a:path extrusionOk="0" h="1036239" w="1042163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1" name="Google Shape;691;p63"/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rect b="b" l="l" r="r" t="t"/>
                <a:pathLst>
                  <a:path extrusionOk="0" h="444638" w="296864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692" name="Google Shape;692;p63"/>
              <p:cNvCxnSpPr/>
              <p:nvPr/>
            </p:nvCxnSpPr>
            <p:spPr>
              <a:xfrm flipH="1">
                <a:off x="6152008" y="3476077"/>
                <a:ext cx="1188" cy="97473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3" name="Google Shape;693;p63"/>
            <p:cNvGrpSpPr/>
            <p:nvPr/>
          </p:nvGrpSpPr>
          <p:grpSpPr>
            <a:xfrm flipH="1">
              <a:off x="579703" y="1481608"/>
              <a:ext cx="1145946" cy="1726055"/>
              <a:chOff x="6150565" y="3254095"/>
              <a:chExt cx="979312" cy="1475068"/>
            </a:xfrm>
          </p:grpSpPr>
          <p:sp>
            <p:nvSpPr>
              <p:cNvPr id="694" name="Google Shape;694;p63"/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rect b="b" l="l" r="r" t="t"/>
                <a:pathLst>
                  <a:path extrusionOk="0" h="686633" w="974796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5" name="Google Shape;695;p63"/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rect b="b" l="l" r="r" t="t"/>
                <a:pathLst>
                  <a:path extrusionOk="0" h="1039197" w="641503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6" name="Google Shape;696;p63"/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rect b="b" l="l" r="r" t="t"/>
                <a:pathLst>
                  <a:path extrusionOk="0" h="1036239" w="1042163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7" name="Google Shape;697;p63"/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rect b="b" l="l" r="r" t="t"/>
                <a:pathLst>
                  <a:path extrusionOk="0" h="444638" w="296864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698" name="Google Shape;698;p63"/>
              <p:cNvCxnSpPr/>
              <p:nvPr/>
            </p:nvCxnSpPr>
            <p:spPr>
              <a:xfrm flipH="1">
                <a:off x="6152008" y="3476077"/>
                <a:ext cx="1188" cy="97473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99" name="Google Shape;699;p63"/>
          <p:cNvGrpSpPr/>
          <p:nvPr/>
        </p:nvGrpSpPr>
        <p:grpSpPr>
          <a:xfrm>
            <a:off x="2426558" y="1107111"/>
            <a:ext cx="1813282" cy="1899035"/>
            <a:chOff x="9084629" y="2875432"/>
            <a:chExt cx="2308912" cy="2418102"/>
          </a:xfrm>
        </p:grpSpPr>
        <p:sp>
          <p:nvSpPr>
            <p:cNvPr id="700" name="Google Shape;700;p63"/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1" name="Google Shape;701;p63"/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2" name="Google Shape;702;p63"/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3" name="Google Shape;703;p63"/>
            <p:cNvSpPr/>
            <p:nvPr/>
          </p:nvSpPr>
          <p:spPr>
            <a:xfrm rot="-2233447">
              <a:off x="10104241" y="5001620"/>
              <a:ext cx="279977" cy="230733"/>
            </a:xfrm>
            <a:custGeom>
              <a:rect b="b" l="l" r="r" t="t"/>
              <a:pathLst>
                <a:path extrusionOk="0" h="666352" w="808567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4" name="Google Shape;704;p63"/>
            <p:cNvSpPr/>
            <p:nvPr/>
          </p:nvSpPr>
          <p:spPr>
            <a:xfrm>
              <a:off x="9715953" y="3562517"/>
              <a:ext cx="1039477" cy="1222505"/>
            </a:xfrm>
            <a:custGeom>
              <a:rect b="b" l="l" r="r" t="t"/>
              <a:pathLst>
                <a:path extrusionOk="0" h="2665" w="2141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5" name="Google Shape;705;p63"/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6" name="Google Shape;706;p63"/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7" name="Google Shape;707;p63"/>
            <p:cNvSpPr/>
            <p:nvPr/>
          </p:nvSpPr>
          <p:spPr>
            <a:xfrm rot="-4800000">
              <a:off x="9294239" y="3582372"/>
              <a:ext cx="73047" cy="48698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8" name="Google Shape;708;p63"/>
            <p:cNvSpPr/>
            <p:nvPr/>
          </p:nvSpPr>
          <p:spPr>
            <a:xfrm flipH="1" rot="8100000">
              <a:off x="10108452" y="4097750"/>
              <a:ext cx="475605" cy="267050"/>
            </a:xfrm>
            <a:custGeom>
              <a:rect b="b" l="l" r="r" t="t"/>
              <a:pathLst>
                <a:path extrusionOk="0" h="354710" w="631721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9" name="Google Shape;709;p63"/>
            <p:cNvSpPr/>
            <p:nvPr/>
          </p:nvSpPr>
          <p:spPr>
            <a:xfrm rot="-8315225">
              <a:off x="9960891" y="4191599"/>
              <a:ext cx="350851" cy="197003"/>
            </a:xfrm>
            <a:custGeom>
              <a:rect b="b" l="l" r="r" t="t"/>
              <a:pathLst>
                <a:path extrusionOk="0" h="354710" w="631721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0" name="Google Shape;710;p63"/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1" name="Google Shape;711;p63"/>
            <p:cNvSpPr/>
            <p:nvPr/>
          </p:nvSpPr>
          <p:spPr>
            <a:xfrm flipH="1" rot="-8100000">
              <a:off x="10791750" y="3081280"/>
              <a:ext cx="73047" cy="48698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2" name="Google Shape;712;p63"/>
            <p:cNvSpPr/>
            <p:nvPr/>
          </p:nvSpPr>
          <p:spPr>
            <a:xfrm flipH="1" rot="4800000">
              <a:off x="11110885" y="3582372"/>
              <a:ext cx="73047" cy="48698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13" name="Google Shape;713;p63"/>
          <p:cNvGrpSpPr/>
          <p:nvPr/>
        </p:nvGrpSpPr>
        <p:grpSpPr>
          <a:xfrm>
            <a:off x="4456306" y="1187630"/>
            <a:ext cx="2658765" cy="2200331"/>
            <a:chOff x="296351" y="2054264"/>
            <a:chExt cx="5134582" cy="4249258"/>
          </a:xfrm>
        </p:grpSpPr>
        <p:sp>
          <p:nvSpPr>
            <p:cNvPr id="714" name="Google Shape;714;p63"/>
            <p:cNvSpPr/>
            <p:nvPr/>
          </p:nvSpPr>
          <p:spPr>
            <a:xfrm>
              <a:off x="1904423" y="2721764"/>
              <a:ext cx="3526510" cy="2462068"/>
            </a:xfrm>
            <a:custGeom>
              <a:rect b="b" l="l" r="r" t="t"/>
              <a:pathLst>
                <a:path extrusionOk="0" h="2915120" w="4175437">
                  <a:moveTo>
                    <a:pt x="13023" y="468086"/>
                  </a:moveTo>
                  <a:cubicBezTo>
                    <a:pt x="17525" y="1280886"/>
                    <a:pt x="-3876" y="2102320"/>
                    <a:pt x="626" y="2915120"/>
                  </a:cubicBezTo>
                  <a:lnTo>
                    <a:pt x="4175437" y="2897481"/>
                  </a:lnTo>
                  <a:lnTo>
                    <a:pt x="742366" y="0"/>
                  </a:lnTo>
                  <a:lnTo>
                    <a:pt x="13023" y="46808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0000"/>
                  </a:srgbClr>
                </a:gs>
                <a:gs pos="27000">
                  <a:srgbClr val="FFFFFF">
                    <a:alpha val="80000"/>
                  </a:srgbClr>
                </a:gs>
                <a:gs pos="100000">
                  <a:srgbClr val="E7F6F1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15" name="Google Shape;715;p63"/>
            <p:cNvGrpSpPr/>
            <p:nvPr/>
          </p:nvGrpSpPr>
          <p:grpSpPr>
            <a:xfrm rot="2664022">
              <a:off x="1392551" y="2167303"/>
              <a:ext cx="160620" cy="1522482"/>
              <a:chOff x="1039691" y="2468855"/>
              <a:chExt cx="190176" cy="1802639"/>
            </a:xfrm>
          </p:grpSpPr>
          <p:sp>
            <p:nvSpPr>
              <p:cNvPr id="716" name="Google Shape;716;p63"/>
              <p:cNvSpPr/>
              <p:nvPr/>
            </p:nvSpPr>
            <p:spPr>
              <a:xfrm>
                <a:off x="1039691" y="2471295"/>
                <a:ext cx="72008" cy="1800199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17" name="Google Shape;717;p63"/>
              <p:cNvSpPr/>
              <p:nvPr/>
            </p:nvSpPr>
            <p:spPr>
              <a:xfrm>
                <a:off x="1157859" y="2468855"/>
                <a:ext cx="72008" cy="180020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18" name="Google Shape;718;p63"/>
            <p:cNvGrpSpPr/>
            <p:nvPr/>
          </p:nvGrpSpPr>
          <p:grpSpPr>
            <a:xfrm>
              <a:off x="830015" y="3642996"/>
              <a:ext cx="194605" cy="1727022"/>
              <a:chOff x="1093356" y="2490394"/>
              <a:chExt cx="230413" cy="1802702"/>
            </a:xfrm>
          </p:grpSpPr>
          <p:sp>
            <p:nvSpPr>
              <p:cNvPr id="719" name="Google Shape;719;p63"/>
              <p:cNvSpPr/>
              <p:nvPr/>
            </p:nvSpPr>
            <p:spPr>
              <a:xfrm>
                <a:off x="1093356" y="2492897"/>
                <a:ext cx="72008" cy="1800199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20" name="Google Shape;720;p63"/>
              <p:cNvSpPr/>
              <p:nvPr/>
            </p:nvSpPr>
            <p:spPr>
              <a:xfrm>
                <a:off x="1251762" y="2490394"/>
                <a:ext cx="72007" cy="1800199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21" name="Google Shape;721;p63"/>
            <p:cNvGrpSpPr/>
            <p:nvPr/>
          </p:nvGrpSpPr>
          <p:grpSpPr>
            <a:xfrm>
              <a:off x="727959" y="3322360"/>
              <a:ext cx="399622" cy="399622"/>
              <a:chOff x="3275856" y="4077072"/>
              <a:chExt cx="504056" cy="504056"/>
            </a:xfrm>
          </p:grpSpPr>
          <p:sp>
            <p:nvSpPr>
              <p:cNvPr id="722" name="Google Shape;722;p63"/>
              <p:cNvSpPr/>
              <p:nvPr/>
            </p:nvSpPr>
            <p:spPr>
              <a:xfrm>
                <a:off x="3275856" y="4077072"/>
                <a:ext cx="504056" cy="504056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23" name="Google Shape;723;p63"/>
              <p:cNvSpPr/>
              <p:nvPr/>
            </p:nvSpPr>
            <p:spPr>
              <a:xfrm>
                <a:off x="3375484" y="4176700"/>
                <a:ext cx="304800" cy="30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24" name="Google Shape;724;p63"/>
            <p:cNvSpPr/>
            <p:nvPr/>
          </p:nvSpPr>
          <p:spPr>
            <a:xfrm rot="-1642568">
              <a:off x="1660321" y="2205562"/>
              <a:ext cx="855933" cy="812432"/>
            </a:xfrm>
            <a:custGeom>
              <a:rect b="b" l="l" r="r" t="t"/>
              <a:pathLst>
                <a:path extrusionOk="0" h="568478" w="598917">
                  <a:moveTo>
                    <a:pt x="298603" y="2"/>
                  </a:moveTo>
                  <a:cubicBezTo>
                    <a:pt x="324583" y="-145"/>
                    <a:pt x="350602" y="6408"/>
                    <a:pt x="373918" y="19676"/>
                  </a:cubicBezTo>
                  <a:cubicBezTo>
                    <a:pt x="421176" y="46569"/>
                    <a:pt x="449886" y="96804"/>
                    <a:pt x="448829" y="150752"/>
                  </a:cubicBezTo>
                  <a:lnTo>
                    <a:pt x="446328" y="150767"/>
                  </a:lnTo>
                  <a:lnTo>
                    <a:pt x="446328" y="252762"/>
                  </a:lnTo>
                  <a:lnTo>
                    <a:pt x="446478" y="252762"/>
                  </a:lnTo>
                  <a:lnTo>
                    <a:pt x="598917" y="565068"/>
                  </a:lnTo>
                  <a:lnTo>
                    <a:pt x="0" y="568478"/>
                  </a:lnTo>
                  <a:lnTo>
                    <a:pt x="142510" y="252762"/>
                  </a:lnTo>
                  <a:lnTo>
                    <a:pt x="143217" y="252762"/>
                  </a:lnTo>
                  <a:lnTo>
                    <a:pt x="143217" y="134244"/>
                  </a:lnTo>
                  <a:cubicBezTo>
                    <a:pt x="143445" y="138297"/>
                    <a:pt x="164730" y="39613"/>
                    <a:pt x="223520" y="20528"/>
                  </a:cubicBezTo>
                  <a:cubicBezTo>
                    <a:pt x="249418" y="-1846"/>
                    <a:pt x="272623" y="149"/>
                    <a:pt x="298603" y="2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5" name="Google Shape;725;p63"/>
            <p:cNvSpPr/>
            <p:nvPr/>
          </p:nvSpPr>
          <p:spPr>
            <a:xfrm rot="2700000">
              <a:off x="481157" y="5226394"/>
              <a:ext cx="892322" cy="892322"/>
            </a:xfrm>
            <a:prstGeom prst="diagStripe">
              <a:avLst>
                <a:gd fmla="val 5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26" name="Google Shape;726;p63"/>
          <p:cNvGrpSpPr/>
          <p:nvPr/>
        </p:nvGrpSpPr>
        <p:grpSpPr>
          <a:xfrm>
            <a:off x="6778910" y="909149"/>
            <a:ext cx="1954036" cy="2400980"/>
            <a:chOff x="5094895" y="2639865"/>
            <a:chExt cx="2149967" cy="2641726"/>
          </a:xfrm>
        </p:grpSpPr>
        <p:grpSp>
          <p:nvGrpSpPr>
            <p:cNvPr id="727" name="Google Shape;727;p63"/>
            <p:cNvGrpSpPr/>
            <p:nvPr/>
          </p:nvGrpSpPr>
          <p:grpSpPr>
            <a:xfrm>
              <a:off x="5094895" y="3711725"/>
              <a:ext cx="2113260" cy="1375670"/>
              <a:chOff x="5094895" y="3711725"/>
              <a:chExt cx="2113260" cy="1375670"/>
            </a:xfrm>
          </p:grpSpPr>
          <p:grpSp>
            <p:nvGrpSpPr>
              <p:cNvPr id="728" name="Google Shape;728;p63"/>
              <p:cNvGrpSpPr/>
              <p:nvPr/>
            </p:nvGrpSpPr>
            <p:grpSpPr>
              <a:xfrm>
                <a:off x="5094895" y="3711725"/>
                <a:ext cx="2113260" cy="628134"/>
                <a:chOff x="5094895" y="3711725"/>
                <a:chExt cx="2113260" cy="628134"/>
              </a:xfrm>
            </p:grpSpPr>
            <p:sp>
              <p:nvSpPr>
                <p:cNvPr id="729" name="Google Shape;729;p63"/>
                <p:cNvSpPr/>
                <p:nvPr/>
              </p:nvSpPr>
              <p:spPr>
                <a:xfrm>
                  <a:off x="5094895" y="3863696"/>
                  <a:ext cx="336036" cy="476163"/>
                </a:xfrm>
                <a:custGeom>
                  <a:rect b="b" l="l" r="r" t="t"/>
                  <a:pathLst>
                    <a:path extrusionOk="0" h="476163" w="336036">
                      <a:moveTo>
                        <a:pt x="218675" y="0"/>
                      </a:moveTo>
                      <a:lnTo>
                        <a:pt x="336036" y="0"/>
                      </a:lnTo>
                      <a:lnTo>
                        <a:pt x="336036" y="476163"/>
                      </a:lnTo>
                      <a:lnTo>
                        <a:pt x="218675" y="476163"/>
                      </a:lnTo>
                      <a:lnTo>
                        <a:pt x="218675" y="375461"/>
                      </a:lnTo>
                      <a:lnTo>
                        <a:pt x="0" y="375461"/>
                      </a:lnTo>
                      <a:lnTo>
                        <a:pt x="0" y="96603"/>
                      </a:lnTo>
                      <a:lnTo>
                        <a:pt x="218675" y="9660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30" name="Google Shape;730;p63"/>
                <p:cNvSpPr/>
                <p:nvPr/>
              </p:nvSpPr>
              <p:spPr>
                <a:xfrm>
                  <a:off x="5477203" y="3837325"/>
                  <a:ext cx="1730952" cy="4571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31" name="Google Shape;731;p63"/>
                <p:cNvSpPr/>
                <p:nvPr/>
              </p:nvSpPr>
              <p:spPr>
                <a:xfrm>
                  <a:off x="6157841" y="3711725"/>
                  <a:ext cx="300038" cy="442408"/>
                </a:xfrm>
                <a:custGeom>
                  <a:rect b="b" l="l" r="r" t="t"/>
                  <a:pathLst>
                    <a:path extrusionOk="0" h="442408" w="300038">
                      <a:moveTo>
                        <a:pt x="53611" y="0"/>
                      </a:moveTo>
                      <a:lnTo>
                        <a:pt x="246428" y="0"/>
                      </a:lnTo>
                      <a:lnTo>
                        <a:pt x="246428" y="239398"/>
                      </a:lnTo>
                      <a:lnTo>
                        <a:pt x="248641" y="239398"/>
                      </a:lnTo>
                      <a:lnTo>
                        <a:pt x="300038" y="391590"/>
                      </a:lnTo>
                      <a:lnTo>
                        <a:pt x="201048" y="391590"/>
                      </a:lnTo>
                      <a:lnTo>
                        <a:pt x="201048" y="408574"/>
                      </a:lnTo>
                      <a:cubicBezTo>
                        <a:pt x="201048" y="427260"/>
                        <a:pt x="185900" y="442408"/>
                        <a:pt x="167214" y="442408"/>
                      </a:cubicBezTo>
                      <a:lnTo>
                        <a:pt x="132826" y="442408"/>
                      </a:lnTo>
                      <a:cubicBezTo>
                        <a:pt x="114140" y="442408"/>
                        <a:pt x="98992" y="427260"/>
                        <a:pt x="98992" y="408574"/>
                      </a:cubicBezTo>
                      <a:lnTo>
                        <a:pt x="98992" y="391590"/>
                      </a:lnTo>
                      <a:lnTo>
                        <a:pt x="0" y="391590"/>
                      </a:lnTo>
                      <a:lnTo>
                        <a:pt x="51397" y="239398"/>
                      </a:lnTo>
                      <a:lnTo>
                        <a:pt x="53611" y="239398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32" name="Google Shape;732;p63"/>
              <p:cNvSpPr/>
              <p:nvPr/>
            </p:nvSpPr>
            <p:spPr>
              <a:xfrm rot="10800000">
                <a:off x="5773715" y="4944366"/>
                <a:ext cx="1128366" cy="45719"/>
              </a:xfrm>
              <a:prstGeom prst="round2SameRect">
                <a:avLst>
                  <a:gd fmla="val 33152" name="adj1"/>
                  <a:gd fmla="val 0" name="adj2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3" name="Google Shape;733;p63"/>
              <p:cNvSpPr/>
              <p:nvPr/>
            </p:nvSpPr>
            <p:spPr>
              <a:xfrm>
                <a:off x="6164691" y="4965793"/>
                <a:ext cx="346413" cy="12160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34" name="Google Shape;734;p63"/>
            <p:cNvGrpSpPr/>
            <p:nvPr/>
          </p:nvGrpSpPr>
          <p:grpSpPr>
            <a:xfrm>
              <a:off x="5176309" y="2639865"/>
              <a:ext cx="1156513" cy="1833233"/>
              <a:chOff x="5176309" y="2639865"/>
              <a:chExt cx="1156513" cy="1833233"/>
            </a:xfrm>
          </p:grpSpPr>
          <p:sp>
            <p:nvSpPr>
              <p:cNvPr id="735" name="Google Shape;735;p63"/>
              <p:cNvSpPr/>
              <p:nvPr/>
            </p:nvSpPr>
            <p:spPr>
              <a:xfrm>
                <a:off x="5176309" y="3763758"/>
                <a:ext cx="194549" cy="70934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6" name="Google Shape;736;p63"/>
              <p:cNvSpPr/>
              <p:nvPr/>
            </p:nvSpPr>
            <p:spPr>
              <a:xfrm>
                <a:off x="5333128" y="2639865"/>
                <a:ext cx="999694" cy="999694"/>
              </a:xfrm>
              <a:prstGeom prst="blockArc">
                <a:avLst>
                  <a:gd fmla="val 10800000" name="adj1"/>
                  <a:gd fmla="val 21545197" name="adj2"/>
                  <a:gd fmla="val 3668" name="adj3"/>
                </a:avLst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7" name="Google Shape;737;p63"/>
              <p:cNvSpPr/>
              <p:nvPr/>
            </p:nvSpPr>
            <p:spPr>
              <a:xfrm>
                <a:off x="5334282" y="3118735"/>
                <a:ext cx="36576" cy="70934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8" name="Google Shape;738;p63"/>
              <p:cNvSpPr/>
              <p:nvPr/>
            </p:nvSpPr>
            <p:spPr>
              <a:xfrm>
                <a:off x="6296246" y="3118317"/>
                <a:ext cx="36576" cy="6155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39" name="Google Shape;739;p63"/>
            <p:cNvGrpSpPr/>
            <p:nvPr/>
          </p:nvGrpSpPr>
          <p:grpSpPr>
            <a:xfrm>
              <a:off x="5981094" y="4134870"/>
              <a:ext cx="733628" cy="784146"/>
              <a:chOff x="5724251" y="3033712"/>
              <a:chExt cx="733628" cy="784146"/>
            </a:xfrm>
          </p:grpSpPr>
          <p:sp>
            <p:nvSpPr>
              <p:cNvPr id="740" name="Google Shape;740;p63"/>
              <p:cNvSpPr/>
              <p:nvPr/>
            </p:nvSpPr>
            <p:spPr>
              <a:xfrm>
                <a:off x="5731996" y="3033712"/>
                <a:ext cx="600075" cy="342900"/>
              </a:xfrm>
              <a:custGeom>
                <a:rect b="b" l="l" r="r" t="t"/>
                <a:pathLst>
                  <a:path extrusionOk="0" h="342900" w="600075">
                    <a:moveTo>
                      <a:pt x="562124" y="244793"/>
                    </a:moveTo>
                    <a:cubicBezTo>
                      <a:pt x="537359" y="219075"/>
                      <a:pt x="519262" y="226695"/>
                      <a:pt x="503069" y="225743"/>
                    </a:cubicBezTo>
                    <a:cubicBezTo>
                      <a:pt x="353527" y="224790"/>
                      <a:pt x="204937" y="223838"/>
                      <a:pt x="55394" y="226695"/>
                    </a:cubicBezTo>
                    <a:cubicBezTo>
                      <a:pt x="14437" y="227648"/>
                      <a:pt x="-1756" y="216218"/>
                      <a:pt x="149" y="173355"/>
                    </a:cubicBezTo>
                    <a:cubicBezTo>
                      <a:pt x="2054" y="93345"/>
                      <a:pt x="149" y="93345"/>
                      <a:pt x="81112" y="93345"/>
                    </a:cubicBezTo>
                    <a:cubicBezTo>
                      <a:pt x="138262" y="93345"/>
                      <a:pt x="195412" y="92393"/>
                      <a:pt x="252562" y="94298"/>
                    </a:cubicBezTo>
                    <a:cubicBezTo>
                      <a:pt x="280184" y="95250"/>
                      <a:pt x="295424" y="88583"/>
                      <a:pt x="290662" y="57150"/>
                    </a:cubicBezTo>
                    <a:cubicBezTo>
                      <a:pt x="289709" y="47625"/>
                      <a:pt x="289709" y="38100"/>
                      <a:pt x="290662" y="28575"/>
                    </a:cubicBezTo>
                    <a:cubicBezTo>
                      <a:pt x="292567" y="12383"/>
                      <a:pt x="300187" y="0"/>
                      <a:pt x="317332" y="0"/>
                    </a:cubicBezTo>
                    <a:cubicBezTo>
                      <a:pt x="334477" y="0"/>
                      <a:pt x="343049" y="13335"/>
                      <a:pt x="343049" y="28575"/>
                    </a:cubicBezTo>
                    <a:cubicBezTo>
                      <a:pt x="344002" y="57150"/>
                      <a:pt x="344954" y="85725"/>
                      <a:pt x="343049" y="114300"/>
                    </a:cubicBezTo>
                    <a:cubicBezTo>
                      <a:pt x="341144" y="143828"/>
                      <a:pt x="318284" y="146685"/>
                      <a:pt x="294472" y="146685"/>
                    </a:cubicBezTo>
                    <a:cubicBezTo>
                      <a:pt x="224939" y="146685"/>
                      <a:pt x="154454" y="146685"/>
                      <a:pt x="84922" y="146685"/>
                    </a:cubicBezTo>
                    <a:cubicBezTo>
                      <a:pt x="72539" y="146685"/>
                      <a:pt x="51584" y="140018"/>
                      <a:pt x="52537" y="161925"/>
                    </a:cubicBezTo>
                    <a:cubicBezTo>
                      <a:pt x="53489" y="183833"/>
                      <a:pt x="73492" y="176213"/>
                      <a:pt x="85874" y="176213"/>
                    </a:cubicBezTo>
                    <a:cubicBezTo>
                      <a:pt x="240179" y="177165"/>
                      <a:pt x="393532" y="178118"/>
                      <a:pt x="547837" y="175260"/>
                    </a:cubicBezTo>
                    <a:cubicBezTo>
                      <a:pt x="592604" y="174308"/>
                      <a:pt x="605939" y="188595"/>
                      <a:pt x="604987" y="232410"/>
                    </a:cubicBezTo>
                    <a:cubicBezTo>
                      <a:pt x="604034" y="274320"/>
                      <a:pt x="598319" y="300038"/>
                      <a:pt x="548789" y="294323"/>
                    </a:cubicBezTo>
                    <a:cubicBezTo>
                      <a:pt x="522119" y="291465"/>
                      <a:pt x="494497" y="294323"/>
                      <a:pt x="467827" y="293370"/>
                    </a:cubicBezTo>
                    <a:cubicBezTo>
                      <a:pt x="440204" y="293370"/>
                      <a:pt x="410677" y="285750"/>
                      <a:pt x="409724" y="331470"/>
                    </a:cubicBezTo>
                    <a:cubicBezTo>
                      <a:pt x="409724" y="349568"/>
                      <a:pt x="384959" y="356235"/>
                      <a:pt x="372577" y="343853"/>
                    </a:cubicBezTo>
                    <a:cubicBezTo>
                      <a:pt x="352574" y="321945"/>
                      <a:pt x="362099" y="292418"/>
                      <a:pt x="364957" y="266700"/>
                    </a:cubicBezTo>
                    <a:cubicBezTo>
                      <a:pt x="366862" y="242888"/>
                      <a:pt x="387817" y="243840"/>
                      <a:pt x="404962" y="243840"/>
                    </a:cubicBezTo>
                    <a:cubicBezTo>
                      <a:pt x="454492" y="244793"/>
                      <a:pt x="503069" y="244793"/>
                      <a:pt x="562124" y="244793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1" name="Google Shape;741;p63"/>
              <p:cNvSpPr/>
              <p:nvPr/>
            </p:nvSpPr>
            <p:spPr>
              <a:xfrm>
                <a:off x="5724251" y="3427333"/>
                <a:ext cx="285750" cy="390525"/>
              </a:xfrm>
              <a:custGeom>
                <a:rect b="b" l="l" r="r" t="t"/>
                <a:pathLst>
                  <a:path extrusionOk="0" h="390525" w="285750">
                    <a:moveTo>
                      <a:pt x="2179" y="302657"/>
                    </a:moveTo>
                    <a:cubicBezTo>
                      <a:pt x="45994" y="316944"/>
                      <a:pt x="84094" y="331232"/>
                      <a:pt x="126004" y="326469"/>
                    </a:cubicBezTo>
                    <a:cubicBezTo>
                      <a:pt x="157437" y="322659"/>
                      <a:pt x="187917" y="315039"/>
                      <a:pt x="190774" y="276939"/>
                    </a:cubicBezTo>
                    <a:cubicBezTo>
                      <a:pt x="193632" y="236934"/>
                      <a:pt x="160294" y="229314"/>
                      <a:pt x="130767" y="222647"/>
                    </a:cubicBezTo>
                    <a:cubicBezTo>
                      <a:pt x="118384" y="219789"/>
                      <a:pt x="105049" y="220742"/>
                      <a:pt x="92667" y="221694"/>
                    </a:cubicBezTo>
                    <a:cubicBezTo>
                      <a:pt x="69807" y="223599"/>
                      <a:pt x="66949" y="210264"/>
                      <a:pt x="67902" y="192167"/>
                    </a:cubicBezTo>
                    <a:cubicBezTo>
                      <a:pt x="68854" y="175022"/>
                      <a:pt x="64092" y="155972"/>
                      <a:pt x="92667" y="156924"/>
                    </a:cubicBezTo>
                    <a:cubicBezTo>
                      <a:pt x="108859" y="157877"/>
                      <a:pt x="124099" y="156924"/>
                      <a:pt x="140292" y="155019"/>
                    </a:cubicBezTo>
                    <a:cubicBezTo>
                      <a:pt x="165057" y="152162"/>
                      <a:pt x="182202" y="139779"/>
                      <a:pt x="182202" y="112157"/>
                    </a:cubicBezTo>
                    <a:cubicBezTo>
                      <a:pt x="182202" y="85487"/>
                      <a:pt x="166009" y="72152"/>
                      <a:pt x="141244" y="68342"/>
                    </a:cubicBezTo>
                    <a:cubicBezTo>
                      <a:pt x="101239" y="61674"/>
                      <a:pt x="63139" y="71199"/>
                      <a:pt x="25039" y="81677"/>
                    </a:cubicBezTo>
                    <a:cubicBezTo>
                      <a:pt x="14562" y="9287"/>
                      <a:pt x="16467" y="6429"/>
                      <a:pt x="84094" y="1667"/>
                    </a:cubicBezTo>
                    <a:cubicBezTo>
                      <a:pt x="118384" y="-238"/>
                      <a:pt x="153627" y="-1191"/>
                      <a:pt x="187917" y="2619"/>
                    </a:cubicBezTo>
                    <a:cubicBezTo>
                      <a:pt x="230779" y="7382"/>
                      <a:pt x="267927" y="24527"/>
                      <a:pt x="277452" y="73104"/>
                    </a:cubicBezTo>
                    <a:cubicBezTo>
                      <a:pt x="286977" y="122634"/>
                      <a:pt x="273642" y="148352"/>
                      <a:pt x="221254" y="178832"/>
                    </a:cubicBezTo>
                    <a:cubicBezTo>
                      <a:pt x="248877" y="195977"/>
                      <a:pt x="275547" y="212169"/>
                      <a:pt x="285072" y="245507"/>
                    </a:cubicBezTo>
                    <a:cubicBezTo>
                      <a:pt x="301264" y="303609"/>
                      <a:pt x="274594" y="358854"/>
                      <a:pt x="216492" y="378857"/>
                    </a:cubicBezTo>
                    <a:cubicBezTo>
                      <a:pt x="152674" y="400764"/>
                      <a:pt x="87904" y="397907"/>
                      <a:pt x="25039" y="380762"/>
                    </a:cubicBezTo>
                    <a:cubicBezTo>
                      <a:pt x="-17823" y="369332"/>
                      <a:pt x="8847" y="332184"/>
                      <a:pt x="2179" y="302657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2" name="Google Shape;742;p63"/>
              <p:cNvSpPr/>
              <p:nvPr/>
            </p:nvSpPr>
            <p:spPr>
              <a:xfrm>
                <a:off x="6105454" y="3430840"/>
                <a:ext cx="352425" cy="381000"/>
              </a:xfrm>
              <a:custGeom>
                <a:rect b="b" l="l" r="r" t="t"/>
                <a:pathLst>
                  <a:path extrusionOk="0" h="381000" w="352425">
                    <a:moveTo>
                      <a:pt x="199143" y="7684"/>
                    </a:moveTo>
                    <a:cubicBezTo>
                      <a:pt x="143898" y="-888"/>
                      <a:pt x="88653" y="1970"/>
                      <a:pt x="32456" y="65"/>
                    </a:cubicBezTo>
                    <a:cubicBezTo>
                      <a:pt x="7691" y="-888"/>
                      <a:pt x="-882" y="8637"/>
                      <a:pt x="71" y="33402"/>
                    </a:cubicBezTo>
                    <a:cubicBezTo>
                      <a:pt x="1023" y="85790"/>
                      <a:pt x="71" y="138177"/>
                      <a:pt x="71" y="190565"/>
                    </a:cubicBezTo>
                    <a:cubicBezTo>
                      <a:pt x="71" y="244857"/>
                      <a:pt x="1023" y="298197"/>
                      <a:pt x="71" y="352489"/>
                    </a:cubicBezTo>
                    <a:cubicBezTo>
                      <a:pt x="71" y="374397"/>
                      <a:pt x="7691" y="383922"/>
                      <a:pt x="30551" y="382970"/>
                    </a:cubicBezTo>
                    <a:cubicBezTo>
                      <a:pt x="84843" y="381064"/>
                      <a:pt x="139136" y="383922"/>
                      <a:pt x="192476" y="379160"/>
                    </a:cubicBezTo>
                    <a:cubicBezTo>
                      <a:pt x="293441" y="370587"/>
                      <a:pt x="356306" y="300102"/>
                      <a:pt x="358211" y="199137"/>
                    </a:cubicBezTo>
                    <a:cubicBezTo>
                      <a:pt x="359163" y="90552"/>
                      <a:pt x="302013" y="23877"/>
                      <a:pt x="199143" y="7684"/>
                    </a:cubicBezTo>
                    <a:close/>
                    <a:moveTo>
                      <a:pt x="257246" y="210567"/>
                    </a:moveTo>
                    <a:cubicBezTo>
                      <a:pt x="248673" y="278195"/>
                      <a:pt x="190571" y="318199"/>
                      <a:pt x="119133" y="307722"/>
                    </a:cubicBezTo>
                    <a:cubicBezTo>
                      <a:pt x="100083" y="304864"/>
                      <a:pt x="96273" y="295339"/>
                      <a:pt x="96273" y="279147"/>
                    </a:cubicBezTo>
                    <a:cubicBezTo>
                      <a:pt x="96273" y="249620"/>
                      <a:pt x="96273" y="219139"/>
                      <a:pt x="96273" y="189612"/>
                    </a:cubicBezTo>
                    <a:cubicBezTo>
                      <a:pt x="96273" y="168657"/>
                      <a:pt x="99131" y="148654"/>
                      <a:pt x="95321" y="127699"/>
                    </a:cubicBezTo>
                    <a:cubicBezTo>
                      <a:pt x="88653" y="81979"/>
                      <a:pt x="108656" y="70549"/>
                      <a:pt x="150566" y="75312"/>
                    </a:cubicBezTo>
                    <a:cubicBezTo>
                      <a:pt x="224861" y="84837"/>
                      <a:pt x="266771" y="136272"/>
                      <a:pt x="257246" y="210567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43" name="Google Shape;743;p63"/>
            <p:cNvGrpSpPr/>
            <p:nvPr/>
          </p:nvGrpSpPr>
          <p:grpSpPr>
            <a:xfrm>
              <a:off x="5430933" y="3429000"/>
              <a:ext cx="1813929" cy="1852591"/>
              <a:chOff x="5430933" y="3429000"/>
              <a:chExt cx="1813929" cy="1852591"/>
            </a:xfrm>
          </p:grpSpPr>
          <p:sp>
            <p:nvSpPr>
              <p:cNvPr id="744" name="Google Shape;744;p63"/>
              <p:cNvSpPr/>
              <p:nvPr/>
            </p:nvSpPr>
            <p:spPr>
              <a:xfrm>
                <a:off x="5430933" y="3429000"/>
                <a:ext cx="1813929" cy="1752653"/>
              </a:xfrm>
              <a:prstGeom prst="frame">
                <a:avLst>
                  <a:gd fmla="val 7537" name="adj1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5" name="Google Shape;745;p63"/>
              <p:cNvSpPr/>
              <p:nvPr/>
            </p:nvSpPr>
            <p:spPr>
              <a:xfrm>
                <a:off x="5430933" y="5181653"/>
                <a:ext cx="225668" cy="99938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6" name="Google Shape;746;p63"/>
              <p:cNvSpPr/>
              <p:nvPr/>
            </p:nvSpPr>
            <p:spPr>
              <a:xfrm>
                <a:off x="7019194" y="5181653"/>
                <a:ext cx="225668" cy="99938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Forme [b]">
  <p:cSld name="Set Forme [b]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4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9" name="Google Shape;749;p64"/>
          <p:cNvGrpSpPr/>
          <p:nvPr/>
        </p:nvGrpSpPr>
        <p:grpSpPr>
          <a:xfrm>
            <a:off x="10483058" y="1702391"/>
            <a:ext cx="1087000" cy="2018714"/>
            <a:chOff x="741800" y="1570966"/>
            <a:chExt cx="2520000" cy="4680000"/>
          </a:xfrm>
        </p:grpSpPr>
        <p:grpSp>
          <p:nvGrpSpPr>
            <p:cNvPr id="750" name="Google Shape;750;p64"/>
            <p:cNvGrpSpPr/>
            <p:nvPr/>
          </p:nvGrpSpPr>
          <p:grpSpPr>
            <a:xfrm>
              <a:off x="741800" y="1570966"/>
              <a:ext cx="2520000" cy="4680000"/>
              <a:chOff x="445712" y="1449040"/>
              <a:chExt cx="2520000" cy="4680000"/>
            </a:xfrm>
          </p:grpSpPr>
          <p:sp>
            <p:nvSpPr>
              <p:cNvPr id="751" name="Google Shape;751;p64"/>
              <p:cNvSpPr/>
              <p:nvPr/>
            </p:nvSpPr>
            <p:spPr>
              <a:xfrm>
                <a:off x="445712" y="1449040"/>
                <a:ext cx="2520000" cy="4680000"/>
              </a:xfrm>
              <a:prstGeom prst="roundRect">
                <a:avLst>
                  <a:gd fmla="val 13580" name="adj"/>
                </a:avLst>
              </a:prstGeom>
              <a:solidFill>
                <a:srgbClr val="2626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52" name="Google Shape;752;p64"/>
              <p:cNvSpPr/>
              <p:nvPr/>
            </p:nvSpPr>
            <p:spPr>
              <a:xfrm>
                <a:off x="1597700" y="1680321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753" name="Google Shape;753;p64"/>
              <p:cNvGrpSpPr/>
              <p:nvPr/>
            </p:nvGrpSpPr>
            <p:grpSpPr>
              <a:xfrm>
                <a:off x="1549420" y="5712364"/>
                <a:ext cx="312583" cy="312583"/>
                <a:chOff x="1570727" y="5532687"/>
                <a:chExt cx="312583" cy="312583"/>
              </a:xfrm>
            </p:grpSpPr>
            <p:sp>
              <p:nvSpPr>
                <p:cNvPr id="754" name="Google Shape;754;p64"/>
                <p:cNvSpPr/>
                <p:nvPr/>
              </p:nvSpPr>
              <p:spPr>
                <a:xfrm>
                  <a:off x="1570727" y="5532687"/>
                  <a:ext cx="312583" cy="312583"/>
                </a:xfrm>
                <a:prstGeom prst="ellipse">
                  <a:avLst/>
                </a:prstGeom>
                <a:solidFill>
                  <a:srgbClr val="7F7F7F"/>
                </a:solidFill>
                <a:ln cap="flat" cmpd="sng" w="12700">
                  <a:solidFill>
                    <a:srgbClr val="26262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55" name="Google Shape;755;p64"/>
                <p:cNvSpPr/>
                <p:nvPr/>
              </p:nvSpPr>
              <p:spPr>
                <a:xfrm>
                  <a:off x="1655532" y="5616970"/>
                  <a:ext cx="142969" cy="144016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737373"/>
                </a:solidFill>
                <a:ln cap="flat" cmpd="sng" w="9525">
                  <a:solidFill>
                    <a:srgbClr val="B0B0B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7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</p:grpSp>
        <p:sp>
          <p:nvSpPr>
            <p:cNvPr id="756" name="Google Shape;756;p64"/>
            <p:cNvSpPr txBox="1"/>
            <p:nvPr/>
          </p:nvSpPr>
          <p:spPr>
            <a:xfrm>
              <a:off x="921680" y="1930403"/>
              <a:ext cx="2160240" cy="37444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2B7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rgbClr val="0062B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57" name="Google Shape;757;p64"/>
          <p:cNvGrpSpPr/>
          <p:nvPr/>
        </p:nvGrpSpPr>
        <p:grpSpPr>
          <a:xfrm flipH="1">
            <a:off x="162768" y="808291"/>
            <a:ext cx="2580226" cy="3156179"/>
            <a:chOff x="6446339" y="1280897"/>
            <a:chExt cx="4320717" cy="5285178"/>
          </a:xfrm>
        </p:grpSpPr>
        <p:sp>
          <p:nvSpPr>
            <p:cNvPr id="758" name="Google Shape;758;p64"/>
            <p:cNvSpPr/>
            <p:nvPr/>
          </p:nvSpPr>
          <p:spPr>
            <a:xfrm>
              <a:off x="7360122" y="5629227"/>
              <a:ext cx="2033648" cy="936848"/>
            </a:xfrm>
            <a:custGeom>
              <a:rect b="b" l="l" r="r" t="t"/>
              <a:pathLst>
                <a:path extrusionOk="0" h="390525" w="8477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9" name="Google Shape;759;p64"/>
            <p:cNvSpPr/>
            <p:nvPr/>
          </p:nvSpPr>
          <p:spPr>
            <a:xfrm>
              <a:off x="7358820" y="5629227"/>
              <a:ext cx="1987948" cy="913998"/>
            </a:xfrm>
            <a:custGeom>
              <a:rect b="b" l="l" r="r" t="t"/>
              <a:pathLst>
                <a:path extrusionOk="0" h="381000" w="828675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0" name="Google Shape;760;p64"/>
            <p:cNvSpPr/>
            <p:nvPr/>
          </p:nvSpPr>
          <p:spPr>
            <a:xfrm>
              <a:off x="6448412" y="1280897"/>
              <a:ext cx="4318644" cy="4592842"/>
            </a:xfrm>
            <a:custGeom>
              <a:rect b="b" l="l" r="r" t="t"/>
              <a:pathLst>
                <a:path extrusionOk="0" h="1914525" w="18002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1" name="Google Shape;761;p64"/>
            <p:cNvSpPr/>
            <p:nvPr/>
          </p:nvSpPr>
          <p:spPr>
            <a:xfrm>
              <a:off x="6464696" y="1280897"/>
              <a:ext cx="4250094" cy="3998744"/>
            </a:xfrm>
            <a:custGeom>
              <a:rect b="b" l="l" r="r" t="t"/>
              <a:pathLst>
                <a:path extrusionOk="0" h="1666875" w="1771650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2" name="Google Shape;762;p64"/>
            <p:cNvSpPr/>
            <p:nvPr/>
          </p:nvSpPr>
          <p:spPr>
            <a:xfrm>
              <a:off x="6572092" y="1577928"/>
              <a:ext cx="3907345" cy="3404644"/>
            </a:xfrm>
            <a:custGeom>
              <a:rect b="b" l="l" r="r" t="t"/>
              <a:pathLst>
                <a:path extrusionOk="0" h="1419225" w="162877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3" name="Google Shape;763;p64"/>
            <p:cNvSpPr/>
            <p:nvPr/>
          </p:nvSpPr>
          <p:spPr>
            <a:xfrm>
              <a:off x="6446339" y="4996281"/>
              <a:ext cx="4044444" cy="868298"/>
            </a:xfrm>
            <a:custGeom>
              <a:rect b="b" l="l" r="r" t="t"/>
              <a:pathLst>
                <a:path extrusionOk="0" h="361950" w="1685925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4" name="Google Shape;764;p64"/>
            <p:cNvSpPr/>
            <p:nvPr/>
          </p:nvSpPr>
          <p:spPr>
            <a:xfrm>
              <a:off x="7715310" y="1593115"/>
              <a:ext cx="2775473" cy="3394037"/>
            </a:xfrm>
            <a:custGeom>
              <a:rect b="b" l="l" r="r" t="t"/>
              <a:pathLst>
                <a:path extrusionOk="0" h="3394037" w="2775473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65" name="Google Shape;765;p64"/>
          <p:cNvGrpSpPr/>
          <p:nvPr/>
        </p:nvGrpSpPr>
        <p:grpSpPr>
          <a:xfrm>
            <a:off x="3479578" y="1592566"/>
            <a:ext cx="2724617" cy="2142959"/>
            <a:chOff x="2444748" y="555045"/>
            <a:chExt cx="7282048" cy="5727454"/>
          </a:xfrm>
        </p:grpSpPr>
        <p:sp>
          <p:nvSpPr>
            <p:cNvPr id="766" name="Google Shape;766;p64"/>
            <p:cNvSpPr/>
            <p:nvPr/>
          </p:nvSpPr>
          <p:spPr>
            <a:xfrm>
              <a:off x="4964693" y="5443837"/>
              <a:ext cx="2168250" cy="818208"/>
            </a:xfrm>
            <a:custGeom>
              <a:rect b="b" l="l" r="r" t="t"/>
              <a:pathLst>
                <a:path extrusionOk="0" h="818207" w="216825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7" name="Google Shape;767;p64"/>
            <p:cNvSpPr/>
            <p:nvPr/>
          </p:nvSpPr>
          <p:spPr>
            <a:xfrm>
              <a:off x="2444748" y="555045"/>
              <a:ext cx="7282048" cy="4950157"/>
            </a:xfrm>
            <a:custGeom>
              <a:rect b="b" l="l" r="r" t="t"/>
              <a:pathLst>
                <a:path extrusionOk="0" h="4950157" w="7282048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8" name="Google Shape;768;p64"/>
            <p:cNvSpPr/>
            <p:nvPr/>
          </p:nvSpPr>
          <p:spPr>
            <a:xfrm>
              <a:off x="8706599" y="5435655"/>
              <a:ext cx="490925" cy="81821"/>
            </a:xfrm>
            <a:custGeom>
              <a:rect b="b" l="l" r="r" t="t"/>
              <a:pathLst>
                <a:path extrusionOk="0" h="81820" w="490924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9" name="Google Shape;769;p64"/>
            <p:cNvSpPr/>
            <p:nvPr/>
          </p:nvSpPr>
          <p:spPr>
            <a:xfrm>
              <a:off x="2481568" y="595956"/>
              <a:ext cx="7200228" cy="4336501"/>
            </a:xfrm>
            <a:custGeom>
              <a:rect b="b" l="l" r="r" t="t"/>
              <a:pathLst>
                <a:path extrusionOk="0" h="4336501" w="7200227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0" name="Google Shape;770;p64"/>
            <p:cNvSpPr/>
            <p:nvPr/>
          </p:nvSpPr>
          <p:spPr>
            <a:xfrm>
              <a:off x="4968919" y="6159768"/>
              <a:ext cx="2168250" cy="122731"/>
            </a:xfrm>
            <a:custGeom>
              <a:rect b="b" l="l" r="r" t="t"/>
              <a:pathLst>
                <a:path extrusionOk="0" h="122731" w="216825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1" name="Google Shape;771;p64"/>
            <p:cNvSpPr/>
            <p:nvPr/>
          </p:nvSpPr>
          <p:spPr>
            <a:xfrm>
              <a:off x="2481568" y="4903820"/>
              <a:ext cx="7200228" cy="572745"/>
            </a:xfrm>
            <a:custGeom>
              <a:rect b="b" l="l" r="r" t="t"/>
              <a:pathLst>
                <a:path extrusionOk="0" h="572745" w="7200227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2" name="Google Shape;772;p64"/>
            <p:cNvSpPr/>
            <p:nvPr/>
          </p:nvSpPr>
          <p:spPr>
            <a:xfrm>
              <a:off x="2747714" y="910966"/>
              <a:ext cx="6676116" cy="3763756"/>
            </a:xfrm>
            <a:custGeom>
              <a:rect b="b" l="l" r="r" t="t"/>
              <a:pathLst>
                <a:path extrusionOk="0" h="3763755" w="6586571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3" name="Google Shape;773;p64"/>
            <p:cNvSpPr/>
            <p:nvPr/>
          </p:nvSpPr>
          <p:spPr>
            <a:xfrm>
              <a:off x="5654591" y="939518"/>
              <a:ext cx="3769239" cy="3736342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74" name="Google Shape;774;p64"/>
          <p:cNvGrpSpPr/>
          <p:nvPr/>
        </p:nvGrpSpPr>
        <p:grpSpPr>
          <a:xfrm>
            <a:off x="6851877" y="1688485"/>
            <a:ext cx="3097626" cy="1701936"/>
            <a:chOff x="-548507" y="477868"/>
            <a:chExt cx="11570449" cy="6357177"/>
          </a:xfrm>
        </p:grpSpPr>
        <p:sp>
          <p:nvSpPr>
            <p:cNvPr id="775" name="Google Shape;775;p64"/>
            <p:cNvSpPr/>
            <p:nvPr/>
          </p:nvSpPr>
          <p:spPr>
            <a:xfrm>
              <a:off x="-482765" y="6440599"/>
              <a:ext cx="11438966" cy="394446"/>
            </a:xfrm>
            <a:custGeom>
              <a:rect b="b" l="l" r="r" t="t"/>
              <a:pathLst>
                <a:path extrusionOk="0" h="57150" w="16573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6" name="Google Shape;776;p64"/>
            <p:cNvSpPr/>
            <p:nvPr/>
          </p:nvSpPr>
          <p:spPr>
            <a:xfrm>
              <a:off x="700575" y="477868"/>
              <a:ext cx="9072285" cy="5916709"/>
            </a:xfrm>
            <a:custGeom>
              <a:rect b="b" l="l" r="r" t="t"/>
              <a:pathLst>
                <a:path extrusionOk="0" h="857250" w="13144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7" name="Google Shape;777;p64"/>
            <p:cNvSpPr/>
            <p:nvPr/>
          </p:nvSpPr>
          <p:spPr>
            <a:xfrm>
              <a:off x="1088451" y="839448"/>
              <a:ext cx="8283390" cy="5062073"/>
            </a:xfrm>
            <a:custGeom>
              <a:rect b="b" l="l" r="r" t="t"/>
              <a:pathLst>
                <a:path extrusionOk="0" h="733425" w="120015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8" name="Google Shape;778;p64"/>
            <p:cNvSpPr/>
            <p:nvPr/>
          </p:nvSpPr>
          <p:spPr>
            <a:xfrm>
              <a:off x="-548507" y="6164484"/>
              <a:ext cx="11570449" cy="460187"/>
            </a:xfrm>
            <a:custGeom>
              <a:rect b="b" l="l" r="r" t="t"/>
              <a:pathLst>
                <a:path extrusionOk="0" h="66675" w="167640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9" name="Google Shape;779;p64"/>
            <p:cNvSpPr/>
            <p:nvPr/>
          </p:nvSpPr>
          <p:spPr>
            <a:xfrm>
              <a:off x="4438629" y="6215033"/>
              <a:ext cx="1618413" cy="184076"/>
            </a:xfrm>
            <a:custGeom>
              <a:rect b="b" l="l" r="r" t="t"/>
              <a:pathLst>
                <a:path extrusionOk="0" h="184076" w="1618413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80" name="Google Shape;780;p64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781" name="Google Shape;781;p64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82" name="Google Shape;782;p64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fmla="val 28154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783" name="Google Shape;783;p64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784" name="Google Shape;784;p64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85" name="Google Shape;785;p64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fmla="val 28154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86" name="Google Shape;786;p64"/>
            <p:cNvSpPr/>
            <p:nvPr/>
          </p:nvSpPr>
          <p:spPr>
            <a:xfrm>
              <a:off x="3892805" y="496953"/>
              <a:ext cx="5479036" cy="5431217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87" name="Google Shape;787;p64"/>
          <p:cNvSpPr/>
          <p:nvPr/>
        </p:nvSpPr>
        <p:spPr>
          <a:xfrm>
            <a:off x="19049" y="3564557"/>
            <a:ext cx="12153901" cy="2635034"/>
          </a:xfrm>
          <a:custGeom>
            <a:rect b="b" l="l" r="r" t="t"/>
            <a:pathLst>
              <a:path extrusionOk="0" h="2635034" w="12153900">
                <a:moveTo>
                  <a:pt x="0" y="2615984"/>
                </a:moveTo>
                <a:lnTo>
                  <a:pt x="8763762" y="2632825"/>
                </a:lnTo>
                <a:cubicBezTo>
                  <a:pt x="8819592" y="2637574"/>
                  <a:pt x="8831529" y="2455787"/>
                  <a:pt x="8763000" y="2387384"/>
                </a:cubicBezTo>
                <a:cubicBezTo>
                  <a:pt x="8427160" y="2024470"/>
                  <a:pt x="8486344" y="1782254"/>
                  <a:pt x="8172450" y="1320584"/>
                </a:cubicBezTo>
                <a:cubicBezTo>
                  <a:pt x="7992591" y="1069504"/>
                  <a:pt x="8236712" y="1013193"/>
                  <a:pt x="8369426" y="1152105"/>
                </a:cubicBezTo>
                <a:cubicBezTo>
                  <a:pt x="8468689" y="1271587"/>
                  <a:pt x="8633790" y="1380096"/>
                  <a:pt x="8791575" y="1634909"/>
                </a:cubicBezTo>
                <a:lnTo>
                  <a:pt x="8734425" y="168059"/>
                </a:lnTo>
                <a:cubicBezTo>
                  <a:pt x="8724087" y="-51879"/>
                  <a:pt x="8999042" y="-63335"/>
                  <a:pt x="9010650" y="177584"/>
                </a:cubicBezTo>
                <a:lnTo>
                  <a:pt x="9077325" y="1149134"/>
                </a:lnTo>
                <a:cubicBezTo>
                  <a:pt x="9059774" y="1014527"/>
                  <a:pt x="9105809" y="723252"/>
                  <a:pt x="9263784" y="723252"/>
                </a:cubicBezTo>
                <a:cubicBezTo>
                  <a:pt x="9451019" y="730567"/>
                  <a:pt x="9431427" y="1003438"/>
                  <a:pt x="9432645" y="1152791"/>
                </a:cubicBezTo>
                <a:cubicBezTo>
                  <a:pt x="9445434" y="965376"/>
                  <a:pt x="9477286" y="758611"/>
                  <a:pt x="9618573" y="763487"/>
                </a:cubicBezTo>
                <a:cubicBezTo>
                  <a:pt x="9785465" y="761048"/>
                  <a:pt x="9789642" y="977838"/>
                  <a:pt x="9793910" y="1178395"/>
                </a:cubicBezTo>
                <a:cubicBezTo>
                  <a:pt x="9791980" y="1019633"/>
                  <a:pt x="9792232" y="838468"/>
                  <a:pt x="9947756" y="840297"/>
                </a:cubicBezTo>
                <a:cubicBezTo>
                  <a:pt x="10059388" y="849440"/>
                  <a:pt x="10069995" y="985647"/>
                  <a:pt x="10094290" y="1167422"/>
                </a:cubicBezTo>
                <a:cubicBezTo>
                  <a:pt x="10120859" y="1474356"/>
                  <a:pt x="10114508" y="1624012"/>
                  <a:pt x="10086213" y="1945576"/>
                </a:cubicBezTo>
                <a:cubicBezTo>
                  <a:pt x="10065448" y="2148306"/>
                  <a:pt x="10012438" y="2203058"/>
                  <a:pt x="9969702" y="2317968"/>
                </a:cubicBezTo>
                <a:cubicBezTo>
                  <a:pt x="9897706" y="2425562"/>
                  <a:pt x="9876129" y="2424913"/>
                  <a:pt x="9895637" y="2635034"/>
                </a:cubicBezTo>
                <a:lnTo>
                  <a:pt x="12153900" y="2635034"/>
                </a:lnTo>
              </a:path>
            </a:pathLst>
          </a:custGeom>
          <a:noFill/>
          <a:ln cap="flat" cmpd="sng" w="508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t Forme [c]">
  <p:cSld name="Set Forme [c]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5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0" name="Google Shape;790;p65"/>
          <p:cNvGrpSpPr/>
          <p:nvPr/>
        </p:nvGrpSpPr>
        <p:grpSpPr>
          <a:xfrm>
            <a:off x="4570118" y="1476000"/>
            <a:ext cx="3170998" cy="2578199"/>
            <a:chOff x="1914525" y="1276351"/>
            <a:chExt cx="5333999" cy="4336841"/>
          </a:xfrm>
        </p:grpSpPr>
        <p:sp>
          <p:nvSpPr>
            <p:cNvPr id="791" name="Google Shape;791;p65"/>
            <p:cNvSpPr/>
            <p:nvPr/>
          </p:nvSpPr>
          <p:spPr>
            <a:xfrm>
              <a:off x="3587126" y="1400175"/>
              <a:ext cx="3661398" cy="3028950"/>
            </a:xfrm>
            <a:custGeom>
              <a:rect b="b" l="l" r="r" t="t"/>
              <a:pathLst>
                <a:path extrusionOk="0" h="3028950" w="3661398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1914525" y="1276351"/>
              <a:ext cx="4300729" cy="4336841"/>
            </a:xfrm>
            <a:custGeom>
              <a:rect b="b" l="l" r="r" t="t"/>
              <a:pathLst>
                <a:path extrusionOk="0" h="4336841" w="4300729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979453" y="4301052"/>
              <a:ext cx="1379276" cy="1206796"/>
            </a:xfrm>
            <a:custGeom>
              <a:rect b="b" l="l" r="r" t="t"/>
              <a:pathLst>
                <a:path extrusionOk="0" h="1206796" w="137927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94" name="Google Shape;794;p65"/>
          <p:cNvGrpSpPr/>
          <p:nvPr/>
        </p:nvGrpSpPr>
        <p:grpSpPr>
          <a:xfrm rot="2700000">
            <a:off x="540000" y="1260000"/>
            <a:ext cx="2867579" cy="2801829"/>
            <a:chOff x="5090840" y="2579702"/>
            <a:chExt cx="2387934" cy="2333182"/>
          </a:xfrm>
        </p:grpSpPr>
        <p:sp>
          <p:nvSpPr>
            <p:cNvPr id="795" name="Google Shape;795;p65"/>
            <p:cNvSpPr/>
            <p:nvPr/>
          </p:nvSpPr>
          <p:spPr>
            <a:xfrm>
              <a:off x="5621493" y="4116906"/>
              <a:ext cx="1326628" cy="795978"/>
            </a:xfrm>
            <a:custGeom>
              <a:rect b="b" l="l" r="r" t="t"/>
              <a:pathLst>
                <a:path extrusionOk="0" h="442678" w="737797">
                  <a:moveTo>
                    <a:pt x="370725" y="441321"/>
                  </a:moveTo>
                  <a:cubicBezTo>
                    <a:pt x="306783" y="441321"/>
                    <a:pt x="242840" y="440618"/>
                    <a:pt x="178898" y="442023"/>
                  </a:cubicBezTo>
                  <a:cubicBezTo>
                    <a:pt x="155710" y="442726"/>
                    <a:pt x="146576" y="438510"/>
                    <a:pt x="148684" y="413214"/>
                  </a:cubicBezTo>
                  <a:cubicBezTo>
                    <a:pt x="151494" y="376676"/>
                    <a:pt x="149386" y="340137"/>
                    <a:pt x="149386" y="303599"/>
                  </a:cubicBezTo>
                  <a:cubicBezTo>
                    <a:pt x="149386" y="292356"/>
                    <a:pt x="147981" y="282519"/>
                    <a:pt x="138846" y="274087"/>
                  </a:cubicBezTo>
                  <a:cubicBezTo>
                    <a:pt x="128306" y="264250"/>
                    <a:pt x="119874" y="260736"/>
                    <a:pt x="110037" y="274790"/>
                  </a:cubicBezTo>
                  <a:cubicBezTo>
                    <a:pt x="96686" y="293761"/>
                    <a:pt x="79823" y="309923"/>
                    <a:pt x="55230" y="301491"/>
                  </a:cubicBezTo>
                  <a:cubicBezTo>
                    <a:pt x="28528" y="292356"/>
                    <a:pt x="8853" y="274087"/>
                    <a:pt x="2530" y="243872"/>
                  </a:cubicBezTo>
                  <a:cubicBezTo>
                    <a:pt x="-5902" y="201010"/>
                    <a:pt x="6746" y="166579"/>
                    <a:pt x="40473" y="146905"/>
                  </a:cubicBezTo>
                  <a:cubicBezTo>
                    <a:pt x="65067" y="132148"/>
                    <a:pt x="82633" y="136365"/>
                    <a:pt x="105119" y="160255"/>
                  </a:cubicBezTo>
                  <a:cubicBezTo>
                    <a:pt x="111443" y="167282"/>
                    <a:pt x="114956" y="181335"/>
                    <a:pt x="127604" y="175714"/>
                  </a:cubicBezTo>
                  <a:cubicBezTo>
                    <a:pt x="140252" y="170092"/>
                    <a:pt x="149386" y="159552"/>
                    <a:pt x="149386" y="143391"/>
                  </a:cubicBezTo>
                  <a:cubicBezTo>
                    <a:pt x="149386" y="103339"/>
                    <a:pt x="150089" y="63287"/>
                    <a:pt x="148684" y="23236"/>
                  </a:cubicBezTo>
                  <a:cubicBezTo>
                    <a:pt x="147981" y="6372"/>
                    <a:pt x="150792" y="-655"/>
                    <a:pt x="170466" y="48"/>
                  </a:cubicBezTo>
                  <a:cubicBezTo>
                    <a:pt x="210518" y="2156"/>
                    <a:pt x="250570" y="751"/>
                    <a:pt x="290622" y="751"/>
                  </a:cubicBezTo>
                  <a:cubicBezTo>
                    <a:pt x="307486" y="751"/>
                    <a:pt x="320836" y="7074"/>
                    <a:pt x="330673" y="19722"/>
                  </a:cubicBezTo>
                  <a:cubicBezTo>
                    <a:pt x="341916" y="33775"/>
                    <a:pt x="344024" y="46424"/>
                    <a:pt x="327160" y="59072"/>
                  </a:cubicBezTo>
                  <a:cubicBezTo>
                    <a:pt x="312404" y="70314"/>
                    <a:pt x="292730" y="82259"/>
                    <a:pt x="301864" y="105447"/>
                  </a:cubicBezTo>
                  <a:cubicBezTo>
                    <a:pt x="311702" y="129338"/>
                    <a:pt x="329268" y="146202"/>
                    <a:pt x="357375" y="148310"/>
                  </a:cubicBezTo>
                  <a:cubicBezTo>
                    <a:pt x="379860" y="150418"/>
                    <a:pt x="400940" y="149013"/>
                    <a:pt x="419209" y="132851"/>
                  </a:cubicBezTo>
                  <a:cubicBezTo>
                    <a:pt x="448018" y="106150"/>
                    <a:pt x="448018" y="89286"/>
                    <a:pt x="419209" y="63287"/>
                  </a:cubicBezTo>
                  <a:cubicBezTo>
                    <a:pt x="410777" y="56261"/>
                    <a:pt x="396724" y="50640"/>
                    <a:pt x="401643" y="35884"/>
                  </a:cubicBezTo>
                  <a:cubicBezTo>
                    <a:pt x="407264" y="19020"/>
                    <a:pt x="418506" y="2859"/>
                    <a:pt x="437478" y="2156"/>
                  </a:cubicBezTo>
                  <a:cubicBezTo>
                    <a:pt x="485962" y="48"/>
                    <a:pt x="534446" y="751"/>
                    <a:pt x="582228" y="751"/>
                  </a:cubicBezTo>
                  <a:cubicBezTo>
                    <a:pt x="596983" y="751"/>
                    <a:pt x="591362" y="11993"/>
                    <a:pt x="591362" y="19020"/>
                  </a:cubicBezTo>
                  <a:cubicBezTo>
                    <a:pt x="592065" y="57666"/>
                    <a:pt x="591362" y="95610"/>
                    <a:pt x="591362" y="134257"/>
                  </a:cubicBezTo>
                  <a:cubicBezTo>
                    <a:pt x="591362" y="143391"/>
                    <a:pt x="592065" y="152526"/>
                    <a:pt x="596983" y="160255"/>
                  </a:cubicBezTo>
                  <a:cubicBezTo>
                    <a:pt x="608929" y="179930"/>
                    <a:pt x="618766" y="180632"/>
                    <a:pt x="634224" y="164471"/>
                  </a:cubicBezTo>
                  <a:cubicBezTo>
                    <a:pt x="665142" y="130041"/>
                    <a:pt x="692545" y="130743"/>
                    <a:pt x="722760" y="165174"/>
                  </a:cubicBezTo>
                  <a:cubicBezTo>
                    <a:pt x="758596" y="205928"/>
                    <a:pt x="743840" y="274790"/>
                    <a:pt x="695356" y="298680"/>
                  </a:cubicBezTo>
                  <a:cubicBezTo>
                    <a:pt x="671465" y="310625"/>
                    <a:pt x="653899" y="300788"/>
                    <a:pt x="637035" y="283221"/>
                  </a:cubicBezTo>
                  <a:cubicBezTo>
                    <a:pt x="630711" y="276195"/>
                    <a:pt x="627901" y="260033"/>
                    <a:pt x="613144" y="267060"/>
                  </a:cubicBezTo>
                  <a:cubicBezTo>
                    <a:pt x="599794" y="273384"/>
                    <a:pt x="591362" y="285330"/>
                    <a:pt x="591362" y="302193"/>
                  </a:cubicBezTo>
                  <a:cubicBezTo>
                    <a:pt x="591362" y="341543"/>
                    <a:pt x="590659" y="380892"/>
                    <a:pt x="592065" y="420241"/>
                  </a:cubicBezTo>
                  <a:cubicBezTo>
                    <a:pt x="592767" y="437807"/>
                    <a:pt x="588551" y="443429"/>
                    <a:pt x="570282" y="442726"/>
                  </a:cubicBezTo>
                  <a:cubicBezTo>
                    <a:pt x="504232" y="440618"/>
                    <a:pt x="437478" y="441321"/>
                    <a:pt x="370725" y="441321"/>
                  </a:cubicBezTo>
                  <a:close/>
                </a:path>
              </a:pathLst>
            </a:custGeom>
            <a:solidFill>
              <a:srgbClr val="7F7F7F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5886818" y="2579702"/>
              <a:ext cx="795978" cy="1061303"/>
            </a:xfrm>
            <a:custGeom>
              <a:rect b="b" l="l" r="r" t="t"/>
              <a:pathLst>
                <a:path extrusionOk="0" h="590237" w="442678">
                  <a:moveTo>
                    <a:pt x="222086" y="1407"/>
                  </a:moveTo>
                  <a:cubicBezTo>
                    <a:pt x="287434" y="1407"/>
                    <a:pt x="353484" y="2110"/>
                    <a:pt x="418832" y="704"/>
                  </a:cubicBezTo>
                  <a:cubicBezTo>
                    <a:pt x="437101" y="704"/>
                    <a:pt x="444830" y="4218"/>
                    <a:pt x="443425" y="23892"/>
                  </a:cubicBezTo>
                  <a:cubicBezTo>
                    <a:pt x="442020" y="61133"/>
                    <a:pt x="442722" y="98374"/>
                    <a:pt x="442722" y="136318"/>
                  </a:cubicBezTo>
                  <a:cubicBezTo>
                    <a:pt x="442722" y="151777"/>
                    <a:pt x="439209" y="165128"/>
                    <a:pt x="428669" y="176370"/>
                  </a:cubicBezTo>
                  <a:cubicBezTo>
                    <a:pt x="408994" y="197450"/>
                    <a:pt x="399157" y="197450"/>
                    <a:pt x="380185" y="175667"/>
                  </a:cubicBezTo>
                  <a:cubicBezTo>
                    <a:pt x="368943" y="163020"/>
                    <a:pt x="358403" y="146156"/>
                    <a:pt x="338025" y="153182"/>
                  </a:cubicBezTo>
                  <a:cubicBezTo>
                    <a:pt x="315540" y="161614"/>
                    <a:pt x="298676" y="176370"/>
                    <a:pt x="295163" y="201666"/>
                  </a:cubicBezTo>
                  <a:cubicBezTo>
                    <a:pt x="290947" y="231881"/>
                    <a:pt x="291649" y="259987"/>
                    <a:pt x="319756" y="280365"/>
                  </a:cubicBezTo>
                  <a:cubicBezTo>
                    <a:pt x="342241" y="296526"/>
                    <a:pt x="354889" y="295823"/>
                    <a:pt x="373861" y="275446"/>
                  </a:cubicBezTo>
                  <a:cubicBezTo>
                    <a:pt x="383699" y="264906"/>
                    <a:pt x="390022" y="245231"/>
                    <a:pt x="410400" y="254366"/>
                  </a:cubicBezTo>
                  <a:cubicBezTo>
                    <a:pt x="429372" y="262798"/>
                    <a:pt x="441317" y="277554"/>
                    <a:pt x="442020" y="298634"/>
                  </a:cubicBezTo>
                  <a:cubicBezTo>
                    <a:pt x="442722" y="342199"/>
                    <a:pt x="442020" y="386467"/>
                    <a:pt x="442722" y="430032"/>
                  </a:cubicBezTo>
                  <a:cubicBezTo>
                    <a:pt x="442722" y="444085"/>
                    <a:pt x="434993" y="444085"/>
                    <a:pt x="425156" y="443382"/>
                  </a:cubicBezTo>
                  <a:cubicBezTo>
                    <a:pt x="385807" y="443382"/>
                    <a:pt x="346457" y="443382"/>
                    <a:pt x="307811" y="443382"/>
                  </a:cubicBezTo>
                  <a:cubicBezTo>
                    <a:pt x="296568" y="443382"/>
                    <a:pt x="286028" y="442680"/>
                    <a:pt x="276894" y="451112"/>
                  </a:cubicBezTo>
                  <a:cubicBezTo>
                    <a:pt x="266354" y="461652"/>
                    <a:pt x="258624" y="470786"/>
                    <a:pt x="276191" y="482732"/>
                  </a:cubicBezTo>
                  <a:cubicBezTo>
                    <a:pt x="295163" y="495380"/>
                    <a:pt x="309919" y="513649"/>
                    <a:pt x="301487" y="538242"/>
                  </a:cubicBezTo>
                  <a:cubicBezTo>
                    <a:pt x="292352" y="564241"/>
                    <a:pt x="274786" y="583213"/>
                    <a:pt x="245976" y="588834"/>
                  </a:cubicBezTo>
                  <a:cubicBezTo>
                    <a:pt x="209438" y="595861"/>
                    <a:pt x="177115" y="591645"/>
                    <a:pt x="152522" y="560025"/>
                  </a:cubicBezTo>
                  <a:cubicBezTo>
                    <a:pt x="131442" y="532621"/>
                    <a:pt x="133550" y="512244"/>
                    <a:pt x="158846" y="488353"/>
                  </a:cubicBezTo>
                  <a:cubicBezTo>
                    <a:pt x="165873" y="481326"/>
                    <a:pt x="181331" y="478516"/>
                    <a:pt x="175007" y="463760"/>
                  </a:cubicBezTo>
                  <a:cubicBezTo>
                    <a:pt x="169386" y="450409"/>
                    <a:pt x="158143" y="443382"/>
                    <a:pt x="142685" y="443382"/>
                  </a:cubicBezTo>
                  <a:cubicBezTo>
                    <a:pt x="102633" y="443382"/>
                    <a:pt x="62581" y="442680"/>
                    <a:pt x="22529" y="444085"/>
                  </a:cubicBezTo>
                  <a:cubicBezTo>
                    <a:pt x="7071" y="444788"/>
                    <a:pt x="-659" y="442680"/>
                    <a:pt x="44" y="423708"/>
                  </a:cubicBezTo>
                  <a:cubicBezTo>
                    <a:pt x="1449" y="382953"/>
                    <a:pt x="747" y="341496"/>
                    <a:pt x="44" y="300742"/>
                  </a:cubicBezTo>
                  <a:cubicBezTo>
                    <a:pt x="44" y="284580"/>
                    <a:pt x="6368" y="272635"/>
                    <a:pt x="18313" y="262798"/>
                  </a:cubicBezTo>
                  <a:cubicBezTo>
                    <a:pt x="33069" y="250150"/>
                    <a:pt x="46420" y="248042"/>
                    <a:pt x="59770" y="265609"/>
                  </a:cubicBezTo>
                  <a:cubicBezTo>
                    <a:pt x="71013" y="280365"/>
                    <a:pt x="82958" y="299336"/>
                    <a:pt x="106146" y="289499"/>
                  </a:cubicBezTo>
                  <a:cubicBezTo>
                    <a:pt x="130037" y="279662"/>
                    <a:pt x="146198" y="261393"/>
                    <a:pt x="148306" y="233989"/>
                  </a:cubicBezTo>
                  <a:cubicBezTo>
                    <a:pt x="149009" y="218530"/>
                    <a:pt x="149712" y="203072"/>
                    <a:pt x="143388" y="188316"/>
                  </a:cubicBezTo>
                  <a:cubicBezTo>
                    <a:pt x="125821" y="149669"/>
                    <a:pt x="90688" y="142642"/>
                    <a:pt x="64689" y="171452"/>
                  </a:cubicBezTo>
                  <a:cubicBezTo>
                    <a:pt x="56960" y="179884"/>
                    <a:pt x="52041" y="196045"/>
                    <a:pt x="35880" y="190423"/>
                  </a:cubicBezTo>
                  <a:cubicBezTo>
                    <a:pt x="17611" y="184100"/>
                    <a:pt x="2855" y="171452"/>
                    <a:pt x="2152" y="151777"/>
                  </a:cubicBezTo>
                  <a:cubicBezTo>
                    <a:pt x="747" y="105401"/>
                    <a:pt x="1449" y="59025"/>
                    <a:pt x="1449" y="11947"/>
                  </a:cubicBezTo>
                  <a:cubicBezTo>
                    <a:pt x="1449" y="-4214"/>
                    <a:pt x="12692" y="704"/>
                    <a:pt x="20421" y="704"/>
                  </a:cubicBezTo>
                  <a:cubicBezTo>
                    <a:pt x="87174" y="1407"/>
                    <a:pt x="154630" y="1407"/>
                    <a:pt x="222086" y="1407"/>
                  </a:cubicBezTo>
                  <a:close/>
                </a:path>
              </a:pathLst>
            </a:custGeom>
            <a:solidFill>
              <a:srgbClr val="7F7F7F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6682796" y="3092504"/>
              <a:ext cx="795978" cy="1061303"/>
            </a:xfrm>
            <a:custGeom>
              <a:rect b="b" l="l" r="r" t="t"/>
              <a:pathLst>
                <a:path extrusionOk="0" h="590237" w="442678">
                  <a:moveTo>
                    <a:pt x="442778" y="370410"/>
                  </a:moveTo>
                  <a:cubicBezTo>
                    <a:pt x="442778" y="437163"/>
                    <a:pt x="442075" y="503916"/>
                    <a:pt x="443481" y="570669"/>
                  </a:cubicBezTo>
                  <a:cubicBezTo>
                    <a:pt x="443481" y="587533"/>
                    <a:pt x="439967" y="592452"/>
                    <a:pt x="422401" y="592452"/>
                  </a:cubicBezTo>
                  <a:cubicBezTo>
                    <a:pt x="384457" y="591046"/>
                    <a:pt x="345810" y="591749"/>
                    <a:pt x="307164" y="591749"/>
                  </a:cubicBezTo>
                  <a:cubicBezTo>
                    <a:pt x="293111" y="591749"/>
                    <a:pt x="279760" y="590343"/>
                    <a:pt x="269220" y="579803"/>
                  </a:cubicBezTo>
                  <a:cubicBezTo>
                    <a:pt x="252356" y="562940"/>
                    <a:pt x="241114" y="548184"/>
                    <a:pt x="268517" y="529212"/>
                  </a:cubicBezTo>
                  <a:cubicBezTo>
                    <a:pt x="281868" y="520077"/>
                    <a:pt x="296624" y="508835"/>
                    <a:pt x="290300" y="489160"/>
                  </a:cubicBezTo>
                  <a:cubicBezTo>
                    <a:pt x="283273" y="467377"/>
                    <a:pt x="269220" y="450514"/>
                    <a:pt x="246032" y="445595"/>
                  </a:cubicBezTo>
                  <a:cubicBezTo>
                    <a:pt x="216520" y="439271"/>
                    <a:pt x="187711" y="439974"/>
                    <a:pt x="165929" y="465972"/>
                  </a:cubicBezTo>
                  <a:cubicBezTo>
                    <a:pt x="146957" y="488457"/>
                    <a:pt x="147659" y="504619"/>
                    <a:pt x="169442" y="524293"/>
                  </a:cubicBezTo>
                  <a:cubicBezTo>
                    <a:pt x="179279" y="533428"/>
                    <a:pt x="197548" y="539049"/>
                    <a:pt x="189819" y="558021"/>
                  </a:cubicBezTo>
                  <a:cubicBezTo>
                    <a:pt x="181387" y="577696"/>
                    <a:pt x="165929" y="590343"/>
                    <a:pt x="143443" y="590343"/>
                  </a:cubicBezTo>
                  <a:cubicBezTo>
                    <a:pt x="100581" y="590343"/>
                    <a:pt x="57718" y="590343"/>
                    <a:pt x="14856" y="591046"/>
                  </a:cubicBezTo>
                  <a:cubicBezTo>
                    <a:pt x="2208" y="591046"/>
                    <a:pt x="-603" y="586128"/>
                    <a:pt x="100" y="574885"/>
                  </a:cubicBezTo>
                  <a:cubicBezTo>
                    <a:pt x="802" y="532022"/>
                    <a:pt x="100" y="489160"/>
                    <a:pt x="100" y="446297"/>
                  </a:cubicBezTo>
                  <a:cubicBezTo>
                    <a:pt x="100" y="424515"/>
                    <a:pt x="13450" y="410462"/>
                    <a:pt x="31720" y="402732"/>
                  </a:cubicBezTo>
                  <a:cubicBezTo>
                    <a:pt x="49989" y="394300"/>
                    <a:pt x="57016" y="411164"/>
                    <a:pt x="66150" y="421704"/>
                  </a:cubicBezTo>
                  <a:cubicBezTo>
                    <a:pt x="90743" y="449108"/>
                    <a:pt x="122363" y="442784"/>
                    <a:pt x="142038" y="406246"/>
                  </a:cubicBezTo>
                  <a:cubicBezTo>
                    <a:pt x="156794" y="378139"/>
                    <a:pt x="148362" y="332466"/>
                    <a:pt x="125174" y="313494"/>
                  </a:cubicBezTo>
                  <a:cubicBezTo>
                    <a:pt x="101986" y="294522"/>
                    <a:pt x="87230" y="295927"/>
                    <a:pt x="66853" y="317710"/>
                  </a:cubicBezTo>
                  <a:cubicBezTo>
                    <a:pt x="57718" y="326844"/>
                    <a:pt x="54205" y="346519"/>
                    <a:pt x="33828" y="337384"/>
                  </a:cubicBezTo>
                  <a:cubicBezTo>
                    <a:pt x="13450" y="328953"/>
                    <a:pt x="802" y="314899"/>
                    <a:pt x="802" y="291711"/>
                  </a:cubicBezTo>
                  <a:cubicBezTo>
                    <a:pt x="100" y="250957"/>
                    <a:pt x="1505" y="209500"/>
                    <a:pt x="100" y="168745"/>
                  </a:cubicBezTo>
                  <a:cubicBezTo>
                    <a:pt x="-603" y="153287"/>
                    <a:pt x="3613" y="148368"/>
                    <a:pt x="19774" y="149071"/>
                  </a:cubicBezTo>
                  <a:cubicBezTo>
                    <a:pt x="58421" y="150476"/>
                    <a:pt x="96365" y="149071"/>
                    <a:pt x="135011" y="149773"/>
                  </a:cubicBezTo>
                  <a:cubicBezTo>
                    <a:pt x="146254" y="149773"/>
                    <a:pt x="156794" y="149071"/>
                    <a:pt x="165929" y="141341"/>
                  </a:cubicBezTo>
                  <a:cubicBezTo>
                    <a:pt x="179279" y="130099"/>
                    <a:pt x="184198" y="121667"/>
                    <a:pt x="166631" y="107613"/>
                  </a:cubicBezTo>
                  <a:cubicBezTo>
                    <a:pt x="130795" y="79507"/>
                    <a:pt x="130795" y="52103"/>
                    <a:pt x="163820" y="21186"/>
                  </a:cubicBezTo>
                  <a:cubicBezTo>
                    <a:pt x="199656" y="-12542"/>
                    <a:pt x="266409" y="-4813"/>
                    <a:pt x="294516" y="35942"/>
                  </a:cubicBezTo>
                  <a:cubicBezTo>
                    <a:pt x="312083" y="61238"/>
                    <a:pt x="309272" y="79507"/>
                    <a:pt x="288192" y="101992"/>
                  </a:cubicBezTo>
                  <a:cubicBezTo>
                    <a:pt x="280463" y="109721"/>
                    <a:pt x="260788" y="112532"/>
                    <a:pt x="269923" y="130099"/>
                  </a:cubicBezTo>
                  <a:cubicBezTo>
                    <a:pt x="277652" y="144855"/>
                    <a:pt x="291705" y="150476"/>
                    <a:pt x="308569" y="150476"/>
                  </a:cubicBezTo>
                  <a:cubicBezTo>
                    <a:pt x="345810" y="149773"/>
                    <a:pt x="383754" y="151881"/>
                    <a:pt x="420995" y="149773"/>
                  </a:cubicBezTo>
                  <a:cubicBezTo>
                    <a:pt x="441373" y="149071"/>
                    <a:pt x="444886" y="155395"/>
                    <a:pt x="444183" y="174367"/>
                  </a:cubicBezTo>
                  <a:cubicBezTo>
                    <a:pt x="442075" y="239011"/>
                    <a:pt x="442778" y="305062"/>
                    <a:pt x="442778" y="370410"/>
                  </a:cubicBezTo>
                  <a:close/>
                </a:path>
              </a:pathLst>
            </a:custGeom>
            <a:solidFill>
              <a:srgbClr val="7F7F7F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5090840" y="3092504"/>
              <a:ext cx="795978" cy="1326628"/>
            </a:xfrm>
            <a:custGeom>
              <a:rect b="b" l="l" r="r" t="t"/>
              <a:pathLst>
                <a:path extrusionOk="0" h="737797" w="442678">
                  <a:moveTo>
                    <a:pt x="755" y="370037"/>
                  </a:moveTo>
                  <a:cubicBezTo>
                    <a:pt x="755" y="304690"/>
                    <a:pt x="1457" y="238639"/>
                    <a:pt x="52" y="173292"/>
                  </a:cubicBezTo>
                  <a:cubicBezTo>
                    <a:pt x="-651" y="153617"/>
                    <a:pt x="5673" y="148698"/>
                    <a:pt x="24645" y="149401"/>
                  </a:cubicBezTo>
                  <a:cubicBezTo>
                    <a:pt x="60481" y="150806"/>
                    <a:pt x="95614" y="150104"/>
                    <a:pt x="131450" y="149401"/>
                  </a:cubicBezTo>
                  <a:cubicBezTo>
                    <a:pt x="140585" y="149401"/>
                    <a:pt x="150422" y="149401"/>
                    <a:pt x="158151" y="146590"/>
                  </a:cubicBezTo>
                  <a:cubicBezTo>
                    <a:pt x="178528" y="139564"/>
                    <a:pt x="181339" y="122700"/>
                    <a:pt x="166583" y="109349"/>
                  </a:cubicBezTo>
                  <a:cubicBezTo>
                    <a:pt x="127937" y="74919"/>
                    <a:pt x="133558" y="33461"/>
                    <a:pt x="180637" y="8868"/>
                  </a:cubicBezTo>
                  <a:cubicBezTo>
                    <a:pt x="216472" y="-10104"/>
                    <a:pt x="270578" y="2544"/>
                    <a:pt x="293063" y="35569"/>
                  </a:cubicBezTo>
                  <a:cubicBezTo>
                    <a:pt x="311332" y="61568"/>
                    <a:pt x="309224" y="80540"/>
                    <a:pt x="286036" y="103025"/>
                  </a:cubicBezTo>
                  <a:cubicBezTo>
                    <a:pt x="278307" y="110052"/>
                    <a:pt x="260740" y="112862"/>
                    <a:pt x="268470" y="129024"/>
                  </a:cubicBezTo>
                  <a:cubicBezTo>
                    <a:pt x="275496" y="143077"/>
                    <a:pt x="288144" y="149401"/>
                    <a:pt x="304305" y="149401"/>
                  </a:cubicBezTo>
                  <a:cubicBezTo>
                    <a:pt x="342952" y="148698"/>
                    <a:pt x="380896" y="150104"/>
                    <a:pt x="419543" y="148698"/>
                  </a:cubicBezTo>
                  <a:cubicBezTo>
                    <a:pt x="438514" y="147996"/>
                    <a:pt x="444136" y="153617"/>
                    <a:pt x="443433" y="172589"/>
                  </a:cubicBezTo>
                  <a:cubicBezTo>
                    <a:pt x="442027" y="211938"/>
                    <a:pt x="442730" y="251287"/>
                    <a:pt x="443433" y="289934"/>
                  </a:cubicBezTo>
                  <a:cubicBezTo>
                    <a:pt x="444136" y="309608"/>
                    <a:pt x="435001" y="322959"/>
                    <a:pt x="420245" y="333499"/>
                  </a:cubicBezTo>
                  <a:cubicBezTo>
                    <a:pt x="408300" y="341931"/>
                    <a:pt x="397760" y="341931"/>
                    <a:pt x="387220" y="329986"/>
                  </a:cubicBezTo>
                  <a:cubicBezTo>
                    <a:pt x="352789" y="293447"/>
                    <a:pt x="342952" y="292042"/>
                    <a:pt x="316953" y="315932"/>
                  </a:cubicBezTo>
                  <a:cubicBezTo>
                    <a:pt x="290955" y="339823"/>
                    <a:pt x="286739" y="389009"/>
                    <a:pt x="308521" y="415711"/>
                  </a:cubicBezTo>
                  <a:cubicBezTo>
                    <a:pt x="334520" y="447331"/>
                    <a:pt x="354897" y="448033"/>
                    <a:pt x="382301" y="417819"/>
                  </a:cubicBezTo>
                  <a:cubicBezTo>
                    <a:pt x="389328" y="410089"/>
                    <a:pt x="393544" y="395333"/>
                    <a:pt x="409705" y="401657"/>
                  </a:cubicBezTo>
                  <a:cubicBezTo>
                    <a:pt x="427272" y="408684"/>
                    <a:pt x="442027" y="419927"/>
                    <a:pt x="442730" y="438196"/>
                  </a:cubicBezTo>
                  <a:cubicBezTo>
                    <a:pt x="444838" y="485274"/>
                    <a:pt x="443433" y="533055"/>
                    <a:pt x="444136" y="580134"/>
                  </a:cubicBezTo>
                  <a:cubicBezTo>
                    <a:pt x="444136" y="594187"/>
                    <a:pt x="434298" y="590674"/>
                    <a:pt x="427272" y="590674"/>
                  </a:cubicBezTo>
                  <a:cubicBezTo>
                    <a:pt x="388625" y="590674"/>
                    <a:pt x="350681" y="590674"/>
                    <a:pt x="312035" y="590674"/>
                  </a:cubicBezTo>
                  <a:cubicBezTo>
                    <a:pt x="300792" y="590674"/>
                    <a:pt x="290252" y="590674"/>
                    <a:pt x="281118" y="598403"/>
                  </a:cubicBezTo>
                  <a:cubicBezTo>
                    <a:pt x="268470" y="608943"/>
                    <a:pt x="260740" y="619483"/>
                    <a:pt x="279712" y="632834"/>
                  </a:cubicBezTo>
                  <a:cubicBezTo>
                    <a:pt x="297279" y="645482"/>
                    <a:pt x="313440" y="661643"/>
                    <a:pt x="305008" y="685534"/>
                  </a:cubicBezTo>
                  <a:cubicBezTo>
                    <a:pt x="295171" y="713640"/>
                    <a:pt x="276199" y="734720"/>
                    <a:pt x="244579" y="738233"/>
                  </a:cubicBezTo>
                  <a:cubicBezTo>
                    <a:pt x="210148" y="742449"/>
                    <a:pt x="177123" y="740341"/>
                    <a:pt x="153935" y="708019"/>
                  </a:cubicBezTo>
                  <a:cubicBezTo>
                    <a:pt x="135666" y="682020"/>
                    <a:pt x="137072" y="660238"/>
                    <a:pt x="160962" y="637752"/>
                  </a:cubicBezTo>
                  <a:cubicBezTo>
                    <a:pt x="167988" y="630726"/>
                    <a:pt x="184150" y="627915"/>
                    <a:pt x="178528" y="614565"/>
                  </a:cubicBezTo>
                  <a:cubicBezTo>
                    <a:pt x="172205" y="599809"/>
                    <a:pt x="159557" y="590674"/>
                    <a:pt x="141990" y="591377"/>
                  </a:cubicBezTo>
                  <a:cubicBezTo>
                    <a:pt x="102641" y="592079"/>
                    <a:pt x="63292" y="590674"/>
                    <a:pt x="24645" y="592079"/>
                  </a:cubicBezTo>
                  <a:cubicBezTo>
                    <a:pt x="6376" y="592782"/>
                    <a:pt x="1457" y="587863"/>
                    <a:pt x="2160" y="569594"/>
                  </a:cubicBezTo>
                  <a:cubicBezTo>
                    <a:pt x="1457" y="503544"/>
                    <a:pt x="755" y="436791"/>
                    <a:pt x="755" y="370037"/>
                  </a:cubicBezTo>
                  <a:close/>
                </a:path>
              </a:pathLst>
            </a:custGeom>
            <a:solidFill>
              <a:srgbClr val="7F7F7F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99" name="Google Shape;799;p65"/>
          <p:cNvGrpSpPr/>
          <p:nvPr/>
        </p:nvGrpSpPr>
        <p:grpSpPr>
          <a:xfrm>
            <a:off x="419948" y="4850164"/>
            <a:ext cx="2782515" cy="889187"/>
            <a:chOff x="2670350" y="1534411"/>
            <a:chExt cx="6851301" cy="2189418"/>
          </a:xfrm>
        </p:grpSpPr>
        <p:sp>
          <p:nvSpPr>
            <p:cNvPr id="800" name="Google Shape;800;p65"/>
            <p:cNvSpPr/>
            <p:nvPr/>
          </p:nvSpPr>
          <p:spPr>
            <a:xfrm rot="5400000">
              <a:off x="6157610" y="1570415"/>
              <a:ext cx="1620536" cy="2686291"/>
            </a:xfrm>
            <a:custGeom>
              <a:rect b="b" l="l" r="r" t="t"/>
              <a:pathLst>
                <a:path extrusionOk="0" h="2298537" w="1368152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solidFill>
              <a:srgbClr val="7F7F7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0075E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1" name="Google Shape;801;p65"/>
            <p:cNvSpPr/>
            <p:nvPr/>
          </p:nvSpPr>
          <p:spPr>
            <a:xfrm rot="-5400000">
              <a:off x="2937315" y="1836328"/>
              <a:ext cx="1620536" cy="2154466"/>
            </a:xfrm>
            <a:custGeom>
              <a:rect b="b" l="l" r="r" t="t"/>
              <a:pathLst>
                <a:path extrusionOk="0" h="1952472" w="1449013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0075E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2" name="Google Shape;802;p65"/>
            <p:cNvSpPr/>
            <p:nvPr/>
          </p:nvSpPr>
          <p:spPr>
            <a:xfrm rot="10800000">
              <a:off x="4427358" y="1534411"/>
              <a:ext cx="1598922" cy="2183591"/>
            </a:xfrm>
            <a:custGeom>
              <a:rect b="b" l="l" r="r" t="t"/>
              <a:pathLst>
                <a:path extrusionOk="0" h="1952472" w="1449013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0075E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3" name="Google Shape;803;p65"/>
            <p:cNvSpPr/>
            <p:nvPr/>
          </p:nvSpPr>
          <p:spPr>
            <a:xfrm rot="10800000">
              <a:off x="7922729" y="1534466"/>
              <a:ext cx="1598922" cy="2183538"/>
            </a:xfrm>
            <a:custGeom>
              <a:rect b="b" l="l" r="r" t="t"/>
              <a:pathLst>
                <a:path extrusionOk="0" h="1952424" w="1449013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solidFill>
              <a:srgbClr val="7F7F7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0075E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04" name="Google Shape;804;p65"/>
          <p:cNvSpPr/>
          <p:nvPr/>
        </p:nvSpPr>
        <p:spPr>
          <a:xfrm rot="8594075">
            <a:off x="9223197" y="1091915"/>
            <a:ext cx="2264815" cy="3648088"/>
          </a:xfrm>
          <a:custGeom>
            <a:rect b="b" l="l" r="r" t="t"/>
            <a:pathLst>
              <a:path extrusionOk="0" h="4523596" w="2808349">
                <a:moveTo>
                  <a:pt x="567373" y="3851649"/>
                </a:moveTo>
                <a:cubicBezTo>
                  <a:pt x="971771" y="4313801"/>
                  <a:pt x="1674249" y="4360621"/>
                  <a:pt x="2136401" y="3956223"/>
                </a:cubicBezTo>
                <a:cubicBezTo>
                  <a:pt x="2598554" y="3551825"/>
                  <a:pt x="2645373" y="2849347"/>
                  <a:pt x="2240976" y="2387195"/>
                </a:cubicBezTo>
                <a:cubicBezTo>
                  <a:pt x="1836578" y="1925042"/>
                  <a:pt x="1134100" y="1878223"/>
                  <a:pt x="671947" y="2282621"/>
                </a:cubicBezTo>
                <a:cubicBezTo>
                  <a:pt x="209795" y="2687018"/>
                  <a:pt x="162975" y="3389496"/>
                  <a:pt x="567373" y="3851649"/>
                </a:cubicBezTo>
                <a:close/>
                <a:moveTo>
                  <a:pt x="347455" y="4044083"/>
                </a:moveTo>
                <a:cubicBezTo>
                  <a:pt x="-163221" y="3460474"/>
                  <a:pt x="-104097" y="2573380"/>
                  <a:pt x="479512" y="2062703"/>
                </a:cubicBezTo>
                <a:cubicBezTo>
                  <a:pt x="688143" y="1880145"/>
                  <a:pt x="935556" y="1770404"/>
                  <a:pt x="1190892" y="1732712"/>
                </a:cubicBezTo>
                <a:lnTo>
                  <a:pt x="1190892" y="228600"/>
                </a:lnTo>
                <a:cubicBezTo>
                  <a:pt x="1190892" y="102348"/>
                  <a:pt x="1293240" y="0"/>
                  <a:pt x="1419492" y="0"/>
                </a:cubicBezTo>
                <a:cubicBezTo>
                  <a:pt x="1545744" y="0"/>
                  <a:pt x="1648092" y="102348"/>
                  <a:pt x="1648092" y="228600"/>
                </a:cubicBezTo>
                <a:lnTo>
                  <a:pt x="1648092" y="1737288"/>
                </a:lnTo>
                <a:cubicBezTo>
                  <a:pt x="1952641" y="1790115"/>
                  <a:pt x="2241503" y="1944038"/>
                  <a:pt x="2460893" y="2194760"/>
                </a:cubicBezTo>
                <a:cubicBezTo>
                  <a:pt x="2971570" y="2778370"/>
                  <a:pt x="2912446" y="3665464"/>
                  <a:pt x="2328836" y="4176140"/>
                </a:cubicBezTo>
                <a:cubicBezTo>
                  <a:pt x="1745226" y="4686817"/>
                  <a:pt x="858132" y="4627693"/>
                  <a:pt x="347455" y="4044083"/>
                </a:cubicBez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2F2F2"/>
              </a:gs>
            </a:gsLst>
            <a:lin ang="18900000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tr" dir="8100000" dist="127000">
              <a:srgbClr val="000000">
                <a:alpha val="3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05" name="Google Shape;805;p65"/>
          <p:cNvGrpSpPr/>
          <p:nvPr/>
        </p:nvGrpSpPr>
        <p:grpSpPr>
          <a:xfrm rot="1067839">
            <a:off x="4961417" y="4355779"/>
            <a:ext cx="1724205" cy="1605590"/>
            <a:chOff x="4936978" y="1015991"/>
            <a:chExt cx="1408746" cy="1311833"/>
          </a:xfrm>
        </p:grpSpPr>
        <p:sp>
          <p:nvSpPr>
            <p:cNvPr id="806" name="Google Shape;806;p65"/>
            <p:cNvSpPr/>
            <p:nvPr/>
          </p:nvSpPr>
          <p:spPr>
            <a:xfrm flipH="1" rot="3965908">
              <a:off x="5478651" y="1283059"/>
              <a:ext cx="479323" cy="1160106"/>
            </a:xfrm>
            <a:custGeom>
              <a:rect b="b" l="l" r="r" t="t"/>
              <a:pathLst>
                <a:path extrusionOk="0" h="2513590" w="1038544">
                  <a:moveTo>
                    <a:pt x="0" y="2513590"/>
                  </a:moveTo>
                  <a:lnTo>
                    <a:pt x="1038544" y="0"/>
                  </a:lnTo>
                  <a:lnTo>
                    <a:pt x="786242" y="2513590"/>
                  </a:lnTo>
                  <a:lnTo>
                    <a:pt x="0" y="251359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7" name="Google Shape;807;p65"/>
            <p:cNvSpPr/>
            <p:nvPr/>
          </p:nvSpPr>
          <p:spPr>
            <a:xfrm rot="1861541">
              <a:off x="5137988" y="1148280"/>
              <a:ext cx="790741" cy="999463"/>
            </a:xfrm>
            <a:custGeom>
              <a:rect b="b" l="l" r="r" t="t"/>
              <a:pathLst>
                <a:path extrusionOk="0" h="2165526" w="1658686">
                  <a:moveTo>
                    <a:pt x="0" y="2165526"/>
                  </a:moveTo>
                  <a:lnTo>
                    <a:pt x="1658686" y="0"/>
                  </a:lnTo>
                  <a:lnTo>
                    <a:pt x="487152" y="2165526"/>
                  </a:lnTo>
                  <a:lnTo>
                    <a:pt x="0" y="216552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8" name="Google Shape;808;p65"/>
            <p:cNvSpPr/>
            <p:nvPr/>
          </p:nvSpPr>
          <p:spPr>
            <a:xfrm flipH="1" rot="5400000">
              <a:off x="5272724" y="1450290"/>
              <a:ext cx="872754" cy="837930"/>
            </a:xfrm>
            <a:custGeom>
              <a:rect b="b" l="l" r="r" t="t"/>
              <a:pathLst>
                <a:path extrusionOk="0" h="1815534" w="1830721">
                  <a:moveTo>
                    <a:pt x="0" y="1815534"/>
                  </a:moveTo>
                  <a:lnTo>
                    <a:pt x="1830721" y="0"/>
                  </a:lnTo>
                  <a:lnTo>
                    <a:pt x="487152" y="1815534"/>
                  </a:lnTo>
                  <a:lnTo>
                    <a:pt x="0" y="181553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9" name="Google Shape;809;p65"/>
            <p:cNvSpPr/>
            <p:nvPr/>
          </p:nvSpPr>
          <p:spPr>
            <a:xfrm rot="1786633">
              <a:off x="5502366" y="1257945"/>
              <a:ext cx="500435" cy="1012454"/>
            </a:xfrm>
            <a:prstGeom prst="triangle">
              <a:avLst>
                <a:gd fmla="val 83353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10" name="Google Shape;810;p65"/>
          <p:cNvGrpSpPr/>
          <p:nvPr/>
        </p:nvGrpSpPr>
        <p:grpSpPr>
          <a:xfrm>
            <a:off x="7317807" y="3571495"/>
            <a:ext cx="2558649" cy="2557337"/>
            <a:chOff x="4574848" y="1897856"/>
            <a:chExt cx="3028217" cy="3026664"/>
          </a:xfrm>
        </p:grpSpPr>
        <p:sp>
          <p:nvSpPr>
            <p:cNvPr id="811" name="Google Shape;811;p65"/>
            <p:cNvSpPr/>
            <p:nvPr/>
          </p:nvSpPr>
          <p:spPr>
            <a:xfrm>
              <a:off x="4575624" y="1897856"/>
              <a:ext cx="3026664" cy="3026664"/>
            </a:xfrm>
            <a:custGeom>
              <a:rect b="b" l="l" r="r" t="t"/>
              <a:pathLst>
                <a:path extrusionOk="0" h="3057525" w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4574848" y="1907000"/>
              <a:ext cx="3028217" cy="2962327"/>
            </a:xfrm>
            <a:custGeom>
              <a:rect b="b" l="l" r="r" t="t"/>
              <a:pathLst>
                <a:path extrusionOk="0" h="2962327" w="302821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pa [a]">
  <p:cSld name="Mappa [a]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6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  <a:defRPr sz="4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66"/>
          <p:cNvSpPr/>
          <p:nvPr/>
        </p:nvSpPr>
        <p:spPr>
          <a:xfrm>
            <a:off x="4101548" y="2074486"/>
            <a:ext cx="7975623" cy="3799411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16" name="Google Shape;816;p66"/>
          <p:cNvGrpSpPr/>
          <p:nvPr/>
        </p:nvGrpSpPr>
        <p:grpSpPr>
          <a:xfrm>
            <a:off x="10842867" y="1229337"/>
            <a:ext cx="790375" cy="667855"/>
            <a:chOff x="3918650" y="293075"/>
            <a:chExt cx="488500" cy="412775"/>
          </a:xfrm>
        </p:grpSpPr>
        <p:sp>
          <p:nvSpPr>
            <p:cNvPr id="817" name="Google Shape;817;p66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8" name="Google Shape;818;p66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9" name="Google Shape;819;p66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20" name="Google Shape;820;p66"/>
          <p:cNvSpPr/>
          <p:nvPr/>
        </p:nvSpPr>
        <p:spPr>
          <a:xfrm>
            <a:off x="7606623" y="2732374"/>
            <a:ext cx="755499" cy="168641"/>
          </a:xfrm>
          <a:prstGeom prst="wedgeRectCallout">
            <a:avLst>
              <a:gd fmla="val -32570" name="adj1"/>
              <a:gd fmla="val 95806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PoliTO</a:t>
            </a:r>
            <a:endParaRPr sz="14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1" name="Google Shape;821;p66"/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fmla="val 3968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2" name="Google Shape;822;p66"/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3" name="Google Shape;823;p66"/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004B8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4" name="Google Shape;824;p66"/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ridimensionare senza perdere la qualità 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5" name="Google Shape;825;p66"/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È possibile cambiare il colore di riempimento e il colore della linea</a:t>
            </a:r>
            <a:endParaRPr b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6" name="Google Shape;826;p66"/>
          <p:cNvSpPr txBox="1"/>
          <p:nvPr/>
        </p:nvSpPr>
        <p:spPr>
          <a:xfrm>
            <a:off x="630743" y="4406663"/>
            <a:ext cx="33574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MAPPA MODIFICABILE</a:t>
            </a:r>
            <a:endParaRPr/>
          </a:p>
        </p:txBody>
      </p:sp>
      <p:sp>
        <p:nvSpPr>
          <p:cNvPr id="827" name="Google Shape;827;p66"/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pa [b]">
  <p:cSld name="Mappa [b]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7"/>
          <p:cNvSpPr/>
          <p:nvPr/>
        </p:nvSpPr>
        <p:spPr>
          <a:xfrm>
            <a:off x="1227401" y="1453101"/>
            <a:ext cx="10010775" cy="4783887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0" name="Google Shape;830;p67"/>
          <p:cNvSpPr/>
          <p:nvPr/>
        </p:nvSpPr>
        <p:spPr>
          <a:xfrm rot="10800000">
            <a:off x="2052167" y="2984033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1" name="Google Shape;831;p67"/>
          <p:cNvSpPr/>
          <p:nvPr/>
        </p:nvSpPr>
        <p:spPr>
          <a:xfrm rot="10800000">
            <a:off x="4108600" y="4946233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2" name="Google Shape;832;p67"/>
          <p:cNvSpPr/>
          <p:nvPr/>
        </p:nvSpPr>
        <p:spPr>
          <a:xfrm rot="10800000">
            <a:off x="5348333" y="2657533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3" name="Google Shape;833;p67"/>
          <p:cNvSpPr/>
          <p:nvPr/>
        </p:nvSpPr>
        <p:spPr>
          <a:xfrm rot="10800000">
            <a:off x="6263533" y="5300267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4" name="Google Shape;834;p67"/>
          <p:cNvSpPr/>
          <p:nvPr/>
        </p:nvSpPr>
        <p:spPr>
          <a:xfrm rot="10800000">
            <a:off x="8833000" y="3294267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5" name="Google Shape;835;p67"/>
          <p:cNvSpPr/>
          <p:nvPr/>
        </p:nvSpPr>
        <p:spPr>
          <a:xfrm rot="10800000">
            <a:off x="9821467" y="5423967"/>
            <a:ext cx="193600" cy="167600"/>
          </a:xfrm>
          <a:prstGeom prst="triangle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6" name="Google Shape;836;p67"/>
          <p:cNvSpPr txBox="1"/>
          <p:nvPr/>
        </p:nvSpPr>
        <p:spPr>
          <a:xfrm>
            <a:off x="1861931" y="2614252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7" name="Google Shape;837;p67"/>
          <p:cNvSpPr txBox="1"/>
          <p:nvPr/>
        </p:nvSpPr>
        <p:spPr>
          <a:xfrm>
            <a:off x="1861931" y="4573552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8" name="Google Shape;838;p67"/>
          <p:cNvSpPr txBox="1"/>
          <p:nvPr/>
        </p:nvSpPr>
        <p:spPr>
          <a:xfrm>
            <a:off x="5732677" y="4913103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9" name="Google Shape;839;p67"/>
          <p:cNvSpPr txBox="1"/>
          <p:nvPr/>
        </p:nvSpPr>
        <p:spPr>
          <a:xfrm>
            <a:off x="5176086" y="2278896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" name="Google Shape;840;p67"/>
          <p:cNvSpPr txBox="1"/>
          <p:nvPr/>
        </p:nvSpPr>
        <p:spPr>
          <a:xfrm>
            <a:off x="8674550" y="2922029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" name="Google Shape;841;p67"/>
          <p:cNvSpPr txBox="1"/>
          <p:nvPr/>
        </p:nvSpPr>
        <p:spPr>
          <a:xfrm>
            <a:off x="9193069" y="5055300"/>
            <a:ext cx="2662908" cy="307777"/>
          </a:xfrm>
          <a:prstGeom prst="rect">
            <a:avLst/>
          </a:prstGeom>
          <a:solidFill>
            <a:srgbClr val="7F7F7F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Lorem Ipsum dolor sit amet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" name="Google Shape;842;p67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 sezione" showMasterSp="0" type="title">
  <p:cSld name="TITLE">
    <p:bg>
      <p:bgPr>
        <a:solidFill>
          <a:schemeClr val="dk2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8"/>
          <p:cNvSpPr txBox="1"/>
          <p:nvPr>
            <p:ph type="ctrTitle"/>
          </p:nvPr>
        </p:nvSpPr>
        <p:spPr>
          <a:xfrm>
            <a:off x="263525" y="2682222"/>
            <a:ext cx="1166495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68"/>
          <p:cNvSpPr txBox="1"/>
          <p:nvPr>
            <p:ph idx="1" type="subTitle"/>
          </p:nvPr>
        </p:nvSpPr>
        <p:spPr>
          <a:xfrm>
            <a:off x="263525" y="5202238"/>
            <a:ext cx="11664950" cy="714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46" name="Google Shape;846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6400" y="266400"/>
            <a:ext cx="1309846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/>
          <p:nvPr/>
        </p:nvSpPr>
        <p:spPr>
          <a:xfrm>
            <a:off x="0" y="6308725"/>
            <a:ext cx="12192000" cy="5492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Google Shape;7;p41"/>
          <p:cNvSpPr txBox="1"/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rgbClr val="003F7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41"/>
          <p:cNvSpPr txBox="1"/>
          <p:nvPr>
            <p:ph idx="1" type="body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id="9" name="Google Shape;9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8000" y="6400800"/>
            <a:ext cx="818653" cy="360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"/>
          <p:cNvSpPr txBox="1"/>
          <p:nvPr>
            <p:ph idx="1" type="body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52" name="Google Shape;852;p1"/>
          <p:cNvSpPr txBox="1"/>
          <p:nvPr>
            <p:ph idx="2" type="body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"/>
          <p:cNvSpPr/>
          <p:nvPr>
            <p:ph idx="2" type="pic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58" name="Google Shape;858;p2"/>
          <p:cNvSpPr txBox="1"/>
          <p:nvPr>
            <p:ph idx="1" type="body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859" name="Google Shape;859;p2"/>
          <p:cNvSpPr txBox="1"/>
          <p:nvPr>
            <p:ph idx="3" type="body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"/>
          <p:cNvSpPr txBox="1"/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65" name="Google Shape;865;p3"/>
          <p:cNvSpPr txBox="1"/>
          <p:nvPr>
            <p:ph idx="1" type="body"/>
          </p:nvPr>
        </p:nvSpPr>
        <p:spPr>
          <a:xfrm>
            <a:off x="266400" y="1548000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"/>
          <p:cNvSpPr txBox="1"/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71" name="Google Shape;871;p4"/>
          <p:cNvSpPr txBox="1"/>
          <p:nvPr>
            <p:ph idx="1" type="body"/>
          </p:nvPr>
        </p:nvSpPr>
        <p:spPr>
          <a:xfrm>
            <a:off x="266400" y="1548000"/>
            <a:ext cx="116620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72" name="Google Shape;872;p4"/>
          <p:cNvSpPr txBox="1"/>
          <p:nvPr>
            <p:ph idx="2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873" name="Google Shape;873;p4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"/>
          <p:cNvSpPr txBox="1"/>
          <p:nvPr>
            <p:ph type="title"/>
          </p:nvPr>
        </p:nvSpPr>
        <p:spPr>
          <a:xfrm>
            <a:off x="266400" y="180000"/>
            <a:ext cx="62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79" name="Google Shape;879;p5"/>
          <p:cNvSpPr txBox="1"/>
          <p:nvPr>
            <p:ph idx="1" type="body"/>
          </p:nvPr>
        </p:nvSpPr>
        <p:spPr>
          <a:xfrm>
            <a:off x="266400" y="1548000"/>
            <a:ext cx="6228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80" name="Google Shape;880;p5"/>
          <p:cNvSpPr/>
          <p:nvPr>
            <p:ph idx="2" type="pic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1" name="Google Shape;881;p5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882" name="Google Shape;882;p5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"/>
          <p:cNvSpPr txBox="1"/>
          <p:nvPr>
            <p:ph type="title"/>
          </p:nvPr>
        </p:nvSpPr>
        <p:spPr>
          <a:xfrm>
            <a:off x="266399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88" name="Google Shape;888;p6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889" name="Google Shape;889;p6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890" name="Google Shape;890;p6"/>
          <p:cNvSpPr/>
          <p:nvPr>
            <p:ph idx="3" type="pic"/>
          </p:nvPr>
        </p:nvSpPr>
        <p:spPr>
          <a:xfrm>
            <a:off x="6221898" y="1548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91" name="Google Shape;891;p6"/>
          <p:cNvSpPr txBox="1"/>
          <p:nvPr>
            <p:ph idx="4" type="body"/>
          </p:nvPr>
        </p:nvSpPr>
        <p:spPr>
          <a:xfrm>
            <a:off x="263525" y="1548000"/>
            <a:ext cx="58324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897" name="Google Shape;897;p7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98" name="Google Shape;898;p7"/>
          <p:cNvSpPr/>
          <p:nvPr>
            <p:ph idx="2" type="pic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99" name="Google Shape;899;p7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00" name="Google Shape;900;p7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901" name="Google Shape;901;p7"/>
          <p:cNvSpPr/>
          <p:nvPr>
            <p:ph idx="5" type="pic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"/>
          <p:cNvSpPr txBox="1"/>
          <p:nvPr>
            <p:ph type="title"/>
          </p:nvPr>
        </p:nvSpPr>
        <p:spPr>
          <a:xfrm>
            <a:off x="266400" y="18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07" name="Google Shape;907;p8"/>
          <p:cNvSpPr txBox="1"/>
          <p:nvPr>
            <p:ph idx="1" type="body"/>
          </p:nvPr>
        </p:nvSpPr>
        <p:spPr>
          <a:xfrm>
            <a:off x="266400" y="1548000"/>
            <a:ext cx="72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8" name="Google Shape;908;p8"/>
          <p:cNvSpPr/>
          <p:nvPr>
            <p:ph idx="2" type="pic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9" name="Google Shape;909;p8"/>
          <p:cNvSpPr/>
          <p:nvPr>
            <p:ph idx="3" type="pic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10" name="Google Shape;910;p8"/>
          <p:cNvSpPr/>
          <p:nvPr>
            <p:ph idx="4" type="pic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11" name="Google Shape;911;p8"/>
          <p:cNvSpPr txBox="1"/>
          <p:nvPr>
            <p:ph idx="5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12" name="Google Shape;912;p8"/>
          <p:cNvSpPr txBox="1"/>
          <p:nvPr>
            <p:ph idx="6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9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18" name="Google Shape;918;p9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9" name="Google Shape;919;p9"/>
          <p:cNvSpPr/>
          <p:nvPr>
            <p:ph idx="2" type="pic"/>
          </p:nvPr>
        </p:nvSpPr>
        <p:spPr>
          <a:xfrm>
            <a:off x="4685212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0" name="Google Shape;920;p9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21" name="Google Shape;921;p9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922" name="Google Shape;922;p9"/>
          <p:cNvSpPr/>
          <p:nvPr>
            <p:ph idx="5" type="pic"/>
          </p:nvPr>
        </p:nvSpPr>
        <p:spPr>
          <a:xfrm>
            <a:off x="4685212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3" name="Google Shape;923;p9"/>
          <p:cNvSpPr/>
          <p:nvPr>
            <p:ph idx="6" type="pic"/>
          </p:nvPr>
        </p:nvSpPr>
        <p:spPr>
          <a:xfrm>
            <a:off x="8360586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4" name="Google Shape;924;p9"/>
          <p:cNvSpPr/>
          <p:nvPr>
            <p:ph idx="7" type="pic"/>
          </p:nvPr>
        </p:nvSpPr>
        <p:spPr>
          <a:xfrm>
            <a:off x="8360586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"/>
          <p:cNvSpPr txBox="1"/>
          <p:nvPr>
            <p:ph type="title"/>
          </p:nvPr>
        </p:nvSpPr>
        <p:spPr>
          <a:xfrm>
            <a:off x="266400" y="180000"/>
            <a:ext cx="493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30" name="Google Shape;930;p10"/>
          <p:cNvSpPr txBox="1"/>
          <p:nvPr>
            <p:ph idx="1" type="body"/>
          </p:nvPr>
        </p:nvSpPr>
        <p:spPr>
          <a:xfrm>
            <a:off x="266400" y="1800000"/>
            <a:ext cx="493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31" name="Google Shape;931;p10"/>
          <p:cNvSpPr/>
          <p:nvPr>
            <p:ph idx="2" type="pic"/>
          </p:nvPr>
        </p:nvSpPr>
        <p:spPr>
          <a:xfrm>
            <a:off x="5231904" y="267494"/>
            <a:ext cx="6696571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32" name="Google Shape;932;p10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33" name="Google Shape;933;p10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39" name="Google Shape;939;p11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940" name="Google Shape;940;p11"/>
          <p:cNvSpPr/>
          <p:nvPr>
            <p:ph idx="3" type="pic"/>
          </p:nvPr>
        </p:nvSpPr>
        <p:spPr>
          <a:xfrm>
            <a:off x="270152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1" name="Google Shape;941;p11"/>
          <p:cNvSpPr/>
          <p:nvPr>
            <p:ph idx="4" type="pic"/>
          </p:nvPr>
        </p:nvSpPr>
        <p:spPr>
          <a:xfrm>
            <a:off x="3211703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2" name="Google Shape;942;p11"/>
          <p:cNvSpPr/>
          <p:nvPr>
            <p:ph idx="5" type="pic"/>
          </p:nvPr>
        </p:nvSpPr>
        <p:spPr>
          <a:xfrm>
            <a:off x="6153254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3" name="Google Shape;943;p11"/>
          <p:cNvSpPr/>
          <p:nvPr>
            <p:ph idx="6" type="pic"/>
          </p:nvPr>
        </p:nvSpPr>
        <p:spPr>
          <a:xfrm>
            <a:off x="9094806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4" name="Google Shape;944;p11"/>
          <p:cNvSpPr txBox="1"/>
          <p:nvPr>
            <p:ph idx="7" type="body"/>
          </p:nvPr>
        </p:nvSpPr>
        <p:spPr>
          <a:xfrm>
            <a:off x="263524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45" name="Google Shape;945;p11"/>
          <p:cNvSpPr txBox="1"/>
          <p:nvPr>
            <p:ph idx="8" type="body"/>
          </p:nvPr>
        </p:nvSpPr>
        <p:spPr>
          <a:xfrm>
            <a:off x="263524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46" name="Google Shape;946;p11"/>
          <p:cNvSpPr txBox="1"/>
          <p:nvPr>
            <p:ph idx="9" type="body"/>
          </p:nvPr>
        </p:nvSpPr>
        <p:spPr>
          <a:xfrm>
            <a:off x="263524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47" name="Google Shape;947;p11"/>
          <p:cNvSpPr txBox="1"/>
          <p:nvPr>
            <p:ph idx="13" type="body"/>
          </p:nvPr>
        </p:nvSpPr>
        <p:spPr>
          <a:xfrm>
            <a:off x="3211703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48" name="Google Shape;948;p11"/>
          <p:cNvSpPr txBox="1"/>
          <p:nvPr>
            <p:ph idx="14" type="body"/>
          </p:nvPr>
        </p:nvSpPr>
        <p:spPr>
          <a:xfrm>
            <a:off x="3211703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49" name="Google Shape;949;p11"/>
          <p:cNvSpPr txBox="1"/>
          <p:nvPr>
            <p:ph idx="15" type="body"/>
          </p:nvPr>
        </p:nvSpPr>
        <p:spPr>
          <a:xfrm>
            <a:off x="3211703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0" name="Google Shape;950;p11"/>
          <p:cNvSpPr txBox="1"/>
          <p:nvPr>
            <p:ph idx="16" type="body"/>
          </p:nvPr>
        </p:nvSpPr>
        <p:spPr>
          <a:xfrm>
            <a:off x="9094806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51" name="Google Shape;951;p11"/>
          <p:cNvSpPr txBox="1"/>
          <p:nvPr>
            <p:ph idx="17" type="body"/>
          </p:nvPr>
        </p:nvSpPr>
        <p:spPr>
          <a:xfrm>
            <a:off x="9094806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2" name="Google Shape;952;p11"/>
          <p:cNvSpPr txBox="1"/>
          <p:nvPr>
            <p:ph idx="18" type="body"/>
          </p:nvPr>
        </p:nvSpPr>
        <p:spPr>
          <a:xfrm>
            <a:off x="9094806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3" name="Google Shape;953;p11"/>
          <p:cNvSpPr txBox="1"/>
          <p:nvPr>
            <p:ph idx="19" type="body"/>
          </p:nvPr>
        </p:nvSpPr>
        <p:spPr>
          <a:xfrm>
            <a:off x="6159882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54" name="Google Shape;954;p11"/>
          <p:cNvSpPr txBox="1"/>
          <p:nvPr>
            <p:ph idx="20" type="body"/>
          </p:nvPr>
        </p:nvSpPr>
        <p:spPr>
          <a:xfrm>
            <a:off x="6159882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5" name="Google Shape;955;p11"/>
          <p:cNvSpPr txBox="1"/>
          <p:nvPr>
            <p:ph idx="21" type="body"/>
          </p:nvPr>
        </p:nvSpPr>
        <p:spPr>
          <a:xfrm>
            <a:off x="6159882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6" name="Google Shape;956;p11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2"/>
          <p:cNvSpPr txBox="1"/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62" name="Google Shape;962;p12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63" name="Google Shape;963;p12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3"/>
          <p:cNvSpPr txBox="1"/>
          <p:nvPr>
            <p:ph type="title"/>
          </p:nvPr>
        </p:nvSpPr>
        <p:spPr>
          <a:xfrm>
            <a:off x="266399" y="180001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69" name="Google Shape;969;p13"/>
          <p:cNvSpPr/>
          <p:nvPr>
            <p:ph idx="2" type="pic"/>
          </p:nvPr>
        </p:nvSpPr>
        <p:spPr>
          <a:xfrm>
            <a:off x="1021442" y="969402"/>
            <a:ext cx="10161896" cy="519076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70" name="Google Shape;970;p13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4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977" name="Google Shape;977;p14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78" name="Google Shape;978;p14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979" name="Google Shape;979;p14"/>
          <p:cNvSpPr/>
          <p:nvPr>
            <p:ph idx="3" type="pic"/>
          </p:nvPr>
        </p:nvSpPr>
        <p:spPr>
          <a:xfrm>
            <a:off x="262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80" name="Google Shape;980;p14"/>
          <p:cNvSpPr/>
          <p:nvPr>
            <p:ph idx="4" type="pic"/>
          </p:nvPr>
        </p:nvSpPr>
        <p:spPr>
          <a:xfrm>
            <a:off x="6220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5"/>
          <p:cNvSpPr/>
          <p:nvPr>
            <p:ph idx="2" type="pic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86" name="Google Shape;986;p15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87" name="Google Shape;987;p15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6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993" name="Google Shape;993;p16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8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9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0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1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2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3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4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5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6"/>
          <p:cNvSpPr txBox="1"/>
          <p:nvPr>
            <p:ph type="title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7"/>
          <p:cNvSpPr/>
          <p:nvPr>
            <p:ph idx="2" type="pic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48" name="Google Shape;1048;p27"/>
          <p:cNvSpPr txBox="1"/>
          <p:nvPr>
            <p:ph idx="1" type="body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1049" name="Google Shape;1049;p27"/>
          <p:cNvSpPr txBox="1"/>
          <p:nvPr>
            <p:ph idx="3" type="body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8"/>
          <p:cNvSpPr txBox="1"/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55" name="Google Shape;1055;p28"/>
          <p:cNvSpPr txBox="1"/>
          <p:nvPr>
            <p:ph idx="1" type="body"/>
          </p:nvPr>
        </p:nvSpPr>
        <p:spPr>
          <a:xfrm>
            <a:off x="266400" y="1548000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56" name="Google Shape;1056;p28"/>
          <p:cNvSpPr txBox="1"/>
          <p:nvPr>
            <p:ph idx="2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057" name="Google Shape;1057;p28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9"/>
          <p:cNvSpPr txBox="1"/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63" name="Google Shape;1063;p29"/>
          <p:cNvSpPr txBox="1"/>
          <p:nvPr>
            <p:ph idx="1" type="body"/>
          </p:nvPr>
        </p:nvSpPr>
        <p:spPr>
          <a:xfrm>
            <a:off x="266400" y="1548000"/>
            <a:ext cx="116620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64" name="Google Shape;1064;p29"/>
          <p:cNvSpPr txBox="1"/>
          <p:nvPr>
            <p:ph idx="2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065" name="Google Shape;1065;p29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0"/>
          <p:cNvSpPr txBox="1"/>
          <p:nvPr>
            <p:ph type="title"/>
          </p:nvPr>
        </p:nvSpPr>
        <p:spPr>
          <a:xfrm>
            <a:off x="266400" y="180000"/>
            <a:ext cx="6228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71" name="Google Shape;1071;p30"/>
          <p:cNvSpPr txBox="1"/>
          <p:nvPr>
            <p:ph idx="1" type="body"/>
          </p:nvPr>
        </p:nvSpPr>
        <p:spPr>
          <a:xfrm>
            <a:off x="266400" y="1548000"/>
            <a:ext cx="6228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72" name="Google Shape;1072;p30"/>
          <p:cNvSpPr/>
          <p:nvPr>
            <p:ph idx="2" type="pic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73" name="Google Shape;1073;p30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074" name="Google Shape;1074;p30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1"/>
          <p:cNvSpPr txBox="1"/>
          <p:nvPr>
            <p:ph type="title"/>
          </p:nvPr>
        </p:nvSpPr>
        <p:spPr>
          <a:xfrm>
            <a:off x="266399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80" name="Google Shape;1080;p31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081" name="Google Shape;1081;p31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082" name="Google Shape;1082;p31"/>
          <p:cNvSpPr/>
          <p:nvPr>
            <p:ph idx="3" type="pic"/>
          </p:nvPr>
        </p:nvSpPr>
        <p:spPr>
          <a:xfrm>
            <a:off x="6221898" y="1548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83" name="Google Shape;1083;p31"/>
          <p:cNvSpPr txBox="1"/>
          <p:nvPr>
            <p:ph idx="4" type="body"/>
          </p:nvPr>
        </p:nvSpPr>
        <p:spPr>
          <a:xfrm>
            <a:off x="263525" y="1548000"/>
            <a:ext cx="58324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2"/>
          <p:cNvSpPr txBox="1"/>
          <p:nvPr>
            <p:ph type="title"/>
          </p:nvPr>
        </p:nvSpPr>
        <p:spPr>
          <a:xfrm>
            <a:off x="266399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89" name="Google Shape;1089;p32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090" name="Google Shape;1090;p32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091" name="Google Shape;1091;p32"/>
          <p:cNvSpPr/>
          <p:nvPr>
            <p:ph idx="3" type="pic"/>
          </p:nvPr>
        </p:nvSpPr>
        <p:spPr>
          <a:xfrm>
            <a:off x="6221898" y="1548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92" name="Google Shape;1092;p32"/>
          <p:cNvSpPr txBox="1"/>
          <p:nvPr>
            <p:ph idx="4" type="body"/>
          </p:nvPr>
        </p:nvSpPr>
        <p:spPr>
          <a:xfrm>
            <a:off x="263525" y="1548000"/>
            <a:ext cx="5832475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3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98" name="Google Shape;1098;p33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99" name="Google Shape;1099;p33"/>
          <p:cNvSpPr/>
          <p:nvPr>
            <p:ph idx="2" type="pic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00" name="Google Shape;1100;p33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01" name="Google Shape;1101;p33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102" name="Google Shape;1102;p33"/>
          <p:cNvSpPr/>
          <p:nvPr>
            <p:ph idx="5" type="pic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4"/>
          <p:cNvSpPr txBox="1"/>
          <p:nvPr>
            <p:ph type="title"/>
          </p:nvPr>
        </p:nvSpPr>
        <p:spPr>
          <a:xfrm>
            <a:off x="266400" y="18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08" name="Google Shape;1108;p34"/>
          <p:cNvSpPr txBox="1"/>
          <p:nvPr>
            <p:ph idx="1" type="body"/>
          </p:nvPr>
        </p:nvSpPr>
        <p:spPr>
          <a:xfrm>
            <a:off x="266400" y="1548000"/>
            <a:ext cx="72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09" name="Google Shape;1109;p34"/>
          <p:cNvSpPr/>
          <p:nvPr>
            <p:ph idx="2" type="pic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0" name="Google Shape;1110;p34"/>
          <p:cNvSpPr/>
          <p:nvPr>
            <p:ph idx="3" type="pic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1" name="Google Shape;1111;p34"/>
          <p:cNvSpPr/>
          <p:nvPr>
            <p:ph idx="4" type="pic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2" name="Google Shape;1112;p34"/>
          <p:cNvSpPr txBox="1"/>
          <p:nvPr>
            <p:ph idx="5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13" name="Google Shape;1113;p34"/>
          <p:cNvSpPr txBox="1"/>
          <p:nvPr>
            <p:ph idx="6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5"/>
          <p:cNvSpPr txBox="1"/>
          <p:nvPr>
            <p:ph type="title"/>
          </p:nvPr>
        </p:nvSpPr>
        <p:spPr>
          <a:xfrm>
            <a:off x="266400" y="180000"/>
            <a:ext cx="43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19" name="Google Shape;1119;p35"/>
          <p:cNvSpPr txBox="1"/>
          <p:nvPr>
            <p:ph idx="1" type="body"/>
          </p:nvPr>
        </p:nvSpPr>
        <p:spPr>
          <a:xfrm>
            <a:off x="266400" y="1800000"/>
            <a:ext cx="439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20" name="Google Shape;1120;p35"/>
          <p:cNvSpPr/>
          <p:nvPr>
            <p:ph idx="2" type="pic"/>
          </p:nvPr>
        </p:nvSpPr>
        <p:spPr>
          <a:xfrm>
            <a:off x="4685212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21" name="Google Shape;1121;p35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22" name="Google Shape;1122;p35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123" name="Google Shape;1123;p35"/>
          <p:cNvSpPr/>
          <p:nvPr>
            <p:ph idx="5" type="pic"/>
          </p:nvPr>
        </p:nvSpPr>
        <p:spPr>
          <a:xfrm>
            <a:off x="4685212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24" name="Google Shape;1124;p35"/>
          <p:cNvSpPr/>
          <p:nvPr>
            <p:ph idx="6" type="pic"/>
          </p:nvPr>
        </p:nvSpPr>
        <p:spPr>
          <a:xfrm>
            <a:off x="8360586" y="266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25" name="Google Shape;1125;p35"/>
          <p:cNvSpPr/>
          <p:nvPr>
            <p:ph idx="7" type="pic"/>
          </p:nvPr>
        </p:nvSpPr>
        <p:spPr>
          <a:xfrm>
            <a:off x="8360586" y="3200400"/>
            <a:ext cx="3565014" cy="28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6"/>
          <p:cNvSpPr txBox="1"/>
          <p:nvPr>
            <p:ph type="title"/>
          </p:nvPr>
        </p:nvSpPr>
        <p:spPr>
          <a:xfrm>
            <a:off x="266400" y="180000"/>
            <a:ext cx="493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31" name="Google Shape;1131;p36"/>
          <p:cNvSpPr txBox="1"/>
          <p:nvPr>
            <p:ph idx="1" type="body"/>
          </p:nvPr>
        </p:nvSpPr>
        <p:spPr>
          <a:xfrm>
            <a:off x="266400" y="1800000"/>
            <a:ext cx="4932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32" name="Google Shape;1132;p36"/>
          <p:cNvSpPr/>
          <p:nvPr>
            <p:ph idx="2" type="pic"/>
          </p:nvPr>
        </p:nvSpPr>
        <p:spPr>
          <a:xfrm>
            <a:off x="5231904" y="267494"/>
            <a:ext cx="6696571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3" name="Google Shape;1133;p36"/>
          <p:cNvSpPr txBox="1"/>
          <p:nvPr>
            <p:ph idx="3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34" name="Google Shape;1134;p36"/>
          <p:cNvSpPr txBox="1"/>
          <p:nvPr>
            <p:ph idx="4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37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40" name="Google Shape;1140;p37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141" name="Google Shape;1141;p37"/>
          <p:cNvSpPr/>
          <p:nvPr>
            <p:ph idx="3" type="pic"/>
          </p:nvPr>
        </p:nvSpPr>
        <p:spPr>
          <a:xfrm>
            <a:off x="270152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2" name="Google Shape;1142;p37"/>
          <p:cNvSpPr/>
          <p:nvPr>
            <p:ph idx="4" type="pic"/>
          </p:nvPr>
        </p:nvSpPr>
        <p:spPr>
          <a:xfrm>
            <a:off x="3211703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3" name="Google Shape;1143;p37"/>
          <p:cNvSpPr/>
          <p:nvPr>
            <p:ph idx="5" type="pic"/>
          </p:nvPr>
        </p:nvSpPr>
        <p:spPr>
          <a:xfrm>
            <a:off x="6153254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4" name="Google Shape;1144;p37"/>
          <p:cNvSpPr/>
          <p:nvPr>
            <p:ph idx="6" type="pic"/>
          </p:nvPr>
        </p:nvSpPr>
        <p:spPr>
          <a:xfrm>
            <a:off x="9094806" y="1006784"/>
            <a:ext cx="2827043" cy="24498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5" name="Google Shape;1145;p37"/>
          <p:cNvSpPr txBox="1"/>
          <p:nvPr>
            <p:ph idx="7" type="body"/>
          </p:nvPr>
        </p:nvSpPr>
        <p:spPr>
          <a:xfrm>
            <a:off x="263524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46" name="Google Shape;1146;p37"/>
          <p:cNvSpPr txBox="1"/>
          <p:nvPr>
            <p:ph idx="8" type="body"/>
          </p:nvPr>
        </p:nvSpPr>
        <p:spPr>
          <a:xfrm>
            <a:off x="263524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47" name="Google Shape;1147;p37"/>
          <p:cNvSpPr txBox="1"/>
          <p:nvPr>
            <p:ph idx="9" type="body"/>
          </p:nvPr>
        </p:nvSpPr>
        <p:spPr>
          <a:xfrm>
            <a:off x="263524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48" name="Google Shape;1148;p37"/>
          <p:cNvSpPr txBox="1"/>
          <p:nvPr>
            <p:ph idx="13" type="body"/>
          </p:nvPr>
        </p:nvSpPr>
        <p:spPr>
          <a:xfrm>
            <a:off x="3211703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49" name="Google Shape;1149;p37"/>
          <p:cNvSpPr txBox="1"/>
          <p:nvPr>
            <p:ph idx="14" type="body"/>
          </p:nvPr>
        </p:nvSpPr>
        <p:spPr>
          <a:xfrm>
            <a:off x="3211703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0" name="Google Shape;1150;p37"/>
          <p:cNvSpPr txBox="1"/>
          <p:nvPr>
            <p:ph idx="15" type="body"/>
          </p:nvPr>
        </p:nvSpPr>
        <p:spPr>
          <a:xfrm>
            <a:off x="3211703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1" name="Google Shape;1151;p37"/>
          <p:cNvSpPr txBox="1"/>
          <p:nvPr>
            <p:ph idx="16" type="body"/>
          </p:nvPr>
        </p:nvSpPr>
        <p:spPr>
          <a:xfrm>
            <a:off x="9094806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52" name="Google Shape;1152;p37"/>
          <p:cNvSpPr txBox="1"/>
          <p:nvPr>
            <p:ph idx="17" type="body"/>
          </p:nvPr>
        </p:nvSpPr>
        <p:spPr>
          <a:xfrm>
            <a:off x="9094806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3" name="Google Shape;1153;p37"/>
          <p:cNvSpPr txBox="1"/>
          <p:nvPr>
            <p:ph idx="18" type="body"/>
          </p:nvPr>
        </p:nvSpPr>
        <p:spPr>
          <a:xfrm>
            <a:off x="9094806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4" name="Google Shape;1154;p37"/>
          <p:cNvSpPr txBox="1"/>
          <p:nvPr>
            <p:ph idx="19" type="body"/>
          </p:nvPr>
        </p:nvSpPr>
        <p:spPr>
          <a:xfrm>
            <a:off x="6159882" y="3618190"/>
            <a:ext cx="2827043" cy="7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55" name="Google Shape;1155;p37"/>
          <p:cNvSpPr txBox="1"/>
          <p:nvPr>
            <p:ph idx="20" type="body"/>
          </p:nvPr>
        </p:nvSpPr>
        <p:spPr>
          <a:xfrm>
            <a:off x="6159882" y="4318765"/>
            <a:ext cx="2827043" cy="6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2B7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6" name="Google Shape;1156;p37"/>
          <p:cNvSpPr txBox="1"/>
          <p:nvPr>
            <p:ph idx="21" type="body"/>
          </p:nvPr>
        </p:nvSpPr>
        <p:spPr>
          <a:xfrm>
            <a:off x="6159882" y="4965303"/>
            <a:ext cx="2827043" cy="128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7" name="Google Shape;1157;p37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8"/>
          <p:cNvSpPr txBox="1"/>
          <p:nvPr>
            <p:ph type="title"/>
          </p:nvPr>
        </p:nvSpPr>
        <p:spPr>
          <a:xfrm>
            <a:off x="266399" y="180000"/>
            <a:ext cx="11662075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63" name="Google Shape;1163;p38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64" name="Google Shape;1164;p38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9"/>
          <p:cNvSpPr txBox="1"/>
          <p:nvPr>
            <p:ph type="title"/>
          </p:nvPr>
        </p:nvSpPr>
        <p:spPr>
          <a:xfrm>
            <a:off x="266399" y="180001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70" name="Google Shape;1170;p39"/>
          <p:cNvSpPr/>
          <p:nvPr>
            <p:ph idx="2" type="pic"/>
          </p:nvPr>
        </p:nvSpPr>
        <p:spPr>
          <a:xfrm>
            <a:off x="1021442" y="969402"/>
            <a:ext cx="10161896" cy="519076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1" name="Google Shape;1171;p39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72" name="Google Shape;1172;p39"/>
          <p:cNvSpPr txBox="1"/>
          <p:nvPr>
            <p:ph idx="3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0"/>
          <p:cNvSpPr txBox="1"/>
          <p:nvPr>
            <p:ph type="title"/>
          </p:nvPr>
        </p:nvSpPr>
        <p:spPr>
          <a:xfrm>
            <a:off x="266399" y="180000"/>
            <a:ext cx="11662075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78" name="Google Shape;1178;p40"/>
          <p:cNvSpPr txBox="1"/>
          <p:nvPr>
            <p:ph idx="1" type="body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r>
              <a:t/>
            </a:r>
            <a:endParaRPr/>
          </a:p>
        </p:txBody>
      </p:sp>
      <p:sp>
        <p:nvSpPr>
          <p:cNvPr id="1179" name="Google Shape;1179;p40"/>
          <p:cNvSpPr txBox="1"/>
          <p:nvPr>
            <p:ph idx="2" type="body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1180" name="Google Shape;1180;p40"/>
          <p:cNvSpPr/>
          <p:nvPr>
            <p:ph idx="3" type="pic"/>
          </p:nvPr>
        </p:nvSpPr>
        <p:spPr>
          <a:xfrm>
            <a:off x="262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81" name="Google Shape;1181;p40"/>
          <p:cNvSpPr/>
          <p:nvPr>
            <p:ph idx="4" type="pic"/>
          </p:nvPr>
        </p:nvSpPr>
        <p:spPr>
          <a:xfrm>
            <a:off x="6220800" y="1224000"/>
            <a:ext cx="570657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2021-12-06T14:02:46Z</dcterms:created>
  <dc:creator>Cavaliere  Monica</dc:creator>
</cp:coreProperties>
</file>