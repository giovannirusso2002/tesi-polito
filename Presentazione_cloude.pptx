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?>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2" r:id="rId22"/>
  </p:sldIdLst>
  <p:sldSz cy="6858000" cx="12192000"/>
  <p:notesSz cx="6858000" cy="9144000"/>
  <p:embeddedFontLst>
    <p:embeddedFont>
      <p:font typeface="Century Gothic"/>
      <p:regular r:id="rId46"/>
      <p:bold r:id="rId47"/>
      <p:italic r:id="rId48"/>
      <p:boldItalic r:id="rId4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r:id="rId50" roundtripDataSignature="AMtx7mi6RzjhDRWi0k0pUltprSNgDCrSg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"1.0" encoding="UTF-8"?><Relationships xmlns="http://schemas.openxmlformats.org/package/2006/relationships"><Relationship Id="rId46" Type="http://schemas.openxmlformats.org/officeDocument/2006/relationships/font" Target="fonts/CenturyGothic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font" Target="fonts/CenturyGothic-italic.fntdata"/><Relationship Id="rId47" Type="http://schemas.openxmlformats.org/officeDocument/2006/relationships/font" Target="fonts/CenturyGothic-bold.fntdata"/><Relationship Id="rId49" Type="http://schemas.openxmlformats.org/officeDocument/2006/relationships/font" Target="fonts/CenturyGothic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22" Type="http://schemas.openxmlformats.org/officeDocument/2006/relationships/slide" Target="slides/slide17.xml"/><Relationship Id="rId50" Type="http://customschemas.google.com/relationships/presentationmetadata" Target="meta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7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9" name="Google Shape;849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0" name="Shape 8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Google Shape;86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2" name="Google Shape;86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6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8" name="Google Shape;86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4" name="Shape 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" name="Google Shape;87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6" name="Google Shape;87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3" name="Shape 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Google Shape;88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5" name="Google Shape;885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2" name="Shape 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Google Shape;89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4" name="Google Shape;89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2" name="Shape 9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Google Shape;90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4" name="Google Shape;904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5" name="Google Shape;915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5" name="Shape 9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6" name="Google Shape;926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7" name="Google Shape;927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4" name="Shape 9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6" name="Google Shape;93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7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9" name="Google Shape;959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4" name="Shape 9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Google Shape;96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6" name="Google Shape;966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2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4" name="Google Shape;974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4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6" name="Google Shape;996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2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pertura - Titolo presentazione" showMasterSp="0">
  <p:cSld name="Apertura - Titolo presentazione">
    <p:bg>
      <p:bgPr>
        <a:solidFill>
          <a:schemeClr val="dk2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1107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2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9125" y="5410098"/>
            <a:ext cx="2166253" cy="95260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" name="Google Shape;13;p42"/>
          <p:cNvCxnSpPr/>
          <p:nvPr/>
        </p:nvCxnSpPr>
        <p:spPr>
          <a:xfrm>
            <a:off x="6705088" y="5410098"/>
            <a:ext cx="1552353" cy="0"/>
          </a:xfrm>
          <a:prstGeom prst="straightConnector1">
            <a:avLst/>
          </a:prstGeom>
          <a:noFill/>
          <a:ln cap="flat" cmpd="sng" w="41275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4" name="Google Shape;14;p42"/>
          <p:cNvSpPr txBox="1"/>
          <p:nvPr>
            <p:ph idx="1" type="body"/>
          </p:nvPr>
        </p:nvSpPr>
        <p:spPr>
          <a:xfrm>
            <a:off x="6602817" y="888227"/>
            <a:ext cx="5040000" cy="3024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Century Gothic"/>
              <a:buNone/>
              <a:defRPr b="1" sz="4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5334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4800"/>
              <a:buChar char="›"/>
              <a:defRPr sz="4800"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5334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4800"/>
              <a:buChar char="›"/>
              <a:defRPr sz="4800"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5334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4800"/>
              <a:buChar char="›"/>
              <a:defRPr sz="4800"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5334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4800"/>
              <a:buChar char="›"/>
              <a:defRPr sz="4800"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" name="Google Shape;15;p42"/>
          <p:cNvSpPr txBox="1"/>
          <p:nvPr>
            <p:ph idx="2" type="body"/>
          </p:nvPr>
        </p:nvSpPr>
        <p:spPr>
          <a:xfrm>
            <a:off x="6602413" y="4249738"/>
            <a:ext cx="5040312" cy="10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entury Gothic"/>
              <a:buNone/>
              <a:defRPr sz="2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Char char="›"/>
              <a:defRPr sz="2000"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55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Char char="›"/>
              <a:defRPr sz="2000"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55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Char char="›"/>
              <a:defRPr sz="2000"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55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Char char="›"/>
              <a:defRPr sz="2000"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Titolo sezione con immagine">
  <p:cSld name="Diapositiva Titolo sezione con immagin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3"/>
          <p:cNvSpPr/>
          <p:nvPr>
            <p:ph idx="2" type="pic"/>
          </p:nvPr>
        </p:nvSpPr>
        <p:spPr>
          <a:xfrm>
            <a:off x="3778622" y="0"/>
            <a:ext cx="8413377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" name="Google Shape;18;p43"/>
          <p:cNvSpPr/>
          <p:nvPr/>
        </p:nvSpPr>
        <p:spPr>
          <a:xfrm flipH="1">
            <a:off x="-7127" y="-1"/>
            <a:ext cx="3779026" cy="68579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9" name="Google Shape;19;p43"/>
          <p:cNvSpPr txBox="1"/>
          <p:nvPr>
            <p:ph idx="1" type="body"/>
          </p:nvPr>
        </p:nvSpPr>
        <p:spPr>
          <a:xfrm>
            <a:off x="142875" y="260351"/>
            <a:ext cx="3486150" cy="48831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ts val="4000"/>
              <a:buNone/>
              <a:defRPr b="1" sz="4000">
                <a:solidFill>
                  <a:srgbClr val="003F76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5334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4800"/>
              <a:buChar char="›"/>
              <a:defRPr sz="4800"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5334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4800"/>
              <a:buChar char="›"/>
              <a:defRPr sz="4800"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5334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4800"/>
              <a:buChar char="›"/>
              <a:defRPr sz="4800"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5334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4800"/>
              <a:buChar char="›"/>
              <a:defRPr sz="4800"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43"/>
          <p:cNvSpPr txBox="1"/>
          <p:nvPr>
            <p:ph idx="3" type="body"/>
          </p:nvPr>
        </p:nvSpPr>
        <p:spPr>
          <a:xfrm>
            <a:off x="142471" y="5290344"/>
            <a:ext cx="3486150" cy="130730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108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Char char="›"/>
              <a:defRPr sz="2000"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55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Char char="›"/>
              <a:defRPr sz="2000"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55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Char char="›"/>
              <a:defRPr sz="2000"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55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Char char="›"/>
              <a:defRPr sz="2000"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Immagine che contiene testo  Descrizione generata automaticamente" id="21" name="Google Shape;21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5906" y="266400"/>
            <a:ext cx="1310643" cy="5760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e contenuto">
  <p:cSld name="Titolo e contenuto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4"/>
          <p:cNvSpPr txBox="1"/>
          <p:nvPr>
            <p:ph type="title"/>
          </p:nvPr>
        </p:nvSpPr>
        <p:spPr>
          <a:xfrm>
            <a:off x="266400" y="180000"/>
            <a:ext cx="1166495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222222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44"/>
          <p:cNvSpPr txBox="1"/>
          <p:nvPr>
            <p:ph idx="1" type="body"/>
          </p:nvPr>
        </p:nvSpPr>
        <p:spPr>
          <a:xfrm>
            <a:off x="266400" y="1548000"/>
            <a:ext cx="11664950" cy="46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44"/>
          <p:cNvSpPr txBox="1"/>
          <p:nvPr>
            <p:ph idx="2" type="body"/>
          </p:nvPr>
        </p:nvSpPr>
        <p:spPr>
          <a:xfrm>
            <a:off x="3614608" y="6362246"/>
            <a:ext cx="8421867" cy="2365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 sz="105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285750" lvl="1" marL="9144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285750" lvl="2" marL="13716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285750" lvl="3" marL="18288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285750" lvl="4" marL="22860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44"/>
          <p:cNvSpPr txBox="1"/>
          <p:nvPr>
            <p:ph idx="3" type="body"/>
          </p:nvPr>
        </p:nvSpPr>
        <p:spPr>
          <a:xfrm>
            <a:off x="3609474" y="6609589"/>
            <a:ext cx="8451065" cy="2158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centrale e contenuto">
  <p:cSld name="Titolo centrale e contenuto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5"/>
          <p:cNvSpPr txBox="1"/>
          <p:nvPr>
            <p:ph type="title"/>
          </p:nvPr>
        </p:nvSpPr>
        <p:spPr>
          <a:xfrm>
            <a:off x="266400" y="180000"/>
            <a:ext cx="11662075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lvl="0" algn="ctr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ts val="3600"/>
              <a:buFont typeface="Century Gothic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5"/>
          <p:cNvSpPr txBox="1"/>
          <p:nvPr>
            <p:ph idx="1" type="body"/>
          </p:nvPr>
        </p:nvSpPr>
        <p:spPr>
          <a:xfrm>
            <a:off x="266400" y="1548000"/>
            <a:ext cx="11662075" cy="46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Char char="›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›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302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›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45"/>
          <p:cNvSpPr txBox="1"/>
          <p:nvPr>
            <p:ph idx="2" type="body"/>
          </p:nvPr>
        </p:nvSpPr>
        <p:spPr>
          <a:xfrm>
            <a:off x="3614608" y="6362246"/>
            <a:ext cx="8421867" cy="2365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 sz="105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285750" lvl="1" marL="9144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285750" lvl="2" marL="13716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285750" lvl="3" marL="18288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285750" lvl="4" marL="22860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45"/>
          <p:cNvSpPr txBox="1"/>
          <p:nvPr>
            <p:ph idx="3" type="body"/>
          </p:nvPr>
        </p:nvSpPr>
        <p:spPr>
          <a:xfrm>
            <a:off x="3609474" y="6609589"/>
            <a:ext cx="8451065" cy="2158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e contenuto + 1 Immagine">
  <p:cSld name="Titolo e contenuto + 1 Immagine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6"/>
          <p:cNvSpPr txBox="1"/>
          <p:nvPr>
            <p:ph type="title"/>
          </p:nvPr>
        </p:nvSpPr>
        <p:spPr>
          <a:xfrm>
            <a:off x="266400" y="180000"/>
            <a:ext cx="6228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222222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6"/>
          <p:cNvSpPr txBox="1"/>
          <p:nvPr>
            <p:ph idx="1" type="body"/>
          </p:nvPr>
        </p:nvSpPr>
        <p:spPr>
          <a:xfrm>
            <a:off x="266400" y="1548000"/>
            <a:ext cx="6228000" cy="46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Char char="›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›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302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›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46"/>
          <p:cNvSpPr/>
          <p:nvPr>
            <p:ph idx="2" type="pic"/>
          </p:nvPr>
        </p:nvSpPr>
        <p:spPr>
          <a:xfrm>
            <a:off x="6586538" y="267495"/>
            <a:ext cx="5341937" cy="577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6" name="Google Shape;36;p46"/>
          <p:cNvSpPr txBox="1"/>
          <p:nvPr>
            <p:ph idx="3" type="body"/>
          </p:nvPr>
        </p:nvSpPr>
        <p:spPr>
          <a:xfrm>
            <a:off x="3614608" y="6362246"/>
            <a:ext cx="8421867" cy="2365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 sz="105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285750" lvl="1" marL="9144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285750" lvl="2" marL="13716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285750" lvl="3" marL="18288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285750" lvl="4" marL="22860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46"/>
          <p:cNvSpPr txBox="1"/>
          <p:nvPr>
            <p:ph idx="4" type="body"/>
          </p:nvPr>
        </p:nvSpPr>
        <p:spPr>
          <a:xfrm>
            <a:off x="3609474" y="6609589"/>
            <a:ext cx="8451065" cy="2158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centrale e contenuto + Immagine">
  <p:cSld name="Titolo centrale e contenuto + Immagine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47"/>
          <p:cNvSpPr txBox="1"/>
          <p:nvPr>
            <p:ph type="title"/>
          </p:nvPr>
        </p:nvSpPr>
        <p:spPr>
          <a:xfrm>
            <a:off x="266399" y="180000"/>
            <a:ext cx="11662075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ts val="3600"/>
              <a:buFont typeface="Century Gothic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47"/>
          <p:cNvSpPr txBox="1"/>
          <p:nvPr>
            <p:ph idx="1" type="body"/>
          </p:nvPr>
        </p:nvSpPr>
        <p:spPr>
          <a:xfrm>
            <a:off x="3614608" y="6362246"/>
            <a:ext cx="8421867" cy="2365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 sz="105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285750" lvl="1" marL="9144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285750" lvl="2" marL="13716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285750" lvl="3" marL="18288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285750" lvl="4" marL="22860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47"/>
          <p:cNvSpPr txBox="1"/>
          <p:nvPr>
            <p:ph idx="2" type="body"/>
          </p:nvPr>
        </p:nvSpPr>
        <p:spPr>
          <a:xfrm>
            <a:off x="3609474" y="6609589"/>
            <a:ext cx="8451065" cy="2158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47"/>
          <p:cNvSpPr/>
          <p:nvPr>
            <p:ph idx="3" type="pic"/>
          </p:nvPr>
        </p:nvSpPr>
        <p:spPr>
          <a:xfrm>
            <a:off x="6221898" y="1548000"/>
            <a:ext cx="5706579" cy="468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3" name="Google Shape;43;p47"/>
          <p:cNvSpPr txBox="1"/>
          <p:nvPr>
            <p:ph idx="4" type="body"/>
          </p:nvPr>
        </p:nvSpPr>
        <p:spPr>
          <a:xfrm>
            <a:off x="263525" y="1548000"/>
            <a:ext cx="5832475" cy="46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Char char="›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›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302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›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e contenuto + 2 Immagini">
  <p:cSld name="Titolo e contenuto + 2 Immagini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8"/>
          <p:cNvSpPr txBox="1"/>
          <p:nvPr>
            <p:ph type="title"/>
          </p:nvPr>
        </p:nvSpPr>
        <p:spPr>
          <a:xfrm>
            <a:off x="266400" y="180000"/>
            <a:ext cx="43920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222222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48"/>
          <p:cNvSpPr txBox="1"/>
          <p:nvPr>
            <p:ph idx="1" type="body"/>
          </p:nvPr>
        </p:nvSpPr>
        <p:spPr>
          <a:xfrm>
            <a:off x="266400" y="1800000"/>
            <a:ext cx="4392000" cy="435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Char char="›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›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302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›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48"/>
          <p:cNvSpPr/>
          <p:nvPr>
            <p:ph idx="2" type="pic"/>
          </p:nvPr>
        </p:nvSpPr>
        <p:spPr>
          <a:xfrm>
            <a:off x="4685212" y="266400"/>
            <a:ext cx="7242674" cy="28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8" name="Google Shape;48;p48"/>
          <p:cNvSpPr txBox="1"/>
          <p:nvPr>
            <p:ph idx="3" type="body"/>
          </p:nvPr>
        </p:nvSpPr>
        <p:spPr>
          <a:xfrm>
            <a:off x="3614608" y="6362246"/>
            <a:ext cx="8421867" cy="2365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 sz="105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285750" lvl="1" marL="9144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285750" lvl="2" marL="13716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285750" lvl="3" marL="18288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285750" lvl="4" marL="22860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48"/>
          <p:cNvSpPr txBox="1"/>
          <p:nvPr>
            <p:ph idx="4" type="body"/>
          </p:nvPr>
        </p:nvSpPr>
        <p:spPr>
          <a:xfrm>
            <a:off x="3609474" y="6609589"/>
            <a:ext cx="8451065" cy="2158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48"/>
          <p:cNvSpPr/>
          <p:nvPr>
            <p:ph idx="5" type="pic"/>
          </p:nvPr>
        </p:nvSpPr>
        <p:spPr>
          <a:xfrm>
            <a:off x="4685212" y="3200400"/>
            <a:ext cx="7242674" cy="28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e contenuto + 3 Immagini">
  <p:cSld name="Titolo e contenuto + 3 Immagini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49"/>
          <p:cNvSpPr txBox="1"/>
          <p:nvPr>
            <p:ph type="title"/>
          </p:nvPr>
        </p:nvSpPr>
        <p:spPr>
          <a:xfrm>
            <a:off x="266400" y="180000"/>
            <a:ext cx="720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222222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49"/>
          <p:cNvSpPr txBox="1"/>
          <p:nvPr>
            <p:ph idx="1" type="body"/>
          </p:nvPr>
        </p:nvSpPr>
        <p:spPr>
          <a:xfrm>
            <a:off x="266400" y="1548000"/>
            <a:ext cx="7200000" cy="46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Char char="›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›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302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›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49"/>
          <p:cNvSpPr/>
          <p:nvPr>
            <p:ph idx="2" type="pic"/>
          </p:nvPr>
        </p:nvSpPr>
        <p:spPr>
          <a:xfrm>
            <a:off x="7865995" y="267494"/>
            <a:ext cx="3444446" cy="1872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5" name="Google Shape;55;p49"/>
          <p:cNvSpPr/>
          <p:nvPr>
            <p:ph idx="3" type="pic"/>
          </p:nvPr>
        </p:nvSpPr>
        <p:spPr>
          <a:xfrm>
            <a:off x="7865995" y="2217984"/>
            <a:ext cx="3444446" cy="1872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6" name="Google Shape;56;p49"/>
          <p:cNvSpPr/>
          <p:nvPr>
            <p:ph idx="4" type="pic"/>
          </p:nvPr>
        </p:nvSpPr>
        <p:spPr>
          <a:xfrm>
            <a:off x="7865995" y="4168474"/>
            <a:ext cx="3444446" cy="1872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7" name="Google Shape;57;p49"/>
          <p:cNvSpPr txBox="1"/>
          <p:nvPr>
            <p:ph idx="5" type="body"/>
          </p:nvPr>
        </p:nvSpPr>
        <p:spPr>
          <a:xfrm>
            <a:off x="3614608" y="6362246"/>
            <a:ext cx="8421867" cy="2365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 sz="105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285750" lvl="1" marL="9144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285750" lvl="2" marL="13716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285750" lvl="3" marL="18288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285750" lvl="4" marL="22860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8" name="Google Shape;58;p49"/>
          <p:cNvSpPr txBox="1"/>
          <p:nvPr>
            <p:ph idx="6" type="body"/>
          </p:nvPr>
        </p:nvSpPr>
        <p:spPr>
          <a:xfrm>
            <a:off x="3609474" y="6609589"/>
            <a:ext cx="8451065" cy="2158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e contenuto + 4 Immagini">
  <p:cSld name="Titolo e contenuto + 4 Immagini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0"/>
          <p:cNvSpPr txBox="1"/>
          <p:nvPr>
            <p:ph type="title"/>
          </p:nvPr>
        </p:nvSpPr>
        <p:spPr>
          <a:xfrm>
            <a:off x="266400" y="180000"/>
            <a:ext cx="43920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222222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50"/>
          <p:cNvSpPr txBox="1"/>
          <p:nvPr>
            <p:ph idx="1" type="body"/>
          </p:nvPr>
        </p:nvSpPr>
        <p:spPr>
          <a:xfrm>
            <a:off x="266400" y="1800000"/>
            <a:ext cx="4392000" cy="435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Char char="›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302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›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302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›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2" name="Google Shape;62;p50"/>
          <p:cNvSpPr/>
          <p:nvPr>
            <p:ph idx="2" type="pic"/>
          </p:nvPr>
        </p:nvSpPr>
        <p:spPr>
          <a:xfrm>
            <a:off x="4685212" y="266400"/>
            <a:ext cx="3565014" cy="28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3" name="Google Shape;63;p50"/>
          <p:cNvSpPr txBox="1"/>
          <p:nvPr>
            <p:ph idx="3" type="body"/>
          </p:nvPr>
        </p:nvSpPr>
        <p:spPr>
          <a:xfrm>
            <a:off x="3614608" y="6362246"/>
            <a:ext cx="8421867" cy="2365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 sz="105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285750" lvl="1" marL="9144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285750" lvl="2" marL="13716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285750" lvl="3" marL="18288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285750" lvl="4" marL="22860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4" name="Google Shape;64;p50"/>
          <p:cNvSpPr txBox="1"/>
          <p:nvPr>
            <p:ph idx="4" type="body"/>
          </p:nvPr>
        </p:nvSpPr>
        <p:spPr>
          <a:xfrm>
            <a:off x="3609474" y="6609589"/>
            <a:ext cx="8451065" cy="2158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50"/>
          <p:cNvSpPr/>
          <p:nvPr>
            <p:ph idx="5" type="pic"/>
          </p:nvPr>
        </p:nvSpPr>
        <p:spPr>
          <a:xfrm>
            <a:off x="4685212" y="3200400"/>
            <a:ext cx="3565014" cy="28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6" name="Google Shape;66;p50"/>
          <p:cNvSpPr/>
          <p:nvPr>
            <p:ph idx="6" type="pic"/>
          </p:nvPr>
        </p:nvSpPr>
        <p:spPr>
          <a:xfrm>
            <a:off x="8360586" y="266400"/>
            <a:ext cx="3565014" cy="28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7" name="Google Shape;67;p50"/>
          <p:cNvSpPr/>
          <p:nvPr>
            <p:ph idx="7" type="pic"/>
          </p:nvPr>
        </p:nvSpPr>
        <p:spPr>
          <a:xfrm>
            <a:off x="8360586" y="3200400"/>
            <a:ext cx="3565014" cy="28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e contenuto + 5 Immagini">
  <p:cSld name="Titolo e contenuto + 5 Immagini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51"/>
          <p:cNvSpPr txBox="1"/>
          <p:nvPr>
            <p:ph type="title"/>
          </p:nvPr>
        </p:nvSpPr>
        <p:spPr>
          <a:xfrm>
            <a:off x="266400" y="180000"/>
            <a:ext cx="49320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222222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51"/>
          <p:cNvSpPr txBox="1"/>
          <p:nvPr>
            <p:ph idx="1" type="body"/>
          </p:nvPr>
        </p:nvSpPr>
        <p:spPr>
          <a:xfrm>
            <a:off x="266400" y="1800000"/>
            <a:ext cx="4932000" cy="435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51"/>
          <p:cNvSpPr/>
          <p:nvPr>
            <p:ph idx="2" type="pic"/>
          </p:nvPr>
        </p:nvSpPr>
        <p:spPr>
          <a:xfrm>
            <a:off x="5231904" y="267494"/>
            <a:ext cx="6696571" cy="577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2" name="Google Shape;72;p51"/>
          <p:cNvSpPr txBox="1"/>
          <p:nvPr>
            <p:ph idx="3" type="body"/>
          </p:nvPr>
        </p:nvSpPr>
        <p:spPr>
          <a:xfrm>
            <a:off x="3614608" y="6362246"/>
            <a:ext cx="8421867" cy="2365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 sz="105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285750" lvl="1" marL="9144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285750" lvl="2" marL="13716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285750" lvl="3" marL="18288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285750" lvl="4" marL="22860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51"/>
          <p:cNvSpPr txBox="1"/>
          <p:nvPr>
            <p:ph idx="4" type="body"/>
          </p:nvPr>
        </p:nvSpPr>
        <p:spPr>
          <a:xfrm>
            <a:off x="3609474" y="6609589"/>
            <a:ext cx="8451065" cy="2158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+ 4 Immagini + Contenuti">
  <p:cSld name="Titolo + 4 Immagini + Contenuti">
    <p:bg>
      <p:bgPr>
        <a:solidFill>
          <a:schemeClr val="lt1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52"/>
          <p:cNvSpPr txBox="1"/>
          <p:nvPr>
            <p:ph idx="1" type="body"/>
          </p:nvPr>
        </p:nvSpPr>
        <p:spPr>
          <a:xfrm>
            <a:off x="3614608" y="6362246"/>
            <a:ext cx="8421867" cy="2365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 sz="105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285750" lvl="1" marL="9144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285750" lvl="2" marL="13716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285750" lvl="3" marL="18288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285750" lvl="4" marL="22860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52"/>
          <p:cNvSpPr txBox="1"/>
          <p:nvPr>
            <p:ph idx="2" type="body"/>
          </p:nvPr>
        </p:nvSpPr>
        <p:spPr>
          <a:xfrm>
            <a:off x="3609474" y="6609589"/>
            <a:ext cx="8451065" cy="2158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52"/>
          <p:cNvSpPr/>
          <p:nvPr>
            <p:ph idx="3" type="pic"/>
          </p:nvPr>
        </p:nvSpPr>
        <p:spPr>
          <a:xfrm>
            <a:off x="270152" y="1006784"/>
            <a:ext cx="2827043" cy="2449895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8" name="Google Shape;78;p52"/>
          <p:cNvSpPr/>
          <p:nvPr>
            <p:ph idx="4" type="pic"/>
          </p:nvPr>
        </p:nvSpPr>
        <p:spPr>
          <a:xfrm>
            <a:off x="3211703" y="1006784"/>
            <a:ext cx="2827043" cy="2449895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9" name="Google Shape;79;p52"/>
          <p:cNvSpPr/>
          <p:nvPr>
            <p:ph idx="5" type="pic"/>
          </p:nvPr>
        </p:nvSpPr>
        <p:spPr>
          <a:xfrm>
            <a:off x="6153254" y="1006784"/>
            <a:ext cx="2827043" cy="2449895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0" name="Google Shape;80;p52"/>
          <p:cNvSpPr/>
          <p:nvPr>
            <p:ph idx="6" type="pic"/>
          </p:nvPr>
        </p:nvSpPr>
        <p:spPr>
          <a:xfrm>
            <a:off x="9094806" y="1006784"/>
            <a:ext cx="2827043" cy="2449895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1" name="Google Shape;81;p52"/>
          <p:cNvSpPr txBox="1"/>
          <p:nvPr>
            <p:ph idx="7" type="body"/>
          </p:nvPr>
        </p:nvSpPr>
        <p:spPr>
          <a:xfrm>
            <a:off x="263524" y="3618190"/>
            <a:ext cx="2827043" cy="700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42900" lvl="2" marL="1371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42900" lvl="3" marL="18288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42900" lvl="4" marL="22860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52"/>
          <p:cNvSpPr txBox="1"/>
          <p:nvPr>
            <p:ph idx="8" type="body"/>
          </p:nvPr>
        </p:nvSpPr>
        <p:spPr>
          <a:xfrm>
            <a:off x="263524" y="4318765"/>
            <a:ext cx="2827043" cy="6465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2B7"/>
              </a:buClr>
              <a:buSzPts val="1800"/>
              <a:buNone/>
              <a:defRPr sz="1800">
                <a:solidFill>
                  <a:srgbClr val="0062B7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42900" lvl="2" marL="1371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42900" lvl="3" marL="18288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42900" lvl="4" marL="22860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3" name="Google Shape;83;p52"/>
          <p:cNvSpPr txBox="1"/>
          <p:nvPr>
            <p:ph idx="9" type="body"/>
          </p:nvPr>
        </p:nvSpPr>
        <p:spPr>
          <a:xfrm>
            <a:off x="263524" y="4965303"/>
            <a:ext cx="2827043" cy="12837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42900" lvl="2" marL="1371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42900" lvl="3" marL="18288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42900" lvl="4" marL="22860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4" name="Google Shape;84;p52"/>
          <p:cNvSpPr txBox="1"/>
          <p:nvPr>
            <p:ph idx="13" type="body"/>
          </p:nvPr>
        </p:nvSpPr>
        <p:spPr>
          <a:xfrm>
            <a:off x="3211703" y="3618190"/>
            <a:ext cx="2827043" cy="700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42900" lvl="2" marL="1371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42900" lvl="3" marL="18288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42900" lvl="4" marL="22860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5" name="Google Shape;85;p52"/>
          <p:cNvSpPr txBox="1"/>
          <p:nvPr>
            <p:ph idx="14" type="body"/>
          </p:nvPr>
        </p:nvSpPr>
        <p:spPr>
          <a:xfrm>
            <a:off x="3211703" y="4318765"/>
            <a:ext cx="2827043" cy="6465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2B7"/>
              </a:buClr>
              <a:buSzPts val="1800"/>
              <a:buNone/>
              <a:defRPr sz="1800">
                <a:solidFill>
                  <a:srgbClr val="0062B7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42900" lvl="2" marL="1371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42900" lvl="3" marL="18288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42900" lvl="4" marL="22860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6" name="Google Shape;86;p52"/>
          <p:cNvSpPr txBox="1"/>
          <p:nvPr>
            <p:ph idx="15" type="body"/>
          </p:nvPr>
        </p:nvSpPr>
        <p:spPr>
          <a:xfrm>
            <a:off x="3211703" y="4965303"/>
            <a:ext cx="2827043" cy="12837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42900" lvl="2" marL="1371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42900" lvl="3" marL="18288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42900" lvl="4" marL="22860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7" name="Google Shape;87;p52"/>
          <p:cNvSpPr txBox="1"/>
          <p:nvPr>
            <p:ph idx="16" type="body"/>
          </p:nvPr>
        </p:nvSpPr>
        <p:spPr>
          <a:xfrm>
            <a:off x="9094806" y="3618190"/>
            <a:ext cx="2827043" cy="700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42900" lvl="2" marL="1371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42900" lvl="3" marL="18288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42900" lvl="4" marL="22860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8" name="Google Shape;88;p52"/>
          <p:cNvSpPr txBox="1"/>
          <p:nvPr>
            <p:ph idx="17" type="body"/>
          </p:nvPr>
        </p:nvSpPr>
        <p:spPr>
          <a:xfrm>
            <a:off x="9094806" y="4318765"/>
            <a:ext cx="2827043" cy="6465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2B7"/>
              </a:buClr>
              <a:buSzPts val="1800"/>
              <a:buNone/>
              <a:defRPr sz="1800">
                <a:solidFill>
                  <a:srgbClr val="0062B7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42900" lvl="2" marL="1371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42900" lvl="3" marL="18288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42900" lvl="4" marL="22860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52"/>
          <p:cNvSpPr txBox="1"/>
          <p:nvPr>
            <p:ph idx="18" type="body"/>
          </p:nvPr>
        </p:nvSpPr>
        <p:spPr>
          <a:xfrm>
            <a:off x="9094806" y="4965303"/>
            <a:ext cx="2827043" cy="12837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42900" lvl="2" marL="1371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42900" lvl="3" marL="18288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42900" lvl="4" marL="22860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0" name="Google Shape;90;p52"/>
          <p:cNvSpPr txBox="1"/>
          <p:nvPr>
            <p:ph idx="19" type="body"/>
          </p:nvPr>
        </p:nvSpPr>
        <p:spPr>
          <a:xfrm>
            <a:off x="6159882" y="3618190"/>
            <a:ext cx="2827043" cy="700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42900" lvl="2" marL="1371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42900" lvl="3" marL="18288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42900" lvl="4" marL="22860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52"/>
          <p:cNvSpPr txBox="1"/>
          <p:nvPr>
            <p:ph idx="20" type="body"/>
          </p:nvPr>
        </p:nvSpPr>
        <p:spPr>
          <a:xfrm>
            <a:off x="6159882" y="4318765"/>
            <a:ext cx="2827043" cy="6465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2B7"/>
              </a:buClr>
              <a:buSzPts val="1800"/>
              <a:buNone/>
              <a:defRPr sz="1800">
                <a:solidFill>
                  <a:srgbClr val="0062B7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42900" lvl="2" marL="1371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42900" lvl="3" marL="18288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42900" lvl="4" marL="22860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2" name="Google Shape;92;p52"/>
          <p:cNvSpPr txBox="1"/>
          <p:nvPr>
            <p:ph idx="21" type="body"/>
          </p:nvPr>
        </p:nvSpPr>
        <p:spPr>
          <a:xfrm>
            <a:off x="6159882" y="4965303"/>
            <a:ext cx="2827043" cy="12837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42900" lvl="1" marL="9144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42900" lvl="2" marL="13716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42900" lvl="3" marL="18288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42900" lvl="4" marL="228600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3" name="Google Shape;93;p52"/>
          <p:cNvSpPr txBox="1"/>
          <p:nvPr>
            <p:ph type="title"/>
          </p:nvPr>
        </p:nvSpPr>
        <p:spPr>
          <a:xfrm>
            <a:off x="266399" y="180000"/>
            <a:ext cx="11662075" cy="61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ts val="3600"/>
              <a:buFont typeface="Century Gothic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Titolo">
  <p:cSld name="Solo Titolo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53"/>
          <p:cNvSpPr txBox="1"/>
          <p:nvPr>
            <p:ph type="title"/>
          </p:nvPr>
        </p:nvSpPr>
        <p:spPr>
          <a:xfrm>
            <a:off x="266399" y="180000"/>
            <a:ext cx="11662075" cy="118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ts val="3600"/>
              <a:buFont typeface="Century Gothic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53"/>
          <p:cNvSpPr txBox="1"/>
          <p:nvPr>
            <p:ph idx="1" type="body"/>
          </p:nvPr>
        </p:nvSpPr>
        <p:spPr>
          <a:xfrm>
            <a:off x="3614608" y="6362246"/>
            <a:ext cx="8421867" cy="2365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 sz="105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285750" lvl="1" marL="9144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285750" lvl="2" marL="13716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285750" lvl="3" marL="18288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285750" lvl="4" marL="22860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7" name="Google Shape;97;p53"/>
          <p:cNvSpPr txBox="1"/>
          <p:nvPr>
            <p:ph idx="2" type="body"/>
          </p:nvPr>
        </p:nvSpPr>
        <p:spPr>
          <a:xfrm>
            <a:off x="3609474" y="6609589"/>
            <a:ext cx="8451065" cy="2158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+ Immagine">
  <p:cSld name="Titolo + Immagin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54"/>
          <p:cNvSpPr txBox="1"/>
          <p:nvPr>
            <p:ph type="title"/>
          </p:nvPr>
        </p:nvSpPr>
        <p:spPr>
          <a:xfrm>
            <a:off x="266399" y="180001"/>
            <a:ext cx="11662075" cy="61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ts val="3600"/>
              <a:buFont typeface="Century Gothic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p54"/>
          <p:cNvSpPr/>
          <p:nvPr>
            <p:ph idx="2" type="pic"/>
          </p:nvPr>
        </p:nvSpPr>
        <p:spPr>
          <a:xfrm>
            <a:off x="1021442" y="969402"/>
            <a:ext cx="10161896" cy="519076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1" name="Google Shape;101;p54"/>
          <p:cNvSpPr txBox="1"/>
          <p:nvPr>
            <p:ph idx="1" type="body"/>
          </p:nvPr>
        </p:nvSpPr>
        <p:spPr>
          <a:xfrm>
            <a:off x="3614608" y="6362246"/>
            <a:ext cx="8421867" cy="2365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 sz="105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285750" lvl="1" marL="9144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285750" lvl="2" marL="13716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285750" lvl="3" marL="18288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285750" lvl="4" marL="22860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2" name="Google Shape;102;p54"/>
          <p:cNvSpPr txBox="1"/>
          <p:nvPr>
            <p:ph idx="3" type="body"/>
          </p:nvPr>
        </p:nvSpPr>
        <p:spPr>
          <a:xfrm>
            <a:off x="3609474" y="6609589"/>
            <a:ext cx="8451065" cy="2158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+ 2 Immagini">
  <p:cSld name="Titolo + 2 Immagini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5"/>
          <p:cNvSpPr txBox="1"/>
          <p:nvPr>
            <p:ph type="title"/>
          </p:nvPr>
        </p:nvSpPr>
        <p:spPr>
          <a:xfrm>
            <a:off x="266399" y="180000"/>
            <a:ext cx="11662075" cy="61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ts val="3600"/>
              <a:buFont typeface="Century Gothic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55"/>
          <p:cNvSpPr txBox="1"/>
          <p:nvPr>
            <p:ph idx="1" type="body"/>
          </p:nvPr>
        </p:nvSpPr>
        <p:spPr>
          <a:xfrm>
            <a:off x="3614608" y="6362246"/>
            <a:ext cx="8421867" cy="2365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 sz="105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285750" lvl="1" marL="9144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285750" lvl="2" marL="13716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285750" lvl="3" marL="18288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285750" lvl="4" marL="22860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6" name="Google Shape;106;p55"/>
          <p:cNvSpPr txBox="1"/>
          <p:nvPr>
            <p:ph idx="2" type="body"/>
          </p:nvPr>
        </p:nvSpPr>
        <p:spPr>
          <a:xfrm>
            <a:off x="3609474" y="6609589"/>
            <a:ext cx="8451065" cy="2158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7" name="Google Shape;107;p55"/>
          <p:cNvSpPr/>
          <p:nvPr>
            <p:ph idx="3" type="pic"/>
          </p:nvPr>
        </p:nvSpPr>
        <p:spPr>
          <a:xfrm>
            <a:off x="262800" y="1224000"/>
            <a:ext cx="5706579" cy="468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8" name="Google Shape;108;p55"/>
          <p:cNvSpPr/>
          <p:nvPr>
            <p:ph idx="4" type="pic"/>
          </p:nvPr>
        </p:nvSpPr>
        <p:spPr>
          <a:xfrm>
            <a:off x="6220800" y="1224000"/>
            <a:ext cx="5706579" cy="468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immagine">
  <p:cSld name="Solo immagine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6"/>
          <p:cNvSpPr/>
          <p:nvPr>
            <p:ph idx="2" type="pic"/>
          </p:nvPr>
        </p:nvSpPr>
        <p:spPr>
          <a:xfrm>
            <a:off x="0" y="0"/>
            <a:ext cx="12192000" cy="63144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1" name="Google Shape;111;p56"/>
          <p:cNvSpPr txBox="1"/>
          <p:nvPr>
            <p:ph idx="1" type="body"/>
          </p:nvPr>
        </p:nvSpPr>
        <p:spPr>
          <a:xfrm>
            <a:off x="3614608" y="6362246"/>
            <a:ext cx="8421867" cy="2365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 sz="105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285750" lvl="1" marL="9144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285750" lvl="2" marL="13716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285750" lvl="3" marL="18288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285750" lvl="4" marL="22860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2" name="Google Shape;112;p56"/>
          <p:cNvSpPr txBox="1"/>
          <p:nvPr>
            <p:ph idx="3" type="body"/>
          </p:nvPr>
        </p:nvSpPr>
        <p:spPr>
          <a:xfrm>
            <a:off x="3609474" y="6609589"/>
            <a:ext cx="8451065" cy="2158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uota">
  <p:cSld name="Vuota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57"/>
          <p:cNvSpPr txBox="1"/>
          <p:nvPr>
            <p:ph idx="1" type="body"/>
          </p:nvPr>
        </p:nvSpPr>
        <p:spPr>
          <a:xfrm>
            <a:off x="3614608" y="6362246"/>
            <a:ext cx="8421867" cy="2365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 sz="105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285750" lvl="1" marL="9144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285750" lvl="2" marL="13716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285750" lvl="3" marL="18288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285750" lvl="4" marL="2286000" algn="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›"/>
              <a:defRPr sz="900">
                <a:solidFill>
                  <a:schemeClr val="accen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5" name="Google Shape;115;p57"/>
          <p:cNvSpPr txBox="1"/>
          <p:nvPr>
            <p:ph idx="2" type="body"/>
          </p:nvPr>
        </p:nvSpPr>
        <p:spPr>
          <a:xfrm>
            <a:off x="3609474" y="6609589"/>
            <a:ext cx="8451065" cy="2158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  <a:defRPr sz="8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hiusura ">
  <p:cSld name="Chiusura ">
    <p:bg>
      <p:bgPr>
        <a:solidFill>
          <a:schemeClr val="dk2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5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19125" y="5410098"/>
            <a:ext cx="2166253" cy="9526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t Icone [a]">
  <p:cSld name="Set Icone [a]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9"/>
          <p:cNvSpPr txBox="1"/>
          <p:nvPr>
            <p:ph type="title"/>
          </p:nvPr>
        </p:nvSpPr>
        <p:spPr>
          <a:xfrm>
            <a:off x="276305" y="180000"/>
            <a:ext cx="11652170" cy="7073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4400"/>
              <a:buFont typeface="Century Gothic"/>
              <a:buNone/>
              <a:defRPr sz="4400">
                <a:solidFill>
                  <a:srgbClr val="7F7F7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59"/>
          <p:cNvSpPr/>
          <p:nvPr/>
        </p:nvSpPr>
        <p:spPr>
          <a:xfrm>
            <a:off x="263525" y="927751"/>
            <a:ext cx="3743156" cy="5256000"/>
          </a:xfrm>
          <a:prstGeom prst="roundRect">
            <a:avLst>
              <a:gd fmla="val 3968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351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21" name="Google Shape;121;p59"/>
          <p:cNvSpPr/>
          <p:nvPr/>
        </p:nvSpPr>
        <p:spPr>
          <a:xfrm>
            <a:off x="441448" y="1125751"/>
            <a:ext cx="153868" cy="4860000"/>
          </a:xfrm>
          <a:prstGeom prst="roundRect">
            <a:avLst>
              <a:gd fmla="val 50000" name="adj"/>
            </a:avLst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351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22" name="Google Shape;122;p59"/>
          <p:cNvSpPr/>
          <p:nvPr/>
        </p:nvSpPr>
        <p:spPr>
          <a:xfrm rot="5400000">
            <a:off x="3136411" y="1145529"/>
            <a:ext cx="685849" cy="685148"/>
          </a:xfrm>
          <a:prstGeom prst="halfFrame">
            <a:avLst>
              <a:gd fmla="val 23728" name="adj1"/>
              <a:gd fmla="val 24642" name="adj2"/>
            </a:avLst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351" u="none" cap="none" strike="noStrike">
              <a:solidFill>
                <a:srgbClr val="004B8B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23" name="Google Shape;123;p59"/>
          <p:cNvSpPr txBox="1"/>
          <p:nvPr/>
        </p:nvSpPr>
        <p:spPr>
          <a:xfrm>
            <a:off x="621218" y="1655296"/>
            <a:ext cx="2586326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 xml:space="preserve">È possibile ridimensionare senza perdere la qualità </a:t>
            </a:r>
            <a:endParaRPr b="0" sz="14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24" name="Google Shape;124;p59"/>
          <p:cNvSpPr txBox="1"/>
          <p:nvPr/>
        </p:nvSpPr>
        <p:spPr>
          <a:xfrm>
            <a:off x="621219" y="2356903"/>
            <a:ext cx="2232248" cy="738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È possibile cambiare il colore di riempimento e il colore della linea</a:t>
            </a:r>
            <a:endParaRPr b="0" sz="14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25" name="Google Shape;125;p59"/>
          <p:cNvSpPr txBox="1"/>
          <p:nvPr/>
        </p:nvSpPr>
        <p:spPr>
          <a:xfrm>
            <a:off x="630743" y="4191219"/>
            <a:ext cx="3357411" cy="13849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entury Gothic"/>
              <a:buNone/>
            </a:pPr>
            <a:r>
              <a:rPr b="1" lang="en-US" sz="2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SET DI ICONE COMPLETAMENTE MODIFICABILI</a:t>
            </a:r>
            <a:endParaRPr b="1" sz="2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26" name="Google Shape;126;p59"/>
          <p:cNvSpPr txBox="1"/>
          <p:nvPr/>
        </p:nvSpPr>
        <p:spPr>
          <a:xfrm>
            <a:off x="3355356" y="5413740"/>
            <a:ext cx="532518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</a:t>
            </a:r>
            <a:endParaRPr/>
          </a:p>
        </p:txBody>
      </p:sp>
      <p:grpSp>
        <p:nvGrpSpPr>
          <p:cNvPr id="127" name="Google Shape;127;p59"/>
          <p:cNvGrpSpPr/>
          <p:nvPr/>
        </p:nvGrpSpPr>
        <p:grpSpPr>
          <a:xfrm>
            <a:off x="5361661" y="1523373"/>
            <a:ext cx="347107" cy="438984"/>
            <a:chOff x="584925" y="238125"/>
            <a:chExt cx="415200" cy="525100"/>
          </a:xfrm>
        </p:grpSpPr>
        <p:sp>
          <p:nvSpPr>
            <p:cNvPr id="128" name="Google Shape;128;p59"/>
            <p:cNvSpPr/>
            <p:nvPr/>
          </p:nvSpPr>
          <p:spPr>
            <a:xfrm>
              <a:off x="621550" y="299175"/>
              <a:ext cx="378575" cy="464050"/>
            </a:xfrm>
            <a:custGeom>
              <a:rect b="b" l="l" r="r" t="t"/>
              <a:pathLst>
                <a:path extrusionOk="0" h="18562" w="15143">
                  <a:moveTo>
                    <a:pt x="14166" y="0"/>
                  </a:moveTo>
                  <a:lnTo>
                    <a:pt x="14166" y="16755"/>
                  </a:lnTo>
                  <a:lnTo>
                    <a:pt x="14141" y="16926"/>
                  </a:lnTo>
                  <a:lnTo>
                    <a:pt x="14093" y="17072"/>
                  </a:lnTo>
                  <a:lnTo>
                    <a:pt x="14044" y="17194"/>
                  </a:lnTo>
                  <a:lnTo>
                    <a:pt x="13946" y="17341"/>
                  </a:lnTo>
                  <a:lnTo>
                    <a:pt x="13824" y="17438"/>
                  </a:lnTo>
                  <a:lnTo>
                    <a:pt x="13677" y="17512"/>
                  </a:lnTo>
                  <a:lnTo>
                    <a:pt x="13531" y="17561"/>
                  </a:lnTo>
                  <a:lnTo>
                    <a:pt x="13384" y="17585"/>
                  </a:lnTo>
                  <a:lnTo>
                    <a:pt x="0" y="17585"/>
                  </a:lnTo>
                  <a:lnTo>
                    <a:pt x="0" y="17731"/>
                  </a:lnTo>
                  <a:lnTo>
                    <a:pt x="25" y="17902"/>
                  </a:lnTo>
                  <a:lnTo>
                    <a:pt x="74" y="18049"/>
                  </a:lnTo>
                  <a:lnTo>
                    <a:pt x="123" y="18171"/>
                  </a:lnTo>
                  <a:lnTo>
                    <a:pt x="220" y="18318"/>
                  </a:lnTo>
                  <a:lnTo>
                    <a:pt x="342" y="18415"/>
                  </a:lnTo>
                  <a:lnTo>
                    <a:pt x="489" y="18489"/>
                  </a:lnTo>
                  <a:lnTo>
                    <a:pt x="635" y="18537"/>
                  </a:lnTo>
                  <a:lnTo>
                    <a:pt x="782" y="18562"/>
                  </a:lnTo>
                  <a:lnTo>
                    <a:pt x="14361" y="18562"/>
                  </a:lnTo>
                  <a:lnTo>
                    <a:pt x="14508" y="18537"/>
                  </a:lnTo>
                  <a:lnTo>
                    <a:pt x="14654" y="18489"/>
                  </a:lnTo>
                  <a:lnTo>
                    <a:pt x="14801" y="18415"/>
                  </a:lnTo>
                  <a:lnTo>
                    <a:pt x="14923" y="18318"/>
                  </a:lnTo>
                  <a:lnTo>
                    <a:pt x="15021" y="18171"/>
                  </a:lnTo>
                  <a:lnTo>
                    <a:pt x="15069" y="18049"/>
                  </a:lnTo>
                  <a:lnTo>
                    <a:pt x="15118" y="17902"/>
                  </a:lnTo>
                  <a:lnTo>
                    <a:pt x="15143" y="17731"/>
                  </a:lnTo>
                  <a:lnTo>
                    <a:pt x="15143" y="733"/>
                  </a:lnTo>
                  <a:lnTo>
                    <a:pt x="15118" y="586"/>
                  </a:lnTo>
                  <a:lnTo>
                    <a:pt x="15069" y="440"/>
                  </a:lnTo>
                  <a:lnTo>
                    <a:pt x="15021" y="318"/>
                  </a:lnTo>
                  <a:lnTo>
                    <a:pt x="14923" y="196"/>
                  </a:lnTo>
                  <a:lnTo>
                    <a:pt x="14801" y="122"/>
                  </a:lnTo>
                  <a:lnTo>
                    <a:pt x="14654" y="49"/>
                  </a:lnTo>
                  <a:lnTo>
                    <a:pt x="14508" y="25"/>
                  </a:lnTo>
                  <a:lnTo>
                    <a:pt x="14361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29" name="Google Shape;129;p59"/>
            <p:cNvSpPr/>
            <p:nvPr/>
          </p:nvSpPr>
          <p:spPr>
            <a:xfrm>
              <a:off x="633750" y="238125"/>
              <a:ext cx="29350" cy="63500"/>
            </a:xfrm>
            <a:custGeom>
              <a:rect b="b" l="l" r="r" t="t"/>
              <a:pathLst>
                <a:path extrusionOk="0" h="2540" w="1174">
                  <a:moveTo>
                    <a:pt x="392" y="0"/>
                  </a:moveTo>
                  <a:lnTo>
                    <a:pt x="294" y="49"/>
                  </a:lnTo>
                  <a:lnTo>
                    <a:pt x="221" y="73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50" y="293"/>
                  </a:lnTo>
                  <a:lnTo>
                    <a:pt x="1" y="391"/>
                  </a:lnTo>
                  <a:lnTo>
                    <a:pt x="1" y="488"/>
                  </a:lnTo>
                  <a:lnTo>
                    <a:pt x="1" y="2052"/>
                  </a:lnTo>
                  <a:lnTo>
                    <a:pt x="1" y="2149"/>
                  </a:lnTo>
                  <a:lnTo>
                    <a:pt x="50" y="2247"/>
                  </a:lnTo>
                  <a:lnTo>
                    <a:pt x="74" y="2320"/>
                  </a:lnTo>
                  <a:lnTo>
                    <a:pt x="147" y="2393"/>
                  </a:lnTo>
                  <a:lnTo>
                    <a:pt x="221" y="2467"/>
                  </a:lnTo>
                  <a:lnTo>
                    <a:pt x="294" y="2491"/>
                  </a:lnTo>
                  <a:lnTo>
                    <a:pt x="392" y="2540"/>
                  </a:lnTo>
                  <a:lnTo>
                    <a:pt x="782" y="2540"/>
                  </a:lnTo>
                  <a:lnTo>
                    <a:pt x="880" y="2491"/>
                  </a:lnTo>
                  <a:lnTo>
                    <a:pt x="953" y="2467"/>
                  </a:lnTo>
                  <a:lnTo>
                    <a:pt x="1027" y="2393"/>
                  </a:lnTo>
                  <a:lnTo>
                    <a:pt x="1100" y="2320"/>
                  </a:lnTo>
                  <a:lnTo>
                    <a:pt x="1124" y="2247"/>
                  </a:lnTo>
                  <a:lnTo>
                    <a:pt x="1173" y="2149"/>
                  </a:lnTo>
                  <a:lnTo>
                    <a:pt x="1173" y="2052"/>
                  </a:lnTo>
                  <a:lnTo>
                    <a:pt x="1173" y="488"/>
                  </a:lnTo>
                  <a:lnTo>
                    <a:pt x="1173" y="391"/>
                  </a:lnTo>
                  <a:lnTo>
                    <a:pt x="1124" y="293"/>
                  </a:lnTo>
                  <a:lnTo>
                    <a:pt x="1100" y="220"/>
                  </a:lnTo>
                  <a:lnTo>
                    <a:pt x="1027" y="147"/>
                  </a:lnTo>
                  <a:lnTo>
                    <a:pt x="953" y="73"/>
                  </a:lnTo>
                  <a:lnTo>
                    <a:pt x="880" y="49"/>
                  </a:lnTo>
                  <a:lnTo>
                    <a:pt x="782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30" name="Google Shape;130;p59"/>
            <p:cNvSpPr/>
            <p:nvPr/>
          </p:nvSpPr>
          <p:spPr>
            <a:xfrm>
              <a:off x="716800" y="238125"/>
              <a:ext cx="29325" cy="63500"/>
            </a:xfrm>
            <a:custGeom>
              <a:rect b="b" l="l" r="r" t="t"/>
              <a:pathLst>
                <a:path extrusionOk="0" h="2540" w="1173">
                  <a:moveTo>
                    <a:pt x="391" y="0"/>
                  </a:moveTo>
                  <a:lnTo>
                    <a:pt x="294" y="49"/>
                  </a:lnTo>
                  <a:lnTo>
                    <a:pt x="220" y="73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49" y="293"/>
                  </a:lnTo>
                  <a:lnTo>
                    <a:pt x="0" y="391"/>
                  </a:lnTo>
                  <a:lnTo>
                    <a:pt x="0" y="488"/>
                  </a:lnTo>
                  <a:lnTo>
                    <a:pt x="0" y="2052"/>
                  </a:lnTo>
                  <a:lnTo>
                    <a:pt x="0" y="2149"/>
                  </a:lnTo>
                  <a:lnTo>
                    <a:pt x="49" y="2247"/>
                  </a:lnTo>
                  <a:lnTo>
                    <a:pt x="74" y="2320"/>
                  </a:lnTo>
                  <a:lnTo>
                    <a:pt x="147" y="2393"/>
                  </a:lnTo>
                  <a:lnTo>
                    <a:pt x="220" y="2467"/>
                  </a:lnTo>
                  <a:lnTo>
                    <a:pt x="294" y="2491"/>
                  </a:lnTo>
                  <a:lnTo>
                    <a:pt x="391" y="2540"/>
                  </a:lnTo>
                  <a:lnTo>
                    <a:pt x="782" y="2540"/>
                  </a:lnTo>
                  <a:lnTo>
                    <a:pt x="880" y="2491"/>
                  </a:lnTo>
                  <a:lnTo>
                    <a:pt x="953" y="2467"/>
                  </a:lnTo>
                  <a:lnTo>
                    <a:pt x="1026" y="2393"/>
                  </a:lnTo>
                  <a:lnTo>
                    <a:pt x="1099" y="2320"/>
                  </a:lnTo>
                  <a:lnTo>
                    <a:pt x="1124" y="2247"/>
                  </a:lnTo>
                  <a:lnTo>
                    <a:pt x="1173" y="2149"/>
                  </a:lnTo>
                  <a:lnTo>
                    <a:pt x="1173" y="2052"/>
                  </a:lnTo>
                  <a:lnTo>
                    <a:pt x="1173" y="488"/>
                  </a:lnTo>
                  <a:lnTo>
                    <a:pt x="1173" y="391"/>
                  </a:lnTo>
                  <a:lnTo>
                    <a:pt x="1124" y="293"/>
                  </a:lnTo>
                  <a:lnTo>
                    <a:pt x="1099" y="220"/>
                  </a:lnTo>
                  <a:lnTo>
                    <a:pt x="1026" y="147"/>
                  </a:lnTo>
                  <a:lnTo>
                    <a:pt x="953" y="73"/>
                  </a:lnTo>
                  <a:lnTo>
                    <a:pt x="880" y="49"/>
                  </a:lnTo>
                  <a:lnTo>
                    <a:pt x="782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31" name="Google Shape;131;p59"/>
            <p:cNvSpPr/>
            <p:nvPr/>
          </p:nvSpPr>
          <p:spPr>
            <a:xfrm>
              <a:off x="799825" y="238125"/>
              <a:ext cx="29350" cy="63500"/>
            </a:xfrm>
            <a:custGeom>
              <a:rect b="b" l="l" r="r" t="t"/>
              <a:pathLst>
                <a:path extrusionOk="0" h="2540" w="1174">
                  <a:moveTo>
                    <a:pt x="392" y="0"/>
                  </a:moveTo>
                  <a:lnTo>
                    <a:pt x="294" y="49"/>
                  </a:lnTo>
                  <a:lnTo>
                    <a:pt x="221" y="73"/>
                  </a:lnTo>
                  <a:lnTo>
                    <a:pt x="148" y="147"/>
                  </a:lnTo>
                  <a:lnTo>
                    <a:pt x="74" y="220"/>
                  </a:lnTo>
                  <a:lnTo>
                    <a:pt x="50" y="293"/>
                  </a:lnTo>
                  <a:lnTo>
                    <a:pt x="1" y="391"/>
                  </a:lnTo>
                  <a:lnTo>
                    <a:pt x="1" y="488"/>
                  </a:lnTo>
                  <a:lnTo>
                    <a:pt x="1" y="2052"/>
                  </a:lnTo>
                  <a:lnTo>
                    <a:pt x="1" y="2149"/>
                  </a:lnTo>
                  <a:lnTo>
                    <a:pt x="50" y="2247"/>
                  </a:lnTo>
                  <a:lnTo>
                    <a:pt x="74" y="2320"/>
                  </a:lnTo>
                  <a:lnTo>
                    <a:pt x="148" y="2393"/>
                  </a:lnTo>
                  <a:lnTo>
                    <a:pt x="221" y="2467"/>
                  </a:lnTo>
                  <a:lnTo>
                    <a:pt x="294" y="2491"/>
                  </a:lnTo>
                  <a:lnTo>
                    <a:pt x="392" y="2540"/>
                  </a:lnTo>
                  <a:lnTo>
                    <a:pt x="783" y="2540"/>
                  </a:lnTo>
                  <a:lnTo>
                    <a:pt x="880" y="2491"/>
                  </a:lnTo>
                  <a:lnTo>
                    <a:pt x="953" y="2467"/>
                  </a:lnTo>
                  <a:lnTo>
                    <a:pt x="1027" y="2393"/>
                  </a:lnTo>
                  <a:lnTo>
                    <a:pt x="1100" y="2320"/>
                  </a:lnTo>
                  <a:lnTo>
                    <a:pt x="1124" y="2247"/>
                  </a:lnTo>
                  <a:lnTo>
                    <a:pt x="1173" y="2149"/>
                  </a:lnTo>
                  <a:lnTo>
                    <a:pt x="1173" y="2052"/>
                  </a:lnTo>
                  <a:lnTo>
                    <a:pt x="1173" y="488"/>
                  </a:lnTo>
                  <a:lnTo>
                    <a:pt x="1173" y="391"/>
                  </a:lnTo>
                  <a:lnTo>
                    <a:pt x="1124" y="293"/>
                  </a:lnTo>
                  <a:lnTo>
                    <a:pt x="1100" y="220"/>
                  </a:lnTo>
                  <a:lnTo>
                    <a:pt x="1027" y="147"/>
                  </a:lnTo>
                  <a:lnTo>
                    <a:pt x="953" y="73"/>
                  </a:lnTo>
                  <a:lnTo>
                    <a:pt x="880" y="49"/>
                  </a:lnTo>
                  <a:lnTo>
                    <a:pt x="783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32" name="Google Shape;132;p59"/>
            <p:cNvSpPr/>
            <p:nvPr/>
          </p:nvSpPr>
          <p:spPr>
            <a:xfrm>
              <a:off x="882875" y="238125"/>
              <a:ext cx="29325" cy="63500"/>
            </a:xfrm>
            <a:custGeom>
              <a:rect b="b" l="l" r="r" t="t"/>
              <a:pathLst>
                <a:path extrusionOk="0" h="2540" w="1173">
                  <a:moveTo>
                    <a:pt x="391" y="0"/>
                  </a:moveTo>
                  <a:lnTo>
                    <a:pt x="294" y="49"/>
                  </a:lnTo>
                  <a:lnTo>
                    <a:pt x="220" y="73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49" y="293"/>
                  </a:lnTo>
                  <a:lnTo>
                    <a:pt x="1" y="391"/>
                  </a:lnTo>
                  <a:lnTo>
                    <a:pt x="1" y="488"/>
                  </a:lnTo>
                  <a:lnTo>
                    <a:pt x="1" y="2052"/>
                  </a:lnTo>
                  <a:lnTo>
                    <a:pt x="1" y="2149"/>
                  </a:lnTo>
                  <a:lnTo>
                    <a:pt x="49" y="2247"/>
                  </a:lnTo>
                  <a:lnTo>
                    <a:pt x="74" y="2320"/>
                  </a:lnTo>
                  <a:lnTo>
                    <a:pt x="147" y="2393"/>
                  </a:lnTo>
                  <a:lnTo>
                    <a:pt x="220" y="2467"/>
                  </a:lnTo>
                  <a:lnTo>
                    <a:pt x="294" y="2491"/>
                  </a:lnTo>
                  <a:lnTo>
                    <a:pt x="391" y="2540"/>
                  </a:lnTo>
                  <a:lnTo>
                    <a:pt x="782" y="2540"/>
                  </a:lnTo>
                  <a:lnTo>
                    <a:pt x="880" y="2491"/>
                  </a:lnTo>
                  <a:lnTo>
                    <a:pt x="953" y="2467"/>
                  </a:lnTo>
                  <a:lnTo>
                    <a:pt x="1026" y="2393"/>
                  </a:lnTo>
                  <a:lnTo>
                    <a:pt x="1100" y="2320"/>
                  </a:lnTo>
                  <a:lnTo>
                    <a:pt x="1124" y="2247"/>
                  </a:lnTo>
                  <a:lnTo>
                    <a:pt x="1173" y="2149"/>
                  </a:lnTo>
                  <a:lnTo>
                    <a:pt x="1173" y="2052"/>
                  </a:lnTo>
                  <a:lnTo>
                    <a:pt x="1173" y="488"/>
                  </a:lnTo>
                  <a:lnTo>
                    <a:pt x="1173" y="391"/>
                  </a:lnTo>
                  <a:lnTo>
                    <a:pt x="1124" y="293"/>
                  </a:lnTo>
                  <a:lnTo>
                    <a:pt x="1100" y="220"/>
                  </a:lnTo>
                  <a:lnTo>
                    <a:pt x="1026" y="147"/>
                  </a:lnTo>
                  <a:lnTo>
                    <a:pt x="953" y="73"/>
                  </a:lnTo>
                  <a:lnTo>
                    <a:pt x="880" y="49"/>
                  </a:lnTo>
                  <a:lnTo>
                    <a:pt x="782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33" name="Google Shape;133;p59"/>
            <p:cNvSpPr/>
            <p:nvPr/>
          </p:nvSpPr>
          <p:spPr>
            <a:xfrm>
              <a:off x="584925" y="261325"/>
              <a:ext cx="378575" cy="464050"/>
            </a:xfrm>
            <a:custGeom>
              <a:rect b="b" l="l" r="r" t="t"/>
              <a:pathLst>
                <a:path extrusionOk="0" h="18562" w="15143">
                  <a:moveTo>
                    <a:pt x="2540" y="171"/>
                  </a:moveTo>
                  <a:lnTo>
                    <a:pt x="2711" y="195"/>
                  </a:lnTo>
                  <a:lnTo>
                    <a:pt x="2882" y="244"/>
                  </a:lnTo>
                  <a:lnTo>
                    <a:pt x="3053" y="318"/>
                  </a:lnTo>
                  <a:lnTo>
                    <a:pt x="3175" y="440"/>
                  </a:lnTo>
                  <a:lnTo>
                    <a:pt x="3297" y="562"/>
                  </a:lnTo>
                  <a:lnTo>
                    <a:pt x="3370" y="733"/>
                  </a:lnTo>
                  <a:lnTo>
                    <a:pt x="3419" y="904"/>
                  </a:lnTo>
                  <a:lnTo>
                    <a:pt x="3444" y="1075"/>
                  </a:lnTo>
                  <a:lnTo>
                    <a:pt x="3419" y="1246"/>
                  </a:lnTo>
                  <a:lnTo>
                    <a:pt x="3370" y="1417"/>
                  </a:lnTo>
                  <a:lnTo>
                    <a:pt x="3297" y="1588"/>
                  </a:lnTo>
                  <a:lnTo>
                    <a:pt x="3175" y="1710"/>
                  </a:lnTo>
                  <a:lnTo>
                    <a:pt x="3053" y="1832"/>
                  </a:lnTo>
                  <a:lnTo>
                    <a:pt x="2882" y="1905"/>
                  </a:lnTo>
                  <a:lnTo>
                    <a:pt x="2711" y="1954"/>
                  </a:lnTo>
                  <a:lnTo>
                    <a:pt x="2540" y="1978"/>
                  </a:lnTo>
                  <a:lnTo>
                    <a:pt x="2369" y="1954"/>
                  </a:lnTo>
                  <a:lnTo>
                    <a:pt x="2198" y="1905"/>
                  </a:lnTo>
                  <a:lnTo>
                    <a:pt x="2027" y="1832"/>
                  </a:lnTo>
                  <a:lnTo>
                    <a:pt x="1905" y="1710"/>
                  </a:lnTo>
                  <a:lnTo>
                    <a:pt x="1783" y="1588"/>
                  </a:lnTo>
                  <a:lnTo>
                    <a:pt x="1710" y="1417"/>
                  </a:lnTo>
                  <a:lnTo>
                    <a:pt x="1661" y="1246"/>
                  </a:lnTo>
                  <a:lnTo>
                    <a:pt x="1636" y="1075"/>
                  </a:lnTo>
                  <a:lnTo>
                    <a:pt x="1661" y="904"/>
                  </a:lnTo>
                  <a:lnTo>
                    <a:pt x="1710" y="733"/>
                  </a:lnTo>
                  <a:lnTo>
                    <a:pt x="1783" y="562"/>
                  </a:lnTo>
                  <a:lnTo>
                    <a:pt x="1905" y="440"/>
                  </a:lnTo>
                  <a:lnTo>
                    <a:pt x="2027" y="318"/>
                  </a:lnTo>
                  <a:lnTo>
                    <a:pt x="2198" y="244"/>
                  </a:lnTo>
                  <a:lnTo>
                    <a:pt x="2369" y="195"/>
                  </a:lnTo>
                  <a:lnTo>
                    <a:pt x="2540" y="171"/>
                  </a:lnTo>
                  <a:close/>
                  <a:moveTo>
                    <a:pt x="5862" y="171"/>
                  </a:moveTo>
                  <a:lnTo>
                    <a:pt x="6033" y="195"/>
                  </a:lnTo>
                  <a:lnTo>
                    <a:pt x="6204" y="244"/>
                  </a:lnTo>
                  <a:lnTo>
                    <a:pt x="6374" y="318"/>
                  </a:lnTo>
                  <a:lnTo>
                    <a:pt x="6497" y="440"/>
                  </a:lnTo>
                  <a:lnTo>
                    <a:pt x="6619" y="562"/>
                  </a:lnTo>
                  <a:lnTo>
                    <a:pt x="6692" y="733"/>
                  </a:lnTo>
                  <a:lnTo>
                    <a:pt x="6741" y="904"/>
                  </a:lnTo>
                  <a:lnTo>
                    <a:pt x="6765" y="1075"/>
                  </a:lnTo>
                  <a:lnTo>
                    <a:pt x="6741" y="1246"/>
                  </a:lnTo>
                  <a:lnTo>
                    <a:pt x="6692" y="1417"/>
                  </a:lnTo>
                  <a:lnTo>
                    <a:pt x="6619" y="1588"/>
                  </a:lnTo>
                  <a:lnTo>
                    <a:pt x="6497" y="1710"/>
                  </a:lnTo>
                  <a:lnTo>
                    <a:pt x="6374" y="1832"/>
                  </a:lnTo>
                  <a:lnTo>
                    <a:pt x="6204" y="1905"/>
                  </a:lnTo>
                  <a:lnTo>
                    <a:pt x="6033" y="1954"/>
                  </a:lnTo>
                  <a:lnTo>
                    <a:pt x="5862" y="1978"/>
                  </a:lnTo>
                  <a:lnTo>
                    <a:pt x="5691" y="1954"/>
                  </a:lnTo>
                  <a:lnTo>
                    <a:pt x="5520" y="1905"/>
                  </a:lnTo>
                  <a:lnTo>
                    <a:pt x="5349" y="1832"/>
                  </a:lnTo>
                  <a:lnTo>
                    <a:pt x="5227" y="1710"/>
                  </a:lnTo>
                  <a:lnTo>
                    <a:pt x="5104" y="1588"/>
                  </a:lnTo>
                  <a:lnTo>
                    <a:pt x="5031" y="1417"/>
                  </a:lnTo>
                  <a:lnTo>
                    <a:pt x="4982" y="1246"/>
                  </a:lnTo>
                  <a:lnTo>
                    <a:pt x="4958" y="1075"/>
                  </a:lnTo>
                  <a:lnTo>
                    <a:pt x="4982" y="904"/>
                  </a:lnTo>
                  <a:lnTo>
                    <a:pt x="5031" y="733"/>
                  </a:lnTo>
                  <a:lnTo>
                    <a:pt x="5104" y="562"/>
                  </a:lnTo>
                  <a:lnTo>
                    <a:pt x="5227" y="440"/>
                  </a:lnTo>
                  <a:lnTo>
                    <a:pt x="5349" y="318"/>
                  </a:lnTo>
                  <a:lnTo>
                    <a:pt x="5520" y="244"/>
                  </a:lnTo>
                  <a:lnTo>
                    <a:pt x="5691" y="195"/>
                  </a:lnTo>
                  <a:lnTo>
                    <a:pt x="5862" y="171"/>
                  </a:lnTo>
                  <a:close/>
                  <a:moveTo>
                    <a:pt x="9183" y="171"/>
                  </a:moveTo>
                  <a:lnTo>
                    <a:pt x="9354" y="195"/>
                  </a:lnTo>
                  <a:lnTo>
                    <a:pt x="9525" y="244"/>
                  </a:lnTo>
                  <a:lnTo>
                    <a:pt x="9696" y="318"/>
                  </a:lnTo>
                  <a:lnTo>
                    <a:pt x="9818" y="440"/>
                  </a:lnTo>
                  <a:lnTo>
                    <a:pt x="9940" y="562"/>
                  </a:lnTo>
                  <a:lnTo>
                    <a:pt x="10014" y="733"/>
                  </a:lnTo>
                  <a:lnTo>
                    <a:pt x="10062" y="904"/>
                  </a:lnTo>
                  <a:lnTo>
                    <a:pt x="10087" y="1075"/>
                  </a:lnTo>
                  <a:lnTo>
                    <a:pt x="10062" y="1246"/>
                  </a:lnTo>
                  <a:lnTo>
                    <a:pt x="10014" y="1417"/>
                  </a:lnTo>
                  <a:lnTo>
                    <a:pt x="9940" y="1588"/>
                  </a:lnTo>
                  <a:lnTo>
                    <a:pt x="9818" y="1710"/>
                  </a:lnTo>
                  <a:lnTo>
                    <a:pt x="9696" y="1832"/>
                  </a:lnTo>
                  <a:lnTo>
                    <a:pt x="9525" y="1905"/>
                  </a:lnTo>
                  <a:lnTo>
                    <a:pt x="9354" y="1954"/>
                  </a:lnTo>
                  <a:lnTo>
                    <a:pt x="9183" y="1978"/>
                  </a:lnTo>
                  <a:lnTo>
                    <a:pt x="9012" y="1954"/>
                  </a:lnTo>
                  <a:lnTo>
                    <a:pt x="8841" y="1905"/>
                  </a:lnTo>
                  <a:lnTo>
                    <a:pt x="8670" y="1832"/>
                  </a:lnTo>
                  <a:lnTo>
                    <a:pt x="8548" y="1710"/>
                  </a:lnTo>
                  <a:lnTo>
                    <a:pt x="8426" y="1588"/>
                  </a:lnTo>
                  <a:lnTo>
                    <a:pt x="8353" y="1417"/>
                  </a:lnTo>
                  <a:lnTo>
                    <a:pt x="8304" y="1246"/>
                  </a:lnTo>
                  <a:lnTo>
                    <a:pt x="8279" y="1075"/>
                  </a:lnTo>
                  <a:lnTo>
                    <a:pt x="8304" y="904"/>
                  </a:lnTo>
                  <a:lnTo>
                    <a:pt x="8353" y="733"/>
                  </a:lnTo>
                  <a:lnTo>
                    <a:pt x="8426" y="562"/>
                  </a:lnTo>
                  <a:lnTo>
                    <a:pt x="8548" y="440"/>
                  </a:lnTo>
                  <a:lnTo>
                    <a:pt x="8670" y="318"/>
                  </a:lnTo>
                  <a:lnTo>
                    <a:pt x="8841" y="244"/>
                  </a:lnTo>
                  <a:lnTo>
                    <a:pt x="9012" y="195"/>
                  </a:lnTo>
                  <a:lnTo>
                    <a:pt x="9183" y="171"/>
                  </a:lnTo>
                  <a:close/>
                  <a:moveTo>
                    <a:pt x="12505" y="171"/>
                  </a:moveTo>
                  <a:lnTo>
                    <a:pt x="12676" y="195"/>
                  </a:lnTo>
                  <a:lnTo>
                    <a:pt x="12847" y="244"/>
                  </a:lnTo>
                  <a:lnTo>
                    <a:pt x="13018" y="318"/>
                  </a:lnTo>
                  <a:lnTo>
                    <a:pt x="13140" y="440"/>
                  </a:lnTo>
                  <a:lnTo>
                    <a:pt x="13262" y="562"/>
                  </a:lnTo>
                  <a:lnTo>
                    <a:pt x="13335" y="733"/>
                  </a:lnTo>
                  <a:lnTo>
                    <a:pt x="13384" y="904"/>
                  </a:lnTo>
                  <a:lnTo>
                    <a:pt x="13408" y="1075"/>
                  </a:lnTo>
                  <a:lnTo>
                    <a:pt x="13384" y="1246"/>
                  </a:lnTo>
                  <a:lnTo>
                    <a:pt x="13335" y="1417"/>
                  </a:lnTo>
                  <a:lnTo>
                    <a:pt x="13262" y="1588"/>
                  </a:lnTo>
                  <a:lnTo>
                    <a:pt x="13140" y="1710"/>
                  </a:lnTo>
                  <a:lnTo>
                    <a:pt x="13018" y="1832"/>
                  </a:lnTo>
                  <a:lnTo>
                    <a:pt x="12847" y="1905"/>
                  </a:lnTo>
                  <a:lnTo>
                    <a:pt x="12676" y="1954"/>
                  </a:lnTo>
                  <a:lnTo>
                    <a:pt x="12505" y="1978"/>
                  </a:lnTo>
                  <a:lnTo>
                    <a:pt x="12334" y="1954"/>
                  </a:lnTo>
                  <a:lnTo>
                    <a:pt x="12163" y="1905"/>
                  </a:lnTo>
                  <a:lnTo>
                    <a:pt x="11992" y="1832"/>
                  </a:lnTo>
                  <a:lnTo>
                    <a:pt x="11870" y="1710"/>
                  </a:lnTo>
                  <a:lnTo>
                    <a:pt x="11748" y="1588"/>
                  </a:lnTo>
                  <a:lnTo>
                    <a:pt x="11674" y="1417"/>
                  </a:lnTo>
                  <a:lnTo>
                    <a:pt x="11625" y="1246"/>
                  </a:lnTo>
                  <a:lnTo>
                    <a:pt x="11601" y="1075"/>
                  </a:lnTo>
                  <a:lnTo>
                    <a:pt x="11625" y="904"/>
                  </a:lnTo>
                  <a:lnTo>
                    <a:pt x="11674" y="733"/>
                  </a:lnTo>
                  <a:lnTo>
                    <a:pt x="11748" y="562"/>
                  </a:lnTo>
                  <a:lnTo>
                    <a:pt x="11870" y="440"/>
                  </a:lnTo>
                  <a:lnTo>
                    <a:pt x="11992" y="318"/>
                  </a:lnTo>
                  <a:lnTo>
                    <a:pt x="12163" y="244"/>
                  </a:lnTo>
                  <a:lnTo>
                    <a:pt x="12334" y="195"/>
                  </a:lnTo>
                  <a:lnTo>
                    <a:pt x="12505" y="171"/>
                  </a:lnTo>
                  <a:close/>
                  <a:moveTo>
                    <a:pt x="13091" y="5520"/>
                  </a:moveTo>
                  <a:lnTo>
                    <a:pt x="13189" y="5544"/>
                  </a:lnTo>
                  <a:lnTo>
                    <a:pt x="13262" y="5593"/>
                  </a:lnTo>
                  <a:lnTo>
                    <a:pt x="13311" y="5666"/>
                  </a:lnTo>
                  <a:lnTo>
                    <a:pt x="13335" y="5764"/>
                  </a:lnTo>
                  <a:lnTo>
                    <a:pt x="13311" y="5862"/>
                  </a:lnTo>
                  <a:lnTo>
                    <a:pt x="13262" y="5935"/>
                  </a:lnTo>
                  <a:lnTo>
                    <a:pt x="13189" y="5984"/>
                  </a:lnTo>
                  <a:lnTo>
                    <a:pt x="13091" y="6008"/>
                  </a:lnTo>
                  <a:lnTo>
                    <a:pt x="1954" y="6008"/>
                  </a:lnTo>
                  <a:lnTo>
                    <a:pt x="1856" y="5984"/>
                  </a:lnTo>
                  <a:lnTo>
                    <a:pt x="1783" y="5935"/>
                  </a:lnTo>
                  <a:lnTo>
                    <a:pt x="1734" y="5862"/>
                  </a:lnTo>
                  <a:lnTo>
                    <a:pt x="1710" y="5764"/>
                  </a:lnTo>
                  <a:lnTo>
                    <a:pt x="1734" y="5666"/>
                  </a:lnTo>
                  <a:lnTo>
                    <a:pt x="1783" y="5593"/>
                  </a:lnTo>
                  <a:lnTo>
                    <a:pt x="1856" y="5544"/>
                  </a:lnTo>
                  <a:lnTo>
                    <a:pt x="1954" y="5520"/>
                  </a:lnTo>
                  <a:close/>
                  <a:moveTo>
                    <a:pt x="13189" y="7840"/>
                  </a:moveTo>
                  <a:lnTo>
                    <a:pt x="13262" y="7913"/>
                  </a:lnTo>
                  <a:lnTo>
                    <a:pt x="13311" y="7986"/>
                  </a:lnTo>
                  <a:lnTo>
                    <a:pt x="13335" y="8084"/>
                  </a:lnTo>
                  <a:lnTo>
                    <a:pt x="13311" y="8182"/>
                  </a:lnTo>
                  <a:lnTo>
                    <a:pt x="13262" y="8255"/>
                  </a:lnTo>
                  <a:lnTo>
                    <a:pt x="13189" y="8304"/>
                  </a:lnTo>
                  <a:lnTo>
                    <a:pt x="13091" y="8328"/>
                  </a:lnTo>
                  <a:lnTo>
                    <a:pt x="1954" y="8328"/>
                  </a:lnTo>
                  <a:lnTo>
                    <a:pt x="1856" y="8304"/>
                  </a:lnTo>
                  <a:lnTo>
                    <a:pt x="1783" y="8255"/>
                  </a:lnTo>
                  <a:lnTo>
                    <a:pt x="1734" y="8182"/>
                  </a:lnTo>
                  <a:lnTo>
                    <a:pt x="1710" y="8084"/>
                  </a:lnTo>
                  <a:lnTo>
                    <a:pt x="1734" y="7986"/>
                  </a:lnTo>
                  <a:lnTo>
                    <a:pt x="1783" y="7913"/>
                  </a:lnTo>
                  <a:lnTo>
                    <a:pt x="1856" y="7840"/>
                  </a:lnTo>
                  <a:close/>
                  <a:moveTo>
                    <a:pt x="13091" y="10136"/>
                  </a:moveTo>
                  <a:lnTo>
                    <a:pt x="13189" y="10160"/>
                  </a:lnTo>
                  <a:lnTo>
                    <a:pt x="13262" y="10209"/>
                  </a:lnTo>
                  <a:lnTo>
                    <a:pt x="13311" y="10282"/>
                  </a:lnTo>
                  <a:lnTo>
                    <a:pt x="13335" y="10380"/>
                  </a:lnTo>
                  <a:lnTo>
                    <a:pt x="13311" y="10478"/>
                  </a:lnTo>
                  <a:lnTo>
                    <a:pt x="13262" y="10551"/>
                  </a:lnTo>
                  <a:lnTo>
                    <a:pt x="13189" y="10600"/>
                  </a:lnTo>
                  <a:lnTo>
                    <a:pt x="13091" y="10624"/>
                  </a:lnTo>
                  <a:lnTo>
                    <a:pt x="1954" y="10624"/>
                  </a:lnTo>
                  <a:lnTo>
                    <a:pt x="1856" y="10600"/>
                  </a:lnTo>
                  <a:lnTo>
                    <a:pt x="1783" y="10551"/>
                  </a:lnTo>
                  <a:lnTo>
                    <a:pt x="1734" y="10478"/>
                  </a:lnTo>
                  <a:lnTo>
                    <a:pt x="1710" y="10380"/>
                  </a:lnTo>
                  <a:lnTo>
                    <a:pt x="1734" y="10282"/>
                  </a:lnTo>
                  <a:lnTo>
                    <a:pt x="1783" y="10209"/>
                  </a:lnTo>
                  <a:lnTo>
                    <a:pt x="1856" y="10160"/>
                  </a:lnTo>
                  <a:lnTo>
                    <a:pt x="1954" y="10136"/>
                  </a:lnTo>
                  <a:close/>
                  <a:moveTo>
                    <a:pt x="8206" y="12456"/>
                  </a:moveTo>
                  <a:lnTo>
                    <a:pt x="8304" y="12480"/>
                  </a:lnTo>
                  <a:lnTo>
                    <a:pt x="8377" y="12529"/>
                  </a:lnTo>
                  <a:lnTo>
                    <a:pt x="8426" y="12602"/>
                  </a:lnTo>
                  <a:lnTo>
                    <a:pt x="8450" y="12700"/>
                  </a:lnTo>
                  <a:lnTo>
                    <a:pt x="8426" y="12798"/>
                  </a:lnTo>
                  <a:lnTo>
                    <a:pt x="8377" y="12871"/>
                  </a:lnTo>
                  <a:lnTo>
                    <a:pt x="8304" y="12920"/>
                  </a:lnTo>
                  <a:lnTo>
                    <a:pt x="8206" y="12944"/>
                  </a:lnTo>
                  <a:lnTo>
                    <a:pt x="1954" y="12944"/>
                  </a:lnTo>
                  <a:lnTo>
                    <a:pt x="1856" y="12920"/>
                  </a:lnTo>
                  <a:lnTo>
                    <a:pt x="1783" y="12871"/>
                  </a:lnTo>
                  <a:lnTo>
                    <a:pt x="1734" y="12798"/>
                  </a:lnTo>
                  <a:lnTo>
                    <a:pt x="1710" y="12700"/>
                  </a:lnTo>
                  <a:lnTo>
                    <a:pt x="1734" y="12602"/>
                  </a:lnTo>
                  <a:lnTo>
                    <a:pt x="1783" y="12529"/>
                  </a:lnTo>
                  <a:lnTo>
                    <a:pt x="1856" y="12480"/>
                  </a:lnTo>
                  <a:lnTo>
                    <a:pt x="1954" y="12456"/>
                  </a:lnTo>
                  <a:close/>
                  <a:moveTo>
                    <a:pt x="782" y="0"/>
                  </a:moveTo>
                  <a:lnTo>
                    <a:pt x="635" y="25"/>
                  </a:lnTo>
                  <a:lnTo>
                    <a:pt x="489" y="73"/>
                  </a:lnTo>
                  <a:lnTo>
                    <a:pt x="342" y="122"/>
                  </a:lnTo>
                  <a:lnTo>
                    <a:pt x="220" y="220"/>
                  </a:lnTo>
                  <a:lnTo>
                    <a:pt x="122" y="342"/>
                  </a:lnTo>
                  <a:lnTo>
                    <a:pt x="73" y="489"/>
                  </a:lnTo>
                  <a:lnTo>
                    <a:pt x="24" y="635"/>
                  </a:lnTo>
                  <a:lnTo>
                    <a:pt x="0" y="782"/>
                  </a:lnTo>
                  <a:lnTo>
                    <a:pt x="0" y="17780"/>
                  </a:lnTo>
                  <a:lnTo>
                    <a:pt x="24" y="17927"/>
                  </a:lnTo>
                  <a:lnTo>
                    <a:pt x="73" y="18073"/>
                  </a:lnTo>
                  <a:lnTo>
                    <a:pt x="122" y="18220"/>
                  </a:lnTo>
                  <a:lnTo>
                    <a:pt x="220" y="18342"/>
                  </a:lnTo>
                  <a:lnTo>
                    <a:pt x="342" y="18440"/>
                  </a:lnTo>
                  <a:lnTo>
                    <a:pt x="489" y="18488"/>
                  </a:lnTo>
                  <a:lnTo>
                    <a:pt x="635" y="18537"/>
                  </a:lnTo>
                  <a:lnTo>
                    <a:pt x="782" y="18562"/>
                  </a:lnTo>
                  <a:lnTo>
                    <a:pt x="14361" y="18562"/>
                  </a:lnTo>
                  <a:lnTo>
                    <a:pt x="14507" y="18537"/>
                  </a:lnTo>
                  <a:lnTo>
                    <a:pt x="14654" y="18488"/>
                  </a:lnTo>
                  <a:lnTo>
                    <a:pt x="14800" y="18440"/>
                  </a:lnTo>
                  <a:lnTo>
                    <a:pt x="14923" y="18342"/>
                  </a:lnTo>
                  <a:lnTo>
                    <a:pt x="15020" y="18220"/>
                  </a:lnTo>
                  <a:lnTo>
                    <a:pt x="15069" y="18073"/>
                  </a:lnTo>
                  <a:lnTo>
                    <a:pt x="15118" y="17927"/>
                  </a:lnTo>
                  <a:lnTo>
                    <a:pt x="15142" y="17780"/>
                  </a:lnTo>
                  <a:lnTo>
                    <a:pt x="15142" y="782"/>
                  </a:lnTo>
                  <a:lnTo>
                    <a:pt x="15118" y="635"/>
                  </a:lnTo>
                  <a:lnTo>
                    <a:pt x="15069" y="489"/>
                  </a:lnTo>
                  <a:lnTo>
                    <a:pt x="15020" y="342"/>
                  </a:lnTo>
                  <a:lnTo>
                    <a:pt x="14923" y="220"/>
                  </a:lnTo>
                  <a:lnTo>
                    <a:pt x="14800" y="122"/>
                  </a:lnTo>
                  <a:lnTo>
                    <a:pt x="14654" y="73"/>
                  </a:lnTo>
                  <a:lnTo>
                    <a:pt x="14507" y="25"/>
                  </a:lnTo>
                  <a:lnTo>
                    <a:pt x="14361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134" name="Google Shape;134;p59"/>
          <p:cNvGrpSpPr/>
          <p:nvPr/>
        </p:nvGrpSpPr>
        <p:grpSpPr>
          <a:xfrm>
            <a:off x="5912920" y="1587160"/>
            <a:ext cx="371623" cy="309362"/>
            <a:chOff x="1244325" y="314425"/>
            <a:chExt cx="444525" cy="370050"/>
          </a:xfrm>
        </p:grpSpPr>
        <p:sp>
          <p:nvSpPr>
            <p:cNvPr id="135" name="Google Shape;135;p59"/>
            <p:cNvSpPr/>
            <p:nvPr/>
          </p:nvSpPr>
          <p:spPr>
            <a:xfrm>
              <a:off x="1388425" y="463425"/>
              <a:ext cx="143525" cy="143500"/>
            </a:xfrm>
            <a:custGeom>
              <a:rect b="b" l="l" r="r" t="t"/>
              <a:pathLst>
                <a:path extrusionOk="0" h="5740" w="5741">
                  <a:moveTo>
                    <a:pt x="2809" y="0"/>
                  </a:moveTo>
                  <a:lnTo>
                    <a:pt x="2492" y="49"/>
                  </a:lnTo>
                  <a:lnTo>
                    <a:pt x="2199" y="122"/>
                  </a:lnTo>
                  <a:lnTo>
                    <a:pt x="1906" y="244"/>
                  </a:lnTo>
                  <a:lnTo>
                    <a:pt x="1637" y="366"/>
                  </a:lnTo>
                  <a:lnTo>
                    <a:pt x="1368" y="537"/>
                  </a:lnTo>
                  <a:lnTo>
                    <a:pt x="1149" y="708"/>
                  </a:lnTo>
                  <a:lnTo>
                    <a:pt x="904" y="904"/>
                  </a:lnTo>
                  <a:lnTo>
                    <a:pt x="709" y="1124"/>
                  </a:lnTo>
                  <a:lnTo>
                    <a:pt x="538" y="1368"/>
                  </a:lnTo>
                  <a:lnTo>
                    <a:pt x="367" y="1636"/>
                  </a:lnTo>
                  <a:lnTo>
                    <a:pt x="245" y="1905"/>
                  </a:lnTo>
                  <a:lnTo>
                    <a:pt x="147" y="2198"/>
                  </a:lnTo>
                  <a:lnTo>
                    <a:pt x="74" y="2491"/>
                  </a:lnTo>
                  <a:lnTo>
                    <a:pt x="25" y="2809"/>
                  </a:lnTo>
                  <a:lnTo>
                    <a:pt x="1" y="3126"/>
                  </a:lnTo>
                  <a:lnTo>
                    <a:pt x="25" y="3517"/>
                  </a:lnTo>
                  <a:lnTo>
                    <a:pt x="98" y="3908"/>
                  </a:lnTo>
                  <a:lnTo>
                    <a:pt x="221" y="4274"/>
                  </a:lnTo>
                  <a:lnTo>
                    <a:pt x="392" y="4641"/>
                  </a:lnTo>
                  <a:lnTo>
                    <a:pt x="611" y="4958"/>
                  </a:lnTo>
                  <a:lnTo>
                    <a:pt x="856" y="5251"/>
                  </a:lnTo>
                  <a:lnTo>
                    <a:pt x="1124" y="5520"/>
                  </a:lnTo>
                  <a:lnTo>
                    <a:pt x="1442" y="5740"/>
                  </a:lnTo>
                  <a:lnTo>
                    <a:pt x="1393" y="5422"/>
                  </a:lnTo>
                  <a:lnTo>
                    <a:pt x="1368" y="5080"/>
                  </a:lnTo>
                  <a:lnTo>
                    <a:pt x="1393" y="4689"/>
                  </a:lnTo>
                  <a:lnTo>
                    <a:pt x="1442" y="4323"/>
                  </a:lnTo>
                  <a:lnTo>
                    <a:pt x="1539" y="3957"/>
                  </a:lnTo>
                  <a:lnTo>
                    <a:pt x="1662" y="3639"/>
                  </a:lnTo>
                  <a:lnTo>
                    <a:pt x="1808" y="3297"/>
                  </a:lnTo>
                  <a:lnTo>
                    <a:pt x="2003" y="3004"/>
                  </a:lnTo>
                  <a:lnTo>
                    <a:pt x="2223" y="2711"/>
                  </a:lnTo>
                  <a:lnTo>
                    <a:pt x="2468" y="2442"/>
                  </a:lnTo>
                  <a:lnTo>
                    <a:pt x="2712" y="2198"/>
                  </a:lnTo>
                  <a:lnTo>
                    <a:pt x="3005" y="2003"/>
                  </a:lnTo>
                  <a:lnTo>
                    <a:pt x="3322" y="1807"/>
                  </a:lnTo>
                  <a:lnTo>
                    <a:pt x="3640" y="1661"/>
                  </a:lnTo>
                  <a:lnTo>
                    <a:pt x="3982" y="1514"/>
                  </a:lnTo>
                  <a:lnTo>
                    <a:pt x="4324" y="1441"/>
                  </a:lnTo>
                  <a:lnTo>
                    <a:pt x="4690" y="1368"/>
                  </a:lnTo>
                  <a:lnTo>
                    <a:pt x="5423" y="1368"/>
                  </a:lnTo>
                  <a:lnTo>
                    <a:pt x="5740" y="1417"/>
                  </a:lnTo>
                  <a:lnTo>
                    <a:pt x="5520" y="1124"/>
                  </a:lnTo>
                  <a:lnTo>
                    <a:pt x="5252" y="831"/>
                  </a:lnTo>
                  <a:lnTo>
                    <a:pt x="4959" y="586"/>
                  </a:lnTo>
                  <a:lnTo>
                    <a:pt x="4641" y="391"/>
                  </a:lnTo>
                  <a:lnTo>
                    <a:pt x="4299" y="220"/>
                  </a:lnTo>
                  <a:lnTo>
                    <a:pt x="3933" y="98"/>
                  </a:lnTo>
                  <a:lnTo>
                    <a:pt x="3542" y="25"/>
                  </a:lnTo>
                  <a:lnTo>
                    <a:pt x="3127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36" name="Google Shape;136;p59"/>
            <p:cNvSpPr/>
            <p:nvPr/>
          </p:nvSpPr>
          <p:spPr>
            <a:xfrm>
              <a:off x="1244325" y="314425"/>
              <a:ext cx="444525" cy="370050"/>
            </a:xfrm>
            <a:custGeom>
              <a:rect b="b" l="l" r="r" t="t"/>
              <a:pathLst>
                <a:path extrusionOk="0" h="14802" w="17781">
                  <a:moveTo>
                    <a:pt x="11748" y="2101"/>
                  </a:moveTo>
                  <a:lnTo>
                    <a:pt x="11846" y="2126"/>
                  </a:lnTo>
                  <a:lnTo>
                    <a:pt x="11919" y="2175"/>
                  </a:lnTo>
                  <a:lnTo>
                    <a:pt x="11968" y="2248"/>
                  </a:lnTo>
                  <a:lnTo>
                    <a:pt x="11993" y="2346"/>
                  </a:lnTo>
                  <a:lnTo>
                    <a:pt x="11968" y="2419"/>
                  </a:lnTo>
                  <a:lnTo>
                    <a:pt x="11919" y="2492"/>
                  </a:lnTo>
                  <a:lnTo>
                    <a:pt x="11846" y="2541"/>
                  </a:lnTo>
                  <a:lnTo>
                    <a:pt x="11748" y="2565"/>
                  </a:lnTo>
                  <a:lnTo>
                    <a:pt x="6033" y="2565"/>
                  </a:lnTo>
                  <a:lnTo>
                    <a:pt x="5936" y="2541"/>
                  </a:lnTo>
                  <a:lnTo>
                    <a:pt x="5862" y="2492"/>
                  </a:lnTo>
                  <a:lnTo>
                    <a:pt x="5814" y="2419"/>
                  </a:lnTo>
                  <a:lnTo>
                    <a:pt x="5789" y="2346"/>
                  </a:lnTo>
                  <a:lnTo>
                    <a:pt x="5814" y="2248"/>
                  </a:lnTo>
                  <a:lnTo>
                    <a:pt x="5862" y="2175"/>
                  </a:lnTo>
                  <a:lnTo>
                    <a:pt x="5936" y="2126"/>
                  </a:lnTo>
                  <a:lnTo>
                    <a:pt x="6033" y="2101"/>
                  </a:lnTo>
                  <a:close/>
                  <a:moveTo>
                    <a:pt x="15949" y="4519"/>
                  </a:moveTo>
                  <a:lnTo>
                    <a:pt x="16047" y="4568"/>
                  </a:lnTo>
                  <a:lnTo>
                    <a:pt x="16145" y="4592"/>
                  </a:lnTo>
                  <a:lnTo>
                    <a:pt x="16193" y="4666"/>
                  </a:lnTo>
                  <a:lnTo>
                    <a:pt x="16267" y="4739"/>
                  </a:lnTo>
                  <a:lnTo>
                    <a:pt x="16316" y="4812"/>
                  </a:lnTo>
                  <a:lnTo>
                    <a:pt x="16340" y="4910"/>
                  </a:lnTo>
                  <a:lnTo>
                    <a:pt x="16340" y="5008"/>
                  </a:lnTo>
                  <a:lnTo>
                    <a:pt x="16340" y="5789"/>
                  </a:lnTo>
                  <a:lnTo>
                    <a:pt x="16340" y="5887"/>
                  </a:lnTo>
                  <a:lnTo>
                    <a:pt x="16316" y="5985"/>
                  </a:lnTo>
                  <a:lnTo>
                    <a:pt x="16267" y="6058"/>
                  </a:lnTo>
                  <a:lnTo>
                    <a:pt x="16193" y="6131"/>
                  </a:lnTo>
                  <a:lnTo>
                    <a:pt x="16145" y="6204"/>
                  </a:lnTo>
                  <a:lnTo>
                    <a:pt x="16047" y="6229"/>
                  </a:lnTo>
                  <a:lnTo>
                    <a:pt x="15949" y="6278"/>
                  </a:lnTo>
                  <a:lnTo>
                    <a:pt x="14069" y="6278"/>
                  </a:lnTo>
                  <a:lnTo>
                    <a:pt x="13971" y="6229"/>
                  </a:lnTo>
                  <a:lnTo>
                    <a:pt x="13898" y="6204"/>
                  </a:lnTo>
                  <a:lnTo>
                    <a:pt x="13824" y="6131"/>
                  </a:lnTo>
                  <a:lnTo>
                    <a:pt x="13751" y="6058"/>
                  </a:lnTo>
                  <a:lnTo>
                    <a:pt x="13727" y="5985"/>
                  </a:lnTo>
                  <a:lnTo>
                    <a:pt x="13678" y="5887"/>
                  </a:lnTo>
                  <a:lnTo>
                    <a:pt x="13678" y="5789"/>
                  </a:lnTo>
                  <a:lnTo>
                    <a:pt x="13678" y="5008"/>
                  </a:lnTo>
                  <a:lnTo>
                    <a:pt x="13678" y="4910"/>
                  </a:lnTo>
                  <a:lnTo>
                    <a:pt x="13727" y="4812"/>
                  </a:lnTo>
                  <a:lnTo>
                    <a:pt x="13751" y="4739"/>
                  </a:lnTo>
                  <a:lnTo>
                    <a:pt x="13824" y="4666"/>
                  </a:lnTo>
                  <a:lnTo>
                    <a:pt x="13898" y="4592"/>
                  </a:lnTo>
                  <a:lnTo>
                    <a:pt x="13971" y="4568"/>
                  </a:lnTo>
                  <a:lnTo>
                    <a:pt x="14069" y="4519"/>
                  </a:lnTo>
                  <a:close/>
                  <a:moveTo>
                    <a:pt x="8891" y="5105"/>
                  </a:moveTo>
                  <a:lnTo>
                    <a:pt x="9306" y="5130"/>
                  </a:lnTo>
                  <a:lnTo>
                    <a:pt x="9697" y="5179"/>
                  </a:lnTo>
                  <a:lnTo>
                    <a:pt x="10063" y="5276"/>
                  </a:lnTo>
                  <a:lnTo>
                    <a:pt x="10430" y="5423"/>
                  </a:lnTo>
                  <a:lnTo>
                    <a:pt x="10796" y="5594"/>
                  </a:lnTo>
                  <a:lnTo>
                    <a:pt x="11113" y="5789"/>
                  </a:lnTo>
                  <a:lnTo>
                    <a:pt x="11406" y="6009"/>
                  </a:lnTo>
                  <a:lnTo>
                    <a:pt x="11700" y="6278"/>
                  </a:lnTo>
                  <a:lnTo>
                    <a:pt x="11968" y="6546"/>
                  </a:lnTo>
                  <a:lnTo>
                    <a:pt x="12188" y="6864"/>
                  </a:lnTo>
                  <a:lnTo>
                    <a:pt x="12383" y="7181"/>
                  </a:lnTo>
                  <a:lnTo>
                    <a:pt x="12554" y="7523"/>
                  </a:lnTo>
                  <a:lnTo>
                    <a:pt x="12676" y="7890"/>
                  </a:lnTo>
                  <a:lnTo>
                    <a:pt x="12774" y="8280"/>
                  </a:lnTo>
                  <a:lnTo>
                    <a:pt x="12847" y="8671"/>
                  </a:lnTo>
                  <a:lnTo>
                    <a:pt x="12872" y="9086"/>
                  </a:lnTo>
                  <a:lnTo>
                    <a:pt x="12847" y="9477"/>
                  </a:lnTo>
                  <a:lnTo>
                    <a:pt x="12774" y="9868"/>
                  </a:lnTo>
                  <a:lnTo>
                    <a:pt x="12676" y="10259"/>
                  </a:lnTo>
                  <a:lnTo>
                    <a:pt x="12554" y="10625"/>
                  </a:lnTo>
                  <a:lnTo>
                    <a:pt x="12383" y="10967"/>
                  </a:lnTo>
                  <a:lnTo>
                    <a:pt x="12188" y="11309"/>
                  </a:lnTo>
                  <a:lnTo>
                    <a:pt x="11968" y="11602"/>
                  </a:lnTo>
                  <a:lnTo>
                    <a:pt x="11700" y="11895"/>
                  </a:lnTo>
                  <a:lnTo>
                    <a:pt x="11406" y="12139"/>
                  </a:lnTo>
                  <a:lnTo>
                    <a:pt x="11113" y="12383"/>
                  </a:lnTo>
                  <a:lnTo>
                    <a:pt x="10796" y="12579"/>
                  </a:lnTo>
                  <a:lnTo>
                    <a:pt x="10430" y="12750"/>
                  </a:lnTo>
                  <a:lnTo>
                    <a:pt x="10063" y="12872"/>
                  </a:lnTo>
                  <a:lnTo>
                    <a:pt x="9697" y="12970"/>
                  </a:lnTo>
                  <a:lnTo>
                    <a:pt x="9306" y="13018"/>
                  </a:lnTo>
                  <a:lnTo>
                    <a:pt x="8891" y="13043"/>
                  </a:lnTo>
                  <a:lnTo>
                    <a:pt x="8476" y="13018"/>
                  </a:lnTo>
                  <a:lnTo>
                    <a:pt x="8085" y="12970"/>
                  </a:lnTo>
                  <a:lnTo>
                    <a:pt x="7719" y="12872"/>
                  </a:lnTo>
                  <a:lnTo>
                    <a:pt x="7352" y="12750"/>
                  </a:lnTo>
                  <a:lnTo>
                    <a:pt x="6986" y="12579"/>
                  </a:lnTo>
                  <a:lnTo>
                    <a:pt x="6668" y="12383"/>
                  </a:lnTo>
                  <a:lnTo>
                    <a:pt x="6375" y="12139"/>
                  </a:lnTo>
                  <a:lnTo>
                    <a:pt x="6082" y="11895"/>
                  </a:lnTo>
                  <a:lnTo>
                    <a:pt x="5814" y="11602"/>
                  </a:lnTo>
                  <a:lnTo>
                    <a:pt x="5594" y="11309"/>
                  </a:lnTo>
                  <a:lnTo>
                    <a:pt x="5398" y="10967"/>
                  </a:lnTo>
                  <a:lnTo>
                    <a:pt x="5227" y="10625"/>
                  </a:lnTo>
                  <a:lnTo>
                    <a:pt x="5105" y="10259"/>
                  </a:lnTo>
                  <a:lnTo>
                    <a:pt x="5008" y="9868"/>
                  </a:lnTo>
                  <a:lnTo>
                    <a:pt x="4934" y="9477"/>
                  </a:lnTo>
                  <a:lnTo>
                    <a:pt x="4910" y="9086"/>
                  </a:lnTo>
                  <a:lnTo>
                    <a:pt x="4934" y="8671"/>
                  </a:lnTo>
                  <a:lnTo>
                    <a:pt x="5008" y="8280"/>
                  </a:lnTo>
                  <a:lnTo>
                    <a:pt x="5105" y="7890"/>
                  </a:lnTo>
                  <a:lnTo>
                    <a:pt x="5227" y="7523"/>
                  </a:lnTo>
                  <a:lnTo>
                    <a:pt x="5398" y="7181"/>
                  </a:lnTo>
                  <a:lnTo>
                    <a:pt x="5594" y="6864"/>
                  </a:lnTo>
                  <a:lnTo>
                    <a:pt x="5814" y="6546"/>
                  </a:lnTo>
                  <a:lnTo>
                    <a:pt x="6082" y="6278"/>
                  </a:lnTo>
                  <a:lnTo>
                    <a:pt x="6375" y="6009"/>
                  </a:lnTo>
                  <a:lnTo>
                    <a:pt x="6668" y="5789"/>
                  </a:lnTo>
                  <a:lnTo>
                    <a:pt x="6986" y="5594"/>
                  </a:lnTo>
                  <a:lnTo>
                    <a:pt x="7352" y="5423"/>
                  </a:lnTo>
                  <a:lnTo>
                    <a:pt x="7719" y="5276"/>
                  </a:lnTo>
                  <a:lnTo>
                    <a:pt x="8085" y="5179"/>
                  </a:lnTo>
                  <a:lnTo>
                    <a:pt x="8476" y="5130"/>
                  </a:lnTo>
                  <a:lnTo>
                    <a:pt x="8891" y="5105"/>
                  </a:lnTo>
                  <a:close/>
                  <a:moveTo>
                    <a:pt x="5301" y="1"/>
                  </a:moveTo>
                  <a:lnTo>
                    <a:pt x="5154" y="50"/>
                  </a:lnTo>
                  <a:lnTo>
                    <a:pt x="5008" y="123"/>
                  </a:lnTo>
                  <a:lnTo>
                    <a:pt x="4861" y="221"/>
                  </a:lnTo>
                  <a:lnTo>
                    <a:pt x="4739" y="318"/>
                  </a:lnTo>
                  <a:lnTo>
                    <a:pt x="4641" y="465"/>
                  </a:lnTo>
                  <a:lnTo>
                    <a:pt x="4568" y="611"/>
                  </a:lnTo>
                  <a:lnTo>
                    <a:pt x="4519" y="758"/>
                  </a:lnTo>
                  <a:lnTo>
                    <a:pt x="4080" y="2565"/>
                  </a:lnTo>
                  <a:lnTo>
                    <a:pt x="3249" y="2565"/>
                  </a:lnTo>
                  <a:lnTo>
                    <a:pt x="3249" y="2468"/>
                  </a:lnTo>
                  <a:lnTo>
                    <a:pt x="3225" y="2370"/>
                  </a:lnTo>
                  <a:lnTo>
                    <a:pt x="3176" y="2297"/>
                  </a:lnTo>
                  <a:lnTo>
                    <a:pt x="3103" y="2223"/>
                  </a:lnTo>
                  <a:lnTo>
                    <a:pt x="3054" y="2150"/>
                  </a:lnTo>
                  <a:lnTo>
                    <a:pt x="2956" y="2126"/>
                  </a:lnTo>
                  <a:lnTo>
                    <a:pt x="2858" y="2077"/>
                  </a:lnTo>
                  <a:lnTo>
                    <a:pt x="1955" y="2077"/>
                  </a:lnTo>
                  <a:lnTo>
                    <a:pt x="1857" y="2126"/>
                  </a:lnTo>
                  <a:lnTo>
                    <a:pt x="1784" y="2150"/>
                  </a:lnTo>
                  <a:lnTo>
                    <a:pt x="1711" y="2223"/>
                  </a:lnTo>
                  <a:lnTo>
                    <a:pt x="1637" y="2297"/>
                  </a:lnTo>
                  <a:lnTo>
                    <a:pt x="1613" y="2370"/>
                  </a:lnTo>
                  <a:lnTo>
                    <a:pt x="1564" y="2468"/>
                  </a:lnTo>
                  <a:lnTo>
                    <a:pt x="1564" y="2565"/>
                  </a:lnTo>
                  <a:lnTo>
                    <a:pt x="782" y="2565"/>
                  </a:lnTo>
                  <a:lnTo>
                    <a:pt x="636" y="2590"/>
                  </a:lnTo>
                  <a:lnTo>
                    <a:pt x="489" y="2639"/>
                  </a:lnTo>
                  <a:lnTo>
                    <a:pt x="343" y="2687"/>
                  </a:lnTo>
                  <a:lnTo>
                    <a:pt x="221" y="2785"/>
                  </a:lnTo>
                  <a:lnTo>
                    <a:pt x="123" y="2907"/>
                  </a:lnTo>
                  <a:lnTo>
                    <a:pt x="74" y="3054"/>
                  </a:lnTo>
                  <a:lnTo>
                    <a:pt x="25" y="3200"/>
                  </a:lnTo>
                  <a:lnTo>
                    <a:pt x="1" y="3347"/>
                  </a:lnTo>
                  <a:lnTo>
                    <a:pt x="1" y="14020"/>
                  </a:lnTo>
                  <a:lnTo>
                    <a:pt x="25" y="14191"/>
                  </a:lnTo>
                  <a:lnTo>
                    <a:pt x="74" y="14337"/>
                  </a:lnTo>
                  <a:lnTo>
                    <a:pt x="123" y="14459"/>
                  </a:lnTo>
                  <a:lnTo>
                    <a:pt x="221" y="14581"/>
                  </a:lnTo>
                  <a:lnTo>
                    <a:pt x="343" y="14679"/>
                  </a:lnTo>
                  <a:lnTo>
                    <a:pt x="489" y="14752"/>
                  </a:lnTo>
                  <a:lnTo>
                    <a:pt x="636" y="14801"/>
                  </a:lnTo>
                  <a:lnTo>
                    <a:pt x="17146" y="14801"/>
                  </a:lnTo>
                  <a:lnTo>
                    <a:pt x="17292" y="14752"/>
                  </a:lnTo>
                  <a:lnTo>
                    <a:pt x="17439" y="14679"/>
                  </a:lnTo>
                  <a:lnTo>
                    <a:pt x="17561" y="14581"/>
                  </a:lnTo>
                  <a:lnTo>
                    <a:pt x="17659" y="14459"/>
                  </a:lnTo>
                  <a:lnTo>
                    <a:pt x="17708" y="14337"/>
                  </a:lnTo>
                  <a:lnTo>
                    <a:pt x="17756" y="14191"/>
                  </a:lnTo>
                  <a:lnTo>
                    <a:pt x="17781" y="14020"/>
                  </a:lnTo>
                  <a:lnTo>
                    <a:pt x="17781" y="3347"/>
                  </a:lnTo>
                  <a:lnTo>
                    <a:pt x="17756" y="3200"/>
                  </a:lnTo>
                  <a:lnTo>
                    <a:pt x="17708" y="3054"/>
                  </a:lnTo>
                  <a:lnTo>
                    <a:pt x="17659" y="2907"/>
                  </a:lnTo>
                  <a:lnTo>
                    <a:pt x="17561" y="2785"/>
                  </a:lnTo>
                  <a:lnTo>
                    <a:pt x="17439" y="2687"/>
                  </a:lnTo>
                  <a:lnTo>
                    <a:pt x="17292" y="2639"/>
                  </a:lnTo>
                  <a:lnTo>
                    <a:pt x="17146" y="2590"/>
                  </a:lnTo>
                  <a:lnTo>
                    <a:pt x="16999" y="2565"/>
                  </a:lnTo>
                  <a:lnTo>
                    <a:pt x="13702" y="2565"/>
                  </a:lnTo>
                  <a:lnTo>
                    <a:pt x="13263" y="758"/>
                  </a:lnTo>
                  <a:lnTo>
                    <a:pt x="13214" y="611"/>
                  </a:lnTo>
                  <a:lnTo>
                    <a:pt x="13141" y="465"/>
                  </a:lnTo>
                  <a:lnTo>
                    <a:pt x="13043" y="318"/>
                  </a:lnTo>
                  <a:lnTo>
                    <a:pt x="12921" y="221"/>
                  </a:lnTo>
                  <a:lnTo>
                    <a:pt x="12774" y="123"/>
                  </a:lnTo>
                  <a:lnTo>
                    <a:pt x="12628" y="50"/>
                  </a:lnTo>
                  <a:lnTo>
                    <a:pt x="12481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137" name="Google Shape;137;p59"/>
          <p:cNvGrpSpPr/>
          <p:nvPr/>
        </p:nvGrpSpPr>
        <p:grpSpPr>
          <a:xfrm>
            <a:off x="6484618" y="1585634"/>
            <a:ext cx="355300" cy="312413"/>
            <a:chOff x="1928175" y="312600"/>
            <a:chExt cx="425000" cy="373700"/>
          </a:xfrm>
        </p:grpSpPr>
        <p:sp>
          <p:nvSpPr>
            <p:cNvPr id="138" name="Google Shape;138;p59"/>
            <p:cNvSpPr/>
            <p:nvPr/>
          </p:nvSpPr>
          <p:spPr>
            <a:xfrm>
              <a:off x="1928175" y="312600"/>
              <a:ext cx="425000" cy="373700"/>
            </a:xfrm>
            <a:custGeom>
              <a:rect b="b" l="l" r="r" t="t"/>
              <a:pathLst>
                <a:path extrusionOk="0" h="14948" w="17000">
                  <a:moveTo>
                    <a:pt x="16022" y="978"/>
                  </a:moveTo>
                  <a:lnTo>
                    <a:pt x="16022" y="13971"/>
                  </a:lnTo>
                  <a:lnTo>
                    <a:pt x="978" y="13971"/>
                  </a:lnTo>
                  <a:lnTo>
                    <a:pt x="978" y="978"/>
                  </a:lnTo>
                  <a:close/>
                  <a:moveTo>
                    <a:pt x="782" y="1"/>
                  </a:moveTo>
                  <a:lnTo>
                    <a:pt x="636" y="25"/>
                  </a:lnTo>
                  <a:lnTo>
                    <a:pt x="489" y="74"/>
                  </a:lnTo>
                  <a:lnTo>
                    <a:pt x="343" y="147"/>
                  </a:lnTo>
                  <a:lnTo>
                    <a:pt x="221" y="245"/>
                  </a:lnTo>
                  <a:lnTo>
                    <a:pt x="123" y="343"/>
                  </a:lnTo>
                  <a:lnTo>
                    <a:pt x="74" y="489"/>
                  </a:lnTo>
                  <a:lnTo>
                    <a:pt x="25" y="636"/>
                  </a:lnTo>
                  <a:lnTo>
                    <a:pt x="1" y="782"/>
                  </a:lnTo>
                  <a:lnTo>
                    <a:pt x="1" y="14166"/>
                  </a:lnTo>
                  <a:lnTo>
                    <a:pt x="25" y="14313"/>
                  </a:lnTo>
                  <a:lnTo>
                    <a:pt x="74" y="14459"/>
                  </a:lnTo>
                  <a:lnTo>
                    <a:pt x="123" y="14606"/>
                  </a:lnTo>
                  <a:lnTo>
                    <a:pt x="221" y="14703"/>
                  </a:lnTo>
                  <a:lnTo>
                    <a:pt x="343" y="14801"/>
                  </a:lnTo>
                  <a:lnTo>
                    <a:pt x="489" y="14874"/>
                  </a:lnTo>
                  <a:lnTo>
                    <a:pt x="636" y="14923"/>
                  </a:lnTo>
                  <a:lnTo>
                    <a:pt x="782" y="14948"/>
                  </a:lnTo>
                  <a:lnTo>
                    <a:pt x="16218" y="14948"/>
                  </a:lnTo>
                  <a:lnTo>
                    <a:pt x="16364" y="14923"/>
                  </a:lnTo>
                  <a:lnTo>
                    <a:pt x="16511" y="14874"/>
                  </a:lnTo>
                  <a:lnTo>
                    <a:pt x="16657" y="14801"/>
                  </a:lnTo>
                  <a:lnTo>
                    <a:pt x="16779" y="14703"/>
                  </a:lnTo>
                  <a:lnTo>
                    <a:pt x="16877" y="14606"/>
                  </a:lnTo>
                  <a:lnTo>
                    <a:pt x="16926" y="14459"/>
                  </a:lnTo>
                  <a:lnTo>
                    <a:pt x="16975" y="14313"/>
                  </a:lnTo>
                  <a:lnTo>
                    <a:pt x="16999" y="14166"/>
                  </a:lnTo>
                  <a:lnTo>
                    <a:pt x="16999" y="782"/>
                  </a:lnTo>
                  <a:lnTo>
                    <a:pt x="16975" y="636"/>
                  </a:lnTo>
                  <a:lnTo>
                    <a:pt x="16926" y="489"/>
                  </a:lnTo>
                  <a:lnTo>
                    <a:pt x="16877" y="343"/>
                  </a:lnTo>
                  <a:lnTo>
                    <a:pt x="16779" y="245"/>
                  </a:lnTo>
                  <a:lnTo>
                    <a:pt x="16657" y="147"/>
                  </a:lnTo>
                  <a:lnTo>
                    <a:pt x="16511" y="74"/>
                  </a:lnTo>
                  <a:lnTo>
                    <a:pt x="16364" y="25"/>
                  </a:lnTo>
                  <a:lnTo>
                    <a:pt x="16218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39" name="Google Shape;139;p59"/>
            <p:cNvSpPr/>
            <p:nvPr/>
          </p:nvSpPr>
          <p:spPr>
            <a:xfrm>
              <a:off x="1964825" y="349250"/>
              <a:ext cx="351700" cy="300425"/>
            </a:xfrm>
            <a:custGeom>
              <a:rect b="b" l="l" r="r" t="t"/>
              <a:pathLst>
                <a:path extrusionOk="0" h="12017" w="14068">
                  <a:moveTo>
                    <a:pt x="10111" y="1563"/>
                  </a:moveTo>
                  <a:lnTo>
                    <a:pt x="10307" y="1588"/>
                  </a:lnTo>
                  <a:lnTo>
                    <a:pt x="10502" y="1612"/>
                  </a:lnTo>
                  <a:lnTo>
                    <a:pt x="10697" y="1661"/>
                  </a:lnTo>
                  <a:lnTo>
                    <a:pt x="10868" y="1734"/>
                  </a:lnTo>
                  <a:lnTo>
                    <a:pt x="11039" y="1807"/>
                  </a:lnTo>
                  <a:lnTo>
                    <a:pt x="11186" y="1905"/>
                  </a:lnTo>
                  <a:lnTo>
                    <a:pt x="11357" y="2027"/>
                  </a:lnTo>
                  <a:lnTo>
                    <a:pt x="11479" y="2149"/>
                  </a:lnTo>
                  <a:lnTo>
                    <a:pt x="11625" y="2271"/>
                  </a:lnTo>
                  <a:lnTo>
                    <a:pt x="11723" y="2442"/>
                  </a:lnTo>
                  <a:lnTo>
                    <a:pt x="11821" y="2589"/>
                  </a:lnTo>
                  <a:lnTo>
                    <a:pt x="11894" y="2760"/>
                  </a:lnTo>
                  <a:lnTo>
                    <a:pt x="11967" y="2955"/>
                  </a:lnTo>
                  <a:lnTo>
                    <a:pt x="12016" y="3126"/>
                  </a:lnTo>
                  <a:lnTo>
                    <a:pt x="12041" y="3322"/>
                  </a:lnTo>
                  <a:lnTo>
                    <a:pt x="12065" y="3517"/>
                  </a:lnTo>
                  <a:lnTo>
                    <a:pt x="12041" y="3737"/>
                  </a:lnTo>
                  <a:lnTo>
                    <a:pt x="12016" y="3908"/>
                  </a:lnTo>
                  <a:lnTo>
                    <a:pt x="11967" y="4103"/>
                  </a:lnTo>
                  <a:lnTo>
                    <a:pt x="11894" y="4274"/>
                  </a:lnTo>
                  <a:lnTo>
                    <a:pt x="11821" y="4445"/>
                  </a:lnTo>
                  <a:lnTo>
                    <a:pt x="11723" y="4616"/>
                  </a:lnTo>
                  <a:lnTo>
                    <a:pt x="11625" y="4763"/>
                  </a:lnTo>
                  <a:lnTo>
                    <a:pt x="11479" y="4909"/>
                  </a:lnTo>
                  <a:lnTo>
                    <a:pt x="11357" y="5031"/>
                  </a:lnTo>
                  <a:lnTo>
                    <a:pt x="11186" y="5153"/>
                  </a:lnTo>
                  <a:lnTo>
                    <a:pt x="11039" y="5251"/>
                  </a:lnTo>
                  <a:lnTo>
                    <a:pt x="10868" y="5324"/>
                  </a:lnTo>
                  <a:lnTo>
                    <a:pt x="10697" y="5398"/>
                  </a:lnTo>
                  <a:lnTo>
                    <a:pt x="10502" y="5446"/>
                  </a:lnTo>
                  <a:lnTo>
                    <a:pt x="10307" y="5471"/>
                  </a:lnTo>
                  <a:lnTo>
                    <a:pt x="9916" y="5471"/>
                  </a:lnTo>
                  <a:lnTo>
                    <a:pt x="9720" y="5446"/>
                  </a:lnTo>
                  <a:lnTo>
                    <a:pt x="9525" y="5398"/>
                  </a:lnTo>
                  <a:lnTo>
                    <a:pt x="9354" y="5324"/>
                  </a:lnTo>
                  <a:lnTo>
                    <a:pt x="9183" y="5251"/>
                  </a:lnTo>
                  <a:lnTo>
                    <a:pt x="9012" y="5153"/>
                  </a:lnTo>
                  <a:lnTo>
                    <a:pt x="8866" y="5031"/>
                  </a:lnTo>
                  <a:lnTo>
                    <a:pt x="8719" y="4909"/>
                  </a:lnTo>
                  <a:lnTo>
                    <a:pt x="8597" y="4763"/>
                  </a:lnTo>
                  <a:lnTo>
                    <a:pt x="8475" y="4616"/>
                  </a:lnTo>
                  <a:lnTo>
                    <a:pt x="8377" y="4445"/>
                  </a:lnTo>
                  <a:lnTo>
                    <a:pt x="8304" y="4274"/>
                  </a:lnTo>
                  <a:lnTo>
                    <a:pt x="8231" y="4103"/>
                  </a:lnTo>
                  <a:lnTo>
                    <a:pt x="8182" y="3908"/>
                  </a:lnTo>
                  <a:lnTo>
                    <a:pt x="8157" y="3737"/>
                  </a:lnTo>
                  <a:lnTo>
                    <a:pt x="8157" y="3517"/>
                  </a:lnTo>
                  <a:lnTo>
                    <a:pt x="8157" y="3322"/>
                  </a:lnTo>
                  <a:lnTo>
                    <a:pt x="8182" y="3126"/>
                  </a:lnTo>
                  <a:lnTo>
                    <a:pt x="8231" y="2955"/>
                  </a:lnTo>
                  <a:lnTo>
                    <a:pt x="8304" y="2760"/>
                  </a:lnTo>
                  <a:lnTo>
                    <a:pt x="8377" y="2589"/>
                  </a:lnTo>
                  <a:lnTo>
                    <a:pt x="8475" y="2442"/>
                  </a:lnTo>
                  <a:lnTo>
                    <a:pt x="8597" y="2271"/>
                  </a:lnTo>
                  <a:lnTo>
                    <a:pt x="8719" y="2149"/>
                  </a:lnTo>
                  <a:lnTo>
                    <a:pt x="8866" y="2027"/>
                  </a:lnTo>
                  <a:lnTo>
                    <a:pt x="9012" y="1905"/>
                  </a:lnTo>
                  <a:lnTo>
                    <a:pt x="9183" y="1807"/>
                  </a:lnTo>
                  <a:lnTo>
                    <a:pt x="9354" y="1734"/>
                  </a:lnTo>
                  <a:lnTo>
                    <a:pt x="9525" y="1661"/>
                  </a:lnTo>
                  <a:lnTo>
                    <a:pt x="9720" y="1612"/>
                  </a:lnTo>
                  <a:lnTo>
                    <a:pt x="9916" y="1588"/>
                  </a:lnTo>
                  <a:lnTo>
                    <a:pt x="10111" y="1563"/>
                  </a:lnTo>
                  <a:close/>
                  <a:moveTo>
                    <a:pt x="0" y="0"/>
                  </a:moveTo>
                  <a:lnTo>
                    <a:pt x="0" y="9232"/>
                  </a:lnTo>
                  <a:lnTo>
                    <a:pt x="3248" y="5080"/>
                  </a:lnTo>
                  <a:lnTo>
                    <a:pt x="3346" y="4958"/>
                  </a:lnTo>
                  <a:lnTo>
                    <a:pt x="3468" y="4885"/>
                  </a:lnTo>
                  <a:lnTo>
                    <a:pt x="3590" y="4836"/>
                  </a:lnTo>
                  <a:lnTo>
                    <a:pt x="3737" y="4811"/>
                  </a:lnTo>
                  <a:lnTo>
                    <a:pt x="3859" y="4836"/>
                  </a:lnTo>
                  <a:lnTo>
                    <a:pt x="4005" y="4885"/>
                  </a:lnTo>
                  <a:lnTo>
                    <a:pt x="4128" y="4958"/>
                  </a:lnTo>
                  <a:lnTo>
                    <a:pt x="4225" y="5080"/>
                  </a:lnTo>
                  <a:lnTo>
                    <a:pt x="9647" y="12016"/>
                  </a:lnTo>
                  <a:lnTo>
                    <a:pt x="10233" y="12016"/>
                  </a:lnTo>
                  <a:lnTo>
                    <a:pt x="10087" y="11772"/>
                  </a:lnTo>
                  <a:lnTo>
                    <a:pt x="8157" y="9305"/>
                  </a:lnTo>
                  <a:lnTo>
                    <a:pt x="9403" y="7718"/>
                  </a:lnTo>
                  <a:lnTo>
                    <a:pt x="9501" y="7596"/>
                  </a:lnTo>
                  <a:lnTo>
                    <a:pt x="9623" y="7522"/>
                  </a:lnTo>
                  <a:lnTo>
                    <a:pt x="9745" y="7473"/>
                  </a:lnTo>
                  <a:lnTo>
                    <a:pt x="9891" y="7449"/>
                  </a:lnTo>
                  <a:lnTo>
                    <a:pt x="10014" y="7473"/>
                  </a:lnTo>
                  <a:lnTo>
                    <a:pt x="10160" y="7522"/>
                  </a:lnTo>
                  <a:lnTo>
                    <a:pt x="10282" y="7596"/>
                  </a:lnTo>
                  <a:lnTo>
                    <a:pt x="10380" y="7718"/>
                  </a:lnTo>
                  <a:lnTo>
                    <a:pt x="13750" y="12016"/>
                  </a:lnTo>
                  <a:lnTo>
                    <a:pt x="14068" y="12016"/>
                  </a:lnTo>
                  <a:lnTo>
                    <a:pt x="14068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140" name="Google Shape;140;p59"/>
          <p:cNvSpPr/>
          <p:nvPr/>
        </p:nvSpPr>
        <p:spPr>
          <a:xfrm>
            <a:off x="7080395" y="1574420"/>
            <a:ext cx="290970" cy="334860"/>
          </a:xfrm>
          <a:custGeom>
            <a:rect b="b" l="l" r="r" t="t"/>
            <a:pathLst>
              <a:path extrusionOk="0" h="16022" w="13922">
                <a:moveTo>
                  <a:pt x="13922" y="0"/>
                </a:moveTo>
                <a:lnTo>
                  <a:pt x="3249" y="3249"/>
                </a:lnTo>
                <a:lnTo>
                  <a:pt x="3249" y="12651"/>
                </a:lnTo>
                <a:lnTo>
                  <a:pt x="2907" y="12627"/>
                </a:lnTo>
                <a:lnTo>
                  <a:pt x="2565" y="12627"/>
                </a:lnTo>
                <a:lnTo>
                  <a:pt x="2198" y="12676"/>
                </a:lnTo>
                <a:lnTo>
                  <a:pt x="1832" y="12774"/>
                </a:lnTo>
                <a:lnTo>
                  <a:pt x="1612" y="12847"/>
                </a:lnTo>
                <a:lnTo>
                  <a:pt x="1393" y="12945"/>
                </a:lnTo>
                <a:lnTo>
                  <a:pt x="1197" y="13067"/>
                </a:lnTo>
                <a:lnTo>
                  <a:pt x="1002" y="13164"/>
                </a:lnTo>
                <a:lnTo>
                  <a:pt x="806" y="13311"/>
                </a:lnTo>
                <a:lnTo>
                  <a:pt x="660" y="13433"/>
                </a:lnTo>
                <a:lnTo>
                  <a:pt x="513" y="13580"/>
                </a:lnTo>
                <a:lnTo>
                  <a:pt x="391" y="13726"/>
                </a:lnTo>
                <a:lnTo>
                  <a:pt x="269" y="13897"/>
                </a:lnTo>
                <a:lnTo>
                  <a:pt x="171" y="14044"/>
                </a:lnTo>
                <a:lnTo>
                  <a:pt x="98" y="14215"/>
                </a:lnTo>
                <a:lnTo>
                  <a:pt x="49" y="14386"/>
                </a:lnTo>
                <a:lnTo>
                  <a:pt x="25" y="14532"/>
                </a:lnTo>
                <a:lnTo>
                  <a:pt x="0" y="14703"/>
                </a:lnTo>
                <a:lnTo>
                  <a:pt x="25" y="14874"/>
                </a:lnTo>
                <a:lnTo>
                  <a:pt x="49" y="15021"/>
                </a:lnTo>
                <a:lnTo>
                  <a:pt x="123" y="15191"/>
                </a:lnTo>
                <a:lnTo>
                  <a:pt x="196" y="15338"/>
                </a:lnTo>
                <a:lnTo>
                  <a:pt x="293" y="15460"/>
                </a:lnTo>
                <a:lnTo>
                  <a:pt x="416" y="15582"/>
                </a:lnTo>
                <a:lnTo>
                  <a:pt x="562" y="15680"/>
                </a:lnTo>
                <a:lnTo>
                  <a:pt x="709" y="15778"/>
                </a:lnTo>
                <a:lnTo>
                  <a:pt x="880" y="15851"/>
                </a:lnTo>
                <a:lnTo>
                  <a:pt x="1075" y="15924"/>
                </a:lnTo>
                <a:lnTo>
                  <a:pt x="1246" y="15973"/>
                </a:lnTo>
                <a:lnTo>
                  <a:pt x="1466" y="15997"/>
                </a:lnTo>
                <a:lnTo>
                  <a:pt x="1661" y="16022"/>
                </a:lnTo>
                <a:lnTo>
                  <a:pt x="1881" y="16022"/>
                </a:lnTo>
                <a:lnTo>
                  <a:pt x="2101" y="15997"/>
                </a:lnTo>
                <a:lnTo>
                  <a:pt x="2345" y="15973"/>
                </a:lnTo>
                <a:lnTo>
                  <a:pt x="2565" y="15924"/>
                </a:lnTo>
                <a:lnTo>
                  <a:pt x="2809" y="15875"/>
                </a:lnTo>
                <a:lnTo>
                  <a:pt x="3224" y="15704"/>
                </a:lnTo>
                <a:lnTo>
                  <a:pt x="3591" y="15509"/>
                </a:lnTo>
                <a:lnTo>
                  <a:pt x="3908" y="15289"/>
                </a:lnTo>
                <a:lnTo>
                  <a:pt x="4177" y="15021"/>
                </a:lnTo>
                <a:lnTo>
                  <a:pt x="4372" y="14752"/>
                </a:lnTo>
                <a:lnTo>
                  <a:pt x="4470" y="14605"/>
                </a:lnTo>
                <a:lnTo>
                  <a:pt x="4543" y="14459"/>
                </a:lnTo>
                <a:lnTo>
                  <a:pt x="4592" y="14312"/>
                </a:lnTo>
                <a:lnTo>
                  <a:pt x="4616" y="14166"/>
                </a:lnTo>
                <a:lnTo>
                  <a:pt x="4641" y="14019"/>
                </a:lnTo>
                <a:lnTo>
                  <a:pt x="4641" y="13873"/>
                </a:lnTo>
                <a:lnTo>
                  <a:pt x="4641" y="6204"/>
                </a:lnTo>
                <a:lnTo>
                  <a:pt x="12505" y="3737"/>
                </a:lnTo>
                <a:lnTo>
                  <a:pt x="12505" y="10136"/>
                </a:lnTo>
                <a:lnTo>
                  <a:pt x="12187" y="10111"/>
                </a:lnTo>
                <a:lnTo>
                  <a:pt x="11846" y="10111"/>
                </a:lnTo>
                <a:lnTo>
                  <a:pt x="11479" y="10160"/>
                </a:lnTo>
                <a:lnTo>
                  <a:pt x="11113" y="10258"/>
                </a:lnTo>
                <a:lnTo>
                  <a:pt x="10893" y="10331"/>
                </a:lnTo>
                <a:lnTo>
                  <a:pt x="10673" y="10429"/>
                </a:lnTo>
                <a:lnTo>
                  <a:pt x="10453" y="10551"/>
                </a:lnTo>
                <a:lnTo>
                  <a:pt x="10283" y="10649"/>
                </a:lnTo>
                <a:lnTo>
                  <a:pt x="10087" y="10795"/>
                </a:lnTo>
                <a:lnTo>
                  <a:pt x="9941" y="10917"/>
                </a:lnTo>
                <a:lnTo>
                  <a:pt x="9794" y="11064"/>
                </a:lnTo>
                <a:lnTo>
                  <a:pt x="9648" y="11211"/>
                </a:lnTo>
                <a:lnTo>
                  <a:pt x="9550" y="11381"/>
                </a:lnTo>
                <a:lnTo>
                  <a:pt x="9452" y="11528"/>
                </a:lnTo>
                <a:lnTo>
                  <a:pt x="9379" y="11699"/>
                </a:lnTo>
                <a:lnTo>
                  <a:pt x="9330" y="11870"/>
                </a:lnTo>
                <a:lnTo>
                  <a:pt x="9306" y="12016"/>
                </a:lnTo>
                <a:lnTo>
                  <a:pt x="9281" y="12187"/>
                </a:lnTo>
                <a:lnTo>
                  <a:pt x="9306" y="12358"/>
                </a:lnTo>
                <a:lnTo>
                  <a:pt x="9330" y="12505"/>
                </a:lnTo>
                <a:lnTo>
                  <a:pt x="9403" y="12676"/>
                </a:lnTo>
                <a:lnTo>
                  <a:pt x="9477" y="12822"/>
                </a:lnTo>
                <a:lnTo>
                  <a:pt x="9574" y="12945"/>
                </a:lnTo>
                <a:lnTo>
                  <a:pt x="9696" y="13067"/>
                </a:lnTo>
                <a:lnTo>
                  <a:pt x="9843" y="13164"/>
                </a:lnTo>
                <a:lnTo>
                  <a:pt x="9989" y="13262"/>
                </a:lnTo>
                <a:lnTo>
                  <a:pt x="10160" y="13335"/>
                </a:lnTo>
                <a:lnTo>
                  <a:pt x="10331" y="13409"/>
                </a:lnTo>
                <a:lnTo>
                  <a:pt x="10527" y="13457"/>
                </a:lnTo>
                <a:lnTo>
                  <a:pt x="10747" y="13482"/>
                </a:lnTo>
                <a:lnTo>
                  <a:pt x="10942" y="13506"/>
                </a:lnTo>
                <a:lnTo>
                  <a:pt x="11162" y="13506"/>
                </a:lnTo>
                <a:lnTo>
                  <a:pt x="11382" y="13482"/>
                </a:lnTo>
                <a:lnTo>
                  <a:pt x="11626" y="13457"/>
                </a:lnTo>
                <a:lnTo>
                  <a:pt x="11846" y="13409"/>
                </a:lnTo>
                <a:lnTo>
                  <a:pt x="12090" y="13360"/>
                </a:lnTo>
                <a:lnTo>
                  <a:pt x="12456" y="13213"/>
                </a:lnTo>
                <a:lnTo>
                  <a:pt x="12798" y="13042"/>
                </a:lnTo>
                <a:lnTo>
                  <a:pt x="13091" y="12822"/>
                </a:lnTo>
                <a:lnTo>
                  <a:pt x="13360" y="12603"/>
                </a:lnTo>
                <a:lnTo>
                  <a:pt x="13580" y="12358"/>
                </a:lnTo>
                <a:lnTo>
                  <a:pt x="13751" y="12090"/>
                </a:lnTo>
                <a:lnTo>
                  <a:pt x="13848" y="11821"/>
                </a:lnTo>
                <a:lnTo>
                  <a:pt x="13897" y="11675"/>
                </a:lnTo>
                <a:lnTo>
                  <a:pt x="13922" y="11552"/>
                </a:lnTo>
                <a:lnTo>
                  <a:pt x="13922" y="0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41" name="Google Shape;141;p59"/>
          <p:cNvSpPr/>
          <p:nvPr/>
        </p:nvSpPr>
        <p:spPr>
          <a:xfrm>
            <a:off x="7663841" y="1575445"/>
            <a:ext cx="251176" cy="332812"/>
          </a:xfrm>
          <a:custGeom>
            <a:rect b="b" l="l" r="r" t="t"/>
            <a:pathLst>
              <a:path extrusionOk="0" h="15924" w="12018">
                <a:moveTo>
                  <a:pt x="6278" y="3444"/>
                </a:moveTo>
                <a:lnTo>
                  <a:pt x="6522" y="3493"/>
                </a:lnTo>
                <a:lnTo>
                  <a:pt x="6766" y="3542"/>
                </a:lnTo>
                <a:lnTo>
                  <a:pt x="7010" y="3639"/>
                </a:lnTo>
                <a:lnTo>
                  <a:pt x="7230" y="3737"/>
                </a:lnTo>
                <a:lnTo>
                  <a:pt x="7450" y="3883"/>
                </a:lnTo>
                <a:lnTo>
                  <a:pt x="7645" y="4030"/>
                </a:lnTo>
                <a:lnTo>
                  <a:pt x="7816" y="4201"/>
                </a:lnTo>
                <a:lnTo>
                  <a:pt x="7987" y="4372"/>
                </a:lnTo>
                <a:lnTo>
                  <a:pt x="8134" y="4567"/>
                </a:lnTo>
                <a:lnTo>
                  <a:pt x="8280" y="4787"/>
                </a:lnTo>
                <a:lnTo>
                  <a:pt x="8378" y="5007"/>
                </a:lnTo>
                <a:lnTo>
                  <a:pt x="8476" y="5251"/>
                </a:lnTo>
                <a:lnTo>
                  <a:pt x="8525" y="5495"/>
                </a:lnTo>
                <a:lnTo>
                  <a:pt x="8573" y="5740"/>
                </a:lnTo>
                <a:lnTo>
                  <a:pt x="8573" y="6008"/>
                </a:lnTo>
                <a:lnTo>
                  <a:pt x="8573" y="6277"/>
                </a:lnTo>
                <a:lnTo>
                  <a:pt x="8525" y="6521"/>
                </a:lnTo>
                <a:lnTo>
                  <a:pt x="8476" y="6765"/>
                </a:lnTo>
                <a:lnTo>
                  <a:pt x="8378" y="7010"/>
                </a:lnTo>
                <a:lnTo>
                  <a:pt x="8280" y="7229"/>
                </a:lnTo>
                <a:lnTo>
                  <a:pt x="8134" y="7449"/>
                </a:lnTo>
                <a:lnTo>
                  <a:pt x="7987" y="7645"/>
                </a:lnTo>
                <a:lnTo>
                  <a:pt x="7816" y="7816"/>
                </a:lnTo>
                <a:lnTo>
                  <a:pt x="7645" y="7987"/>
                </a:lnTo>
                <a:lnTo>
                  <a:pt x="7450" y="8133"/>
                </a:lnTo>
                <a:lnTo>
                  <a:pt x="7230" y="8280"/>
                </a:lnTo>
                <a:lnTo>
                  <a:pt x="7010" y="8377"/>
                </a:lnTo>
                <a:lnTo>
                  <a:pt x="6766" y="8475"/>
                </a:lnTo>
                <a:lnTo>
                  <a:pt x="6522" y="8524"/>
                </a:lnTo>
                <a:lnTo>
                  <a:pt x="6278" y="8573"/>
                </a:lnTo>
                <a:lnTo>
                  <a:pt x="5740" y="8573"/>
                </a:lnTo>
                <a:lnTo>
                  <a:pt x="5496" y="8524"/>
                </a:lnTo>
                <a:lnTo>
                  <a:pt x="5252" y="8475"/>
                </a:lnTo>
                <a:lnTo>
                  <a:pt x="5008" y="8377"/>
                </a:lnTo>
                <a:lnTo>
                  <a:pt x="4788" y="8280"/>
                </a:lnTo>
                <a:lnTo>
                  <a:pt x="4568" y="8133"/>
                </a:lnTo>
                <a:lnTo>
                  <a:pt x="4373" y="7987"/>
                </a:lnTo>
                <a:lnTo>
                  <a:pt x="4202" y="7816"/>
                </a:lnTo>
                <a:lnTo>
                  <a:pt x="4031" y="7645"/>
                </a:lnTo>
                <a:lnTo>
                  <a:pt x="3884" y="7449"/>
                </a:lnTo>
                <a:lnTo>
                  <a:pt x="3738" y="7229"/>
                </a:lnTo>
                <a:lnTo>
                  <a:pt x="3640" y="7010"/>
                </a:lnTo>
                <a:lnTo>
                  <a:pt x="3542" y="6765"/>
                </a:lnTo>
                <a:lnTo>
                  <a:pt x="3493" y="6521"/>
                </a:lnTo>
                <a:lnTo>
                  <a:pt x="3445" y="6277"/>
                </a:lnTo>
                <a:lnTo>
                  <a:pt x="3445" y="6008"/>
                </a:lnTo>
                <a:lnTo>
                  <a:pt x="3445" y="5740"/>
                </a:lnTo>
                <a:lnTo>
                  <a:pt x="3493" y="5495"/>
                </a:lnTo>
                <a:lnTo>
                  <a:pt x="3542" y="5251"/>
                </a:lnTo>
                <a:lnTo>
                  <a:pt x="3640" y="5007"/>
                </a:lnTo>
                <a:lnTo>
                  <a:pt x="3738" y="4787"/>
                </a:lnTo>
                <a:lnTo>
                  <a:pt x="3884" y="4567"/>
                </a:lnTo>
                <a:lnTo>
                  <a:pt x="4031" y="4372"/>
                </a:lnTo>
                <a:lnTo>
                  <a:pt x="4202" y="4201"/>
                </a:lnTo>
                <a:lnTo>
                  <a:pt x="4373" y="4030"/>
                </a:lnTo>
                <a:lnTo>
                  <a:pt x="4568" y="3883"/>
                </a:lnTo>
                <a:lnTo>
                  <a:pt x="4788" y="3737"/>
                </a:lnTo>
                <a:lnTo>
                  <a:pt x="5008" y="3639"/>
                </a:lnTo>
                <a:lnTo>
                  <a:pt x="5252" y="3542"/>
                </a:lnTo>
                <a:lnTo>
                  <a:pt x="5496" y="3493"/>
                </a:lnTo>
                <a:lnTo>
                  <a:pt x="5740" y="3444"/>
                </a:lnTo>
                <a:close/>
                <a:moveTo>
                  <a:pt x="5691" y="0"/>
                </a:moveTo>
                <a:lnTo>
                  <a:pt x="5398" y="25"/>
                </a:lnTo>
                <a:lnTo>
                  <a:pt x="5105" y="73"/>
                </a:lnTo>
                <a:lnTo>
                  <a:pt x="4788" y="122"/>
                </a:lnTo>
                <a:lnTo>
                  <a:pt x="4519" y="196"/>
                </a:lnTo>
                <a:lnTo>
                  <a:pt x="4226" y="269"/>
                </a:lnTo>
                <a:lnTo>
                  <a:pt x="3664" y="464"/>
                </a:lnTo>
                <a:lnTo>
                  <a:pt x="3152" y="733"/>
                </a:lnTo>
                <a:lnTo>
                  <a:pt x="2639" y="1026"/>
                </a:lnTo>
                <a:lnTo>
                  <a:pt x="2199" y="1368"/>
                </a:lnTo>
                <a:lnTo>
                  <a:pt x="1759" y="1759"/>
                </a:lnTo>
                <a:lnTo>
                  <a:pt x="1369" y="2198"/>
                </a:lnTo>
                <a:lnTo>
                  <a:pt x="1027" y="2638"/>
                </a:lnTo>
                <a:lnTo>
                  <a:pt x="734" y="3151"/>
                </a:lnTo>
                <a:lnTo>
                  <a:pt x="465" y="3664"/>
                </a:lnTo>
                <a:lnTo>
                  <a:pt x="270" y="4225"/>
                </a:lnTo>
                <a:lnTo>
                  <a:pt x="196" y="4518"/>
                </a:lnTo>
                <a:lnTo>
                  <a:pt x="123" y="4787"/>
                </a:lnTo>
                <a:lnTo>
                  <a:pt x="74" y="5105"/>
                </a:lnTo>
                <a:lnTo>
                  <a:pt x="25" y="5398"/>
                </a:lnTo>
                <a:lnTo>
                  <a:pt x="1" y="5691"/>
                </a:lnTo>
                <a:lnTo>
                  <a:pt x="1" y="6008"/>
                </a:lnTo>
                <a:lnTo>
                  <a:pt x="25" y="6448"/>
                </a:lnTo>
                <a:lnTo>
                  <a:pt x="74" y="6887"/>
                </a:lnTo>
                <a:lnTo>
                  <a:pt x="147" y="7352"/>
                </a:lnTo>
                <a:lnTo>
                  <a:pt x="270" y="7791"/>
                </a:lnTo>
                <a:lnTo>
                  <a:pt x="392" y="8231"/>
                </a:lnTo>
                <a:lnTo>
                  <a:pt x="563" y="8670"/>
                </a:lnTo>
                <a:lnTo>
                  <a:pt x="734" y="9110"/>
                </a:lnTo>
                <a:lnTo>
                  <a:pt x="929" y="9550"/>
                </a:lnTo>
                <a:lnTo>
                  <a:pt x="1149" y="9965"/>
                </a:lnTo>
                <a:lnTo>
                  <a:pt x="1393" y="10404"/>
                </a:lnTo>
                <a:lnTo>
                  <a:pt x="1906" y="11210"/>
                </a:lnTo>
                <a:lnTo>
                  <a:pt x="2443" y="11992"/>
                </a:lnTo>
                <a:lnTo>
                  <a:pt x="3005" y="12725"/>
                </a:lnTo>
                <a:lnTo>
                  <a:pt x="3567" y="13408"/>
                </a:lnTo>
                <a:lnTo>
                  <a:pt x="4104" y="14019"/>
                </a:lnTo>
                <a:lnTo>
                  <a:pt x="4617" y="14581"/>
                </a:lnTo>
                <a:lnTo>
                  <a:pt x="5081" y="15045"/>
                </a:lnTo>
                <a:lnTo>
                  <a:pt x="5740" y="15680"/>
                </a:lnTo>
                <a:lnTo>
                  <a:pt x="6009" y="15924"/>
                </a:lnTo>
                <a:lnTo>
                  <a:pt x="6278" y="15680"/>
                </a:lnTo>
                <a:lnTo>
                  <a:pt x="6937" y="15045"/>
                </a:lnTo>
                <a:lnTo>
                  <a:pt x="7401" y="14581"/>
                </a:lnTo>
                <a:lnTo>
                  <a:pt x="7914" y="14019"/>
                </a:lnTo>
                <a:lnTo>
                  <a:pt x="8451" y="13408"/>
                </a:lnTo>
                <a:lnTo>
                  <a:pt x="9013" y="12725"/>
                </a:lnTo>
                <a:lnTo>
                  <a:pt x="9575" y="11992"/>
                </a:lnTo>
                <a:lnTo>
                  <a:pt x="10112" y="11210"/>
                </a:lnTo>
                <a:lnTo>
                  <a:pt x="10625" y="10404"/>
                </a:lnTo>
                <a:lnTo>
                  <a:pt x="10869" y="9965"/>
                </a:lnTo>
                <a:lnTo>
                  <a:pt x="11089" y="9550"/>
                </a:lnTo>
                <a:lnTo>
                  <a:pt x="11284" y="9110"/>
                </a:lnTo>
                <a:lnTo>
                  <a:pt x="11455" y="8670"/>
                </a:lnTo>
                <a:lnTo>
                  <a:pt x="11626" y="8231"/>
                </a:lnTo>
                <a:lnTo>
                  <a:pt x="11748" y="7791"/>
                </a:lnTo>
                <a:lnTo>
                  <a:pt x="11871" y="7352"/>
                </a:lnTo>
                <a:lnTo>
                  <a:pt x="11944" y="6887"/>
                </a:lnTo>
                <a:lnTo>
                  <a:pt x="11993" y="6448"/>
                </a:lnTo>
                <a:lnTo>
                  <a:pt x="12017" y="6008"/>
                </a:lnTo>
                <a:lnTo>
                  <a:pt x="12017" y="5691"/>
                </a:lnTo>
                <a:lnTo>
                  <a:pt x="11993" y="5398"/>
                </a:lnTo>
                <a:lnTo>
                  <a:pt x="11944" y="5105"/>
                </a:lnTo>
                <a:lnTo>
                  <a:pt x="11895" y="4787"/>
                </a:lnTo>
                <a:lnTo>
                  <a:pt x="11822" y="4518"/>
                </a:lnTo>
                <a:lnTo>
                  <a:pt x="11748" y="4225"/>
                </a:lnTo>
                <a:lnTo>
                  <a:pt x="11553" y="3664"/>
                </a:lnTo>
                <a:lnTo>
                  <a:pt x="11284" y="3151"/>
                </a:lnTo>
                <a:lnTo>
                  <a:pt x="10991" y="2638"/>
                </a:lnTo>
                <a:lnTo>
                  <a:pt x="10649" y="2198"/>
                </a:lnTo>
                <a:lnTo>
                  <a:pt x="10259" y="1759"/>
                </a:lnTo>
                <a:lnTo>
                  <a:pt x="9819" y="1368"/>
                </a:lnTo>
                <a:lnTo>
                  <a:pt x="9379" y="1026"/>
                </a:lnTo>
                <a:lnTo>
                  <a:pt x="8866" y="733"/>
                </a:lnTo>
                <a:lnTo>
                  <a:pt x="8354" y="464"/>
                </a:lnTo>
                <a:lnTo>
                  <a:pt x="7792" y="269"/>
                </a:lnTo>
                <a:lnTo>
                  <a:pt x="7499" y="196"/>
                </a:lnTo>
                <a:lnTo>
                  <a:pt x="7230" y="122"/>
                </a:lnTo>
                <a:lnTo>
                  <a:pt x="6913" y="73"/>
                </a:lnTo>
                <a:lnTo>
                  <a:pt x="6620" y="25"/>
                </a:lnTo>
                <a:lnTo>
                  <a:pt x="6326" y="0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grpSp>
        <p:nvGrpSpPr>
          <p:cNvPr id="142" name="Google Shape;142;p59"/>
          <p:cNvGrpSpPr/>
          <p:nvPr/>
        </p:nvGrpSpPr>
        <p:grpSpPr>
          <a:xfrm>
            <a:off x="8148656" y="1569311"/>
            <a:ext cx="408386" cy="345080"/>
            <a:chOff x="3918650" y="293075"/>
            <a:chExt cx="488500" cy="412775"/>
          </a:xfrm>
        </p:grpSpPr>
        <p:sp>
          <p:nvSpPr>
            <p:cNvPr id="143" name="Google Shape;143;p59"/>
            <p:cNvSpPr/>
            <p:nvPr/>
          </p:nvSpPr>
          <p:spPr>
            <a:xfrm>
              <a:off x="4085350" y="293675"/>
              <a:ext cx="154500" cy="412175"/>
            </a:xfrm>
            <a:custGeom>
              <a:rect b="b" l="l" r="r" t="t"/>
              <a:pathLst>
                <a:path extrusionOk="0" h="16487" w="6180">
                  <a:moveTo>
                    <a:pt x="709" y="5496"/>
                  </a:moveTo>
                  <a:lnTo>
                    <a:pt x="806" y="5520"/>
                  </a:lnTo>
                  <a:lnTo>
                    <a:pt x="1050" y="5667"/>
                  </a:lnTo>
                  <a:lnTo>
                    <a:pt x="1270" y="5813"/>
                  </a:lnTo>
                  <a:lnTo>
                    <a:pt x="1344" y="5886"/>
                  </a:lnTo>
                  <a:lnTo>
                    <a:pt x="1368" y="5984"/>
                  </a:lnTo>
                  <a:lnTo>
                    <a:pt x="1344" y="6082"/>
                  </a:lnTo>
                  <a:lnTo>
                    <a:pt x="1319" y="6155"/>
                  </a:lnTo>
                  <a:lnTo>
                    <a:pt x="1221" y="6228"/>
                  </a:lnTo>
                  <a:lnTo>
                    <a:pt x="1124" y="6253"/>
                  </a:lnTo>
                  <a:lnTo>
                    <a:pt x="1050" y="6228"/>
                  </a:lnTo>
                  <a:lnTo>
                    <a:pt x="977" y="6204"/>
                  </a:lnTo>
                  <a:lnTo>
                    <a:pt x="782" y="6082"/>
                  </a:lnTo>
                  <a:lnTo>
                    <a:pt x="586" y="5960"/>
                  </a:lnTo>
                  <a:lnTo>
                    <a:pt x="513" y="5911"/>
                  </a:lnTo>
                  <a:lnTo>
                    <a:pt x="464" y="5838"/>
                  </a:lnTo>
                  <a:lnTo>
                    <a:pt x="464" y="5740"/>
                  </a:lnTo>
                  <a:lnTo>
                    <a:pt x="489" y="5642"/>
                  </a:lnTo>
                  <a:lnTo>
                    <a:pt x="538" y="5569"/>
                  </a:lnTo>
                  <a:lnTo>
                    <a:pt x="611" y="5520"/>
                  </a:lnTo>
                  <a:lnTo>
                    <a:pt x="709" y="5496"/>
                  </a:lnTo>
                  <a:close/>
                  <a:moveTo>
                    <a:pt x="1685" y="6351"/>
                  </a:moveTo>
                  <a:lnTo>
                    <a:pt x="1783" y="6375"/>
                  </a:lnTo>
                  <a:lnTo>
                    <a:pt x="1856" y="6448"/>
                  </a:lnTo>
                  <a:lnTo>
                    <a:pt x="2003" y="6668"/>
                  </a:lnTo>
                  <a:lnTo>
                    <a:pt x="2125" y="6888"/>
                  </a:lnTo>
                  <a:lnTo>
                    <a:pt x="2150" y="6986"/>
                  </a:lnTo>
                  <a:lnTo>
                    <a:pt x="2150" y="7083"/>
                  </a:lnTo>
                  <a:lnTo>
                    <a:pt x="2101" y="7156"/>
                  </a:lnTo>
                  <a:lnTo>
                    <a:pt x="2027" y="7230"/>
                  </a:lnTo>
                  <a:lnTo>
                    <a:pt x="1979" y="7254"/>
                  </a:lnTo>
                  <a:lnTo>
                    <a:pt x="1856" y="7254"/>
                  </a:lnTo>
                  <a:lnTo>
                    <a:pt x="1783" y="7230"/>
                  </a:lnTo>
                  <a:lnTo>
                    <a:pt x="1734" y="7181"/>
                  </a:lnTo>
                  <a:lnTo>
                    <a:pt x="1685" y="7132"/>
                  </a:lnTo>
                  <a:lnTo>
                    <a:pt x="1441" y="6741"/>
                  </a:lnTo>
                  <a:lnTo>
                    <a:pt x="1417" y="6644"/>
                  </a:lnTo>
                  <a:lnTo>
                    <a:pt x="1417" y="6546"/>
                  </a:lnTo>
                  <a:lnTo>
                    <a:pt x="1441" y="6448"/>
                  </a:lnTo>
                  <a:lnTo>
                    <a:pt x="1515" y="6399"/>
                  </a:lnTo>
                  <a:lnTo>
                    <a:pt x="1612" y="6351"/>
                  </a:lnTo>
                  <a:close/>
                  <a:moveTo>
                    <a:pt x="2247" y="7498"/>
                  </a:moveTo>
                  <a:lnTo>
                    <a:pt x="2345" y="7523"/>
                  </a:lnTo>
                  <a:lnTo>
                    <a:pt x="2418" y="7572"/>
                  </a:lnTo>
                  <a:lnTo>
                    <a:pt x="2467" y="7645"/>
                  </a:lnTo>
                  <a:lnTo>
                    <a:pt x="2662" y="8109"/>
                  </a:lnTo>
                  <a:lnTo>
                    <a:pt x="2662" y="8207"/>
                  </a:lnTo>
                  <a:lnTo>
                    <a:pt x="2638" y="8304"/>
                  </a:lnTo>
                  <a:lnTo>
                    <a:pt x="2589" y="8378"/>
                  </a:lnTo>
                  <a:lnTo>
                    <a:pt x="2516" y="8426"/>
                  </a:lnTo>
                  <a:lnTo>
                    <a:pt x="2418" y="8451"/>
                  </a:lnTo>
                  <a:lnTo>
                    <a:pt x="2345" y="8426"/>
                  </a:lnTo>
                  <a:lnTo>
                    <a:pt x="2272" y="8402"/>
                  </a:lnTo>
                  <a:lnTo>
                    <a:pt x="2223" y="8353"/>
                  </a:lnTo>
                  <a:lnTo>
                    <a:pt x="2198" y="8280"/>
                  </a:lnTo>
                  <a:lnTo>
                    <a:pt x="2027" y="7840"/>
                  </a:lnTo>
                  <a:lnTo>
                    <a:pt x="2003" y="7743"/>
                  </a:lnTo>
                  <a:lnTo>
                    <a:pt x="2027" y="7645"/>
                  </a:lnTo>
                  <a:lnTo>
                    <a:pt x="2076" y="7572"/>
                  </a:lnTo>
                  <a:lnTo>
                    <a:pt x="2150" y="7523"/>
                  </a:lnTo>
                  <a:lnTo>
                    <a:pt x="2247" y="7498"/>
                  </a:lnTo>
                  <a:close/>
                  <a:moveTo>
                    <a:pt x="2711" y="8720"/>
                  </a:moveTo>
                  <a:lnTo>
                    <a:pt x="2785" y="8744"/>
                  </a:lnTo>
                  <a:lnTo>
                    <a:pt x="2858" y="8793"/>
                  </a:lnTo>
                  <a:lnTo>
                    <a:pt x="2907" y="8866"/>
                  </a:lnTo>
                  <a:lnTo>
                    <a:pt x="3078" y="9355"/>
                  </a:lnTo>
                  <a:lnTo>
                    <a:pt x="3102" y="9452"/>
                  </a:lnTo>
                  <a:lnTo>
                    <a:pt x="3078" y="9526"/>
                  </a:lnTo>
                  <a:lnTo>
                    <a:pt x="3004" y="9599"/>
                  </a:lnTo>
                  <a:lnTo>
                    <a:pt x="2931" y="9648"/>
                  </a:lnTo>
                  <a:lnTo>
                    <a:pt x="2858" y="9672"/>
                  </a:lnTo>
                  <a:lnTo>
                    <a:pt x="2785" y="9672"/>
                  </a:lnTo>
                  <a:lnTo>
                    <a:pt x="2711" y="9623"/>
                  </a:lnTo>
                  <a:lnTo>
                    <a:pt x="2662" y="9574"/>
                  </a:lnTo>
                  <a:lnTo>
                    <a:pt x="2614" y="9501"/>
                  </a:lnTo>
                  <a:lnTo>
                    <a:pt x="2467" y="9037"/>
                  </a:lnTo>
                  <a:lnTo>
                    <a:pt x="2443" y="8939"/>
                  </a:lnTo>
                  <a:lnTo>
                    <a:pt x="2467" y="8842"/>
                  </a:lnTo>
                  <a:lnTo>
                    <a:pt x="2516" y="8768"/>
                  </a:lnTo>
                  <a:lnTo>
                    <a:pt x="2614" y="8720"/>
                  </a:lnTo>
                  <a:close/>
                  <a:moveTo>
                    <a:pt x="3224" y="9941"/>
                  </a:moveTo>
                  <a:lnTo>
                    <a:pt x="3297" y="10014"/>
                  </a:lnTo>
                  <a:lnTo>
                    <a:pt x="3346" y="10087"/>
                  </a:lnTo>
                  <a:lnTo>
                    <a:pt x="3542" y="10527"/>
                  </a:lnTo>
                  <a:lnTo>
                    <a:pt x="3566" y="10625"/>
                  </a:lnTo>
                  <a:lnTo>
                    <a:pt x="3566" y="10722"/>
                  </a:lnTo>
                  <a:lnTo>
                    <a:pt x="3517" y="10796"/>
                  </a:lnTo>
                  <a:lnTo>
                    <a:pt x="3444" y="10844"/>
                  </a:lnTo>
                  <a:lnTo>
                    <a:pt x="3322" y="10869"/>
                  </a:lnTo>
                  <a:lnTo>
                    <a:pt x="3273" y="10869"/>
                  </a:lnTo>
                  <a:lnTo>
                    <a:pt x="3200" y="10844"/>
                  </a:lnTo>
                  <a:lnTo>
                    <a:pt x="3151" y="10796"/>
                  </a:lnTo>
                  <a:lnTo>
                    <a:pt x="3102" y="10747"/>
                  </a:lnTo>
                  <a:lnTo>
                    <a:pt x="2907" y="10258"/>
                  </a:lnTo>
                  <a:lnTo>
                    <a:pt x="2882" y="10161"/>
                  </a:lnTo>
                  <a:lnTo>
                    <a:pt x="2907" y="10087"/>
                  </a:lnTo>
                  <a:lnTo>
                    <a:pt x="2955" y="10014"/>
                  </a:lnTo>
                  <a:lnTo>
                    <a:pt x="3029" y="9941"/>
                  </a:lnTo>
                  <a:close/>
                  <a:moveTo>
                    <a:pt x="3761" y="11089"/>
                  </a:moveTo>
                  <a:lnTo>
                    <a:pt x="3835" y="11137"/>
                  </a:lnTo>
                  <a:lnTo>
                    <a:pt x="3908" y="11211"/>
                  </a:lnTo>
                  <a:lnTo>
                    <a:pt x="4177" y="11577"/>
                  </a:lnTo>
                  <a:lnTo>
                    <a:pt x="4225" y="11675"/>
                  </a:lnTo>
                  <a:lnTo>
                    <a:pt x="4250" y="11748"/>
                  </a:lnTo>
                  <a:lnTo>
                    <a:pt x="4201" y="11846"/>
                  </a:lnTo>
                  <a:lnTo>
                    <a:pt x="4152" y="11919"/>
                  </a:lnTo>
                  <a:lnTo>
                    <a:pt x="4079" y="11968"/>
                  </a:lnTo>
                  <a:lnTo>
                    <a:pt x="3884" y="11968"/>
                  </a:lnTo>
                  <a:lnTo>
                    <a:pt x="3810" y="11895"/>
                  </a:lnTo>
                  <a:lnTo>
                    <a:pt x="3664" y="11675"/>
                  </a:lnTo>
                  <a:lnTo>
                    <a:pt x="3493" y="11455"/>
                  </a:lnTo>
                  <a:lnTo>
                    <a:pt x="3468" y="11382"/>
                  </a:lnTo>
                  <a:lnTo>
                    <a:pt x="3468" y="11284"/>
                  </a:lnTo>
                  <a:lnTo>
                    <a:pt x="3517" y="11186"/>
                  </a:lnTo>
                  <a:lnTo>
                    <a:pt x="3566" y="11137"/>
                  </a:lnTo>
                  <a:lnTo>
                    <a:pt x="3664" y="11089"/>
                  </a:lnTo>
                  <a:close/>
                  <a:moveTo>
                    <a:pt x="4616" y="12041"/>
                  </a:moveTo>
                  <a:lnTo>
                    <a:pt x="4714" y="12090"/>
                  </a:lnTo>
                  <a:lnTo>
                    <a:pt x="4909" y="12212"/>
                  </a:lnTo>
                  <a:lnTo>
                    <a:pt x="5105" y="12334"/>
                  </a:lnTo>
                  <a:lnTo>
                    <a:pt x="5178" y="12383"/>
                  </a:lnTo>
                  <a:lnTo>
                    <a:pt x="5227" y="12481"/>
                  </a:lnTo>
                  <a:lnTo>
                    <a:pt x="5227" y="12554"/>
                  </a:lnTo>
                  <a:lnTo>
                    <a:pt x="5202" y="12652"/>
                  </a:lnTo>
                  <a:lnTo>
                    <a:pt x="5154" y="12725"/>
                  </a:lnTo>
                  <a:lnTo>
                    <a:pt x="5105" y="12749"/>
                  </a:lnTo>
                  <a:lnTo>
                    <a:pt x="5056" y="12774"/>
                  </a:lnTo>
                  <a:lnTo>
                    <a:pt x="4983" y="12798"/>
                  </a:lnTo>
                  <a:lnTo>
                    <a:pt x="4885" y="12774"/>
                  </a:lnTo>
                  <a:lnTo>
                    <a:pt x="4641" y="12627"/>
                  </a:lnTo>
                  <a:lnTo>
                    <a:pt x="4421" y="12481"/>
                  </a:lnTo>
                  <a:lnTo>
                    <a:pt x="4348" y="12407"/>
                  </a:lnTo>
                  <a:lnTo>
                    <a:pt x="4323" y="12310"/>
                  </a:lnTo>
                  <a:lnTo>
                    <a:pt x="4323" y="12236"/>
                  </a:lnTo>
                  <a:lnTo>
                    <a:pt x="4372" y="12139"/>
                  </a:lnTo>
                  <a:lnTo>
                    <a:pt x="4445" y="12066"/>
                  </a:lnTo>
                  <a:lnTo>
                    <a:pt x="4543" y="12041"/>
                  </a:lnTo>
                  <a:close/>
                  <a:moveTo>
                    <a:pt x="0" y="1"/>
                  </a:moveTo>
                  <a:lnTo>
                    <a:pt x="0" y="5325"/>
                  </a:lnTo>
                  <a:lnTo>
                    <a:pt x="74" y="5349"/>
                  </a:lnTo>
                  <a:lnTo>
                    <a:pt x="147" y="5422"/>
                  </a:lnTo>
                  <a:lnTo>
                    <a:pt x="171" y="5496"/>
                  </a:lnTo>
                  <a:lnTo>
                    <a:pt x="171" y="5569"/>
                  </a:lnTo>
                  <a:lnTo>
                    <a:pt x="171" y="5642"/>
                  </a:lnTo>
                  <a:lnTo>
                    <a:pt x="122" y="5716"/>
                  </a:lnTo>
                  <a:lnTo>
                    <a:pt x="74" y="5764"/>
                  </a:lnTo>
                  <a:lnTo>
                    <a:pt x="0" y="5789"/>
                  </a:lnTo>
                  <a:lnTo>
                    <a:pt x="0" y="13360"/>
                  </a:lnTo>
                  <a:lnTo>
                    <a:pt x="6179" y="16486"/>
                  </a:lnTo>
                  <a:lnTo>
                    <a:pt x="6179" y="13116"/>
                  </a:lnTo>
                  <a:lnTo>
                    <a:pt x="5935" y="13091"/>
                  </a:lnTo>
                  <a:lnTo>
                    <a:pt x="5691" y="13042"/>
                  </a:lnTo>
                  <a:lnTo>
                    <a:pt x="5593" y="12994"/>
                  </a:lnTo>
                  <a:lnTo>
                    <a:pt x="5520" y="12945"/>
                  </a:lnTo>
                  <a:lnTo>
                    <a:pt x="5495" y="12847"/>
                  </a:lnTo>
                  <a:lnTo>
                    <a:pt x="5495" y="12749"/>
                  </a:lnTo>
                  <a:lnTo>
                    <a:pt x="5520" y="12676"/>
                  </a:lnTo>
                  <a:lnTo>
                    <a:pt x="5593" y="12603"/>
                  </a:lnTo>
                  <a:lnTo>
                    <a:pt x="5691" y="12554"/>
                  </a:lnTo>
                  <a:lnTo>
                    <a:pt x="5789" y="12554"/>
                  </a:lnTo>
                  <a:lnTo>
                    <a:pt x="6179" y="12627"/>
                  </a:lnTo>
                  <a:lnTo>
                    <a:pt x="6179" y="312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44" name="Google Shape;144;p59"/>
            <p:cNvSpPr/>
            <p:nvPr/>
          </p:nvSpPr>
          <p:spPr>
            <a:xfrm>
              <a:off x="3918650" y="293075"/>
              <a:ext cx="153900" cy="407275"/>
            </a:xfrm>
            <a:custGeom>
              <a:rect b="b" l="l" r="r" t="t"/>
              <a:pathLst>
                <a:path extrusionOk="0" h="16291" w="6156">
                  <a:moveTo>
                    <a:pt x="5349" y="5495"/>
                  </a:moveTo>
                  <a:lnTo>
                    <a:pt x="5447" y="5520"/>
                  </a:lnTo>
                  <a:lnTo>
                    <a:pt x="5520" y="5569"/>
                  </a:lnTo>
                  <a:lnTo>
                    <a:pt x="5569" y="5666"/>
                  </a:lnTo>
                  <a:lnTo>
                    <a:pt x="5569" y="5764"/>
                  </a:lnTo>
                  <a:lnTo>
                    <a:pt x="5545" y="5837"/>
                  </a:lnTo>
                  <a:lnTo>
                    <a:pt x="5496" y="5935"/>
                  </a:lnTo>
                  <a:lnTo>
                    <a:pt x="5423" y="5984"/>
                  </a:lnTo>
                  <a:lnTo>
                    <a:pt x="5203" y="6057"/>
                  </a:lnTo>
                  <a:lnTo>
                    <a:pt x="5008" y="6155"/>
                  </a:lnTo>
                  <a:lnTo>
                    <a:pt x="4934" y="6179"/>
                  </a:lnTo>
                  <a:lnTo>
                    <a:pt x="4812" y="6179"/>
                  </a:lnTo>
                  <a:lnTo>
                    <a:pt x="4763" y="6155"/>
                  </a:lnTo>
                  <a:lnTo>
                    <a:pt x="4714" y="6106"/>
                  </a:lnTo>
                  <a:lnTo>
                    <a:pt x="4666" y="6057"/>
                  </a:lnTo>
                  <a:lnTo>
                    <a:pt x="4641" y="5959"/>
                  </a:lnTo>
                  <a:lnTo>
                    <a:pt x="4641" y="5862"/>
                  </a:lnTo>
                  <a:lnTo>
                    <a:pt x="4690" y="5788"/>
                  </a:lnTo>
                  <a:lnTo>
                    <a:pt x="4763" y="5740"/>
                  </a:lnTo>
                  <a:lnTo>
                    <a:pt x="5008" y="5617"/>
                  </a:lnTo>
                  <a:lnTo>
                    <a:pt x="5252" y="5520"/>
                  </a:lnTo>
                  <a:lnTo>
                    <a:pt x="5349" y="5495"/>
                  </a:lnTo>
                  <a:close/>
                  <a:moveTo>
                    <a:pt x="4250" y="6155"/>
                  </a:moveTo>
                  <a:lnTo>
                    <a:pt x="4348" y="6179"/>
                  </a:lnTo>
                  <a:lnTo>
                    <a:pt x="4421" y="6252"/>
                  </a:lnTo>
                  <a:lnTo>
                    <a:pt x="4470" y="6326"/>
                  </a:lnTo>
                  <a:lnTo>
                    <a:pt x="4470" y="6423"/>
                  </a:lnTo>
                  <a:lnTo>
                    <a:pt x="4446" y="6497"/>
                  </a:lnTo>
                  <a:lnTo>
                    <a:pt x="4397" y="6594"/>
                  </a:lnTo>
                  <a:lnTo>
                    <a:pt x="4226" y="6741"/>
                  </a:lnTo>
                  <a:lnTo>
                    <a:pt x="4079" y="6912"/>
                  </a:lnTo>
                  <a:lnTo>
                    <a:pt x="3982" y="6985"/>
                  </a:lnTo>
                  <a:lnTo>
                    <a:pt x="3884" y="7010"/>
                  </a:lnTo>
                  <a:lnTo>
                    <a:pt x="3811" y="6985"/>
                  </a:lnTo>
                  <a:lnTo>
                    <a:pt x="3738" y="6936"/>
                  </a:lnTo>
                  <a:lnTo>
                    <a:pt x="3664" y="6863"/>
                  </a:lnTo>
                  <a:lnTo>
                    <a:pt x="3640" y="6790"/>
                  </a:lnTo>
                  <a:lnTo>
                    <a:pt x="3664" y="6692"/>
                  </a:lnTo>
                  <a:lnTo>
                    <a:pt x="3713" y="6594"/>
                  </a:lnTo>
                  <a:lnTo>
                    <a:pt x="3884" y="6399"/>
                  </a:lnTo>
                  <a:lnTo>
                    <a:pt x="4079" y="6228"/>
                  </a:lnTo>
                  <a:lnTo>
                    <a:pt x="4153" y="6179"/>
                  </a:lnTo>
                  <a:lnTo>
                    <a:pt x="4250" y="6155"/>
                  </a:lnTo>
                  <a:close/>
                  <a:moveTo>
                    <a:pt x="3469" y="7156"/>
                  </a:moveTo>
                  <a:lnTo>
                    <a:pt x="3542" y="7205"/>
                  </a:lnTo>
                  <a:lnTo>
                    <a:pt x="3615" y="7254"/>
                  </a:lnTo>
                  <a:lnTo>
                    <a:pt x="3664" y="7351"/>
                  </a:lnTo>
                  <a:lnTo>
                    <a:pt x="3664" y="7449"/>
                  </a:lnTo>
                  <a:lnTo>
                    <a:pt x="3640" y="7547"/>
                  </a:lnTo>
                  <a:lnTo>
                    <a:pt x="3396" y="7962"/>
                  </a:lnTo>
                  <a:lnTo>
                    <a:pt x="3371" y="8011"/>
                  </a:lnTo>
                  <a:lnTo>
                    <a:pt x="3298" y="8060"/>
                  </a:lnTo>
                  <a:lnTo>
                    <a:pt x="3249" y="8084"/>
                  </a:lnTo>
                  <a:lnTo>
                    <a:pt x="3176" y="8084"/>
                  </a:lnTo>
                  <a:lnTo>
                    <a:pt x="3078" y="8060"/>
                  </a:lnTo>
                  <a:lnTo>
                    <a:pt x="3005" y="8011"/>
                  </a:lnTo>
                  <a:lnTo>
                    <a:pt x="2956" y="7913"/>
                  </a:lnTo>
                  <a:lnTo>
                    <a:pt x="2932" y="7840"/>
                  </a:lnTo>
                  <a:lnTo>
                    <a:pt x="2956" y="7742"/>
                  </a:lnTo>
                  <a:lnTo>
                    <a:pt x="3225" y="7278"/>
                  </a:lnTo>
                  <a:lnTo>
                    <a:pt x="3273" y="7205"/>
                  </a:lnTo>
                  <a:lnTo>
                    <a:pt x="3371" y="7180"/>
                  </a:lnTo>
                  <a:lnTo>
                    <a:pt x="3469" y="7156"/>
                  </a:lnTo>
                  <a:close/>
                  <a:moveTo>
                    <a:pt x="2858" y="8328"/>
                  </a:moveTo>
                  <a:lnTo>
                    <a:pt x="2956" y="8353"/>
                  </a:lnTo>
                  <a:lnTo>
                    <a:pt x="3029" y="8402"/>
                  </a:lnTo>
                  <a:lnTo>
                    <a:pt x="3078" y="8475"/>
                  </a:lnTo>
                  <a:lnTo>
                    <a:pt x="3103" y="8573"/>
                  </a:lnTo>
                  <a:lnTo>
                    <a:pt x="3103" y="8670"/>
                  </a:lnTo>
                  <a:lnTo>
                    <a:pt x="2932" y="9110"/>
                  </a:lnTo>
                  <a:lnTo>
                    <a:pt x="2907" y="9183"/>
                  </a:lnTo>
                  <a:lnTo>
                    <a:pt x="2858" y="9232"/>
                  </a:lnTo>
                  <a:lnTo>
                    <a:pt x="2785" y="9281"/>
                  </a:lnTo>
                  <a:lnTo>
                    <a:pt x="2638" y="9281"/>
                  </a:lnTo>
                  <a:lnTo>
                    <a:pt x="2541" y="9232"/>
                  </a:lnTo>
                  <a:lnTo>
                    <a:pt x="2492" y="9159"/>
                  </a:lnTo>
                  <a:lnTo>
                    <a:pt x="2468" y="9061"/>
                  </a:lnTo>
                  <a:lnTo>
                    <a:pt x="2468" y="8963"/>
                  </a:lnTo>
                  <a:lnTo>
                    <a:pt x="2638" y="8499"/>
                  </a:lnTo>
                  <a:lnTo>
                    <a:pt x="2687" y="8402"/>
                  </a:lnTo>
                  <a:lnTo>
                    <a:pt x="2761" y="8353"/>
                  </a:lnTo>
                  <a:lnTo>
                    <a:pt x="2858" y="8328"/>
                  </a:lnTo>
                  <a:close/>
                  <a:moveTo>
                    <a:pt x="2541" y="9574"/>
                  </a:moveTo>
                  <a:lnTo>
                    <a:pt x="2638" y="9623"/>
                  </a:lnTo>
                  <a:lnTo>
                    <a:pt x="2712" y="9696"/>
                  </a:lnTo>
                  <a:lnTo>
                    <a:pt x="2736" y="9769"/>
                  </a:lnTo>
                  <a:lnTo>
                    <a:pt x="2736" y="9867"/>
                  </a:lnTo>
                  <a:lnTo>
                    <a:pt x="2638" y="10355"/>
                  </a:lnTo>
                  <a:lnTo>
                    <a:pt x="2590" y="10429"/>
                  </a:lnTo>
                  <a:lnTo>
                    <a:pt x="2541" y="10502"/>
                  </a:lnTo>
                  <a:lnTo>
                    <a:pt x="2468" y="10526"/>
                  </a:lnTo>
                  <a:lnTo>
                    <a:pt x="2394" y="10551"/>
                  </a:lnTo>
                  <a:lnTo>
                    <a:pt x="2345" y="10551"/>
                  </a:lnTo>
                  <a:lnTo>
                    <a:pt x="2248" y="10502"/>
                  </a:lnTo>
                  <a:lnTo>
                    <a:pt x="2199" y="10429"/>
                  </a:lnTo>
                  <a:lnTo>
                    <a:pt x="2150" y="10355"/>
                  </a:lnTo>
                  <a:lnTo>
                    <a:pt x="2150" y="10258"/>
                  </a:lnTo>
                  <a:lnTo>
                    <a:pt x="2248" y="9769"/>
                  </a:lnTo>
                  <a:lnTo>
                    <a:pt x="2297" y="9672"/>
                  </a:lnTo>
                  <a:lnTo>
                    <a:pt x="2370" y="9598"/>
                  </a:lnTo>
                  <a:lnTo>
                    <a:pt x="2443" y="9574"/>
                  </a:lnTo>
                  <a:close/>
                  <a:moveTo>
                    <a:pt x="2297" y="10844"/>
                  </a:moveTo>
                  <a:lnTo>
                    <a:pt x="2394" y="10868"/>
                  </a:lnTo>
                  <a:lnTo>
                    <a:pt x="2468" y="10942"/>
                  </a:lnTo>
                  <a:lnTo>
                    <a:pt x="2516" y="11015"/>
                  </a:lnTo>
                  <a:lnTo>
                    <a:pt x="2516" y="11113"/>
                  </a:lnTo>
                  <a:lnTo>
                    <a:pt x="2492" y="11357"/>
                  </a:lnTo>
                  <a:lnTo>
                    <a:pt x="2468" y="11430"/>
                  </a:lnTo>
                  <a:lnTo>
                    <a:pt x="2419" y="11503"/>
                  </a:lnTo>
                  <a:lnTo>
                    <a:pt x="2345" y="11552"/>
                  </a:lnTo>
                  <a:lnTo>
                    <a:pt x="2248" y="11577"/>
                  </a:lnTo>
                  <a:lnTo>
                    <a:pt x="2223" y="11577"/>
                  </a:lnTo>
                  <a:lnTo>
                    <a:pt x="2126" y="11552"/>
                  </a:lnTo>
                  <a:lnTo>
                    <a:pt x="2052" y="11503"/>
                  </a:lnTo>
                  <a:lnTo>
                    <a:pt x="2028" y="11406"/>
                  </a:lnTo>
                  <a:lnTo>
                    <a:pt x="2003" y="11308"/>
                  </a:lnTo>
                  <a:lnTo>
                    <a:pt x="2028" y="11064"/>
                  </a:lnTo>
                  <a:lnTo>
                    <a:pt x="2052" y="10966"/>
                  </a:lnTo>
                  <a:lnTo>
                    <a:pt x="2126" y="10893"/>
                  </a:lnTo>
                  <a:lnTo>
                    <a:pt x="2199" y="10844"/>
                  </a:lnTo>
                  <a:close/>
                  <a:moveTo>
                    <a:pt x="6155" y="0"/>
                  </a:moveTo>
                  <a:lnTo>
                    <a:pt x="538" y="2858"/>
                  </a:lnTo>
                  <a:lnTo>
                    <a:pt x="416" y="2906"/>
                  </a:lnTo>
                  <a:lnTo>
                    <a:pt x="318" y="3004"/>
                  </a:lnTo>
                  <a:lnTo>
                    <a:pt x="221" y="3102"/>
                  </a:lnTo>
                  <a:lnTo>
                    <a:pt x="147" y="3224"/>
                  </a:lnTo>
                  <a:lnTo>
                    <a:pt x="74" y="3322"/>
                  </a:lnTo>
                  <a:lnTo>
                    <a:pt x="25" y="3444"/>
                  </a:lnTo>
                  <a:lnTo>
                    <a:pt x="1" y="3566"/>
                  </a:lnTo>
                  <a:lnTo>
                    <a:pt x="1" y="3688"/>
                  </a:lnTo>
                  <a:lnTo>
                    <a:pt x="1" y="15924"/>
                  </a:lnTo>
                  <a:lnTo>
                    <a:pt x="1" y="16046"/>
                  </a:lnTo>
                  <a:lnTo>
                    <a:pt x="50" y="16119"/>
                  </a:lnTo>
                  <a:lnTo>
                    <a:pt x="98" y="16193"/>
                  </a:lnTo>
                  <a:lnTo>
                    <a:pt x="172" y="16241"/>
                  </a:lnTo>
                  <a:lnTo>
                    <a:pt x="245" y="16266"/>
                  </a:lnTo>
                  <a:lnTo>
                    <a:pt x="343" y="16290"/>
                  </a:lnTo>
                  <a:lnTo>
                    <a:pt x="465" y="16266"/>
                  </a:lnTo>
                  <a:lnTo>
                    <a:pt x="563" y="16217"/>
                  </a:lnTo>
                  <a:lnTo>
                    <a:pt x="6155" y="13360"/>
                  </a:lnTo>
                  <a:lnTo>
                    <a:pt x="6155" y="5813"/>
                  </a:lnTo>
                  <a:lnTo>
                    <a:pt x="6009" y="5813"/>
                  </a:lnTo>
                  <a:lnTo>
                    <a:pt x="5936" y="5764"/>
                  </a:lnTo>
                  <a:lnTo>
                    <a:pt x="5887" y="5691"/>
                  </a:lnTo>
                  <a:lnTo>
                    <a:pt x="5862" y="5593"/>
                  </a:lnTo>
                  <a:lnTo>
                    <a:pt x="5887" y="5495"/>
                  </a:lnTo>
                  <a:lnTo>
                    <a:pt x="5936" y="5422"/>
                  </a:lnTo>
                  <a:lnTo>
                    <a:pt x="6009" y="5373"/>
                  </a:lnTo>
                  <a:lnTo>
                    <a:pt x="6082" y="5349"/>
                  </a:lnTo>
                  <a:lnTo>
                    <a:pt x="6155" y="5324"/>
                  </a:lnTo>
                  <a:lnTo>
                    <a:pt x="6155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45" name="Google Shape;145;p59"/>
            <p:cNvSpPr/>
            <p:nvPr/>
          </p:nvSpPr>
          <p:spPr>
            <a:xfrm>
              <a:off x="4253250" y="298550"/>
              <a:ext cx="153900" cy="406675"/>
            </a:xfrm>
            <a:custGeom>
              <a:rect b="b" l="l" r="r" t="t"/>
              <a:pathLst>
                <a:path extrusionOk="0" h="16267" w="6156">
                  <a:moveTo>
                    <a:pt x="3713" y="4348"/>
                  </a:moveTo>
                  <a:lnTo>
                    <a:pt x="3737" y="4373"/>
                  </a:lnTo>
                  <a:lnTo>
                    <a:pt x="3786" y="4397"/>
                  </a:lnTo>
                  <a:lnTo>
                    <a:pt x="3811" y="4421"/>
                  </a:lnTo>
                  <a:lnTo>
                    <a:pt x="3835" y="4544"/>
                  </a:lnTo>
                  <a:lnTo>
                    <a:pt x="3811" y="4666"/>
                  </a:lnTo>
                  <a:lnTo>
                    <a:pt x="3737" y="4812"/>
                  </a:lnTo>
                  <a:lnTo>
                    <a:pt x="3224" y="5716"/>
                  </a:lnTo>
                  <a:lnTo>
                    <a:pt x="3762" y="6009"/>
                  </a:lnTo>
                  <a:lnTo>
                    <a:pt x="3786" y="6033"/>
                  </a:lnTo>
                  <a:lnTo>
                    <a:pt x="3811" y="6082"/>
                  </a:lnTo>
                  <a:lnTo>
                    <a:pt x="3835" y="6180"/>
                  </a:lnTo>
                  <a:lnTo>
                    <a:pt x="3811" y="6326"/>
                  </a:lnTo>
                  <a:lnTo>
                    <a:pt x="3762" y="6473"/>
                  </a:lnTo>
                  <a:lnTo>
                    <a:pt x="3664" y="6595"/>
                  </a:lnTo>
                  <a:lnTo>
                    <a:pt x="3566" y="6668"/>
                  </a:lnTo>
                  <a:lnTo>
                    <a:pt x="3444" y="6717"/>
                  </a:lnTo>
                  <a:lnTo>
                    <a:pt x="3395" y="6717"/>
                  </a:lnTo>
                  <a:lnTo>
                    <a:pt x="3371" y="6693"/>
                  </a:lnTo>
                  <a:lnTo>
                    <a:pt x="2834" y="6400"/>
                  </a:lnTo>
                  <a:lnTo>
                    <a:pt x="2321" y="7303"/>
                  </a:lnTo>
                  <a:lnTo>
                    <a:pt x="2223" y="7426"/>
                  </a:lnTo>
                  <a:lnTo>
                    <a:pt x="2125" y="7499"/>
                  </a:lnTo>
                  <a:lnTo>
                    <a:pt x="2003" y="7548"/>
                  </a:lnTo>
                  <a:lnTo>
                    <a:pt x="1954" y="7548"/>
                  </a:lnTo>
                  <a:lnTo>
                    <a:pt x="1930" y="7523"/>
                  </a:lnTo>
                  <a:lnTo>
                    <a:pt x="1881" y="7499"/>
                  </a:lnTo>
                  <a:lnTo>
                    <a:pt x="1857" y="7450"/>
                  </a:lnTo>
                  <a:lnTo>
                    <a:pt x="1832" y="7352"/>
                  </a:lnTo>
                  <a:lnTo>
                    <a:pt x="1857" y="7206"/>
                  </a:lnTo>
                  <a:lnTo>
                    <a:pt x="1930" y="7059"/>
                  </a:lnTo>
                  <a:lnTo>
                    <a:pt x="2443" y="6156"/>
                  </a:lnTo>
                  <a:lnTo>
                    <a:pt x="1906" y="5862"/>
                  </a:lnTo>
                  <a:lnTo>
                    <a:pt x="1881" y="5838"/>
                  </a:lnTo>
                  <a:lnTo>
                    <a:pt x="1857" y="5789"/>
                  </a:lnTo>
                  <a:lnTo>
                    <a:pt x="1832" y="5691"/>
                  </a:lnTo>
                  <a:lnTo>
                    <a:pt x="1857" y="5569"/>
                  </a:lnTo>
                  <a:lnTo>
                    <a:pt x="1906" y="5423"/>
                  </a:lnTo>
                  <a:lnTo>
                    <a:pt x="2003" y="5301"/>
                  </a:lnTo>
                  <a:lnTo>
                    <a:pt x="2101" y="5203"/>
                  </a:lnTo>
                  <a:lnTo>
                    <a:pt x="2223" y="5179"/>
                  </a:lnTo>
                  <a:lnTo>
                    <a:pt x="2272" y="5179"/>
                  </a:lnTo>
                  <a:lnTo>
                    <a:pt x="2296" y="5203"/>
                  </a:lnTo>
                  <a:lnTo>
                    <a:pt x="2834" y="5496"/>
                  </a:lnTo>
                  <a:lnTo>
                    <a:pt x="3347" y="4592"/>
                  </a:lnTo>
                  <a:lnTo>
                    <a:pt x="3444" y="4470"/>
                  </a:lnTo>
                  <a:lnTo>
                    <a:pt x="3542" y="4373"/>
                  </a:lnTo>
                  <a:lnTo>
                    <a:pt x="3664" y="4348"/>
                  </a:lnTo>
                  <a:close/>
                  <a:moveTo>
                    <a:pt x="3176" y="7303"/>
                  </a:moveTo>
                  <a:lnTo>
                    <a:pt x="3249" y="7328"/>
                  </a:lnTo>
                  <a:lnTo>
                    <a:pt x="3322" y="7401"/>
                  </a:lnTo>
                  <a:lnTo>
                    <a:pt x="3371" y="7474"/>
                  </a:lnTo>
                  <a:lnTo>
                    <a:pt x="3420" y="7743"/>
                  </a:lnTo>
                  <a:lnTo>
                    <a:pt x="3420" y="7841"/>
                  </a:lnTo>
                  <a:lnTo>
                    <a:pt x="3371" y="7914"/>
                  </a:lnTo>
                  <a:lnTo>
                    <a:pt x="3298" y="7987"/>
                  </a:lnTo>
                  <a:lnTo>
                    <a:pt x="3224" y="8012"/>
                  </a:lnTo>
                  <a:lnTo>
                    <a:pt x="3102" y="8012"/>
                  </a:lnTo>
                  <a:lnTo>
                    <a:pt x="3029" y="7963"/>
                  </a:lnTo>
                  <a:lnTo>
                    <a:pt x="2956" y="7914"/>
                  </a:lnTo>
                  <a:lnTo>
                    <a:pt x="2931" y="7816"/>
                  </a:lnTo>
                  <a:lnTo>
                    <a:pt x="2883" y="7596"/>
                  </a:lnTo>
                  <a:lnTo>
                    <a:pt x="2883" y="7499"/>
                  </a:lnTo>
                  <a:lnTo>
                    <a:pt x="2907" y="7426"/>
                  </a:lnTo>
                  <a:lnTo>
                    <a:pt x="2980" y="7352"/>
                  </a:lnTo>
                  <a:lnTo>
                    <a:pt x="3078" y="7303"/>
                  </a:lnTo>
                  <a:close/>
                  <a:moveTo>
                    <a:pt x="3249" y="8354"/>
                  </a:moveTo>
                  <a:lnTo>
                    <a:pt x="3347" y="8378"/>
                  </a:lnTo>
                  <a:lnTo>
                    <a:pt x="3444" y="8427"/>
                  </a:lnTo>
                  <a:lnTo>
                    <a:pt x="3493" y="8500"/>
                  </a:lnTo>
                  <a:lnTo>
                    <a:pt x="3518" y="8598"/>
                  </a:lnTo>
                  <a:lnTo>
                    <a:pt x="3542" y="9013"/>
                  </a:lnTo>
                  <a:lnTo>
                    <a:pt x="3518" y="9111"/>
                  </a:lnTo>
                  <a:lnTo>
                    <a:pt x="3518" y="9208"/>
                  </a:lnTo>
                  <a:lnTo>
                    <a:pt x="3469" y="9282"/>
                  </a:lnTo>
                  <a:lnTo>
                    <a:pt x="3371" y="9331"/>
                  </a:lnTo>
                  <a:lnTo>
                    <a:pt x="3273" y="9355"/>
                  </a:lnTo>
                  <a:lnTo>
                    <a:pt x="3176" y="9331"/>
                  </a:lnTo>
                  <a:lnTo>
                    <a:pt x="3102" y="9282"/>
                  </a:lnTo>
                  <a:lnTo>
                    <a:pt x="3054" y="9184"/>
                  </a:lnTo>
                  <a:lnTo>
                    <a:pt x="3029" y="9086"/>
                  </a:lnTo>
                  <a:lnTo>
                    <a:pt x="3054" y="9013"/>
                  </a:lnTo>
                  <a:lnTo>
                    <a:pt x="3029" y="8622"/>
                  </a:lnTo>
                  <a:lnTo>
                    <a:pt x="3054" y="8525"/>
                  </a:lnTo>
                  <a:lnTo>
                    <a:pt x="3102" y="8451"/>
                  </a:lnTo>
                  <a:lnTo>
                    <a:pt x="3176" y="8378"/>
                  </a:lnTo>
                  <a:lnTo>
                    <a:pt x="3249" y="8354"/>
                  </a:lnTo>
                  <a:close/>
                  <a:moveTo>
                    <a:pt x="3249" y="9648"/>
                  </a:moveTo>
                  <a:lnTo>
                    <a:pt x="3347" y="9697"/>
                  </a:lnTo>
                  <a:lnTo>
                    <a:pt x="3420" y="9746"/>
                  </a:lnTo>
                  <a:lnTo>
                    <a:pt x="3469" y="9843"/>
                  </a:lnTo>
                  <a:lnTo>
                    <a:pt x="3469" y="9941"/>
                  </a:lnTo>
                  <a:lnTo>
                    <a:pt x="3347" y="10454"/>
                  </a:lnTo>
                  <a:lnTo>
                    <a:pt x="3322" y="10527"/>
                  </a:lnTo>
                  <a:lnTo>
                    <a:pt x="3273" y="10576"/>
                  </a:lnTo>
                  <a:lnTo>
                    <a:pt x="3200" y="10601"/>
                  </a:lnTo>
                  <a:lnTo>
                    <a:pt x="3127" y="10625"/>
                  </a:lnTo>
                  <a:lnTo>
                    <a:pt x="3054" y="10625"/>
                  </a:lnTo>
                  <a:lnTo>
                    <a:pt x="2956" y="10576"/>
                  </a:lnTo>
                  <a:lnTo>
                    <a:pt x="2907" y="10503"/>
                  </a:lnTo>
                  <a:lnTo>
                    <a:pt x="2883" y="10405"/>
                  </a:lnTo>
                  <a:lnTo>
                    <a:pt x="2883" y="10307"/>
                  </a:lnTo>
                  <a:lnTo>
                    <a:pt x="2980" y="9868"/>
                  </a:lnTo>
                  <a:lnTo>
                    <a:pt x="3005" y="9770"/>
                  </a:lnTo>
                  <a:lnTo>
                    <a:pt x="3078" y="9697"/>
                  </a:lnTo>
                  <a:lnTo>
                    <a:pt x="3151" y="9648"/>
                  </a:lnTo>
                  <a:close/>
                  <a:moveTo>
                    <a:pt x="2858" y="10869"/>
                  </a:moveTo>
                  <a:lnTo>
                    <a:pt x="2931" y="10894"/>
                  </a:lnTo>
                  <a:lnTo>
                    <a:pt x="3005" y="10967"/>
                  </a:lnTo>
                  <a:lnTo>
                    <a:pt x="3054" y="11040"/>
                  </a:lnTo>
                  <a:lnTo>
                    <a:pt x="3078" y="11138"/>
                  </a:lnTo>
                  <a:lnTo>
                    <a:pt x="3029" y="11236"/>
                  </a:lnTo>
                  <a:lnTo>
                    <a:pt x="2907" y="11480"/>
                  </a:lnTo>
                  <a:lnTo>
                    <a:pt x="2736" y="11700"/>
                  </a:lnTo>
                  <a:lnTo>
                    <a:pt x="2663" y="11748"/>
                  </a:lnTo>
                  <a:lnTo>
                    <a:pt x="2565" y="11773"/>
                  </a:lnTo>
                  <a:lnTo>
                    <a:pt x="2467" y="11773"/>
                  </a:lnTo>
                  <a:lnTo>
                    <a:pt x="2394" y="11724"/>
                  </a:lnTo>
                  <a:lnTo>
                    <a:pt x="2345" y="11651"/>
                  </a:lnTo>
                  <a:lnTo>
                    <a:pt x="2321" y="11577"/>
                  </a:lnTo>
                  <a:lnTo>
                    <a:pt x="2321" y="11480"/>
                  </a:lnTo>
                  <a:lnTo>
                    <a:pt x="2370" y="11382"/>
                  </a:lnTo>
                  <a:lnTo>
                    <a:pt x="2492" y="11211"/>
                  </a:lnTo>
                  <a:lnTo>
                    <a:pt x="2614" y="11016"/>
                  </a:lnTo>
                  <a:lnTo>
                    <a:pt x="2663" y="10918"/>
                  </a:lnTo>
                  <a:lnTo>
                    <a:pt x="2760" y="10894"/>
                  </a:lnTo>
                  <a:lnTo>
                    <a:pt x="2858" y="10869"/>
                  </a:lnTo>
                  <a:close/>
                  <a:moveTo>
                    <a:pt x="2028" y="11846"/>
                  </a:moveTo>
                  <a:lnTo>
                    <a:pt x="2101" y="11871"/>
                  </a:lnTo>
                  <a:lnTo>
                    <a:pt x="2174" y="11944"/>
                  </a:lnTo>
                  <a:lnTo>
                    <a:pt x="2223" y="12041"/>
                  </a:lnTo>
                  <a:lnTo>
                    <a:pt x="2223" y="12115"/>
                  </a:lnTo>
                  <a:lnTo>
                    <a:pt x="2174" y="12212"/>
                  </a:lnTo>
                  <a:lnTo>
                    <a:pt x="2125" y="12286"/>
                  </a:lnTo>
                  <a:lnTo>
                    <a:pt x="1881" y="12432"/>
                  </a:lnTo>
                  <a:lnTo>
                    <a:pt x="1661" y="12554"/>
                  </a:lnTo>
                  <a:lnTo>
                    <a:pt x="1539" y="12579"/>
                  </a:lnTo>
                  <a:lnTo>
                    <a:pt x="1490" y="12554"/>
                  </a:lnTo>
                  <a:lnTo>
                    <a:pt x="1417" y="12530"/>
                  </a:lnTo>
                  <a:lnTo>
                    <a:pt x="1368" y="12481"/>
                  </a:lnTo>
                  <a:lnTo>
                    <a:pt x="1319" y="12432"/>
                  </a:lnTo>
                  <a:lnTo>
                    <a:pt x="1295" y="12335"/>
                  </a:lnTo>
                  <a:lnTo>
                    <a:pt x="1319" y="12237"/>
                  </a:lnTo>
                  <a:lnTo>
                    <a:pt x="1368" y="12164"/>
                  </a:lnTo>
                  <a:lnTo>
                    <a:pt x="1442" y="12115"/>
                  </a:lnTo>
                  <a:lnTo>
                    <a:pt x="1637" y="11993"/>
                  </a:lnTo>
                  <a:lnTo>
                    <a:pt x="1832" y="11871"/>
                  </a:lnTo>
                  <a:lnTo>
                    <a:pt x="1930" y="11846"/>
                  </a:lnTo>
                  <a:close/>
                  <a:moveTo>
                    <a:pt x="831" y="12335"/>
                  </a:moveTo>
                  <a:lnTo>
                    <a:pt x="929" y="12383"/>
                  </a:lnTo>
                  <a:lnTo>
                    <a:pt x="1002" y="12432"/>
                  </a:lnTo>
                  <a:lnTo>
                    <a:pt x="1026" y="12530"/>
                  </a:lnTo>
                  <a:lnTo>
                    <a:pt x="1026" y="12628"/>
                  </a:lnTo>
                  <a:lnTo>
                    <a:pt x="1002" y="12701"/>
                  </a:lnTo>
                  <a:lnTo>
                    <a:pt x="929" y="12774"/>
                  </a:lnTo>
                  <a:lnTo>
                    <a:pt x="855" y="12823"/>
                  </a:lnTo>
                  <a:lnTo>
                    <a:pt x="318" y="12896"/>
                  </a:lnTo>
                  <a:lnTo>
                    <a:pt x="294" y="12896"/>
                  </a:lnTo>
                  <a:lnTo>
                    <a:pt x="220" y="12872"/>
                  </a:lnTo>
                  <a:lnTo>
                    <a:pt x="147" y="12823"/>
                  </a:lnTo>
                  <a:lnTo>
                    <a:pt x="74" y="12774"/>
                  </a:lnTo>
                  <a:lnTo>
                    <a:pt x="49" y="12676"/>
                  </a:lnTo>
                  <a:lnTo>
                    <a:pt x="74" y="12579"/>
                  </a:lnTo>
                  <a:lnTo>
                    <a:pt x="123" y="12506"/>
                  </a:lnTo>
                  <a:lnTo>
                    <a:pt x="196" y="12432"/>
                  </a:lnTo>
                  <a:lnTo>
                    <a:pt x="269" y="12408"/>
                  </a:lnTo>
                  <a:lnTo>
                    <a:pt x="733" y="12335"/>
                  </a:lnTo>
                  <a:close/>
                  <a:moveTo>
                    <a:pt x="5691" y="1"/>
                  </a:moveTo>
                  <a:lnTo>
                    <a:pt x="5593" y="50"/>
                  </a:lnTo>
                  <a:lnTo>
                    <a:pt x="1" y="2907"/>
                  </a:lnTo>
                  <a:lnTo>
                    <a:pt x="1" y="16267"/>
                  </a:lnTo>
                  <a:lnTo>
                    <a:pt x="5618" y="13409"/>
                  </a:lnTo>
                  <a:lnTo>
                    <a:pt x="5740" y="13360"/>
                  </a:lnTo>
                  <a:lnTo>
                    <a:pt x="5838" y="13263"/>
                  </a:lnTo>
                  <a:lnTo>
                    <a:pt x="5935" y="13165"/>
                  </a:lnTo>
                  <a:lnTo>
                    <a:pt x="6009" y="13067"/>
                  </a:lnTo>
                  <a:lnTo>
                    <a:pt x="6082" y="12945"/>
                  </a:lnTo>
                  <a:lnTo>
                    <a:pt x="6131" y="12823"/>
                  </a:lnTo>
                  <a:lnTo>
                    <a:pt x="6155" y="12701"/>
                  </a:lnTo>
                  <a:lnTo>
                    <a:pt x="6155" y="12579"/>
                  </a:lnTo>
                  <a:lnTo>
                    <a:pt x="6155" y="343"/>
                  </a:lnTo>
                  <a:lnTo>
                    <a:pt x="6155" y="221"/>
                  </a:lnTo>
                  <a:lnTo>
                    <a:pt x="6106" y="147"/>
                  </a:lnTo>
                  <a:lnTo>
                    <a:pt x="6058" y="74"/>
                  </a:lnTo>
                  <a:lnTo>
                    <a:pt x="5984" y="25"/>
                  </a:lnTo>
                  <a:lnTo>
                    <a:pt x="5911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146" name="Google Shape;146;p59"/>
          <p:cNvGrpSpPr/>
          <p:nvPr/>
        </p:nvGrpSpPr>
        <p:grpSpPr>
          <a:xfrm>
            <a:off x="8748423" y="1543270"/>
            <a:ext cx="335905" cy="397142"/>
            <a:chOff x="4636075" y="261925"/>
            <a:chExt cx="401800" cy="475050"/>
          </a:xfrm>
        </p:grpSpPr>
        <p:sp>
          <p:nvSpPr>
            <p:cNvPr id="147" name="Google Shape;147;p59"/>
            <p:cNvSpPr/>
            <p:nvPr/>
          </p:nvSpPr>
          <p:spPr>
            <a:xfrm>
              <a:off x="4665400" y="326650"/>
              <a:ext cx="372475" cy="97100"/>
            </a:xfrm>
            <a:custGeom>
              <a:rect b="b" l="l" r="r" t="t"/>
              <a:pathLst>
                <a:path extrusionOk="0" h="3884" w="14899">
                  <a:moveTo>
                    <a:pt x="928" y="0"/>
                  </a:moveTo>
                  <a:lnTo>
                    <a:pt x="733" y="25"/>
                  </a:lnTo>
                  <a:lnTo>
                    <a:pt x="562" y="74"/>
                  </a:lnTo>
                  <a:lnTo>
                    <a:pt x="391" y="171"/>
                  </a:lnTo>
                  <a:lnTo>
                    <a:pt x="269" y="269"/>
                  </a:lnTo>
                  <a:lnTo>
                    <a:pt x="147" y="416"/>
                  </a:lnTo>
                  <a:lnTo>
                    <a:pt x="73" y="562"/>
                  </a:lnTo>
                  <a:lnTo>
                    <a:pt x="0" y="733"/>
                  </a:lnTo>
                  <a:lnTo>
                    <a:pt x="0" y="928"/>
                  </a:lnTo>
                  <a:lnTo>
                    <a:pt x="0" y="2956"/>
                  </a:lnTo>
                  <a:lnTo>
                    <a:pt x="0" y="3151"/>
                  </a:lnTo>
                  <a:lnTo>
                    <a:pt x="73" y="3322"/>
                  </a:lnTo>
                  <a:lnTo>
                    <a:pt x="147" y="3468"/>
                  </a:lnTo>
                  <a:lnTo>
                    <a:pt x="269" y="3615"/>
                  </a:lnTo>
                  <a:lnTo>
                    <a:pt x="391" y="3737"/>
                  </a:lnTo>
                  <a:lnTo>
                    <a:pt x="562" y="3810"/>
                  </a:lnTo>
                  <a:lnTo>
                    <a:pt x="733" y="3859"/>
                  </a:lnTo>
                  <a:lnTo>
                    <a:pt x="928" y="3884"/>
                  </a:lnTo>
                  <a:lnTo>
                    <a:pt x="12798" y="3884"/>
                  </a:lnTo>
                  <a:lnTo>
                    <a:pt x="14898" y="1954"/>
                  </a:lnTo>
                  <a:lnTo>
                    <a:pt x="12798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48" name="Google Shape;148;p59"/>
            <p:cNvSpPr/>
            <p:nvPr/>
          </p:nvSpPr>
          <p:spPr>
            <a:xfrm>
              <a:off x="4636075" y="438375"/>
              <a:ext cx="372475" cy="97125"/>
            </a:xfrm>
            <a:custGeom>
              <a:rect b="b" l="l" r="r" t="t"/>
              <a:pathLst>
                <a:path extrusionOk="0" h="3885" w="14899">
                  <a:moveTo>
                    <a:pt x="2101" y="1"/>
                  </a:moveTo>
                  <a:lnTo>
                    <a:pt x="1" y="1930"/>
                  </a:lnTo>
                  <a:lnTo>
                    <a:pt x="2101" y="3884"/>
                  </a:lnTo>
                  <a:lnTo>
                    <a:pt x="13971" y="3884"/>
                  </a:lnTo>
                  <a:lnTo>
                    <a:pt x="14166" y="3860"/>
                  </a:lnTo>
                  <a:lnTo>
                    <a:pt x="14337" y="3811"/>
                  </a:lnTo>
                  <a:lnTo>
                    <a:pt x="14508" y="3713"/>
                  </a:lnTo>
                  <a:lnTo>
                    <a:pt x="14630" y="3615"/>
                  </a:lnTo>
                  <a:lnTo>
                    <a:pt x="14752" y="3469"/>
                  </a:lnTo>
                  <a:lnTo>
                    <a:pt x="14826" y="3322"/>
                  </a:lnTo>
                  <a:lnTo>
                    <a:pt x="14899" y="3151"/>
                  </a:lnTo>
                  <a:lnTo>
                    <a:pt x="14899" y="2956"/>
                  </a:lnTo>
                  <a:lnTo>
                    <a:pt x="14899" y="929"/>
                  </a:lnTo>
                  <a:lnTo>
                    <a:pt x="14899" y="733"/>
                  </a:lnTo>
                  <a:lnTo>
                    <a:pt x="14826" y="563"/>
                  </a:lnTo>
                  <a:lnTo>
                    <a:pt x="14752" y="416"/>
                  </a:lnTo>
                  <a:lnTo>
                    <a:pt x="14630" y="269"/>
                  </a:lnTo>
                  <a:lnTo>
                    <a:pt x="14508" y="147"/>
                  </a:lnTo>
                  <a:lnTo>
                    <a:pt x="14337" y="74"/>
                  </a:lnTo>
                  <a:lnTo>
                    <a:pt x="14166" y="25"/>
                  </a:lnTo>
                  <a:lnTo>
                    <a:pt x="13971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49" name="Google Shape;149;p59"/>
            <p:cNvSpPr/>
            <p:nvPr/>
          </p:nvSpPr>
          <p:spPr>
            <a:xfrm>
              <a:off x="4814975" y="261925"/>
              <a:ext cx="44000" cy="50100"/>
            </a:xfrm>
            <a:custGeom>
              <a:rect b="b" l="l" r="r" t="t"/>
              <a:pathLst>
                <a:path extrusionOk="0" h="2004" w="1760">
                  <a:moveTo>
                    <a:pt x="563" y="1"/>
                  </a:moveTo>
                  <a:lnTo>
                    <a:pt x="465" y="25"/>
                  </a:lnTo>
                  <a:lnTo>
                    <a:pt x="343" y="49"/>
                  </a:lnTo>
                  <a:lnTo>
                    <a:pt x="245" y="98"/>
                  </a:lnTo>
                  <a:lnTo>
                    <a:pt x="172" y="171"/>
                  </a:lnTo>
                  <a:lnTo>
                    <a:pt x="99" y="269"/>
                  </a:lnTo>
                  <a:lnTo>
                    <a:pt x="25" y="367"/>
                  </a:lnTo>
                  <a:lnTo>
                    <a:pt x="1" y="465"/>
                  </a:lnTo>
                  <a:lnTo>
                    <a:pt x="1" y="587"/>
                  </a:lnTo>
                  <a:lnTo>
                    <a:pt x="1" y="2003"/>
                  </a:lnTo>
                  <a:lnTo>
                    <a:pt x="1759" y="2003"/>
                  </a:lnTo>
                  <a:lnTo>
                    <a:pt x="1759" y="587"/>
                  </a:lnTo>
                  <a:lnTo>
                    <a:pt x="1759" y="465"/>
                  </a:lnTo>
                  <a:lnTo>
                    <a:pt x="1735" y="367"/>
                  </a:lnTo>
                  <a:lnTo>
                    <a:pt x="1662" y="269"/>
                  </a:lnTo>
                  <a:lnTo>
                    <a:pt x="1588" y="171"/>
                  </a:lnTo>
                  <a:lnTo>
                    <a:pt x="1515" y="98"/>
                  </a:lnTo>
                  <a:lnTo>
                    <a:pt x="1417" y="49"/>
                  </a:lnTo>
                  <a:lnTo>
                    <a:pt x="1295" y="25"/>
                  </a:lnTo>
                  <a:lnTo>
                    <a:pt x="1198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50" name="Google Shape;150;p59"/>
            <p:cNvSpPr/>
            <p:nvPr/>
          </p:nvSpPr>
          <p:spPr>
            <a:xfrm>
              <a:off x="4814975" y="550125"/>
              <a:ext cx="44000" cy="186850"/>
            </a:xfrm>
            <a:custGeom>
              <a:rect b="b" l="l" r="r" t="t"/>
              <a:pathLst>
                <a:path extrusionOk="0" h="7474" w="1760">
                  <a:moveTo>
                    <a:pt x="1" y="0"/>
                  </a:moveTo>
                  <a:lnTo>
                    <a:pt x="1" y="7474"/>
                  </a:lnTo>
                  <a:lnTo>
                    <a:pt x="1759" y="7474"/>
                  </a:lnTo>
                  <a:lnTo>
                    <a:pt x="1759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151" name="Google Shape;151;p59"/>
          <p:cNvSpPr/>
          <p:nvPr/>
        </p:nvSpPr>
        <p:spPr>
          <a:xfrm>
            <a:off x="9287624" y="1573898"/>
            <a:ext cx="384894" cy="335905"/>
          </a:xfrm>
          <a:custGeom>
            <a:rect b="b" l="l" r="r" t="t"/>
            <a:pathLst>
              <a:path extrusionOk="0" h="16072" w="18416">
                <a:moveTo>
                  <a:pt x="9208" y="1"/>
                </a:moveTo>
                <a:lnTo>
                  <a:pt x="1" y="8866"/>
                </a:lnTo>
                <a:lnTo>
                  <a:pt x="2882" y="8866"/>
                </a:lnTo>
                <a:lnTo>
                  <a:pt x="2882" y="15290"/>
                </a:lnTo>
                <a:lnTo>
                  <a:pt x="2907" y="15461"/>
                </a:lnTo>
                <a:lnTo>
                  <a:pt x="2956" y="15607"/>
                </a:lnTo>
                <a:lnTo>
                  <a:pt x="3029" y="15729"/>
                </a:lnTo>
                <a:lnTo>
                  <a:pt x="3102" y="15851"/>
                </a:lnTo>
                <a:lnTo>
                  <a:pt x="3224" y="15949"/>
                </a:lnTo>
                <a:lnTo>
                  <a:pt x="3371" y="16022"/>
                </a:lnTo>
                <a:lnTo>
                  <a:pt x="3517" y="16071"/>
                </a:lnTo>
                <a:lnTo>
                  <a:pt x="7425" y="16071"/>
                </a:lnTo>
                <a:lnTo>
                  <a:pt x="7425" y="13458"/>
                </a:lnTo>
                <a:lnTo>
                  <a:pt x="7450" y="13165"/>
                </a:lnTo>
                <a:lnTo>
                  <a:pt x="7547" y="12896"/>
                </a:lnTo>
                <a:lnTo>
                  <a:pt x="7669" y="12652"/>
                </a:lnTo>
                <a:lnTo>
                  <a:pt x="7840" y="12457"/>
                </a:lnTo>
                <a:lnTo>
                  <a:pt x="8060" y="12286"/>
                </a:lnTo>
                <a:lnTo>
                  <a:pt x="8280" y="12164"/>
                </a:lnTo>
                <a:lnTo>
                  <a:pt x="8549" y="12066"/>
                </a:lnTo>
                <a:lnTo>
                  <a:pt x="8842" y="12041"/>
                </a:lnTo>
                <a:lnTo>
                  <a:pt x="9574" y="12041"/>
                </a:lnTo>
                <a:lnTo>
                  <a:pt x="9867" y="12066"/>
                </a:lnTo>
                <a:lnTo>
                  <a:pt x="10136" y="12164"/>
                </a:lnTo>
                <a:lnTo>
                  <a:pt x="10356" y="12286"/>
                </a:lnTo>
                <a:lnTo>
                  <a:pt x="10576" y="12457"/>
                </a:lnTo>
                <a:lnTo>
                  <a:pt x="10747" y="12652"/>
                </a:lnTo>
                <a:lnTo>
                  <a:pt x="10869" y="12896"/>
                </a:lnTo>
                <a:lnTo>
                  <a:pt x="10967" y="13165"/>
                </a:lnTo>
                <a:lnTo>
                  <a:pt x="10991" y="13458"/>
                </a:lnTo>
                <a:lnTo>
                  <a:pt x="10991" y="16071"/>
                </a:lnTo>
                <a:lnTo>
                  <a:pt x="14899" y="16071"/>
                </a:lnTo>
                <a:lnTo>
                  <a:pt x="15045" y="16022"/>
                </a:lnTo>
                <a:lnTo>
                  <a:pt x="15192" y="15949"/>
                </a:lnTo>
                <a:lnTo>
                  <a:pt x="15314" y="15851"/>
                </a:lnTo>
                <a:lnTo>
                  <a:pt x="15387" y="15729"/>
                </a:lnTo>
                <a:lnTo>
                  <a:pt x="15460" y="15607"/>
                </a:lnTo>
                <a:lnTo>
                  <a:pt x="15509" y="15461"/>
                </a:lnTo>
                <a:lnTo>
                  <a:pt x="15534" y="15290"/>
                </a:lnTo>
                <a:lnTo>
                  <a:pt x="15534" y="8866"/>
                </a:lnTo>
                <a:lnTo>
                  <a:pt x="18416" y="8866"/>
                </a:lnTo>
                <a:lnTo>
                  <a:pt x="9208" y="1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grpSp>
        <p:nvGrpSpPr>
          <p:cNvPr id="152" name="Google Shape;152;p59"/>
          <p:cNvGrpSpPr/>
          <p:nvPr/>
        </p:nvGrpSpPr>
        <p:grpSpPr>
          <a:xfrm>
            <a:off x="9874975" y="1576459"/>
            <a:ext cx="336908" cy="330262"/>
            <a:chOff x="5983625" y="301625"/>
            <a:chExt cx="403000" cy="395050"/>
          </a:xfrm>
        </p:grpSpPr>
        <p:sp>
          <p:nvSpPr>
            <p:cNvPr id="153" name="Google Shape;153;p59"/>
            <p:cNvSpPr/>
            <p:nvPr/>
          </p:nvSpPr>
          <p:spPr>
            <a:xfrm>
              <a:off x="5983625" y="319925"/>
              <a:ext cx="403000" cy="67200"/>
            </a:xfrm>
            <a:custGeom>
              <a:rect b="b" l="l" r="r" t="t"/>
              <a:pathLst>
                <a:path extrusionOk="0" h="2688" w="16120">
                  <a:moveTo>
                    <a:pt x="3102" y="416"/>
                  </a:moveTo>
                  <a:lnTo>
                    <a:pt x="3273" y="465"/>
                  </a:lnTo>
                  <a:lnTo>
                    <a:pt x="3444" y="562"/>
                  </a:lnTo>
                  <a:lnTo>
                    <a:pt x="3566" y="660"/>
                  </a:lnTo>
                  <a:lnTo>
                    <a:pt x="3688" y="807"/>
                  </a:lnTo>
                  <a:lnTo>
                    <a:pt x="3762" y="953"/>
                  </a:lnTo>
                  <a:lnTo>
                    <a:pt x="3810" y="1124"/>
                  </a:lnTo>
                  <a:lnTo>
                    <a:pt x="3835" y="1320"/>
                  </a:lnTo>
                  <a:lnTo>
                    <a:pt x="3810" y="1491"/>
                  </a:lnTo>
                  <a:lnTo>
                    <a:pt x="3762" y="1661"/>
                  </a:lnTo>
                  <a:lnTo>
                    <a:pt x="3688" y="1808"/>
                  </a:lnTo>
                  <a:lnTo>
                    <a:pt x="3566" y="1955"/>
                  </a:lnTo>
                  <a:lnTo>
                    <a:pt x="3444" y="2052"/>
                  </a:lnTo>
                  <a:lnTo>
                    <a:pt x="3273" y="2150"/>
                  </a:lnTo>
                  <a:lnTo>
                    <a:pt x="3102" y="2199"/>
                  </a:lnTo>
                  <a:lnTo>
                    <a:pt x="2931" y="2223"/>
                  </a:lnTo>
                  <a:lnTo>
                    <a:pt x="2760" y="2199"/>
                  </a:lnTo>
                  <a:lnTo>
                    <a:pt x="2589" y="2150"/>
                  </a:lnTo>
                  <a:lnTo>
                    <a:pt x="2418" y="2052"/>
                  </a:lnTo>
                  <a:lnTo>
                    <a:pt x="2296" y="1955"/>
                  </a:lnTo>
                  <a:lnTo>
                    <a:pt x="2174" y="1808"/>
                  </a:lnTo>
                  <a:lnTo>
                    <a:pt x="2101" y="1661"/>
                  </a:lnTo>
                  <a:lnTo>
                    <a:pt x="2052" y="1491"/>
                  </a:lnTo>
                  <a:lnTo>
                    <a:pt x="2028" y="1320"/>
                  </a:lnTo>
                  <a:lnTo>
                    <a:pt x="2052" y="1124"/>
                  </a:lnTo>
                  <a:lnTo>
                    <a:pt x="2101" y="953"/>
                  </a:lnTo>
                  <a:lnTo>
                    <a:pt x="2174" y="807"/>
                  </a:lnTo>
                  <a:lnTo>
                    <a:pt x="2296" y="660"/>
                  </a:lnTo>
                  <a:lnTo>
                    <a:pt x="2418" y="562"/>
                  </a:lnTo>
                  <a:lnTo>
                    <a:pt x="2589" y="465"/>
                  </a:lnTo>
                  <a:lnTo>
                    <a:pt x="2760" y="416"/>
                  </a:lnTo>
                  <a:close/>
                  <a:moveTo>
                    <a:pt x="13360" y="416"/>
                  </a:moveTo>
                  <a:lnTo>
                    <a:pt x="13531" y="465"/>
                  </a:lnTo>
                  <a:lnTo>
                    <a:pt x="13702" y="562"/>
                  </a:lnTo>
                  <a:lnTo>
                    <a:pt x="13824" y="660"/>
                  </a:lnTo>
                  <a:lnTo>
                    <a:pt x="13946" y="807"/>
                  </a:lnTo>
                  <a:lnTo>
                    <a:pt x="14019" y="953"/>
                  </a:lnTo>
                  <a:lnTo>
                    <a:pt x="14068" y="1124"/>
                  </a:lnTo>
                  <a:lnTo>
                    <a:pt x="14093" y="1320"/>
                  </a:lnTo>
                  <a:lnTo>
                    <a:pt x="14068" y="1491"/>
                  </a:lnTo>
                  <a:lnTo>
                    <a:pt x="14019" y="1661"/>
                  </a:lnTo>
                  <a:lnTo>
                    <a:pt x="13946" y="1808"/>
                  </a:lnTo>
                  <a:lnTo>
                    <a:pt x="13824" y="1955"/>
                  </a:lnTo>
                  <a:lnTo>
                    <a:pt x="13702" y="2052"/>
                  </a:lnTo>
                  <a:lnTo>
                    <a:pt x="13531" y="2150"/>
                  </a:lnTo>
                  <a:lnTo>
                    <a:pt x="13360" y="2199"/>
                  </a:lnTo>
                  <a:lnTo>
                    <a:pt x="13189" y="2223"/>
                  </a:lnTo>
                  <a:lnTo>
                    <a:pt x="13018" y="2199"/>
                  </a:lnTo>
                  <a:lnTo>
                    <a:pt x="12847" y="2150"/>
                  </a:lnTo>
                  <a:lnTo>
                    <a:pt x="12676" y="2052"/>
                  </a:lnTo>
                  <a:lnTo>
                    <a:pt x="12554" y="1955"/>
                  </a:lnTo>
                  <a:lnTo>
                    <a:pt x="12432" y="1808"/>
                  </a:lnTo>
                  <a:lnTo>
                    <a:pt x="12359" y="1661"/>
                  </a:lnTo>
                  <a:lnTo>
                    <a:pt x="12310" y="1491"/>
                  </a:lnTo>
                  <a:lnTo>
                    <a:pt x="12285" y="1320"/>
                  </a:lnTo>
                  <a:lnTo>
                    <a:pt x="12310" y="1124"/>
                  </a:lnTo>
                  <a:lnTo>
                    <a:pt x="12359" y="953"/>
                  </a:lnTo>
                  <a:lnTo>
                    <a:pt x="12432" y="807"/>
                  </a:lnTo>
                  <a:lnTo>
                    <a:pt x="12554" y="660"/>
                  </a:lnTo>
                  <a:lnTo>
                    <a:pt x="12676" y="562"/>
                  </a:lnTo>
                  <a:lnTo>
                    <a:pt x="12847" y="465"/>
                  </a:lnTo>
                  <a:lnTo>
                    <a:pt x="13018" y="416"/>
                  </a:lnTo>
                  <a:close/>
                  <a:moveTo>
                    <a:pt x="0" y="1"/>
                  </a:moveTo>
                  <a:lnTo>
                    <a:pt x="0" y="2687"/>
                  </a:lnTo>
                  <a:lnTo>
                    <a:pt x="16120" y="2687"/>
                  </a:lnTo>
                  <a:lnTo>
                    <a:pt x="16120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54" name="Google Shape;154;p59"/>
            <p:cNvSpPr/>
            <p:nvPr/>
          </p:nvSpPr>
          <p:spPr>
            <a:xfrm>
              <a:off x="5983625" y="664900"/>
              <a:ext cx="403000" cy="31775"/>
            </a:xfrm>
            <a:custGeom>
              <a:rect b="b" l="l" r="r" t="t"/>
              <a:pathLst>
                <a:path extrusionOk="0" h="1271" w="16120">
                  <a:moveTo>
                    <a:pt x="0" y="1"/>
                  </a:moveTo>
                  <a:lnTo>
                    <a:pt x="0" y="489"/>
                  </a:lnTo>
                  <a:lnTo>
                    <a:pt x="25" y="660"/>
                  </a:lnTo>
                  <a:lnTo>
                    <a:pt x="74" y="807"/>
                  </a:lnTo>
                  <a:lnTo>
                    <a:pt x="147" y="929"/>
                  </a:lnTo>
                  <a:lnTo>
                    <a:pt x="220" y="1051"/>
                  </a:lnTo>
                  <a:lnTo>
                    <a:pt x="342" y="1149"/>
                  </a:lnTo>
                  <a:lnTo>
                    <a:pt x="489" y="1222"/>
                  </a:lnTo>
                  <a:lnTo>
                    <a:pt x="635" y="1271"/>
                  </a:lnTo>
                  <a:lnTo>
                    <a:pt x="15485" y="1271"/>
                  </a:lnTo>
                  <a:lnTo>
                    <a:pt x="15631" y="1222"/>
                  </a:lnTo>
                  <a:lnTo>
                    <a:pt x="15778" y="1149"/>
                  </a:lnTo>
                  <a:lnTo>
                    <a:pt x="15900" y="1051"/>
                  </a:lnTo>
                  <a:lnTo>
                    <a:pt x="15973" y="929"/>
                  </a:lnTo>
                  <a:lnTo>
                    <a:pt x="16046" y="807"/>
                  </a:lnTo>
                  <a:lnTo>
                    <a:pt x="16095" y="660"/>
                  </a:lnTo>
                  <a:lnTo>
                    <a:pt x="16120" y="489"/>
                  </a:lnTo>
                  <a:lnTo>
                    <a:pt x="16120" y="1"/>
                  </a:lnTo>
                  <a:lnTo>
                    <a:pt x="16095" y="172"/>
                  </a:lnTo>
                  <a:lnTo>
                    <a:pt x="16046" y="318"/>
                  </a:lnTo>
                  <a:lnTo>
                    <a:pt x="15973" y="440"/>
                  </a:lnTo>
                  <a:lnTo>
                    <a:pt x="15900" y="562"/>
                  </a:lnTo>
                  <a:lnTo>
                    <a:pt x="15778" y="660"/>
                  </a:lnTo>
                  <a:lnTo>
                    <a:pt x="15631" y="733"/>
                  </a:lnTo>
                  <a:lnTo>
                    <a:pt x="15485" y="782"/>
                  </a:lnTo>
                  <a:lnTo>
                    <a:pt x="635" y="782"/>
                  </a:lnTo>
                  <a:lnTo>
                    <a:pt x="489" y="733"/>
                  </a:lnTo>
                  <a:lnTo>
                    <a:pt x="342" y="660"/>
                  </a:lnTo>
                  <a:lnTo>
                    <a:pt x="220" y="562"/>
                  </a:lnTo>
                  <a:lnTo>
                    <a:pt x="147" y="440"/>
                  </a:lnTo>
                  <a:lnTo>
                    <a:pt x="74" y="318"/>
                  </a:lnTo>
                  <a:lnTo>
                    <a:pt x="25" y="17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55" name="Google Shape;155;p59"/>
            <p:cNvSpPr/>
            <p:nvPr/>
          </p:nvSpPr>
          <p:spPr>
            <a:xfrm>
              <a:off x="6041025" y="301625"/>
              <a:ext cx="29325" cy="63500"/>
            </a:xfrm>
            <a:custGeom>
              <a:rect b="b" l="l" r="r" t="t"/>
              <a:pathLst>
                <a:path extrusionOk="0" h="2540" w="1173">
                  <a:moveTo>
                    <a:pt x="391" y="0"/>
                  </a:moveTo>
                  <a:lnTo>
                    <a:pt x="293" y="49"/>
                  </a:lnTo>
                  <a:lnTo>
                    <a:pt x="220" y="73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49" y="293"/>
                  </a:lnTo>
                  <a:lnTo>
                    <a:pt x="0" y="391"/>
                  </a:lnTo>
                  <a:lnTo>
                    <a:pt x="0" y="488"/>
                  </a:lnTo>
                  <a:lnTo>
                    <a:pt x="0" y="2052"/>
                  </a:lnTo>
                  <a:lnTo>
                    <a:pt x="0" y="2149"/>
                  </a:lnTo>
                  <a:lnTo>
                    <a:pt x="49" y="2247"/>
                  </a:lnTo>
                  <a:lnTo>
                    <a:pt x="74" y="2320"/>
                  </a:lnTo>
                  <a:lnTo>
                    <a:pt x="147" y="2393"/>
                  </a:lnTo>
                  <a:lnTo>
                    <a:pt x="220" y="2467"/>
                  </a:lnTo>
                  <a:lnTo>
                    <a:pt x="293" y="2491"/>
                  </a:lnTo>
                  <a:lnTo>
                    <a:pt x="391" y="2540"/>
                  </a:lnTo>
                  <a:lnTo>
                    <a:pt x="782" y="2540"/>
                  </a:lnTo>
                  <a:lnTo>
                    <a:pt x="879" y="2491"/>
                  </a:lnTo>
                  <a:lnTo>
                    <a:pt x="953" y="2467"/>
                  </a:lnTo>
                  <a:lnTo>
                    <a:pt x="1026" y="2393"/>
                  </a:lnTo>
                  <a:lnTo>
                    <a:pt x="1099" y="2320"/>
                  </a:lnTo>
                  <a:lnTo>
                    <a:pt x="1124" y="2247"/>
                  </a:lnTo>
                  <a:lnTo>
                    <a:pt x="1173" y="2149"/>
                  </a:lnTo>
                  <a:lnTo>
                    <a:pt x="1173" y="2052"/>
                  </a:lnTo>
                  <a:lnTo>
                    <a:pt x="1173" y="488"/>
                  </a:lnTo>
                  <a:lnTo>
                    <a:pt x="1173" y="391"/>
                  </a:lnTo>
                  <a:lnTo>
                    <a:pt x="1124" y="293"/>
                  </a:lnTo>
                  <a:lnTo>
                    <a:pt x="1099" y="220"/>
                  </a:lnTo>
                  <a:lnTo>
                    <a:pt x="1026" y="147"/>
                  </a:lnTo>
                  <a:lnTo>
                    <a:pt x="953" y="73"/>
                  </a:lnTo>
                  <a:lnTo>
                    <a:pt x="879" y="49"/>
                  </a:lnTo>
                  <a:lnTo>
                    <a:pt x="782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56" name="Google Shape;156;p59"/>
            <p:cNvSpPr/>
            <p:nvPr/>
          </p:nvSpPr>
          <p:spPr>
            <a:xfrm>
              <a:off x="6297450" y="301625"/>
              <a:ext cx="29350" cy="63500"/>
            </a:xfrm>
            <a:custGeom>
              <a:rect b="b" l="l" r="r" t="t"/>
              <a:pathLst>
                <a:path extrusionOk="0" h="2540" w="1174">
                  <a:moveTo>
                    <a:pt x="392" y="0"/>
                  </a:moveTo>
                  <a:lnTo>
                    <a:pt x="294" y="49"/>
                  </a:lnTo>
                  <a:lnTo>
                    <a:pt x="221" y="73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50" y="293"/>
                  </a:lnTo>
                  <a:lnTo>
                    <a:pt x="1" y="391"/>
                  </a:lnTo>
                  <a:lnTo>
                    <a:pt x="1" y="488"/>
                  </a:lnTo>
                  <a:lnTo>
                    <a:pt x="1" y="2052"/>
                  </a:lnTo>
                  <a:lnTo>
                    <a:pt x="1" y="2149"/>
                  </a:lnTo>
                  <a:lnTo>
                    <a:pt x="50" y="2247"/>
                  </a:lnTo>
                  <a:lnTo>
                    <a:pt x="74" y="2320"/>
                  </a:lnTo>
                  <a:lnTo>
                    <a:pt x="147" y="2393"/>
                  </a:lnTo>
                  <a:lnTo>
                    <a:pt x="221" y="2467"/>
                  </a:lnTo>
                  <a:lnTo>
                    <a:pt x="294" y="2491"/>
                  </a:lnTo>
                  <a:lnTo>
                    <a:pt x="392" y="2540"/>
                  </a:lnTo>
                  <a:lnTo>
                    <a:pt x="782" y="2540"/>
                  </a:lnTo>
                  <a:lnTo>
                    <a:pt x="880" y="2491"/>
                  </a:lnTo>
                  <a:lnTo>
                    <a:pt x="953" y="2467"/>
                  </a:lnTo>
                  <a:lnTo>
                    <a:pt x="1027" y="2393"/>
                  </a:lnTo>
                  <a:lnTo>
                    <a:pt x="1100" y="2320"/>
                  </a:lnTo>
                  <a:lnTo>
                    <a:pt x="1124" y="2247"/>
                  </a:lnTo>
                  <a:lnTo>
                    <a:pt x="1173" y="2149"/>
                  </a:lnTo>
                  <a:lnTo>
                    <a:pt x="1173" y="2052"/>
                  </a:lnTo>
                  <a:lnTo>
                    <a:pt x="1173" y="488"/>
                  </a:lnTo>
                  <a:lnTo>
                    <a:pt x="1173" y="391"/>
                  </a:lnTo>
                  <a:lnTo>
                    <a:pt x="1124" y="293"/>
                  </a:lnTo>
                  <a:lnTo>
                    <a:pt x="1100" y="220"/>
                  </a:lnTo>
                  <a:lnTo>
                    <a:pt x="1027" y="147"/>
                  </a:lnTo>
                  <a:lnTo>
                    <a:pt x="953" y="73"/>
                  </a:lnTo>
                  <a:lnTo>
                    <a:pt x="880" y="49"/>
                  </a:lnTo>
                  <a:lnTo>
                    <a:pt x="782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57" name="Google Shape;157;p59"/>
            <p:cNvSpPr/>
            <p:nvPr/>
          </p:nvSpPr>
          <p:spPr>
            <a:xfrm>
              <a:off x="6097200" y="509200"/>
              <a:ext cx="50700" cy="53775"/>
            </a:xfrm>
            <a:custGeom>
              <a:rect b="b" l="l" r="r" t="t"/>
              <a:pathLst>
                <a:path extrusionOk="0" h="2151" w="2028">
                  <a:moveTo>
                    <a:pt x="0" y="1"/>
                  </a:moveTo>
                  <a:lnTo>
                    <a:pt x="0" y="2150"/>
                  </a:lnTo>
                  <a:lnTo>
                    <a:pt x="2027" y="2150"/>
                  </a:lnTo>
                  <a:lnTo>
                    <a:pt x="2027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58" name="Google Shape;158;p59"/>
            <p:cNvSpPr/>
            <p:nvPr/>
          </p:nvSpPr>
          <p:spPr>
            <a:xfrm>
              <a:off x="6097200" y="448150"/>
              <a:ext cx="50700" cy="48875"/>
            </a:xfrm>
            <a:custGeom>
              <a:rect b="b" l="l" r="r" t="t"/>
              <a:pathLst>
                <a:path extrusionOk="0" h="1955" w="2028">
                  <a:moveTo>
                    <a:pt x="0" y="1"/>
                  </a:moveTo>
                  <a:lnTo>
                    <a:pt x="0" y="1954"/>
                  </a:lnTo>
                  <a:lnTo>
                    <a:pt x="2027" y="1954"/>
                  </a:lnTo>
                  <a:lnTo>
                    <a:pt x="2027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59" name="Google Shape;159;p59"/>
            <p:cNvSpPr/>
            <p:nvPr/>
          </p:nvSpPr>
          <p:spPr>
            <a:xfrm>
              <a:off x="6097200" y="575150"/>
              <a:ext cx="50700" cy="48875"/>
            </a:xfrm>
            <a:custGeom>
              <a:rect b="b" l="l" r="r" t="t"/>
              <a:pathLst>
                <a:path extrusionOk="0" h="1955" w="2028">
                  <a:moveTo>
                    <a:pt x="0" y="1"/>
                  </a:moveTo>
                  <a:lnTo>
                    <a:pt x="0" y="1954"/>
                  </a:lnTo>
                  <a:lnTo>
                    <a:pt x="2027" y="1954"/>
                  </a:lnTo>
                  <a:lnTo>
                    <a:pt x="2027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60" name="Google Shape;160;p59"/>
            <p:cNvSpPr/>
            <p:nvPr/>
          </p:nvSpPr>
          <p:spPr>
            <a:xfrm>
              <a:off x="6160075" y="575150"/>
              <a:ext cx="50100" cy="48875"/>
            </a:xfrm>
            <a:custGeom>
              <a:rect b="b" l="l" r="r" t="t"/>
              <a:pathLst>
                <a:path extrusionOk="0" h="1955" w="2004">
                  <a:moveTo>
                    <a:pt x="1" y="1"/>
                  </a:moveTo>
                  <a:lnTo>
                    <a:pt x="1" y="1954"/>
                  </a:lnTo>
                  <a:lnTo>
                    <a:pt x="2003" y="1954"/>
                  </a:lnTo>
                  <a:lnTo>
                    <a:pt x="2003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61" name="Google Shape;161;p59"/>
            <p:cNvSpPr/>
            <p:nvPr/>
          </p:nvSpPr>
          <p:spPr>
            <a:xfrm>
              <a:off x="6034300" y="509200"/>
              <a:ext cx="50700" cy="53775"/>
            </a:xfrm>
            <a:custGeom>
              <a:rect b="b" l="l" r="r" t="t"/>
              <a:pathLst>
                <a:path extrusionOk="0" h="2151" w="2028">
                  <a:moveTo>
                    <a:pt x="1" y="1"/>
                  </a:moveTo>
                  <a:lnTo>
                    <a:pt x="1" y="2150"/>
                  </a:lnTo>
                  <a:lnTo>
                    <a:pt x="2028" y="2150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62" name="Google Shape;162;p59"/>
            <p:cNvSpPr/>
            <p:nvPr/>
          </p:nvSpPr>
          <p:spPr>
            <a:xfrm>
              <a:off x="6034300" y="575150"/>
              <a:ext cx="50700" cy="48875"/>
            </a:xfrm>
            <a:custGeom>
              <a:rect b="b" l="l" r="r" t="t"/>
              <a:pathLst>
                <a:path extrusionOk="0" h="1955" w="2028">
                  <a:moveTo>
                    <a:pt x="1" y="1"/>
                  </a:moveTo>
                  <a:lnTo>
                    <a:pt x="1" y="1954"/>
                  </a:lnTo>
                  <a:lnTo>
                    <a:pt x="2028" y="1954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63" name="Google Shape;163;p59"/>
            <p:cNvSpPr/>
            <p:nvPr/>
          </p:nvSpPr>
          <p:spPr>
            <a:xfrm>
              <a:off x="6034300" y="448150"/>
              <a:ext cx="50700" cy="48875"/>
            </a:xfrm>
            <a:custGeom>
              <a:rect b="b" l="l" r="r" t="t"/>
              <a:pathLst>
                <a:path extrusionOk="0" h="1955" w="2028">
                  <a:moveTo>
                    <a:pt x="1" y="1"/>
                  </a:moveTo>
                  <a:lnTo>
                    <a:pt x="1" y="1954"/>
                  </a:lnTo>
                  <a:lnTo>
                    <a:pt x="2028" y="1954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64" name="Google Shape;164;p59"/>
            <p:cNvSpPr/>
            <p:nvPr/>
          </p:nvSpPr>
          <p:spPr>
            <a:xfrm>
              <a:off x="6160075" y="509200"/>
              <a:ext cx="50100" cy="53775"/>
            </a:xfrm>
            <a:custGeom>
              <a:rect b="b" l="l" r="r" t="t"/>
              <a:pathLst>
                <a:path extrusionOk="0" h="2151" w="2004">
                  <a:moveTo>
                    <a:pt x="1" y="1"/>
                  </a:moveTo>
                  <a:lnTo>
                    <a:pt x="1" y="2150"/>
                  </a:lnTo>
                  <a:lnTo>
                    <a:pt x="2003" y="2150"/>
                  </a:lnTo>
                  <a:lnTo>
                    <a:pt x="2003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65" name="Google Shape;165;p59"/>
            <p:cNvSpPr/>
            <p:nvPr/>
          </p:nvSpPr>
          <p:spPr>
            <a:xfrm>
              <a:off x="5983625" y="399300"/>
              <a:ext cx="403000" cy="272950"/>
            </a:xfrm>
            <a:custGeom>
              <a:rect b="b" l="l" r="r" t="t"/>
              <a:pathLst>
                <a:path extrusionOk="0" h="10918" w="16120">
                  <a:moveTo>
                    <a:pt x="14434" y="1466"/>
                  </a:moveTo>
                  <a:lnTo>
                    <a:pt x="14508" y="1515"/>
                  </a:lnTo>
                  <a:lnTo>
                    <a:pt x="14557" y="1613"/>
                  </a:lnTo>
                  <a:lnTo>
                    <a:pt x="14581" y="1710"/>
                  </a:lnTo>
                  <a:lnTo>
                    <a:pt x="14581" y="9233"/>
                  </a:lnTo>
                  <a:lnTo>
                    <a:pt x="14557" y="9330"/>
                  </a:lnTo>
                  <a:lnTo>
                    <a:pt x="14508" y="9404"/>
                  </a:lnTo>
                  <a:lnTo>
                    <a:pt x="14434" y="9452"/>
                  </a:lnTo>
                  <a:lnTo>
                    <a:pt x="14337" y="9477"/>
                  </a:lnTo>
                  <a:lnTo>
                    <a:pt x="1783" y="9477"/>
                  </a:lnTo>
                  <a:lnTo>
                    <a:pt x="1686" y="9452"/>
                  </a:lnTo>
                  <a:lnTo>
                    <a:pt x="1612" y="9404"/>
                  </a:lnTo>
                  <a:lnTo>
                    <a:pt x="1564" y="9330"/>
                  </a:lnTo>
                  <a:lnTo>
                    <a:pt x="1539" y="9233"/>
                  </a:lnTo>
                  <a:lnTo>
                    <a:pt x="1539" y="1710"/>
                  </a:lnTo>
                  <a:lnTo>
                    <a:pt x="1564" y="1613"/>
                  </a:lnTo>
                  <a:lnTo>
                    <a:pt x="1612" y="1515"/>
                  </a:lnTo>
                  <a:lnTo>
                    <a:pt x="1686" y="1466"/>
                  </a:lnTo>
                  <a:close/>
                  <a:moveTo>
                    <a:pt x="0" y="1"/>
                  </a:moveTo>
                  <a:lnTo>
                    <a:pt x="0" y="10332"/>
                  </a:lnTo>
                  <a:lnTo>
                    <a:pt x="25" y="10429"/>
                  </a:lnTo>
                  <a:lnTo>
                    <a:pt x="74" y="10527"/>
                  </a:lnTo>
                  <a:lnTo>
                    <a:pt x="147" y="10625"/>
                  </a:lnTo>
                  <a:lnTo>
                    <a:pt x="220" y="10722"/>
                  </a:lnTo>
                  <a:lnTo>
                    <a:pt x="342" y="10796"/>
                  </a:lnTo>
                  <a:lnTo>
                    <a:pt x="489" y="10869"/>
                  </a:lnTo>
                  <a:lnTo>
                    <a:pt x="635" y="10918"/>
                  </a:lnTo>
                  <a:lnTo>
                    <a:pt x="15485" y="10918"/>
                  </a:lnTo>
                  <a:lnTo>
                    <a:pt x="15631" y="10869"/>
                  </a:lnTo>
                  <a:lnTo>
                    <a:pt x="15778" y="10796"/>
                  </a:lnTo>
                  <a:lnTo>
                    <a:pt x="15900" y="10698"/>
                  </a:lnTo>
                  <a:lnTo>
                    <a:pt x="15973" y="10576"/>
                  </a:lnTo>
                  <a:lnTo>
                    <a:pt x="16046" y="10454"/>
                  </a:lnTo>
                  <a:lnTo>
                    <a:pt x="16095" y="10307"/>
                  </a:lnTo>
                  <a:lnTo>
                    <a:pt x="16120" y="10136"/>
                  </a:lnTo>
                  <a:lnTo>
                    <a:pt x="16120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66" name="Google Shape;166;p59"/>
            <p:cNvSpPr/>
            <p:nvPr/>
          </p:nvSpPr>
          <p:spPr>
            <a:xfrm>
              <a:off x="6285250" y="575150"/>
              <a:ext cx="50700" cy="48875"/>
            </a:xfrm>
            <a:custGeom>
              <a:rect b="b" l="l" r="r" t="t"/>
              <a:pathLst>
                <a:path extrusionOk="0" h="1955" w="2028">
                  <a:moveTo>
                    <a:pt x="0" y="1"/>
                  </a:moveTo>
                  <a:lnTo>
                    <a:pt x="0" y="1954"/>
                  </a:lnTo>
                  <a:lnTo>
                    <a:pt x="2028" y="1954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67" name="Google Shape;167;p59"/>
            <p:cNvSpPr/>
            <p:nvPr/>
          </p:nvSpPr>
          <p:spPr>
            <a:xfrm>
              <a:off x="6285250" y="509200"/>
              <a:ext cx="50700" cy="53775"/>
            </a:xfrm>
            <a:custGeom>
              <a:rect b="b" l="l" r="r" t="t"/>
              <a:pathLst>
                <a:path extrusionOk="0" h="2151" w="2028">
                  <a:moveTo>
                    <a:pt x="0" y="1"/>
                  </a:moveTo>
                  <a:lnTo>
                    <a:pt x="0" y="2150"/>
                  </a:lnTo>
                  <a:lnTo>
                    <a:pt x="2028" y="2150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68" name="Google Shape;168;p59"/>
            <p:cNvSpPr/>
            <p:nvPr/>
          </p:nvSpPr>
          <p:spPr>
            <a:xfrm>
              <a:off x="6285250" y="448150"/>
              <a:ext cx="50700" cy="48875"/>
            </a:xfrm>
            <a:custGeom>
              <a:rect b="b" l="l" r="r" t="t"/>
              <a:pathLst>
                <a:path extrusionOk="0" h="1955" w="2028">
                  <a:moveTo>
                    <a:pt x="0" y="1"/>
                  </a:moveTo>
                  <a:lnTo>
                    <a:pt x="0" y="1954"/>
                  </a:lnTo>
                  <a:lnTo>
                    <a:pt x="2028" y="1954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69" name="Google Shape;169;p59"/>
            <p:cNvSpPr/>
            <p:nvPr/>
          </p:nvSpPr>
          <p:spPr>
            <a:xfrm>
              <a:off x="6222350" y="575150"/>
              <a:ext cx="50700" cy="48875"/>
            </a:xfrm>
            <a:custGeom>
              <a:rect b="b" l="l" r="r" t="t"/>
              <a:pathLst>
                <a:path extrusionOk="0" h="1955" w="2028">
                  <a:moveTo>
                    <a:pt x="1" y="1"/>
                  </a:moveTo>
                  <a:lnTo>
                    <a:pt x="1" y="1954"/>
                  </a:lnTo>
                  <a:lnTo>
                    <a:pt x="2028" y="1954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70" name="Google Shape;170;p59"/>
            <p:cNvSpPr/>
            <p:nvPr/>
          </p:nvSpPr>
          <p:spPr>
            <a:xfrm>
              <a:off x="6160075" y="448150"/>
              <a:ext cx="50100" cy="48875"/>
            </a:xfrm>
            <a:custGeom>
              <a:rect b="b" l="l" r="r" t="t"/>
              <a:pathLst>
                <a:path extrusionOk="0" h="1955" w="2004">
                  <a:moveTo>
                    <a:pt x="1" y="1"/>
                  </a:moveTo>
                  <a:lnTo>
                    <a:pt x="1" y="1954"/>
                  </a:lnTo>
                  <a:lnTo>
                    <a:pt x="2003" y="1954"/>
                  </a:lnTo>
                  <a:lnTo>
                    <a:pt x="2003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71" name="Google Shape;171;p59"/>
            <p:cNvSpPr/>
            <p:nvPr/>
          </p:nvSpPr>
          <p:spPr>
            <a:xfrm>
              <a:off x="6222350" y="509200"/>
              <a:ext cx="50700" cy="53775"/>
            </a:xfrm>
            <a:custGeom>
              <a:rect b="b" l="l" r="r" t="t"/>
              <a:pathLst>
                <a:path extrusionOk="0" h="2151" w="2028">
                  <a:moveTo>
                    <a:pt x="1" y="1"/>
                  </a:moveTo>
                  <a:lnTo>
                    <a:pt x="1" y="2150"/>
                  </a:lnTo>
                  <a:lnTo>
                    <a:pt x="2028" y="2150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72" name="Google Shape;172;p59"/>
            <p:cNvSpPr/>
            <p:nvPr/>
          </p:nvSpPr>
          <p:spPr>
            <a:xfrm>
              <a:off x="6222350" y="448150"/>
              <a:ext cx="50700" cy="48875"/>
            </a:xfrm>
            <a:custGeom>
              <a:rect b="b" l="l" r="r" t="t"/>
              <a:pathLst>
                <a:path extrusionOk="0" h="1955" w="2028">
                  <a:moveTo>
                    <a:pt x="1" y="1"/>
                  </a:moveTo>
                  <a:lnTo>
                    <a:pt x="1" y="1954"/>
                  </a:lnTo>
                  <a:lnTo>
                    <a:pt x="2028" y="1954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173" name="Google Shape;173;p59"/>
          <p:cNvGrpSpPr/>
          <p:nvPr/>
        </p:nvGrpSpPr>
        <p:grpSpPr>
          <a:xfrm>
            <a:off x="10441051" y="1573888"/>
            <a:ext cx="331808" cy="331307"/>
            <a:chOff x="6660750" y="298550"/>
            <a:chExt cx="396900" cy="396300"/>
          </a:xfrm>
        </p:grpSpPr>
        <p:sp>
          <p:nvSpPr>
            <p:cNvPr id="174" name="Google Shape;174;p59"/>
            <p:cNvSpPr/>
            <p:nvPr/>
          </p:nvSpPr>
          <p:spPr>
            <a:xfrm>
              <a:off x="6660750" y="298550"/>
              <a:ext cx="396900" cy="396300"/>
            </a:xfrm>
            <a:custGeom>
              <a:rect b="b" l="l" r="r" t="t"/>
              <a:pathLst>
                <a:path extrusionOk="0" h="15852" w="15876">
                  <a:moveTo>
                    <a:pt x="8304" y="978"/>
                  </a:moveTo>
                  <a:lnTo>
                    <a:pt x="8646" y="1002"/>
                  </a:lnTo>
                  <a:lnTo>
                    <a:pt x="8988" y="1051"/>
                  </a:lnTo>
                  <a:lnTo>
                    <a:pt x="9330" y="1100"/>
                  </a:lnTo>
                  <a:lnTo>
                    <a:pt x="9672" y="1198"/>
                  </a:lnTo>
                  <a:lnTo>
                    <a:pt x="10014" y="1271"/>
                  </a:lnTo>
                  <a:lnTo>
                    <a:pt x="10332" y="1393"/>
                  </a:lnTo>
                  <a:lnTo>
                    <a:pt x="10649" y="1515"/>
                  </a:lnTo>
                  <a:lnTo>
                    <a:pt x="10942" y="1662"/>
                  </a:lnTo>
                  <a:lnTo>
                    <a:pt x="11260" y="1808"/>
                  </a:lnTo>
                  <a:lnTo>
                    <a:pt x="11553" y="1979"/>
                  </a:lnTo>
                  <a:lnTo>
                    <a:pt x="11821" y="2150"/>
                  </a:lnTo>
                  <a:lnTo>
                    <a:pt x="12090" y="2346"/>
                  </a:lnTo>
                  <a:lnTo>
                    <a:pt x="12359" y="2565"/>
                  </a:lnTo>
                  <a:lnTo>
                    <a:pt x="12603" y="2785"/>
                  </a:lnTo>
                  <a:lnTo>
                    <a:pt x="12847" y="3005"/>
                  </a:lnTo>
                  <a:lnTo>
                    <a:pt x="13091" y="3249"/>
                  </a:lnTo>
                  <a:lnTo>
                    <a:pt x="13311" y="3493"/>
                  </a:lnTo>
                  <a:lnTo>
                    <a:pt x="13507" y="3762"/>
                  </a:lnTo>
                  <a:lnTo>
                    <a:pt x="13702" y="4031"/>
                  </a:lnTo>
                  <a:lnTo>
                    <a:pt x="13897" y="4324"/>
                  </a:lnTo>
                  <a:lnTo>
                    <a:pt x="14044" y="4617"/>
                  </a:lnTo>
                  <a:lnTo>
                    <a:pt x="14215" y="4910"/>
                  </a:lnTo>
                  <a:lnTo>
                    <a:pt x="14337" y="5227"/>
                  </a:lnTo>
                  <a:lnTo>
                    <a:pt x="14483" y="5545"/>
                  </a:lnTo>
                  <a:lnTo>
                    <a:pt x="14581" y="5862"/>
                  </a:lnTo>
                  <a:lnTo>
                    <a:pt x="14679" y="6180"/>
                  </a:lnTo>
                  <a:lnTo>
                    <a:pt x="14752" y="6522"/>
                  </a:lnTo>
                  <a:lnTo>
                    <a:pt x="14825" y="6864"/>
                  </a:lnTo>
                  <a:lnTo>
                    <a:pt x="14850" y="7206"/>
                  </a:lnTo>
                  <a:lnTo>
                    <a:pt x="14899" y="7572"/>
                  </a:lnTo>
                  <a:lnTo>
                    <a:pt x="14899" y="7938"/>
                  </a:lnTo>
                  <a:lnTo>
                    <a:pt x="14899" y="8280"/>
                  </a:lnTo>
                  <a:lnTo>
                    <a:pt x="14850" y="8647"/>
                  </a:lnTo>
                  <a:lnTo>
                    <a:pt x="14825" y="8989"/>
                  </a:lnTo>
                  <a:lnTo>
                    <a:pt x="14752" y="9331"/>
                  </a:lnTo>
                  <a:lnTo>
                    <a:pt x="14679" y="9672"/>
                  </a:lnTo>
                  <a:lnTo>
                    <a:pt x="14581" y="9990"/>
                  </a:lnTo>
                  <a:lnTo>
                    <a:pt x="14483" y="10307"/>
                  </a:lnTo>
                  <a:lnTo>
                    <a:pt x="14337" y="10625"/>
                  </a:lnTo>
                  <a:lnTo>
                    <a:pt x="14215" y="10942"/>
                  </a:lnTo>
                  <a:lnTo>
                    <a:pt x="14044" y="11236"/>
                  </a:lnTo>
                  <a:lnTo>
                    <a:pt x="13897" y="11529"/>
                  </a:lnTo>
                  <a:lnTo>
                    <a:pt x="13702" y="11822"/>
                  </a:lnTo>
                  <a:lnTo>
                    <a:pt x="13507" y="12090"/>
                  </a:lnTo>
                  <a:lnTo>
                    <a:pt x="13311" y="12359"/>
                  </a:lnTo>
                  <a:lnTo>
                    <a:pt x="13091" y="12603"/>
                  </a:lnTo>
                  <a:lnTo>
                    <a:pt x="12847" y="12847"/>
                  </a:lnTo>
                  <a:lnTo>
                    <a:pt x="12603" y="13067"/>
                  </a:lnTo>
                  <a:lnTo>
                    <a:pt x="12359" y="13287"/>
                  </a:lnTo>
                  <a:lnTo>
                    <a:pt x="12090" y="13507"/>
                  </a:lnTo>
                  <a:lnTo>
                    <a:pt x="11821" y="13702"/>
                  </a:lnTo>
                  <a:lnTo>
                    <a:pt x="11553" y="13873"/>
                  </a:lnTo>
                  <a:lnTo>
                    <a:pt x="11260" y="14044"/>
                  </a:lnTo>
                  <a:lnTo>
                    <a:pt x="10942" y="14191"/>
                  </a:lnTo>
                  <a:lnTo>
                    <a:pt x="10649" y="14337"/>
                  </a:lnTo>
                  <a:lnTo>
                    <a:pt x="10332" y="14459"/>
                  </a:lnTo>
                  <a:lnTo>
                    <a:pt x="10014" y="14581"/>
                  </a:lnTo>
                  <a:lnTo>
                    <a:pt x="9672" y="14655"/>
                  </a:lnTo>
                  <a:lnTo>
                    <a:pt x="9330" y="14752"/>
                  </a:lnTo>
                  <a:lnTo>
                    <a:pt x="8988" y="14801"/>
                  </a:lnTo>
                  <a:lnTo>
                    <a:pt x="8646" y="14850"/>
                  </a:lnTo>
                  <a:lnTo>
                    <a:pt x="8304" y="14875"/>
                  </a:lnTo>
                  <a:lnTo>
                    <a:pt x="7572" y="14875"/>
                  </a:lnTo>
                  <a:lnTo>
                    <a:pt x="7230" y="14850"/>
                  </a:lnTo>
                  <a:lnTo>
                    <a:pt x="6888" y="14801"/>
                  </a:lnTo>
                  <a:lnTo>
                    <a:pt x="6546" y="14752"/>
                  </a:lnTo>
                  <a:lnTo>
                    <a:pt x="6204" y="14655"/>
                  </a:lnTo>
                  <a:lnTo>
                    <a:pt x="5862" y="14581"/>
                  </a:lnTo>
                  <a:lnTo>
                    <a:pt x="5545" y="14459"/>
                  </a:lnTo>
                  <a:lnTo>
                    <a:pt x="5227" y="14337"/>
                  </a:lnTo>
                  <a:lnTo>
                    <a:pt x="4934" y="14191"/>
                  </a:lnTo>
                  <a:lnTo>
                    <a:pt x="4617" y="14044"/>
                  </a:lnTo>
                  <a:lnTo>
                    <a:pt x="4324" y="13873"/>
                  </a:lnTo>
                  <a:lnTo>
                    <a:pt x="4055" y="13702"/>
                  </a:lnTo>
                  <a:lnTo>
                    <a:pt x="3786" y="13507"/>
                  </a:lnTo>
                  <a:lnTo>
                    <a:pt x="3518" y="13287"/>
                  </a:lnTo>
                  <a:lnTo>
                    <a:pt x="3273" y="13067"/>
                  </a:lnTo>
                  <a:lnTo>
                    <a:pt x="3029" y="12847"/>
                  </a:lnTo>
                  <a:lnTo>
                    <a:pt x="2785" y="12603"/>
                  </a:lnTo>
                  <a:lnTo>
                    <a:pt x="2565" y="12359"/>
                  </a:lnTo>
                  <a:lnTo>
                    <a:pt x="2370" y="12090"/>
                  </a:lnTo>
                  <a:lnTo>
                    <a:pt x="2174" y="11822"/>
                  </a:lnTo>
                  <a:lnTo>
                    <a:pt x="1979" y="11529"/>
                  </a:lnTo>
                  <a:lnTo>
                    <a:pt x="1832" y="11236"/>
                  </a:lnTo>
                  <a:lnTo>
                    <a:pt x="1661" y="10942"/>
                  </a:lnTo>
                  <a:lnTo>
                    <a:pt x="1539" y="10625"/>
                  </a:lnTo>
                  <a:lnTo>
                    <a:pt x="1393" y="10307"/>
                  </a:lnTo>
                  <a:lnTo>
                    <a:pt x="1295" y="9990"/>
                  </a:lnTo>
                  <a:lnTo>
                    <a:pt x="1197" y="9672"/>
                  </a:lnTo>
                  <a:lnTo>
                    <a:pt x="1124" y="9331"/>
                  </a:lnTo>
                  <a:lnTo>
                    <a:pt x="1051" y="8989"/>
                  </a:lnTo>
                  <a:lnTo>
                    <a:pt x="1026" y="8647"/>
                  </a:lnTo>
                  <a:lnTo>
                    <a:pt x="978" y="8280"/>
                  </a:lnTo>
                  <a:lnTo>
                    <a:pt x="978" y="7938"/>
                  </a:lnTo>
                  <a:lnTo>
                    <a:pt x="978" y="7572"/>
                  </a:lnTo>
                  <a:lnTo>
                    <a:pt x="1026" y="7206"/>
                  </a:lnTo>
                  <a:lnTo>
                    <a:pt x="1051" y="6864"/>
                  </a:lnTo>
                  <a:lnTo>
                    <a:pt x="1124" y="6522"/>
                  </a:lnTo>
                  <a:lnTo>
                    <a:pt x="1197" y="6180"/>
                  </a:lnTo>
                  <a:lnTo>
                    <a:pt x="1295" y="5862"/>
                  </a:lnTo>
                  <a:lnTo>
                    <a:pt x="1393" y="5545"/>
                  </a:lnTo>
                  <a:lnTo>
                    <a:pt x="1539" y="5227"/>
                  </a:lnTo>
                  <a:lnTo>
                    <a:pt x="1661" y="4910"/>
                  </a:lnTo>
                  <a:lnTo>
                    <a:pt x="1832" y="4617"/>
                  </a:lnTo>
                  <a:lnTo>
                    <a:pt x="1979" y="4324"/>
                  </a:lnTo>
                  <a:lnTo>
                    <a:pt x="2174" y="4031"/>
                  </a:lnTo>
                  <a:lnTo>
                    <a:pt x="2370" y="3762"/>
                  </a:lnTo>
                  <a:lnTo>
                    <a:pt x="2565" y="3493"/>
                  </a:lnTo>
                  <a:lnTo>
                    <a:pt x="2785" y="3249"/>
                  </a:lnTo>
                  <a:lnTo>
                    <a:pt x="3029" y="3005"/>
                  </a:lnTo>
                  <a:lnTo>
                    <a:pt x="3273" y="2785"/>
                  </a:lnTo>
                  <a:lnTo>
                    <a:pt x="3518" y="2565"/>
                  </a:lnTo>
                  <a:lnTo>
                    <a:pt x="3786" y="2346"/>
                  </a:lnTo>
                  <a:lnTo>
                    <a:pt x="4055" y="2150"/>
                  </a:lnTo>
                  <a:lnTo>
                    <a:pt x="4324" y="1979"/>
                  </a:lnTo>
                  <a:lnTo>
                    <a:pt x="4617" y="1808"/>
                  </a:lnTo>
                  <a:lnTo>
                    <a:pt x="4934" y="1662"/>
                  </a:lnTo>
                  <a:lnTo>
                    <a:pt x="5227" y="1515"/>
                  </a:lnTo>
                  <a:lnTo>
                    <a:pt x="5545" y="1393"/>
                  </a:lnTo>
                  <a:lnTo>
                    <a:pt x="5862" y="1271"/>
                  </a:lnTo>
                  <a:lnTo>
                    <a:pt x="6204" y="1198"/>
                  </a:lnTo>
                  <a:lnTo>
                    <a:pt x="6546" y="1100"/>
                  </a:lnTo>
                  <a:lnTo>
                    <a:pt x="6888" y="1051"/>
                  </a:lnTo>
                  <a:lnTo>
                    <a:pt x="7230" y="1002"/>
                  </a:lnTo>
                  <a:lnTo>
                    <a:pt x="7572" y="978"/>
                  </a:lnTo>
                  <a:close/>
                  <a:moveTo>
                    <a:pt x="7523" y="1"/>
                  </a:moveTo>
                  <a:lnTo>
                    <a:pt x="7132" y="25"/>
                  </a:lnTo>
                  <a:lnTo>
                    <a:pt x="6741" y="74"/>
                  </a:lnTo>
                  <a:lnTo>
                    <a:pt x="6351" y="147"/>
                  </a:lnTo>
                  <a:lnTo>
                    <a:pt x="5960" y="245"/>
                  </a:lnTo>
                  <a:lnTo>
                    <a:pt x="5569" y="343"/>
                  </a:lnTo>
                  <a:lnTo>
                    <a:pt x="5203" y="465"/>
                  </a:lnTo>
                  <a:lnTo>
                    <a:pt x="4861" y="611"/>
                  </a:lnTo>
                  <a:lnTo>
                    <a:pt x="4494" y="782"/>
                  </a:lnTo>
                  <a:lnTo>
                    <a:pt x="4153" y="953"/>
                  </a:lnTo>
                  <a:lnTo>
                    <a:pt x="3835" y="1149"/>
                  </a:lnTo>
                  <a:lnTo>
                    <a:pt x="3493" y="1344"/>
                  </a:lnTo>
                  <a:lnTo>
                    <a:pt x="3200" y="1564"/>
                  </a:lnTo>
                  <a:lnTo>
                    <a:pt x="2883" y="1808"/>
                  </a:lnTo>
                  <a:lnTo>
                    <a:pt x="2614" y="2052"/>
                  </a:lnTo>
                  <a:lnTo>
                    <a:pt x="2321" y="2321"/>
                  </a:lnTo>
                  <a:lnTo>
                    <a:pt x="2077" y="2590"/>
                  </a:lnTo>
                  <a:lnTo>
                    <a:pt x="1808" y="2883"/>
                  </a:lnTo>
                  <a:lnTo>
                    <a:pt x="1588" y="3176"/>
                  </a:lnTo>
                  <a:lnTo>
                    <a:pt x="1368" y="3493"/>
                  </a:lnTo>
                  <a:lnTo>
                    <a:pt x="1149" y="3811"/>
                  </a:lnTo>
                  <a:lnTo>
                    <a:pt x="953" y="4153"/>
                  </a:lnTo>
                  <a:lnTo>
                    <a:pt x="782" y="4495"/>
                  </a:lnTo>
                  <a:lnTo>
                    <a:pt x="636" y="4837"/>
                  </a:lnTo>
                  <a:lnTo>
                    <a:pt x="489" y="5203"/>
                  </a:lnTo>
                  <a:lnTo>
                    <a:pt x="367" y="5569"/>
                  </a:lnTo>
                  <a:lnTo>
                    <a:pt x="245" y="5936"/>
                  </a:lnTo>
                  <a:lnTo>
                    <a:pt x="172" y="6326"/>
                  </a:lnTo>
                  <a:lnTo>
                    <a:pt x="98" y="6717"/>
                  </a:lnTo>
                  <a:lnTo>
                    <a:pt x="49" y="7108"/>
                  </a:lnTo>
                  <a:lnTo>
                    <a:pt x="25" y="7523"/>
                  </a:lnTo>
                  <a:lnTo>
                    <a:pt x="1" y="7938"/>
                  </a:lnTo>
                  <a:lnTo>
                    <a:pt x="25" y="8329"/>
                  </a:lnTo>
                  <a:lnTo>
                    <a:pt x="49" y="8744"/>
                  </a:lnTo>
                  <a:lnTo>
                    <a:pt x="98" y="9135"/>
                  </a:lnTo>
                  <a:lnTo>
                    <a:pt x="172" y="9526"/>
                  </a:lnTo>
                  <a:lnTo>
                    <a:pt x="245" y="9917"/>
                  </a:lnTo>
                  <a:lnTo>
                    <a:pt x="367" y="10283"/>
                  </a:lnTo>
                  <a:lnTo>
                    <a:pt x="489" y="10649"/>
                  </a:lnTo>
                  <a:lnTo>
                    <a:pt x="636" y="11016"/>
                  </a:lnTo>
                  <a:lnTo>
                    <a:pt x="782" y="11358"/>
                  </a:lnTo>
                  <a:lnTo>
                    <a:pt x="953" y="11700"/>
                  </a:lnTo>
                  <a:lnTo>
                    <a:pt x="1149" y="12041"/>
                  </a:lnTo>
                  <a:lnTo>
                    <a:pt x="1368" y="12359"/>
                  </a:lnTo>
                  <a:lnTo>
                    <a:pt x="1588" y="12676"/>
                  </a:lnTo>
                  <a:lnTo>
                    <a:pt x="1808" y="12970"/>
                  </a:lnTo>
                  <a:lnTo>
                    <a:pt x="2077" y="13263"/>
                  </a:lnTo>
                  <a:lnTo>
                    <a:pt x="2321" y="13531"/>
                  </a:lnTo>
                  <a:lnTo>
                    <a:pt x="2614" y="13800"/>
                  </a:lnTo>
                  <a:lnTo>
                    <a:pt x="2883" y="14044"/>
                  </a:lnTo>
                  <a:lnTo>
                    <a:pt x="3200" y="14288"/>
                  </a:lnTo>
                  <a:lnTo>
                    <a:pt x="3493" y="14508"/>
                  </a:lnTo>
                  <a:lnTo>
                    <a:pt x="3835" y="14704"/>
                  </a:lnTo>
                  <a:lnTo>
                    <a:pt x="4153" y="14899"/>
                  </a:lnTo>
                  <a:lnTo>
                    <a:pt x="4494" y="15070"/>
                  </a:lnTo>
                  <a:lnTo>
                    <a:pt x="4861" y="15241"/>
                  </a:lnTo>
                  <a:lnTo>
                    <a:pt x="5203" y="15387"/>
                  </a:lnTo>
                  <a:lnTo>
                    <a:pt x="5569" y="15510"/>
                  </a:lnTo>
                  <a:lnTo>
                    <a:pt x="5960" y="15607"/>
                  </a:lnTo>
                  <a:lnTo>
                    <a:pt x="6351" y="15705"/>
                  </a:lnTo>
                  <a:lnTo>
                    <a:pt x="6741" y="15778"/>
                  </a:lnTo>
                  <a:lnTo>
                    <a:pt x="7132" y="15827"/>
                  </a:lnTo>
                  <a:lnTo>
                    <a:pt x="7523" y="15851"/>
                  </a:lnTo>
                  <a:lnTo>
                    <a:pt x="8353" y="15851"/>
                  </a:lnTo>
                  <a:lnTo>
                    <a:pt x="8744" y="15827"/>
                  </a:lnTo>
                  <a:lnTo>
                    <a:pt x="9135" y="15778"/>
                  </a:lnTo>
                  <a:lnTo>
                    <a:pt x="9526" y="15705"/>
                  </a:lnTo>
                  <a:lnTo>
                    <a:pt x="9916" y="15607"/>
                  </a:lnTo>
                  <a:lnTo>
                    <a:pt x="10307" y="15510"/>
                  </a:lnTo>
                  <a:lnTo>
                    <a:pt x="10673" y="15387"/>
                  </a:lnTo>
                  <a:lnTo>
                    <a:pt x="11015" y="15241"/>
                  </a:lnTo>
                  <a:lnTo>
                    <a:pt x="11382" y="15070"/>
                  </a:lnTo>
                  <a:lnTo>
                    <a:pt x="11724" y="14899"/>
                  </a:lnTo>
                  <a:lnTo>
                    <a:pt x="12041" y="14704"/>
                  </a:lnTo>
                  <a:lnTo>
                    <a:pt x="12383" y="14508"/>
                  </a:lnTo>
                  <a:lnTo>
                    <a:pt x="12676" y="14288"/>
                  </a:lnTo>
                  <a:lnTo>
                    <a:pt x="12994" y="14044"/>
                  </a:lnTo>
                  <a:lnTo>
                    <a:pt x="13262" y="13800"/>
                  </a:lnTo>
                  <a:lnTo>
                    <a:pt x="13555" y="13531"/>
                  </a:lnTo>
                  <a:lnTo>
                    <a:pt x="13800" y="13263"/>
                  </a:lnTo>
                  <a:lnTo>
                    <a:pt x="14068" y="12970"/>
                  </a:lnTo>
                  <a:lnTo>
                    <a:pt x="14288" y="12676"/>
                  </a:lnTo>
                  <a:lnTo>
                    <a:pt x="14508" y="12359"/>
                  </a:lnTo>
                  <a:lnTo>
                    <a:pt x="14728" y="12041"/>
                  </a:lnTo>
                  <a:lnTo>
                    <a:pt x="14923" y="11700"/>
                  </a:lnTo>
                  <a:lnTo>
                    <a:pt x="15094" y="11358"/>
                  </a:lnTo>
                  <a:lnTo>
                    <a:pt x="15241" y="11016"/>
                  </a:lnTo>
                  <a:lnTo>
                    <a:pt x="15387" y="10649"/>
                  </a:lnTo>
                  <a:lnTo>
                    <a:pt x="15509" y="10283"/>
                  </a:lnTo>
                  <a:lnTo>
                    <a:pt x="15631" y="9917"/>
                  </a:lnTo>
                  <a:lnTo>
                    <a:pt x="15705" y="9526"/>
                  </a:lnTo>
                  <a:lnTo>
                    <a:pt x="15778" y="9135"/>
                  </a:lnTo>
                  <a:lnTo>
                    <a:pt x="15827" y="8744"/>
                  </a:lnTo>
                  <a:lnTo>
                    <a:pt x="15851" y="8329"/>
                  </a:lnTo>
                  <a:lnTo>
                    <a:pt x="15876" y="7938"/>
                  </a:lnTo>
                  <a:lnTo>
                    <a:pt x="15851" y="7523"/>
                  </a:lnTo>
                  <a:lnTo>
                    <a:pt x="15827" y="7108"/>
                  </a:lnTo>
                  <a:lnTo>
                    <a:pt x="15778" y="6717"/>
                  </a:lnTo>
                  <a:lnTo>
                    <a:pt x="15705" y="6326"/>
                  </a:lnTo>
                  <a:lnTo>
                    <a:pt x="15631" y="5936"/>
                  </a:lnTo>
                  <a:lnTo>
                    <a:pt x="15509" y="5569"/>
                  </a:lnTo>
                  <a:lnTo>
                    <a:pt x="15387" y="5203"/>
                  </a:lnTo>
                  <a:lnTo>
                    <a:pt x="15241" y="4837"/>
                  </a:lnTo>
                  <a:lnTo>
                    <a:pt x="15094" y="4495"/>
                  </a:lnTo>
                  <a:lnTo>
                    <a:pt x="14923" y="4153"/>
                  </a:lnTo>
                  <a:lnTo>
                    <a:pt x="14728" y="3811"/>
                  </a:lnTo>
                  <a:lnTo>
                    <a:pt x="14508" y="3493"/>
                  </a:lnTo>
                  <a:lnTo>
                    <a:pt x="14288" y="3176"/>
                  </a:lnTo>
                  <a:lnTo>
                    <a:pt x="14068" y="2883"/>
                  </a:lnTo>
                  <a:lnTo>
                    <a:pt x="13800" y="2590"/>
                  </a:lnTo>
                  <a:lnTo>
                    <a:pt x="13555" y="2321"/>
                  </a:lnTo>
                  <a:lnTo>
                    <a:pt x="13262" y="2052"/>
                  </a:lnTo>
                  <a:lnTo>
                    <a:pt x="12994" y="1808"/>
                  </a:lnTo>
                  <a:lnTo>
                    <a:pt x="12676" y="1564"/>
                  </a:lnTo>
                  <a:lnTo>
                    <a:pt x="12383" y="1344"/>
                  </a:lnTo>
                  <a:lnTo>
                    <a:pt x="12041" y="1149"/>
                  </a:lnTo>
                  <a:lnTo>
                    <a:pt x="11724" y="953"/>
                  </a:lnTo>
                  <a:lnTo>
                    <a:pt x="11382" y="782"/>
                  </a:lnTo>
                  <a:lnTo>
                    <a:pt x="11015" y="611"/>
                  </a:lnTo>
                  <a:lnTo>
                    <a:pt x="10673" y="465"/>
                  </a:lnTo>
                  <a:lnTo>
                    <a:pt x="10307" y="343"/>
                  </a:lnTo>
                  <a:lnTo>
                    <a:pt x="9916" y="245"/>
                  </a:lnTo>
                  <a:lnTo>
                    <a:pt x="9526" y="147"/>
                  </a:lnTo>
                  <a:lnTo>
                    <a:pt x="9135" y="74"/>
                  </a:lnTo>
                  <a:lnTo>
                    <a:pt x="8744" y="25"/>
                  </a:lnTo>
                  <a:lnTo>
                    <a:pt x="8353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75" name="Google Shape;175;p59"/>
            <p:cNvSpPr/>
            <p:nvPr/>
          </p:nvSpPr>
          <p:spPr>
            <a:xfrm>
              <a:off x="6697400" y="335200"/>
              <a:ext cx="323625" cy="323025"/>
            </a:xfrm>
            <a:custGeom>
              <a:rect b="b" l="l" r="r" t="t"/>
              <a:pathLst>
                <a:path extrusionOk="0" h="12921" w="12945">
                  <a:moveTo>
                    <a:pt x="6472" y="1319"/>
                  </a:moveTo>
                  <a:lnTo>
                    <a:pt x="6545" y="1344"/>
                  </a:lnTo>
                  <a:lnTo>
                    <a:pt x="6619" y="1368"/>
                  </a:lnTo>
                  <a:lnTo>
                    <a:pt x="6741" y="1441"/>
                  </a:lnTo>
                  <a:lnTo>
                    <a:pt x="6838" y="1563"/>
                  </a:lnTo>
                  <a:lnTo>
                    <a:pt x="6863" y="1637"/>
                  </a:lnTo>
                  <a:lnTo>
                    <a:pt x="6863" y="1710"/>
                  </a:lnTo>
                  <a:lnTo>
                    <a:pt x="6863" y="6301"/>
                  </a:lnTo>
                  <a:lnTo>
                    <a:pt x="9061" y="8475"/>
                  </a:lnTo>
                  <a:lnTo>
                    <a:pt x="9110" y="8548"/>
                  </a:lnTo>
                  <a:lnTo>
                    <a:pt x="9134" y="8622"/>
                  </a:lnTo>
                  <a:lnTo>
                    <a:pt x="9159" y="8768"/>
                  </a:lnTo>
                  <a:lnTo>
                    <a:pt x="9134" y="8915"/>
                  </a:lnTo>
                  <a:lnTo>
                    <a:pt x="9110" y="8988"/>
                  </a:lnTo>
                  <a:lnTo>
                    <a:pt x="9061" y="9037"/>
                  </a:lnTo>
                  <a:lnTo>
                    <a:pt x="8988" y="9086"/>
                  </a:lnTo>
                  <a:lnTo>
                    <a:pt x="8914" y="9135"/>
                  </a:lnTo>
                  <a:lnTo>
                    <a:pt x="8768" y="9159"/>
                  </a:lnTo>
                  <a:lnTo>
                    <a:pt x="8621" y="9135"/>
                  </a:lnTo>
                  <a:lnTo>
                    <a:pt x="8548" y="9086"/>
                  </a:lnTo>
                  <a:lnTo>
                    <a:pt x="8499" y="9037"/>
                  </a:lnTo>
                  <a:lnTo>
                    <a:pt x="6203" y="6741"/>
                  </a:lnTo>
                  <a:lnTo>
                    <a:pt x="6130" y="6595"/>
                  </a:lnTo>
                  <a:lnTo>
                    <a:pt x="6081" y="6472"/>
                  </a:lnTo>
                  <a:lnTo>
                    <a:pt x="6081" y="1710"/>
                  </a:lnTo>
                  <a:lnTo>
                    <a:pt x="6081" y="1637"/>
                  </a:lnTo>
                  <a:lnTo>
                    <a:pt x="6106" y="1563"/>
                  </a:lnTo>
                  <a:lnTo>
                    <a:pt x="6203" y="1441"/>
                  </a:lnTo>
                  <a:lnTo>
                    <a:pt x="6326" y="1368"/>
                  </a:lnTo>
                  <a:lnTo>
                    <a:pt x="6399" y="1344"/>
                  </a:lnTo>
                  <a:lnTo>
                    <a:pt x="6472" y="1319"/>
                  </a:lnTo>
                  <a:close/>
                  <a:moveTo>
                    <a:pt x="6228" y="0"/>
                  </a:moveTo>
                  <a:lnTo>
                    <a:pt x="5862" y="25"/>
                  </a:lnTo>
                  <a:lnTo>
                    <a:pt x="5495" y="74"/>
                  </a:lnTo>
                  <a:lnTo>
                    <a:pt x="5129" y="122"/>
                  </a:lnTo>
                  <a:lnTo>
                    <a:pt x="4787" y="220"/>
                  </a:lnTo>
                  <a:lnTo>
                    <a:pt x="4445" y="318"/>
                  </a:lnTo>
                  <a:lnTo>
                    <a:pt x="4103" y="440"/>
                  </a:lnTo>
                  <a:lnTo>
                    <a:pt x="3761" y="586"/>
                  </a:lnTo>
                  <a:lnTo>
                    <a:pt x="3444" y="733"/>
                  </a:lnTo>
                  <a:lnTo>
                    <a:pt x="3639" y="1050"/>
                  </a:lnTo>
                  <a:lnTo>
                    <a:pt x="3663" y="1148"/>
                  </a:lnTo>
                  <a:lnTo>
                    <a:pt x="3663" y="1246"/>
                  </a:lnTo>
                  <a:lnTo>
                    <a:pt x="3615" y="1344"/>
                  </a:lnTo>
                  <a:lnTo>
                    <a:pt x="3541" y="1392"/>
                  </a:lnTo>
                  <a:lnTo>
                    <a:pt x="3493" y="1417"/>
                  </a:lnTo>
                  <a:lnTo>
                    <a:pt x="3370" y="1417"/>
                  </a:lnTo>
                  <a:lnTo>
                    <a:pt x="3297" y="1392"/>
                  </a:lnTo>
                  <a:lnTo>
                    <a:pt x="3248" y="1368"/>
                  </a:lnTo>
                  <a:lnTo>
                    <a:pt x="3224" y="1295"/>
                  </a:lnTo>
                  <a:lnTo>
                    <a:pt x="3028" y="977"/>
                  </a:lnTo>
                  <a:lnTo>
                    <a:pt x="2735" y="1197"/>
                  </a:lnTo>
                  <a:lnTo>
                    <a:pt x="2442" y="1417"/>
                  </a:lnTo>
                  <a:lnTo>
                    <a:pt x="2174" y="1637"/>
                  </a:lnTo>
                  <a:lnTo>
                    <a:pt x="1905" y="1881"/>
                  </a:lnTo>
                  <a:lnTo>
                    <a:pt x="1661" y="2150"/>
                  </a:lnTo>
                  <a:lnTo>
                    <a:pt x="1417" y="2418"/>
                  </a:lnTo>
                  <a:lnTo>
                    <a:pt x="1197" y="2711"/>
                  </a:lnTo>
                  <a:lnTo>
                    <a:pt x="1001" y="3029"/>
                  </a:lnTo>
                  <a:lnTo>
                    <a:pt x="1319" y="3200"/>
                  </a:lnTo>
                  <a:lnTo>
                    <a:pt x="1392" y="3273"/>
                  </a:lnTo>
                  <a:lnTo>
                    <a:pt x="1441" y="3346"/>
                  </a:lnTo>
                  <a:lnTo>
                    <a:pt x="1441" y="3444"/>
                  </a:lnTo>
                  <a:lnTo>
                    <a:pt x="1417" y="3542"/>
                  </a:lnTo>
                  <a:lnTo>
                    <a:pt x="1368" y="3590"/>
                  </a:lnTo>
                  <a:lnTo>
                    <a:pt x="1319" y="3639"/>
                  </a:lnTo>
                  <a:lnTo>
                    <a:pt x="1246" y="3664"/>
                  </a:lnTo>
                  <a:lnTo>
                    <a:pt x="1123" y="3664"/>
                  </a:lnTo>
                  <a:lnTo>
                    <a:pt x="1075" y="3639"/>
                  </a:lnTo>
                  <a:lnTo>
                    <a:pt x="757" y="3444"/>
                  </a:lnTo>
                  <a:lnTo>
                    <a:pt x="586" y="3761"/>
                  </a:lnTo>
                  <a:lnTo>
                    <a:pt x="464" y="4079"/>
                  </a:lnTo>
                  <a:lnTo>
                    <a:pt x="342" y="4421"/>
                  </a:lnTo>
                  <a:lnTo>
                    <a:pt x="220" y="4763"/>
                  </a:lnTo>
                  <a:lnTo>
                    <a:pt x="147" y="5129"/>
                  </a:lnTo>
                  <a:lnTo>
                    <a:pt x="73" y="5471"/>
                  </a:lnTo>
                  <a:lnTo>
                    <a:pt x="24" y="5837"/>
                  </a:lnTo>
                  <a:lnTo>
                    <a:pt x="0" y="6228"/>
                  </a:lnTo>
                  <a:lnTo>
                    <a:pt x="659" y="6228"/>
                  </a:lnTo>
                  <a:lnTo>
                    <a:pt x="757" y="6277"/>
                  </a:lnTo>
                  <a:lnTo>
                    <a:pt x="806" y="6375"/>
                  </a:lnTo>
                  <a:lnTo>
                    <a:pt x="806" y="6472"/>
                  </a:lnTo>
                  <a:lnTo>
                    <a:pt x="806" y="6546"/>
                  </a:lnTo>
                  <a:lnTo>
                    <a:pt x="757" y="6643"/>
                  </a:lnTo>
                  <a:lnTo>
                    <a:pt x="659" y="6692"/>
                  </a:lnTo>
                  <a:lnTo>
                    <a:pt x="562" y="6717"/>
                  </a:lnTo>
                  <a:lnTo>
                    <a:pt x="0" y="6717"/>
                  </a:lnTo>
                  <a:lnTo>
                    <a:pt x="24" y="7083"/>
                  </a:lnTo>
                  <a:lnTo>
                    <a:pt x="73" y="7449"/>
                  </a:lnTo>
                  <a:lnTo>
                    <a:pt x="147" y="7791"/>
                  </a:lnTo>
                  <a:lnTo>
                    <a:pt x="220" y="8158"/>
                  </a:lnTo>
                  <a:lnTo>
                    <a:pt x="342" y="8500"/>
                  </a:lnTo>
                  <a:lnTo>
                    <a:pt x="464" y="8841"/>
                  </a:lnTo>
                  <a:lnTo>
                    <a:pt x="586" y="9159"/>
                  </a:lnTo>
                  <a:lnTo>
                    <a:pt x="757" y="9476"/>
                  </a:lnTo>
                  <a:lnTo>
                    <a:pt x="1075" y="9305"/>
                  </a:lnTo>
                  <a:lnTo>
                    <a:pt x="1172" y="9257"/>
                  </a:lnTo>
                  <a:lnTo>
                    <a:pt x="1270" y="9281"/>
                  </a:lnTo>
                  <a:lnTo>
                    <a:pt x="1343" y="9305"/>
                  </a:lnTo>
                  <a:lnTo>
                    <a:pt x="1417" y="9379"/>
                  </a:lnTo>
                  <a:lnTo>
                    <a:pt x="1441" y="9476"/>
                  </a:lnTo>
                  <a:lnTo>
                    <a:pt x="1441" y="9574"/>
                  </a:lnTo>
                  <a:lnTo>
                    <a:pt x="1392" y="9647"/>
                  </a:lnTo>
                  <a:lnTo>
                    <a:pt x="1319" y="9721"/>
                  </a:lnTo>
                  <a:lnTo>
                    <a:pt x="1001" y="9892"/>
                  </a:lnTo>
                  <a:lnTo>
                    <a:pt x="1197" y="10209"/>
                  </a:lnTo>
                  <a:lnTo>
                    <a:pt x="1417" y="10502"/>
                  </a:lnTo>
                  <a:lnTo>
                    <a:pt x="1661" y="10771"/>
                  </a:lnTo>
                  <a:lnTo>
                    <a:pt x="1905" y="11040"/>
                  </a:lnTo>
                  <a:lnTo>
                    <a:pt x="2174" y="11284"/>
                  </a:lnTo>
                  <a:lnTo>
                    <a:pt x="2442" y="11504"/>
                  </a:lnTo>
                  <a:lnTo>
                    <a:pt x="2735" y="11723"/>
                  </a:lnTo>
                  <a:lnTo>
                    <a:pt x="3028" y="11943"/>
                  </a:lnTo>
                  <a:lnTo>
                    <a:pt x="3224" y="11626"/>
                  </a:lnTo>
                  <a:lnTo>
                    <a:pt x="3273" y="11552"/>
                  </a:lnTo>
                  <a:lnTo>
                    <a:pt x="3370" y="11504"/>
                  </a:lnTo>
                  <a:lnTo>
                    <a:pt x="3468" y="11504"/>
                  </a:lnTo>
                  <a:lnTo>
                    <a:pt x="3541" y="11528"/>
                  </a:lnTo>
                  <a:lnTo>
                    <a:pt x="3615" y="11601"/>
                  </a:lnTo>
                  <a:lnTo>
                    <a:pt x="3663" y="11675"/>
                  </a:lnTo>
                  <a:lnTo>
                    <a:pt x="3663" y="11772"/>
                  </a:lnTo>
                  <a:lnTo>
                    <a:pt x="3639" y="11870"/>
                  </a:lnTo>
                  <a:lnTo>
                    <a:pt x="3444" y="12187"/>
                  </a:lnTo>
                  <a:lnTo>
                    <a:pt x="3761" y="12334"/>
                  </a:lnTo>
                  <a:lnTo>
                    <a:pt x="4103" y="12480"/>
                  </a:lnTo>
                  <a:lnTo>
                    <a:pt x="4445" y="12603"/>
                  </a:lnTo>
                  <a:lnTo>
                    <a:pt x="4787" y="12700"/>
                  </a:lnTo>
                  <a:lnTo>
                    <a:pt x="5129" y="12798"/>
                  </a:lnTo>
                  <a:lnTo>
                    <a:pt x="5495" y="12847"/>
                  </a:lnTo>
                  <a:lnTo>
                    <a:pt x="5862" y="12896"/>
                  </a:lnTo>
                  <a:lnTo>
                    <a:pt x="6228" y="12920"/>
                  </a:lnTo>
                  <a:lnTo>
                    <a:pt x="6228" y="12358"/>
                  </a:lnTo>
                  <a:lnTo>
                    <a:pt x="6252" y="12261"/>
                  </a:lnTo>
                  <a:lnTo>
                    <a:pt x="6301" y="12187"/>
                  </a:lnTo>
                  <a:lnTo>
                    <a:pt x="6374" y="12139"/>
                  </a:lnTo>
                  <a:lnTo>
                    <a:pt x="6472" y="12114"/>
                  </a:lnTo>
                  <a:lnTo>
                    <a:pt x="6570" y="12139"/>
                  </a:lnTo>
                  <a:lnTo>
                    <a:pt x="6643" y="12187"/>
                  </a:lnTo>
                  <a:lnTo>
                    <a:pt x="6692" y="12261"/>
                  </a:lnTo>
                  <a:lnTo>
                    <a:pt x="6716" y="12358"/>
                  </a:lnTo>
                  <a:lnTo>
                    <a:pt x="6716" y="12920"/>
                  </a:lnTo>
                  <a:lnTo>
                    <a:pt x="7083" y="12896"/>
                  </a:lnTo>
                  <a:lnTo>
                    <a:pt x="7449" y="12847"/>
                  </a:lnTo>
                  <a:lnTo>
                    <a:pt x="7815" y="12798"/>
                  </a:lnTo>
                  <a:lnTo>
                    <a:pt x="8157" y="12700"/>
                  </a:lnTo>
                  <a:lnTo>
                    <a:pt x="8499" y="12603"/>
                  </a:lnTo>
                  <a:lnTo>
                    <a:pt x="8841" y="12480"/>
                  </a:lnTo>
                  <a:lnTo>
                    <a:pt x="9183" y="12334"/>
                  </a:lnTo>
                  <a:lnTo>
                    <a:pt x="9501" y="12187"/>
                  </a:lnTo>
                  <a:lnTo>
                    <a:pt x="9305" y="11870"/>
                  </a:lnTo>
                  <a:lnTo>
                    <a:pt x="9281" y="11772"/>
                  </a:lnTo>
                  <a:lnTo>
                    <a:pt x="9281" y="11675"/>
                  </a:lnTo>
                  <a:lnTo>
                    <a:pt x="9330" y="11601"/>
                  </a:lnTo>
                  <a:lnTo>
                    <a:pt x="9403" y="11528"/>
                  </a:lnTo>
                  <a:lnTo>
                    <a:pt x="9476" y="11504"/>
                  </a:lnTo>
                  <a:lnTo>
                    <a:pt x="9574" y="11504"/>
                  </a:lnTo>
                  <a:lnTo>
                    <a:pt x="9672" y="11552"/>
                  </a:lnTo>
                  <a:lnTo>
                    <a:pt x="9720" y="11626"/>
                  </a:lnTo>
                  <a:lnTo>
                    <a:pt x="9916" y="11943"/>
                  </a:lnTo>
                  <a:lnTo>
                    <a:pt x="10209" y="11723"/>
                  </a:lnTo>
                  <a:lnTo>
                    <a:pt x="10502" y="11504"/>
                  </a:lnTo>
                  <a:lnTo>
                    <a:pt x="10771" y="11284"/>
                  </a:lnTo>
                  <a:lnTo>
                    <a:pt x="11039" y="11040"/>
                  </a:lnTo>
                  <a:lnTo>
                    <a:pt x="11283" y="10771"/>
                  </a:lnTo>
                  <a:lnTo>
                    <a:pt x="11528" y="10502"/>
                  </a:lnTo>
                  <a:lnTo>
                    <a:pt x="11747" y="10209"/>
                  </a:lnTo>
                  <a:lnTo>
                    <a:pt x="11943" y="9892"/>
                  </a:lnTo>
                  <a:lnTo>
                    <a:pt x="11625" y="9721"/>
                  </a:lnTo>
                  <a:lnTo>
                    <a:pt x="11552" y="9647"/>
                  </a:lnTo>
                  <a:lnTo>
                    <a:pt x="11503" y="9574"/>
                  </a:lnTo>
                  <a:lnTo>
                    <a:pt x="11503" y="9476"/>
                  </a:lnTo>
                  <a:lnTo>
                    <a:pt x="11528" y="9379"/>
                  </a:lnTo>
                  <a:lnTo>
                    <a:pt x="11601" y="9305"/>
                  </a:lnTo>
                  <a:lnTo>
                    <a:pt x="11674" y="9281"/>
                  </a:lnTo>
                  <a:lnTo>
                    <a:pt x="11772" y="9257"/>
                  </a:lnTo>
                  <a:lnTo>
                    <a:pt x="11870" y="9305"/>
                  </a:lnTo>
                  <a:lnTo>
                    <a:pt x="12187" y="9476"/>
                  </a:lnTo>
                  <a:lnTo>
                    <a:pt x="12358" y="9159"/>
                  </a:lnTo>
                  <a:lnTo>
                    <a:pt x="12480" y="8841"/>
                  </a:lnTo>
                  <a:lnTo>
                    <a:pt x="12602" y="8500"/>
                  </a:lnTo>
                  <a:lnTo>
                    <a:pt x="12724" y="8158"/>
                  </a:lnTo>
                  <a:lnTo>
                    <a:pt x="12798" y="7791"/>
                  </a:lnTo>
                  <a:lnTo>
                    <a:pt x="12871" y="7449"/>
                  </a:lnTo>
                  <a:lnTo>
                    <a:pt x="12920" y="7083"/>
                  </a:lnTo>
                  <a:lnTo>
                    <a:pt x="12944" y="6717"/>
                  </a:lnTo>
                  <a:lnTo>
                    <a:pt x="12382" y="6717"/>
                  </a:lnTo>
                  <a:lnTo>
                    <a:pt x="12285" y="6692"/>
                  </a:lnTo>
                  <a:lnTo>
                    <a:pt x="12187" y="6643"/>
                  </a:lnTo>
                  <a:lnTo>
                    <a:pt x="12138" y="6546"/>
                  </a:lnTo>
                  <a:lnTo>
                    <a:pt x="12138" y="6472"/>
                  </a:lnTo>
                  <a:lnTo>
                    <a:pt x="12138" y="6375"/>
                  </a:lnTo>
                  <a:lnTo>
                    <a:pt x="12187" y="6277"/>
                  </a:lnTo>
                  <a:lnTo>
                    <a:pt x="12285" y="6228"/>
                  </a:lnTo>
                  <a:lnTo>
                    <a:pt x="12944" y="6228"/>
                  </a:lnTo>
                  <a:lnTo>
                    <a:pt x="12920" y="5837"/>
                  </a:lnTo>
                  <a:lnTo>
                    <a:pt x="12871" y="5471"/>
                  </a:lnTo>
                  <a:lnTo>
                    <a:pt x="12798" y="5129"/>
                  </a:lnTo>
                  <a:lnTo>
                    <a:pt x="12724" y="4763"/>
                  </a:lnTo>
                  <a:lnTo>
                    <a:pt x="12602" y="4421"/>
                  </a:lnTo>
                  <a:lnTo>
                    <a:pt x="12480" y="4079"/>
                  </a:lnTo>
                  <a:lnTo>
                    <a:pt x="12358" y="3761"/>
                  </a:lnTo>
                  <a:lnTo>
                    <a:pt x="12187" y="3444"/>
                  </a:lnTo>
                  <a:lnTo>
                    <a:pt x="11870" y="3639"/>
                  </a:lnTo>
                  <a:lnTo>
                    <a:pt x="11821" y="3664"/>
                  </a:lnTo>
                  <a:lnTo>
                    <a:pt x="11699" y="3664"/>
                  </a:lnTo>
                  <a:lnTo>
                    <a:pt x="11625" y="3639"/>
                  </a:lnTo>
                  <a:lnTo>
                    <a:pt x="11577" y="3590"/>
                  </a:lnTo>
                  <a:lnTo>
                    <a:pt x="11528" y="3542"/>
                  </a:lnTo>
                  <a:lnTo>
                    <a:pt x="11503" y="3444"/>
                  </a:lnTo>
                  <a:lnTo>
                    <a:pt x="11503" y="3346"/>
                  </a:lnTo>
                  <a:lnTo>
                    <a:pt x="11552" y="3273"/>
                  </a:lnTo>
                  <a:lnTo>
                    <a:pt x="11625" y="3200"/>
                  </a:lnTo>
                  <a:lnTo>
                    <a:pt x="11943" y="3029"/>
                  </a:lnTo>
                  <a:lnTo>
                    <a:pt x="11747" y="2711"/>
                  </a:lnTo>
                  <a:lnTo>
                    <a:pt x="11528" y="2418"/>
                  </a:lnTo>
                  <a:lnTo>
                    <a:pt x="11283" y="2150"/>
                  </a:lnTo>
                  <a:lnTo>
                    <a:pt x="11039" y="1881"/>
                  </a:lnTo>
                  <a:lnTo>
                    <a:pt x="10771" y="1637"/>
                  </a:lnTo>
                  <a:lnTo>
                    <a:pt x="10502" y="1417"/>
                  </a:lnTo>
                  <a:lnTo>
                    <a:pt x="10209" y="1197"/>
                  </a:lnTo>
                  <a:lnTo>
                    <a:pt x="9916" y="977"/>
                  </a:lnTo>
                  <a:lnTo>
                    <a:pt x="9720" y="1295"/>
                  </a:lnTo>
                  <a:lnTo>
                    <a:pt x="9696" y="1368"/>
                  </a:lnTo>
                  <a:lnTo>
                    <a:pt x="9647" y="1392"/>
                  </a:lnTo>
                  <a:lnTo>
                    <a:pt x="9574" y="1417"/>
                  </a:lnTo>
                  <a:lnTo>
                    <a:pt x="9452" y="1417"/>
                  </a:lnTo>
                  <a:lnTo>
                    <a:pt x="9403" y="1392"/>
                  </a:lnTo>
                  <a:lnTo>
                    <a:pt x="9330" y="1344"/>
                  </a:lnTo>
                  <a:lnTo>
                    <a:pt x="9281" y="1246"/>
                  </a:lnTo>
                  <a:lnTo>
                    <a:pt x="9281" y="1148"/>
                  </a:lnTo>
                  <a:lnTo>
                    <a:pt x="9305" y="1050"/>
                  </a:lnTo>
                  <a:lnTo>
                    <a:pt x="9501" y="733"/>
                  </a:lnTo>
                  <a:lnTo>
                    <a:pt x="9183" y="586"/>
                  </a:lnTo>
                  <a:lnTo>
                    <a:pt x="8841" y="440"/>
                  </a:lnTo>
                  <a:lnTo>
                    <a:pt x="8499" y="318"/>
                  </a:lnTo>
                  <a:lnTo>
                    <a:pt x="8157" y="220"/>
                  </a:lnTo>
                  <a:lnTo>
                    <a:pt x="7815" y="122"/>
                  </a:lnTo>
                  <a:lnTo>
                    <a:pt x="7449" y="74"/>
                  </a:lnTo>
                  <a:lnTo>
                    <a:pt x="7083" y="25"/>
                  </a:lnTo>
                  <a:lnTo>
                    <a:pt x="6716" y="0"/>
                  </a:lnTo>
                  <a:lnTo>
                    <a:pt x="6716" y="562"/>
                  </a:lnTo>
                  <a:lnTo>
                    <a:pt x="6692" y="660"/>
                  </a:lnTo>
                  <a:lnTo>
                    <a:pt x="6643" y="733"/>
                  </a:lnTo>
                  <a:lnTo>
                    <a:pt x="6570" y="782"/>
                  </a:lnTo>
                  <a:lnTo>
                    <a:pt x="6472" y="806"/>
                  </a:lnTo>
                  <a:lnTo>
                    <a:pt x="6374" y="782"/>
                  </a:lnTo>
                  <a:lnTo>
                    <a:pt x="6301" y="733"/>
                  </a:lnTo>
                  <a:lnTo>
                    <a:pt x="6252" y="660"/>
                  </a:lnTo>
                  <a:lnTo>
                    <a:pt x="6228" y="562"/>
                  </a:lnTo>
                  <a:lnTo>
                    <a:pt x="6228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176" name="Google Shape;176;p59"/>
          <p:cNvGrpSpPr/>
          <p:nvPr/>
        </p:nvGrpSpPr>
        <p:grpSpPr>
          <a:xfrm>
            <a:off x="5361661" y="2095573"/>
            <a:ext cx="347107" cy="420111"/>
            <a:chOff x="584925" y="922575"/>
            <a:chExt cx="415200" cy="502525"/>
          </a:xfrm>
        </p:grpSpPr>
        <p:sp>
          <p:nvSpPr>
            <p:cNvPr id="177" name="Google Shape;177;p59"/>
            <p:cNvSpPr/>
            <p:nvPr/>
          </p:nvSpPr>
          <p:spPr>
            <a:xfrm>
              <a:off x="584925" y="961025"/>
              <a:ext cx="378575" cy="464075"/>
            </a:xfrm>
            <a:custGeom>
              <a:rect b="b" l="l" r="r" t="t"/>
              <a:pathLst>
                <a:path extrusionOk="0" h="18563" w="15143">
                  <a:moveTo>
                    <a:pt x="782" y="1"/>
                  </a:moveTo>
                  <a:lnTo>
                    <a:pt x="635" y="25"/>
                  </a:lnTo>
                  <a:lnTo>
                    <a:pt x="489" y="50"/>
                  </a:lnTo>
                  <a:lnTo>
                    <a:pt x="342" y="123"/>
                  </a:lnTo>
                  <a:lnTo>
                    <a:pt x="220" y="196"/>
                  </a:lnTo>
                  <a:lnTo>
                    <a:pt x="122" y="294"/>
                  </a:lnTo>
                  <a:lnTo>
                    <a:pt x="73" y="416"/>
                  </a:lnTo>
                  <a:lnTo>
                    <a:pt x="24" y="563"/>
                  </a:lnTo>
                  <a:lnTo>
                    <a:pt x="0" y="709"/>
                  </a:lnTo>
                  <a:lnTo>
                    <a:pt x="0" y="17708"/>
                  </a:lnTo>
                  <a:lnTo>
                    <a:pt x="24" y="17879"/>
                  </a:lnTo>
                  <a:lnTo>
                    <a:pt x="73" y="18025"/>
                  </a:lnTo>
                  <a:lnTo>
                    <a:pt x="122" y="18172"/>
                  </a:lnTo>
                  <a:lnTo>
                    <a:pt x="220" y="18294"/>
                  </a:lnTo>
                  <a:lnTo>
                    <a:pt x="342" y="18416"/>
                  </a:lnTo>
                  <a:lnTo>
                    <a:pt x="489" y="18489"/>
                  </a:lnTo>
                  <a:lnTo>
                    <a:pt x="635" y="18538"/>
                  </a:lnTo>
                  <a:lnTo>
                    <a:pt x="782" y="18562"/>
                  </a:lnTo>
                  <a:lnTo>
                    <a:pt x="14361" y="18562"/>
                  </a:lnTo>
                  <a:lnTo>
                    <a:pt x="14507" y="18538"/>
                  </a:lnTo>
                  <a:lnTo>
                    <a:pt x="14654" y="18489"/>
                  </a:lnTo>
                  <a:lnTo>
                    <a:pt x="14800" y="18416"/>
                  </a:lnTo>
                  <a:lnTo>
                    <a:pt x="14923" y="18294"/>
                  </a:lnTo>
                  <a:lnTo>
                    <a:pt x="15020" y="18172"/>
                  </a:lnTo>
                  <a:lnTo>
                    <a:pt x="15069" y="18025"/>
                  </a:lnTo>
                  <a:lnTo>
                    <a:pt x="15118" y="17879"/>
                  </a:lnTo>
                  <a:lnTo>
                    <a:pt x="15142" y="17708"/>
                  </a:lnTo>
                  <a:lnTo>
                    <a:pt x="15142" y="17586"/>
                  </a:lnTo>
                  <a:lnTo>
                    <a:pt x="1759" y="17586"/>
                  </a:lnTo>
                  <a:lnTo>
                    <a:pt x="1612" y="17561"/>
                  </a:lnTo>
                  <a:lnTo>
                    <a:pt x="1465" y="17512"/>
                  </a:lnTo>
                  <a:lnTo>
                    <a:pt x="1319" y="17439"/>
                  </a:lnTo>
                  <a:lnTo>
                    <a:pt x="1197" y="17317"/>
                  </a:lnTo>
                  <a:lnTo>
                    <a:pt x="1099" y="17195"/>
                  </a:lnTo>
                  <a:lnTo>
                    <a:pt x="1050" y="17048"/>
                  </a:lnTo>
                  <a:lnTo>
                    <a:pt x="1001" y="16902"/>
                  </a:lnTo>
                  <a:lnTo>
                    <a:pt x="977" y="16731"/>
                  </a:lnTo>
                  <a:lnTo>
                    <a:pt x="977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78" name="Google Shape;178;p59"/>
            <p:cNvSpPr/>
            <p:nvPr/>
          </p:nvSpPr>
          <p:spPr>
            <a:xfrm>
              <a:off x="621550" y="922575"/>
              <a:ext cx="378575" cy="464050"/>
            </a:xfrm>
            <a:custGeom>
              <a:rect b="b" l="l" r="r" t="t"/>
              <a:pathLst>
                <a:path extrusionOk="0" h="18562" w="15143">
                  <a:moveTo>
                    <a:pt x="13140" y="6472"/>
                  </a:moveTo>
                  <a:lnTo>
                    <a:pt x="13238" y="6497"/>
                  </a:lnTo>
                  <a:lnTo>
                    <a:pt x="13311" y="6546"/>
                  </a:lnTo>
                  <a:lnTo>
                    <a:pt x="13360" y="6619"/>
                  </a:lnTo>
                  <a:lnTo>
                    <a:pt x="13384" y="6717"/>
                  </a:lnTo>
                  <a:lnTo>
                    <a:pt x="13360" y="6814"/>
                  </a:lnTo>
                  <a:lnTo>
                    <a:pt x="13311" y="6888"/>
                  </a:lnTo>
                  <a:lnTo>
                    <a:pt x="13238" y="6936"/>
                  </a:lnTo>
                  <a:lnTo>
                    <a:pt x="13140" y="6961"/>
                  </a:lnTo>
                  <a:lnTo>
                    <a:pt x="2003" y="6961"/>
                  </a:lnTo>
                  <a:lnTo>
                    <a:pt x="1905" y="6936"/>
                  </a:lnTo>
                  <a:lnTo>
                    <a:pt x="1832" y="6888"/>
                  </a:lnTo>
                  <a:lnTo>
                    <a:pt x="1783" y="6814"/>
                  </a:lnTo>
                  <a:lnTo>
                    <a:pt x="1759" y="6717"/>
                  </a:lnTo>
                  <a:lnTo>
                    <a:pt x="1783" y="6619"/>
                  </a:lnTo>
                  <a:lnTo>
                    <a:pt x="1832" y="6546"/>
                  </a:lnTo>
                  <a:lnTo>
                    <a:pt x="1905" y="6497"/>
                  </a:lnTo>
                  <a:lnTo>
                    <a:pt x="2003" y="6472"/>
                  </a:lnTo>
                  <a:close/>
                  <a:moveTo>
                    <a:pt x="13238" y="8793"/>
                  </a:moveTo>
                  <a:lnTo>
                    <a:pt x="13311" y="8866"/>
                  </a:lnTo>
                  <a:lnTo>
                    <a:pt x="13360" y="8939"/>
                  </a:lnTo>
                  <a:lnTo>
                    <a:pt x="13384" y="9037"/>
                  </a:lnTo>
                  <a:lnTo>
                    <a:pt x="13360" y="9135"/>
                  </a:lnTo>
                  <a:lnTo>
                    <a:pt x="13311" y="9208"/>
                  </a:lnTo>
                  <a:lnTo>
                    <a:pt x="13238" y="9257"/>
                  </a:lnTo>
                  <a:lnTo>
                    <a:pt x="13140" y="9281"/>
                  </a:lnTo>
                  <a:lnTo>
                    <a:pt x="2003" y="9281"/>
                  </a:lnTo>
                  <a:lnTo>
                    <a:pt x="1905" y="9257"/>
                  </a:lnTo>
                  <a:lnTo>
                    <a:pt x="1832" y="9208"/>
                  </a:lnTo>
                  <a:lnTo>
                    <a:pt x="1783" y="9135"/>
                  </a:lnTo>
                  <a:lnTo>
                    <a:pt x="1759" y="9037"/>
                  </a:lnTo>
                  <a:lnTo>
                    <a:pt x="1783" y="8939"/>
                  </a:lnTo>
                  <a:lnTo>
                    <a:pt x="1832" y="8866"/>
                  </a:lnTo>
                  <a:lnTo>
                    <a:pt x="1905" y="8793"/>
                  </a:lnTo>
                  <a:close/>
                  <a:moveTo>
                    <a:pt x="13140" y="11088"/>
                  </a:moveTo>
                  <a:lnTo>
                    <a:pt x="13238" y="11113"/>
                  </a:lnTo>
                  <a:lnTo>
                    <a:pt x="13311" y="11162"/>
                  </a:lnTo>
                  <a:lnTo>
                    <a:pt x="13360" y="11235"/>
                  </a:lnTo>
                  <a:lnTo>
                    <a:pt x="13384" y="11333"/>
                  </a:lnTo>
                  <a:lnTo>
                    <a:pt x="13360" y="11430"/>
                  </a:lnTo>
                  <a:lnTo>
                    <a:pt x="13311" y="11504"/>
                  </a:lnTo>
                  <a:lnTo>
                    <a:pt x="13238" y="11552"/>
                  </a:lnTo>
                  <a:lnTo>
                    <a:pt x="13140" y="11577"/>
                  </a:lnTo>
                  <a:lnTo>
                    <a:pt x="2003" y="11577"/>
                  </a:lnTo>
                  <a:lnTo>
                    <a:pt x="1905" y="11552"/>
                  </a:lnTo>
                  <a:lnTo>
                    <a:pt x="1832" y="11504"/>
                  </a:lnTo>
                  <a:lnTo>
                    <a:pt x="1783" y="11430"/>
                  </a:lnTo>
                  <a:lnTo>
                    <a:pt x="1759" y="11333"/>
                  </a:lnTo>
                  <a:lnTo>
                    <a:pt x="1783" y="11235"/>
                  </a:lnTo>
                  <a:lnTo>
                    <a:pt x="1832" y="11162"/>
                  </a:lnTo>
                  <a:lnTo>
                    <a:pt x="1905" y="11113"/>
                  </a:lnTo>
                  <a:lnTo>
                    <a:pt x="2003" y="11088"/>
                  </a:lnTo>
                  <a:close/>
                  <a:moveTo>
                    <a:pt x="8255" y="13409"/>
                  </a:moveTo>
                  <a:lnTo>
                    <a:pt x="8353" y="13433"/>
                  </a:lnTo>
                  <a:lnTo>
                    <a:pt x="8426" y="13482"/>
                  </a:lnTo>
                  <a:lnTo>
                    <a:pt x="8475" y="13555"/>
                  </a:lnTo>
                  <a:lnTo>
                    <a:pt x="8500" y="13653"/>
                  </a:lnTo>
                  <a:lnTo>
                    <a:pt x="8475" y="13750"/>
                  </a:lnTo>
                  <a:lnTo>
                    <a:pt x="8426" y="13824"/>
                  </a:lnTo>
                  <a:lnTo>
                    <a:pt x="8353" y="13873"/>
                  </a:lnTo>
                  <a:lnTo>
                    <a:pt x="8255" y="13897"/>
                  </a:lnTo>
                  <a:lnTo>
                    <a:pt x="2003" y="13897"/>
                  </a:lnTo>
                  <a:lnTo>
                    <a:pt x="1905" y="13873"/>
                  </a:lnTo>
                  <a:lnTo>
                    <a:pt x="1832" y="13824"/>
                  </a:lnTo>
                  <a:lnTo>
                    <a:pt x="1783" y="13750"/>
                  </a:lnTo>
                  <a:lnTo>
                    <a:pt x="1759" y="13653"/>
                  </a:lnTo>
                  <a:lnTo>
                    <a:pt x="1783" y="13555"/>
                  </a:lnTo>
                  <a:lnTo>
                    <a:pt x="1832" y="13482"/>
                  </a:lnTo>
                  <a:lnTo>
                    <a:pt x="1905" y="13433"/>
                  </a:lnTo>
                  <a:lnTo>
                    <a:pt x="2003" y="13409"/>
                  </a:lnTo>
                  <a:close/>
                  <a:moveTo>
                    <a:pt x="635" y="0"/>
                  </a:moveTo>
                  <a:lnTo>
                    <a:pt x="489" y="49"/>
                  </a:lnTo>
                  <a:lnTo>
                    <a:pt x="342" y="122"/>
                  </a:lnTo>
                  <a:lnTo>
                    <a:pt x="220" y="220"/>
                  </a:lnTo>
                  <a:lnTo>
                    <a:pt x="123" y="342"/>
                  </a:lnTo>
                  <a:lnTo>
                    <a:pt x="74" y="464"/>
                  </a:lnTo>
                  <a:lnTo>
                    <a:pt x="25" y="611"/>
                  </a:lnTo>
                  <a:lnTo>
                    <a:pt x="0" y="782"/>
                  </a:lnTo>
                  <a:lnTo>
                    <a:pt x="0" y="17780"/>
                  </a:lnTo>
                  <a:lnTo>
                    <a:pt x="25" y="17927"/>
                  </a:lnTo>
                  <a:lnTo>
                    <a:pt x="74" y="18073"/>
                  </a:lnTo>
                  <a:lnTo>
                    <a:pt x="123" y="18195"/>
                  </a:lnTo>
                  <a:lnTo>
                    <a:pt x="220" y="18318"/>
                  </a:lnTo>
                  <a:lnTo>
                    <a:pt x="342" y="18415"/>
                  </a:lnTo>
                  <a:lnTo>
                    <a:pt x="489" y="18489"/>
                  </a:lnTo>
                  <a:lnTo>
                    <a:pt x="635" y="18537"/>
                  </a:lnTo>
                  <a:lnTo>
                    <a:pt x="782" y="18562"/>
                  </a:lnTo>
                  <a:lnTo>
                    <a:pt x="14361" y="18562"/>
                  </a:lnTo>
                  <a:lnTo>
                    <a:pt x="14508" y="18537"/>
                  </a:lnTo>
                  <a:lnTo>
                    <a:pt x="14654" y="18489"/>
                  </a:lnTo>
                  <a:lnTo>
                    <a:pt x="14801" y="18415"/>
                  </a:lnTo>
                  <a:lnTo>
                    <a:pt x="14923" y="18318"/>
                  </a:lnTo>
                  <a:lnTo>
                    <a:pt x="15021" y="18195"/>
                  </a:lnTo>
                  <a:lnTo>
                    <a:pt x="15069" y="18073"/>
                  </a:lnTo>
                  <a:lnTo>
                    <a:pt x="15118" y="17927"/>
                  </a:lnTo>
                  <a:lnTo>
                    <a:pt x="15143" y="17780"/>
                  </a:lnTo>
                  <a:lnTo>
                    <a:pt x="15143" y="3859"/>
                  </a:lnTo>
                  <a:lnTo>
                    <a:pt x="12554" y="3859"/>
                  </a:lnTo>
                  <a:lnTo>
                    <a:pt x="12285" y="3835"/>
                  </a:lnTo>
                  <a:lnTo>
                    <a:pt x="12065" y="3761"/>
                  </a:lnTo>
                  <a:lnTo>
                    <a:pt x="11846" y="3639"/>
                  </a:lnTo>
                  <a:lnTo>
                    <a:pt x="11650" y="3468"/>
                  </a:lnTo>
                  <a:lnTo>
                    <a:pt x="11504" y="3297"/>
                  </a:lnTo>
                  <a:lnTo>
                    <a:pt x="11382" y="3078"/>
                  </a:lnTo>
                  <a:lnTo>
                    <a:pt x="11308" y="2833"/>
                  </a:lnTo>
                  <a:lnTo>
                    <a:pt x="11284" y="2589"/>
                  </a:lnTo>
                  <a:lnTo>
                    <a:pt x="11284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79" name="Google Shape;179;p59"/>
            <p:cNvSpPr/>
            <p:nvPr/>
          </p:nvSpPr>
          <p:spPr>
            <a:xfrm>
              <a:off x="915850" y="922575"/>
              <a:ext cx="84275" cy="84275"/>
            </a:xfrm>
            <a:custGeom>
              <a:rect b="b" l="l" r="r" t="t"/>
              <a:pathLst>
                <a:path extrusionOk="0" h="3371" w="3371">
                  <a:moveTo>
                    <a:pt x="0" y="0"/>
                  </a:moveTo>
                  <a:lnTo>
                    <a:pt x="0" y="2589"/>
                  </a:lnTo>
                  <a:lnTo>
                    <a:pt x="0" y="2736"/>
                  </a:lnTo>
                  <a:lnTo>
                    <a:pt x="49" y="2882"/>
                  </a:lnTo>
                  <a:lnTo>
                    <a:pt x="122" y="3029"/>
                  </a:lnTo>
                  <a:lnTo>
                    <a:pt x="220" y="3126"/>
                  </a:lnTo>
                  <a:lnTo>
                    <a:pt x="342" y="3224"/>
                  </a:lnTo>
                  <a:lnTo>
                    <a:pt x="464" y="3297"/>
                  </a:lnTo>
                  <a:lnTo>
                    <a:pt x="611" y="3346"/>
                  </a:lnTo>
                  <a:lnTo>
                    <a:pt x="782" y="3371"/>
                  </a:lnTo>
                  <a:lnTo>
                    <a:pt x="3371" y="33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180" name="Google Shape;180;p59"/>
          <p:cNvGrpSpPr/>
          <p:nvPr/>
        </p:nvGrpSpPr>
        <p:grpSpPr>
          <a:xfrm>
            <a:off x="5914968" y="2085876"/>
            <a:ext cx="367547" cy="437980"/>
            <a:chOff x="1246775" y="910975"/>
            <a:chExt cx="439650" cy="523900"/>
          </a:xfrm>
        </p:grpSpPr>
        <p:sp>
          <p:nvSpPr>
            <p:cNvPr id="181" name="Google Shape;181;p59"/>
            <p:cNvSpPr/>
            <p:nvPr/>
          </p:nvSpPr>
          <p:spPr>
            <a:xfrm>
              <a:off x="1246775" y="970800"/>
              <a:ext cx="378575" cy="464075"/>
            </a:xfrm>
            <a:custGeom>
              <a:rect b="b" l="l" r="r" t="t"/>
              <a:pathLst>
                <a:path extrusionOk="0" h="18563" w="15143">
                  <a:moveTo>
                    <a:pt x="782" y="1"/>
                  </a:moveTo>
                  <a:lnTo>
                    <a:pt x="636" y="25"/>
                  </a:lnTo>
                  <a:lnTo>
                    <a:pt x="489" y="50"/>
                  </a:lnTo>
                  <a:lnTo>
                    <a:pt x="343" y="123"/>
                  </a:lnTo>
                  <a:lnTo>
                    <a:pt x="220" y="221"/>
                  </a:lnTo>
                  <a:lnTo>
                    <a:pt x="123" y="318"/>
                  </a:lnTo>
                  <a:lnTo>
                    <a:pt x="74" y="465"/>
                  </a:lnTo>
                  <a:lnTo>
                    <a:pt x="25" y="587"/>
                  </a:lnTo>
                  <a:lnTo>
                    <a:pt x="1" y="758"/>
                  </a:lnTo>
                  <a:lnTo>
                    <a:pt x="1" y="17756"/>
                  </a:lnTo>
                  <a:lnTo>
                    <a:pt x="25" y="17903"/>
                  </a:lnTo>
                  <a:lnTo>
                    <a:pt x="74" y="18049"/>
                  </a:lnTo>
                  <a:lnTo>
                    <a:pt x="123" y="18196"/>
                  </a:lnTo>
                  <a:lnTo>
                    <a:pt x="220" y="18318"/>
                  </a:lnTo>
                  <a:lnTo>
                    <a:pt x="343" y="18416"/>
                  </a:lnTo>
                  <a:lnTo>
                    <a:pt x="489" y="18489"/>
                  </a:lnTo>
                  <a:lnTo>
                    <a:pt x="636" y="18538"/>
                  </a:lnTo>
                  <a:lnTo>
                    <a:pt x="782" y="18562"/>
                  </a:lnTo>
                  <a:lnTo>
                    <a:pt x="14361" y="18562"/>
                  </a:lnTo>
                  <a:lnTo>
                    <a:pt x="14508" y="18538"/>
                  </a:lnTo>
                  <a:lnTo>
                    <a:pt x="14654" y="18489"/>
                  </a:lnTo>
                  <a:lnTo>
                    <a:pt x="14801" y="18416"/>
                  </a:lnTo>
                  <a:lnTo>
                    <a:pt x="14923" y="18318"/>
                  </a:lnTo>
                  <a:lnTo>
                    <a:pt x="15021" y="18196"/>
                  </a:lnTo>
                  <a:lnTo>
                    <a:pt x="15070" y="18049"/>
                  </a:lnTo>
                  <a:lnTo>
                    <a:pt x="15118" y="17903"/>
                  </a:lnTo>
                  <a:lnTo>
                    <a:pt x="15143" y="17756"/>
                  </a:lnTo>
                  <a:lnTo>
                    <a:pt x="15143" y="16608"/>
                  </a:lnTo>
                  <a:lnTo>
                    <a:pt x="2736" y="16608"/>
                  </a:lnTo>
                  <a:lnTo>
                    <a:pt x="2589" y="16584"/>
                  </a:lnTo>
                  <a:lnTo>
                    <a:pt x="2443" y="16535"/>
                  </a:lnTo>
                  <a:lnTo>
                    <a:pt x="2296" y="16462"/>
                  </a:lnTo>
                  <a:lnTo>
                    <a:pt x="2174" y="16364"/>
                  </a:lnTo>
                  <a:lnTo>
                    <a:pt x="2077" y="16242"/>
                  </a:lnTo>
                  <a:lnTo>
                    <a:pt x="2028" y="16096"/>
                  </a:lnTo>
                  <a:lnTo>
                    <a:pt x="1979" y="15949"/>
                  </a:lnTo>
                  <a:lnTo>
                    <a:pt x="1954" y="15802"/>
                  </a:lnTo>
                  <a:lnTo>
                    <a:pt x="1954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82" name="Google Shape;182;p59"/>
            <p:cNvSpPr/>
            <p:nvPr/>
          </p:nvSpPr>
          <p:spPr>
            <a:xfrm>
              <a:off x="1307825" y="910975"/>
              <a:ext cx="378600" cy="464050"/>
            </a:xfrm>
            <a:custGeom>
              <a:rect b="b" l="l" r="r" t="t"/>
              <a:pathLst>
                <a:path extrusionOk="0" h="18562" w="15144">
                  <a:moveTo>
                    <a:pt x="782" y="0"/>
                  </a:moveTo>
                  <a:lnTo>
                    <a:pt x="636" y="25"/>
                  </a:lnTo>
                  <a:lnTo>
                    <a:pt x="489" y="74"/>
                  </a:lnTo>
                  <a:lnTo>
                    <a:pt x="343" y="147"/>
                  </a:lnTo>
                  <a:lnTo>
                    <a:pt x="221" y="244"/>
                  </a:lnTo>
                  <a:lnTo>
                    <a:pt x="123" y="342"/>
                  </a:lnTo>
                  <a:lnTo>
                    <a:pt x="74" y="489"/>
                  </a:lnTo>
                  <a:lnTo>
                    <a:pt x="25" y="635"/>
                  </a:lnTo>
                  <a:lnTo>
                    <a:pt x="1" y="782"/>
                  </a:lnTo>
                  <a:lnTo>
                    <a:pt x="1" y="17780"/>
                  </a:lnTo>
                  <a:lnTo>
                    <a:pt x="25" y="17951"/>
                  </a:lnTo>
                  <a:lnTo>
                    <a:pt x="74" y="18098"/>
                  </a:lnTo>
                  <a:lnTo>
                    <a:pt x="123" y="18220"/>
                  </a:lnTo>
                  <a:lnTo>
                    <a:pt x="221" y="18342"/>
                  </a:lnTo>
                  <a:lnTo>
                    <a:pt x="343" y="18440"/>
                  </a:lnTo>
                  <a:lnTo>
                    <a:pt x="489" y="18513"/>
                  </a:lnTo>
                  <a:lnTo>
                    <a:pt x="636" y="18562"/>
                  </a:lnTo>
                  <a:lnTo>
                    <a:pt x="14508" y="18562"/>
                  </a:lnTo>
                  <a:lnTo>
                    <a:pt x="14655" y="18513"/>
                  </a:lnTo>
                  <a:lnTo>
                    <a:pt x="14801" y="18440"/>
                  </a:lnTo>
                  <a:lnTo>
                    <a:pt x="14923" y="18342"/>
                  </a:lnTo>
                  <a:lnTo>
                    <a:pt x="15021" y="18220"/>
                  </a:lnTo>
                  <a:lnTo>
                    <a:pt x="15070" y="18098"/>
                  </a:lnTo>
                  <a:lnTo>
                    <a:pt x="15119" y="17951"/>
                  </a:lnTo>
                  <a:lnTo>
                    <a:pt x="15143" y="17780"/>
                  </a:lnTo>
                  <a:lnTo>
                    <a:pt x="15143" y="3859"/>
                  </a:lnTo>
                  <a:lnTo>
                    <a:pt x="12554" y="3859"/>
                  </a:lnTo>
                  <a:lnTo>
                    <a:pt x="12286" y="3835"/>
                  </a:lnTo>
                  <a:lnTo>
                    <a:pt x="12066" y="3761"/>
                  </a:lnTo>
                  <a:lnTo>
                    <a:pt x="11846" y="3664"/>
                  </a:lnTo>
                  <a:lnTo>
                    <a:pt x="11651" y="3493"/>
                  </a:lnTo>
                  <a:lnTo>
                    <a:pt x="11504" y="3297"/>
                  </a:lnTo>
                  <a:lnTo>
                    <a:pt x="11382" y="3102"/>
                  </a:lnTo>
                  <a:lnTo>
                    <a:pt x="11309" y="2858"/>
                  </a:lnTo>
                  <a:lnTo>
                    <a:pt x="11284" y="2589"/>
                  </a:lnTo>
                  <a:lnTo>
                    <a:pt x="11284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83" name="Google Shape;183;p59"/>
            <p:cNvSpPr/>
            <p:nvPr/>
          </p:nvSpPr>
          <p:spPr>
            <a:xfrm>
              <a:off x="1602125" y="910975"/>
              <a:ext cx="84300" cy="84275"/>
            </a:xfrm>
            <a:custGeom>
              <a:rect b="b" l="l" r="r" t="t"/>
              <a:pathLst>
                <a:path extrusionOk="0" h="3371" w="3372">
                  <a:moveTo>
                    <a:pt x="1" y="0"/>
                  </a:moveTo>
                  <a:lnTo>
                    <a:pt x="1" y="2589"/>
                  </a:lnTo>
                  <a:lnTo>
                    <a:pt x="1" y="2760"/>
                  </a:lnTo>
                  <a:lnTo>
                    <a:pt x="50" y="2907"/>
                  </a:lnTo>
                  <a:lnTo>
                    <a:pt x="123" y="3029"/>
                  </a:lnTo>
                  <a:lnTo>
                    <a:pt x="221" y="3151"/>
                  </a:lnTo>
                  <a:lnTo>
                    <a:pt x="343" y="3249"/>
                  </a:lnTo>
                  <a:lnTo>
                    <a:pt x="465" y="3322"/>
                  </a:lnTo>
                  <a:lnTo>
                    <a:pt x="611" y="3371"/>
                  </a:lnTo>
                  <a:lnTo>
                    <a:pt x="3371" y="337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184" name="Google Shape;184;p59"/>
          <p:cNvGrpSpPr/>
          <p:nvPr/>
        </p:nvGrpSpPr>
        <p:grpSpPr>
          <a:xfrm>
            <a:off x="6483093" y="2156309"/>
            <a:ext cx="358351" cy="298118"/>
            <a:chOff x="1926350" y="995225"/>
            <a:chExt cx="428650" cy="356600"/>
          </a:xfrm>
        </p:grpSpPr>
        <p:sp>
          <p:nvSpPr>
            <p:cNvPr id="185" name="Google Shape;185;p59"/>
            <p:cNvSpPr/>
            <p:nvPr/>
          </p:nvSpPr>
          <p:spPr>
            <a:xfrm>
              <a:off x="1926350" y="1298075"/>
              <a:ext cx="208225" cy="53750"/>
            </a:xfrm>
            <a:custGeom>
              <a:rect b="b" l="l" r="r" t="t"/>
              <a:pathLst>
                <a:path extrusionOk="0" h="2150" w="8329">
                  <a:moveTo>
                    <a:pt x="0" y="0"/>
                  </a:moveTo>
                  <a:lnTo>
                    <a:pt x="0" y="489"/>
                  </a:lnTo>
                  <a:lnTo>
                    <a:pt x="25" y="635"/>
                  </a:lnTo>
                  <a:lnTo>
                    <a:pt x="74" y="758"/>
                  </a:lnTo>
                  <a:lnTo>
                    <a:pt x="147" y="855"/>
                  </a:lnTo>
                  <a:lnTo>
                    <a:pt x="245" y="953"/>
                  </a:lnTo>
                  <a:lnTo>
                    <a:pt x="391" y="1026"/>
                  </a:lnTo>
                  <a:lnTo>
                    <a:pt x="562" y="1051"/>
                  </a:lnTo>
                  <a:lnTo>
                    <a:pt x="733" y="1026"/>
                  </a:lnTo>
                  <a:lnTo>
                    <a:pt x="1295" y="855"/>
                  </a:lnTo>
                  <a:lnTo>
                    <a:pt x="1661" y="782"/>
                  </a:lnTo>
                  <a:lnTo>
                    <a:pt x="2076" y="684"/>
                  </a:lnTo>
                  <a:lnTo>
                    <a:pt x="2540" y="611"/>
                  </a:lnTo>
                  <a:lnTo>
                    <a:pt x="3029" y="562"/>
                  </a:lnTo>
                  <a:lnTo>
                    <a:pt x="3591" y="513"/>
                  </a:lnTo>
                  <a:lnTo>
                    <a:pt x="4177" y="489"/>
                  </a:lnTo>
                  <a:lnTo>
                    <a:pt x="4616" y="513"/>
                  </a:lnTo>
                  <a:lnTo>
                    <a:pt x="5032" y="538"/>
                  </a:lnTo>
                  <a:lnTo>
                    <a:pt x="5422" y="611"/>
                  </a:lnTo>
                  <a:lnTo>
                    <a:pt x="5789" y="684"/>
                  </a:lnTo>
                  <a:lnTo>
                    <a:pt x="6131" y="782"/>
                  </a:lnTo>
                  <a:lnTo>
                    <a:pt x="6448" y="880"/>
                  </a:lnTo>
                  <a:lnTo>
                    <a:pt x="6717" y="1002"/>
                  </a:lnTo>
                  <a:lnTo>
                    <a:pt x="6985" y="1124"/>
                  </a:lnTo>
                  <a:lnTo>
                    <a:pt x="7205" y="1246"/>
                  </a:lnTo>
                  <a:lnTo>
                    <a:pt x="7425" y="1393"/>
                  </a:lnTo>
                  <a:lnTo>
                    <a:pt x="7791" y="1661"/>
                  </a:lnTo>
                  <a:lnTo>
                    <a:pt x="8084" y="1930"/>
                  </a:lnTo>
                  <a:lnTo>
                    <a:pt x="8329" y="2150"/>
                  </a:lnTo>
                  <a:lnTo>
                    <a:pt x="8329" y="1661"/>
                  </a:lnTo>
                  <a:lnTo>
                    <a:pt x="8084" y="1441"/>
                  </a:lnTo>
                  <a:lnTo>
                    <a:pt x="7791" y="1173"/>
                  </a:lnTo>
                  <a:lnTo>
                    <a:pt x="7425" y="904"/>
                  </a:lnTo>
                  <a:lnTo>
                    <a:pt x="7205" y="758"/>
                  </a:lnTo>
                  <a:lnTo>
                    <a:pt x="6985" y="635"/>
                  </a:lnTo>
                  <a:lnTo>
                    <a:pt x="6717" y="513"/>
                  </a:lnTo>
                  <a:lnTo>
                    <a:pt x="6448" y="391"/>
                  </a:lnTo>
                  <a:lnTo>
                    <a:pt x="6131" y="294"/>
                  </a:lnTo>
                  <a:lnTo>
                    <a:pt x="5789" y="196"/>
                  </a:lnTo>
                  <a:lnTo>
                    <a:pt x="5422" y="123"/>
                  </a:lnTo>
                  <a:lnTo>
                    <a:pt x="5032" y="49"/>
                  </a:lnTo>
                  <a:lnTo>
                    <a:pt x="4616" y="25"/>
                  </a:lnTo>
                  <a:lnTo>
                    <a:pt x="4177" y="0"/>
                  </a:lnTo>
                  <a:lnTo>
                    <a:pt x="3591" y="25"/>
                  </a:lnTo>
                  <a:lnTo>
                    <a:pt x="3029" y="74"/>
                  </a:lnTo>
                  <a:lnTo>
                    <a:pt x="2540" y="123"/>
                  </a:lnTo>
                  <a:lnTo>
                    <a:pt x="2076" y="196"/>
                  </a:lnTo>
                  <a:lnTo>
                    <a:pt x="1661" y="294"/>
                  </a:lnTo>
                  <a:lnTo>
                    <a:pt x="1295" y="367"/>
                  </a:lnTo>
                  <a:lnTo>
                    <a:pt x="733" y="538"/>
                  </a:lnTo>
                  <a:lnTo>
                    <a:pt x="562" y="562"/>
                  </a:lnTo>
                  <a:lnTo>
                    <a:pt x="391" y="538"/>
                  </a:lnTo>
                  <a:lnTo>
                    <a:pt x="245" y="465"/>
                  </a:lnTo>
                  <a:lnTo>
                    <a:pt x="147" y="367"/>
                  </a:lnTo>
                  <a:lnTo>
                    <a:pt x="74" y="269"/>
                  </a:lnTo>
                  <a:lnTo>
                    <a:pt x="25" y="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86" name="Google Shape;186;p59"/>
            <p:cNvSpPr/>
            <p:nvPr/>
          </p:nvSpPr>
          <p:spPr>
            <a:xfrm>
              <a:off x="2146775" y="1298075"/>
              <a:ext cx="208225" cy="53750"/>
            </a:xfrm>
            <a:custGeom>
              <a:rect b="b" l="l" r="r" t="t"/>
              <a:pathLst>
                <a:path extrusionOk="0" h="2150" w="8329">
                  <a:moveTo>
                    <a:pt x="4152" y="0"/>
                  </a:moveTo>
                  <a:lnTo>
                    <a:pt x="3712" y="25"/>
                  </a:lnTo>
                  <a:lnTo>
                    <a:pt x="3297" y="49"/>
                  </a:lnTo>
                  <a:lnTo>
                    <a:pt x="2907" y="123"/>
                  </a:lnTo>
                  <a:lnTo>
                    <a:pt x="2540" y="196"/>
                  </a:lnTo>
                  <a:lnTo>
                    <a:pt x="2198" y="294"/>
                  </a:lnTo>
                  <a:lnTo>
                    <a:pt x="1881" y="391"/>
                  </a:lnTo>
                  <a:lnTo>
                    <a:pt x="1612" y="513"/>
                  </a:lnTo>
                  <a:lnTo>
                    <a:pt x="1343" y="635"/>
                  </a:lnTo>
                  <a:lnTo>
                    <a:pt x="1124" y="758"/>
                  </a:lnTo>
                  <a:lnTo>
                    <a:pt x="904" y="904"/>
                  </a:lnTo>
                  <a:lnTo>
                    <a:pt x="537" y="1173"/>
                  </a:lnTo>
                  <a:lnTo>
                    <a:pt x="244" y="1441"/>
                  </a:lnTo>
                  <a:lnTo>
                    <a:pt x="0" y="1661"/>
                  </a:lnTo>
                  <a:lnTo>
                    <a:pt x="0" y="2150"/>
                  </a:lnTo>
                  <a:lnTo>
                    <a:pt x="244" y="1930"/>
                  </a:lnTo>
                  <a:lnTo>
                    <a:pt x="537" y="1661"/>
                  </a:lnTo>
                  <a:lnTo>
                    <a:pt x="904" y="1393"/>
                  </a:lnTo>
                  <a:lnTo>
                    <a:pt x="1124" y="1246"/>
                  </a:lnTo>
                  <a:lnTo>
                    <a:pt x="1343" y="1124"/>
                  </a:lnTo>
                  <a:lnTo>
                    <a:pt x="1612" y="1002"/>
                  </a:lnTo>
                  <a:lnTo>
                    <a:pt x="1881" y="880"/>
                  </a:lnTo>
                  <a:lnTo>
                    <a:pt x="2198" y="782"/>
                  </a:lnTo>
                  <a:lnTo>
                    <a:pt x="2540" y="684"/>
                  </a:lnTo>
                  <a:lnTo>
                    <a:pt x="2907" y="611"/>
                  </a:lnTo>
                  <a:lnTo>
                    <a:pt x="3297" y="538"/>
                  </a:lnTo>
                  <a:lnTo>
                    <a:pt x="3712" y="513"/>
                  </a:lnTo>
                  <a:lnTo>
                    <a:pt x="4152" y="489"/>
                  </a:lnTo>
                  <a:lnTo>
                    <a:pt x="4738" y="513"/>
                  </a:lnTo>
                  <a:lnTo>
                    <a:pt x="5300" y="562"/>
                  </a:lnTo>
                  <a:lnTo>
                    <a:pt x="5788" y="611"/>
                  </a:lnTo>
                  <a:lnTo>
                    <a:pt x="6252" y="684"/>
                  </a:lnTo>
                  <a:lnTo>
                    <a:pt x="6668" y="782"/>
                  </a:lnTo>
                  <a:lnTo>
                    <a:pt x="7034" y="855"/>
                  </a:lnTo>
                  <a:lnTo>
                    <a:pt x="7596" y="1026"/>
                  </a:lnTo>
                  <a:lnTo>
                    <a:pt x="7767" y="1051"/>
                  </a:lnTo>
                  <a:lnTo>
                    <a:pt x="7938" y="1026"/>
                  </a:lnTo>
                  <a:lnTo>
                    <a:pt x="8084" y="953"/>
                  </a:lnTo>
                  <a:lnTo>
                    <a:pt x="8182" y="855"/>
                  </a:lnTo>
                  <a:lnTo>
                    <a:pt x="8255" y="758"/>
                  </a:lnTo>
                  <a:lnTo>
                    <a:pt x="8304" y="635"/>
                  </a:lnTo>
                  <a:lnTo>
                    <a:pt x="8328" y="489"/>
                  </a:lnTo>
                  <a:lnTo>
                    <a:pt x="8328" y="0"/>
                  </a:lnTo>
                  <a:lnTo>
                    <a:pt x="8304" y="147"/>
                  </a:lnTo>
                  <a:lnTo>
                    <a:pt x="8255" y="269"/>
                  </a:lnTo>
                  <a:lnTo>
                    <a:pt x="8182" y="367"/>
                  </a:lnTo>
                  <a:lnTo>
                    <a:pt x="8084" y="465"/>
                  </a:lnTo>
                  <a:lnTo>
                    <a:pt x="7938" y="538"/>
                  </a:lnTo>
                  <a:lnTo>
                    <a:pt x="7767" y="562"/>
                  </a:lnTo>
                  <a:lnTo>
                    <a:pt x="7596" y="538"/>
                  </a:lnTo>
                  <a:lnTo>
                    <a:pt x="7034" y="367"/>
                  </a:lnTo>
                  <a:lnTo>
                    <a:pt x="6668" y="294"/>
                  </a:lnTo>
                  <a:lnTo>
                    <a:pt x="6252" y="196"/>
                  </a:lnTo>
                  <a:lnTo>
                    <a:pt x="5788" y="123"/>
                  </a:lnTo>
                  <a:lnTo>
                    <a:pt x="5300" y="74"/>
                  </a:lnTo>
                  <a:lnTo>
                    <a:pt x="4738" y="25"/>
                  </a:lnTo>
                  <a:lnTo>
                    <a:pt x="4152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87" name="Google Shape;187;p59"/>
            <p:cNvSpPr/>
            <p:nvPr/>
          </p:nvSpPr>
          <p:spPr>
            <a:xfrm>
              <a:off x="1926350" y="995225"/>
              <a:ext cx="208225" cy="332175"/>
            </a:xfrm>
            <a:custGeom>
              <a:rect b="b" l="l" r="r" t="t"/>
              <a:pathLst>
                <a:path extrusionOk="0" h="13287" w="8329">
                  <a:moveTo>
                    <a:pt x="4177" y="1"/>
                  </a:moveTo>
                  <a:lnTo>
                    <a:pt x="3591" y="25"/>
                  </a:lnTo>
                  <a:lnTo>
                    <a:pt x="3029" y="74"/>
                  </a:lnTo>
                  <a:lnTo>
                    <a:pt x="2467" y="196"/>
                  </a:lnTo>
                  <a:lnTo>
                    <a:pt x="1905" y="343"/>
                  </a:lnTo>
                  <a:lnTo>
                    <a:pt x="1393" y="538"/>
                  </a:lnTo>
                  <a:lnTo>
                    <a:pt x="929" y="758"/>
                  </a:lnTo>
                  <a:lnTo>
                    <a:pt x="513" y="978"/>
                  </a:lnTo>
                  <a:lnTo>
                    <a:pt x="342" y="1124"/>
                  </a:lnTo>
                  <a:lnTo>
                    <a:pt x="196" y="1246"/>
                  </a:lnTo>
                  <a:lnTo>
                    <a:pt x="123" y="1319"/>
                  </a:lnTo>
                  <a:lnTo>
                    <a:pt x="49" y="1442"/>
                  </a:lnTo>
                  <a:lnTo>
                    <a:pt x="25" y="1539"/>
                  </a:lnTo>
                  <a:lnTo>
                    <a:pt x="0" y="1661"/>
                  </a:lnTo>
                  <a:lnTo>
                    <a:pt x="0" y="11626"/>
                  </a:lnTo>
                  <a:lnTo>
                    <a:pt x="25" y="11773"/>
                  </a:lnTo>
                  <a:lnTo>
                    <a:pt x="74" y="11895"/>
                  </a:lnTo>
                  <a:lnTo>
                    <a:pt x="147" y="11992"/>
                  </a:lnTo>
                  <a:lnTo>
                    <a:pt x="245" y="12090"/>
                  </a:lnTo>
                  <a:lnTo>
                    <a:pt x="391" y="12163"/>
                  </a:lnTo>
                  <a:lnTo>
                    <a:pt x="562" y="12188"/>
                  </a:lnTo>
                  <a:lnTo>
                    <a:pt x="733" y="12163"/>
                  </a:lnTo>
                  <a:lnTo>
                    <a:pt x="1295" y="11992"/>
                  </a:lnTo>
                  <a:lnTo>
                    <a:pt x="1661" y="11919"/>
                  </a:lnTo>
                  <a:lnTo>
                    <a:pt x="2076" y="11821"/>
                  </a:lnTo>
                  <a:lnTo>
                    <a:pt x="2540" y="11748"/>
                  </a:lnTo>
                  <a:lnTo>
                    <a:pt x="3029" y="11699"/>
                  </a:lnTo>
                  <a:lnTo>
                    <a:pt x="3591" y="11650"/>
                  </a:lnTo>
                  <a:lnTo>
                    <a:pt x="4177" y="11626"/>
                  </a:lnTo>
                  <a:lnTo>
                    <a:pt x="4616" y="11650"/>
                  </a:lnTo>
                  <a:lnTo>
                    <a:pt x="5032" y="11675"/>
                  </a:lnTo>
                  <a:lnTo>
                    <a:pt x="5422" y="11748"/>
                  </a:lnTo>
                  <a:lnTo>
                    <a:pt x="5789" y="11821"/>
                  </a:lnTo>
                  <a:lnTo>
                    <a:pt x="6131" y="11919"/>
                  </a:lnTo>
                  <a:lnTo>
                    <a:pt x="6448" y="12017"/>
                  </a:lnTo>
                  <a:lnTo>
                    <a:pt x="6717" y="12139"/>
                  </a:lnTo>
                  <a:lnTo>
                    <a:pt x="6985" y="12261"/>
                  </a:lnTo>
                  <a:lnTo>
                    <a:pt x="7205" y="12383"/>
                  </a:lnTo>
                  <a:lnTo>
                    <a:pt x="7425" y="12530"/>
                  </a:lnTo>
                  <a:lnTo>
                    <a:pt x="7791" y="12798"/>
                  </a:lnTo>
                  <a:lnTo>
                    <a:pt x="8084" y="13067"/>
                  </a:lnTo>
                  <a:lnTo>
                    <a:pt x="8329" y="13287"/>
                  </a:lnTo>
                  <a:lnTo>
                    <a:pt x="8329" y="2199"/>
                  </a:lnTo>
                  <a:lnTo>
                    <a:pt x="8329" y="2101"/>
                  </a:lnTo>
                  <a:lnTo>
                    <a:pt x="8280" y="1979"/>
                  </a:lnTo>
                  <a:lnTo>
                    <a:pt x="8231" y="1881"/>
                  </a:lnTo>
                  <a:lnTo>
                    <a:pt x="8158" y="1808"/>
                  </a:lnTo>
                  <a:lnTo>
                    <a:pt x="8036" y="1686"/>
                  </a:lnTo>
                  <a:lnTo>
                    <a:pt x="7767" y="1442"/>
                  </a:lnTo>
                  <a:lnTo>
                    <a:pt x="7449" y="1173"/>
                  </a:lnTo>
                  <a:lnTo>
                    <a:pt x="7083" y="904"/>
                  </a:lnTo>
                  <a:lnTo>
                    <a:pt x="6644" y="611"/>
                  </a:lnTo>
                  <a:lnTo>
                    <a:pt x="6375" y="489"/>
                  </a:lnTo>
                  <a:lnTo>
                    <a:pt x="6131" y="367"/>
                  </a:lnTo>
                  <a:lnTo>
                    <a:pt x="5838" y="269"/>
                  </a:lnTo>
                  <a:lnTo>
                    <a:pt x="5544" y="172"/>
                  </a:lnTo>
                  <a:lnTo>
                    <a:pt x="5227" y="98"/>
                  </a:lnTo>
                  <a:lnTo>
                    <a:pt x="4885" y="49"/>
                  </a:lnTo>
                  <a:lnTo>
                    <a:pt x="4543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88" name="Google Shape;188;p59"/>
            <p:cNvSpPr/>
            <p:nvPr/>
          </p:nvSpPr>
          <p:spPr>
            <a:xfrm>
              <a:off x="2146775" y="995225"/>
              <a:ext cx="208225" cy="332175"/>
            </a:xfrm>
            <a:custGeom>
              <a:rect b="b" l="l" r="r" t="t"/>
              <a:pathLst>
                <a:path extrusionOk="0" h="13287" w="8329">
                  <a:moveTo>
                    <a:pt x="3786" y="1"/>
                  </a:moveTo>
                  <a:lnTo>
                    <a:pt x="3444" y="49"/>
                  </a:lnTo>
                  <a:lnTo>
                    <a:pt x="3102" y="98"/>
                  </a:lnTo>
                  <a:lnTo>
                    <a:pt x="2784" y="172"/>
                  </a:lnTo>
                  <a:lnTo>
                    <a:pt x="2491" y="269"/>
                  </a:lnTo>
                  <a:lnTo>
                    <a:pt x="2198" y="367"/>
                  </a:lnTo>
                  <a:lnTo>
                    <a:pt x="1954" y="489"/>
                  </a:lnTo>
                  <a:lnTo>
                    <a:pt x="1685" y="611"/>
                  </a:lnTo>
                  <a:lnTo>
                    <a:pt x="1246" y="904"/>
                  </a:lnTo>
                  <a:lnTo>
                    <a:pt x="879" y="1173"/>
                  </a:lnTo>
                  <a:lnTo>
                    <a:pt x="562" y="1442"/>
                  </a:lnTo>
                  <a:lnTo>
                    <a:pt x="293" y="1686"/>
                  </a:lnTo>
                  <a:lnTo>
                    <a:pt x="171" y="1808"/>
                  </a:lnTo>
                  <a:lnTo>
                    <a:pt x="98" y="1881"/>
                  </a:lnTo>
                  <a:lnTo>
                    <a:pt x="49" y="1979"/>
                  </a:lnTo>
                  <a:lnTo>
                    <a:pt x="0" y="2101"/>
                  </a:lnTo>
                  <a:lnTo>
                    <a:pt x="0" y="2199"/>
                  </a:lnTo>
                  <a:lnTo>
                    <a:pt x="0" y="13287"/>
                  </a:lnTo>
                  <a:lnTo>
                    <a:pt x="244" y="13067"/>
                  </a:lnTo>
                  <a:lnTo>
                    <a:pt x="537" y="12798"/>
                  </a:lnTo>
                  <a:lnTo>
                    <a:pt x="904" y="12530"/>
                  </a:lnTo>
                  <a:lnTo>
                    <a:pt x="1124" y="12383"/>
                  </a:lnTo>
                  <a:lnTo>
                    <a:pt x="1343" y="12261"/>
                  </a:lnTo>
                  <a:lnTo>
                    <a:pt x="1612" y="12139"/>
                  </a:lnTo>
                  <a:lnTo>
                    <a:pt x="1881" y="12017"/>
                  </a:lnTo>
                  <a:lnTo>
                    <a:pt x="2198" y="11919"/>
                  </a:lnTo>
                  <a:lnTo>
                    <a:pt x="2540" y="11821"/>
                  </a:lnTo>
                  <a:lnTo>
                    <a:pt x="2907" y="11748"/>
                  </a:lnTo>
                  <a:lnTo>
                    <a:pt x="3297" y="11675"/>
                  </a:lnTo>
                  <a:lnTo>
                    <a:pt x="3712" y="11650"/>
                  </a:lnTo>
                  <a:lnTo>
                    <a:pt x="4152" y="11626"/>
                  </a:lnTo>
                  <a:lnTo>
                    <a:pt x="4738" y="11650"/>
                  </a:lnTo>
                  <a:lnTo>
                    <a:pt x="5300" y="11699"/>
                  </a:lnTo>
                  <a:lnTo>
                    <a:pt x="5788" y="11748"/>
                  </a:lnTo>
                  <a:lnTo>
                    <a:pt x="6252" y="11821"/>
                  </a:lnTo>
                  <a:lnTo>
                    <a:pt x="6668" y="11919"/>
                  </a:lnTo>
                  <a:lnTo>
                    <a:pt x="7034" y="11992"/>
                  </a:lnTo>
                  <a:lnTo>
                    <a:pt x="7596" y="12163"/>
                  </a:lnTo>
                  <a:lnTo>
                    <a:pt x="7767" y="12188"/>
                  </a:lnTo>
                  <a:lnTo>
                    <a:pt x="7938" y="12163"/>
                  </a:lnTo>
                  <a:lnTo>
                    <a:pt x="8084" y="12090"/>
                  </a:lnTo>
                  <a:lnTo>
                    <a:pt x="8182" y="11992"/>
                  </a:lnTo>
                  <a:lnTo>
                    <a:pt x="8255" y="11895"/>
                  </a:lnTo>
                  <a:lnTo>
                    <a:pt x="8304" y="11773"/>
                  </a:lnTo>
                  <a:lnTo>
                    <a:pt x="8328" y="11626"/>
                  </a:lnTo>
                  <a:lnTo>
                    <a:pt x="8328" y="1661"/>
                  </a:lnTo>
                  <a:lnTo>
                    <a:pt x="8304" y="1539"/>
                  </a:lnTo>
                  <a:lnTo>
                    <a:pt x="8280" y="1442"/>
                  </a:lnTo>
                  <a:lnTo>
                    <a:pt x="8206" y="1319"/>
                  </a:lnTo>
                  <a:lnTo>
                    <a:pt x="8133" y="1246"/>
                  </a:lnTo>
                  <a:lnTo>
                    <a:pt x="7987" y="1124"/>
                  </a:lnTo>
                  <a:lnTo>
                    <a:pt x="7816" y="978"/>
                  </a:lnTo>
                  <a:lnTo>
                    <a:pt x="7400" y="758"/>
                  </a:lnTo>
                  <a:lnTo>
                    <a:pt x="6936" y="538"/>
                  </a:lnTo>
                  <a:lnTo>
                    <a:pt x="6423" y="343"/>
                  </a:lnTo>
                  <a:lnTo>
                    <a:pt x="5862" y="196"/>
                  </a:lnTo>
                  <a:lnTo>
                    <a:pt x="5300" y="74"/>
                  </a:lnTo>
                  <a:lnTo>
                    <a:pt x="4738" y="25"/>
                  </a:lnTo>
                  <a:lnTo>
                    <a:pt x="4152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189" name="Google Shape;189;p59"/>
          <p:cNvSpPr/>
          <p:nvPr/>
        </p:nvSpPr>
        <p:spPr>
          <a:xfrm>
            <a:off x="7050778" y="2131323"/>
            <a:ext cx="350200" cy="348152"/>
          </a:xfrm>
          <a:custGeom>
            <a:rect b="b" l="l" r="r" t="t"/>
            <a:pathLst>
              <a:path extrusionOk="0" h="16658" w="16756">
                <a:moveTo>
                  <a:pt x="13287" y="2565"/>
                </a:moveTo>
                <a:lnTo>
                  <a:pt x="13482" y="2590"/>
                </a:lnTo>
                <a:lnTo>
                  <a:pt x="13653" y="2663"/>
                </a:lnTo>
                <a:lnTo>
                  <a:pt x="13800" y="2736"/>
                </a:lnTo>
                <a:lnTo>
                  <a:pt x="13922" y="2858"/>
                </a:lnTo>
                <a:lnTo>
                  <a:pt x="14069" y="3005"/>
                </a:lnTo>
                <a:lnTo>
                  <a:pt x="14142" y="3176"/>
                </a:lnTo>
                <a:lnTo>
                  <a:pt x="14191" y="3371"/>
                </a:lnTo>
                <a:lnTo>
                  <a:pt x="14215" y="3567"/>
                </a:lnTo>
                <a:lnTo>
                  <a:pt x="14191" y="3738"/>
                </a:lnTo>
                <a:lnTo>
                  <a:pt x="14142" y="3884"/>
                </a:lnTo>
                <a:lnTo>
                  <a:pt x="14069" y="4055"/>
                </a:lnTo>
                <a:lnTo>
                  <a:pt x="13922" y="4202"/>
                </a:lnTo>
                <a:lnTo>
                  <a:pt x="13800" y="4348"/>
                </a:lnTo>
                <a:lnTo>
                  <a:pt x="13653" y="4446"/>
                </a:lnTo>
                <a:lnTo>
                  <a:pt x="13482" y="4495"/>
                </a:lnTo>
                <a:lnTo>
                  <a:pt x="13067" y="4495"/>
                </a:lnTo>
                <a:lnTo>
                  <a:pt x="12896" y="4446"/>
                </a:lnTo>
                <a:lnTo>
                  <a:pt x="12725" y="4348"/>
                </a:lnTo>
                <a:lnTo>
                  <a:pt x="12554" y="4202"/>
                </a:lnTo>
                <a:lnTo>
                  <a:pt x="12481" y="4055"/>
                </a:lnTo>
                <a:lnTo>
                  <a:pt x="12408" y="3884"/>
                </a:lnTo>
                <a:lnTo>
                  <a:pt x="12359" y="3738"/>
                </a:lnTo>
                <a:lnTo>
                  <a:pt x="12359" y="3567"/>
                </a:lnTo>
                <a:lnTo>
                  <a:pt x="12359" y="3371"/>
                </a:lnTo>
                <a:lnTo>
                  <a:pt x="12408" y="3176"/>
                </a:lnTo>
                <a:lnTo>
                  <a:pt x="12481" y="3005"/>
                </a:lnTo>
                <a:lnTo>
                  <a:pt x="12554" y="2858"/>
                </a:lnTo>
                <a:lnTo>
                  <a:pt x="12725" y="2736"/>
                </a:lnTo>
                <a:lnTo>
                  <a:pt x="12896" y="2663"/>
                </a:lnTo>
                <a:lnTo>
                  <a:pt x="13067" y="2590"/>
                </a:lnTo>
                <a:lnTo>
                  <a:pt x="13287" y="2565"/>
                </a:lnTo>
                <a:close/>
                <a:moveTo>
                  <a:pt x="10845" y="1"/>
                </a:moveTo>
                <a:lnTo>
                  <a:pt x="10527" y="25"/>
                </a:lnTo>
                <a:lnTo>
                  <a:pt x="10210" y="74"/>
                </a:lnTo>
                <a:lnTo>
                  <a:pt x="9868" y="172"/>
                </a:lnTo>
                <a:lnTo>
                  <a:pt x="9477" y="318"/>
                </a:lnTo>
                <a:lnTo>
                  <a:pt x="9184" y="489"/>
                </a:lnTo>
                <a:lnTo>
                  <a:pt x="8891" y="660"/>
                </a:lnTo>
                <a:lnTo>
                  <a:pt x="8622" y="831"/>
                </a:lnTo>
                <a:lnTo>
                  <a:pt x="8525" y="953"/>
                </a:lnTo>
                <a:lnTo>
                  <a:pt x="8427" y="1051"/>
                </a:lnTo>
                <a:lnTo>
                  <a:pt x="416" y="8866"/>
                </a:lnTo>
                <a:lnTo>
                  <a:pt x="270" y="9086"/>
                </a:lnTo>
                <a:lnTo>
                  <a:pt x="123" y="9355"/>
                </a:lnTo>
                <a:lnTo>
                  <a:pt x="25" y="9624"/>
                </a:lnTo>
                <a:lnTo>
                  <a:pt x="1" y="9746"/>
                </a:lnTo>
                <a:lnTo>
                  <a:pt x="1" y="9917"/>
                </a:lnTo>
                <a:lnTo>
                  <a:pt x="1" y="10039"/>
                </a:lnTo>
                <a:lnTo>
                  <a:pt x="25" y="10136"/>
                </a:lnTo>
                <a:lnTo>
                  <a:pt x="123" y="10381"/>
                </a:lnTo>
                <a:lnTo>
                  <a:pt x="270" y="10625"/>
                </a:lnTo>
                <a:lnTo>
                  <a:pt x="416" y="10869"/>
                </a:lnTo>
                <a:lnTo>
                  <a:pt x="5911" y="16242"/>
                </a:lnTo>
                <a:lnTo>
                  <a:pt x="6009" y="16340"/>
                </a:lnTo>
                <a:lnTo>
                  <a:pt x="6131" y="16438"/>
                </a:lnTo>
                <a:lnTo>
                  <a:pt x="6253" y="16511"/>
                </a:lnTo>
                <a:lnTo>
                  <a:pt x="6400" y="16560"/>
                </a:lnTo>
                <a:lnTo>
                  <a:pt x="6522" y="16609"/>
                </a:lnTo>
                <a:lnTo>
                  <a:pt x="6668" y="16633"/>
                </a:lnTo>
                <a:lnTo>
                  <a:pt x="6961" y="16657"/>
                </a:lnTo>
                <a:lnTo>
                  <a:pt x="7206" y="16633"/>
                </a:lnTo>
                <a:lnTo>
                  <a:pt x="7474" y="16560"/>
                </a:lnTo>
                <a:lnTo>
                  <a:pt x="7596" y="16511"/>
                </a:lnTo>
                <a:lnTo>
                  <a:pt x="7719" y="16438"/>
                </a:lnTo>
                <a:lnTo>
                  <a:pt x="7816" y="16340"/>
                </a:lnTo>
                <a:lnTo>
                  <a:pt x="7914" y="16242"/>
                </a:lnTo>
                <a:lnTo>
                  <a:pt x="15803" y="8427"/>
                </a:lnTo>
                <a:lnTo>
                  <a:pt x="15974" y="8183"/>
                </a:lnTo>
                <a:lnTo>
                  <a:pt x="16169" y="7938"/>
                </a:lnTo>
                <a:lnTo>
                  <a:pt x="16242" y="7792"/>
                </a:lnTo>
                <a:lnTo>
                  <a:pt x="16340" y="7645"/>
                </a:lnTo>
                <a:lnTo>
                  <a:pt x="16389" y="7474"/>
                </a:lnTo>
                <a:lnTo>
                  <a:pt x="16438" y="7279"/>
                </a:lnTo>
                <a:lnTo>
                  <a:pt x="16584" y="6961"/>
                </a:lnTo>
                <a:lnTo>
                  <a:pt x="16682" y="6644"/>
                </a:lnTo>
                <a:lnTo>
                  <a:pt x="16731" y="6326"/>
                </a:lnTo>
                <a:lnTo>
                  <a:pt x="16755" y="6009"/>
                </a:lnTo>
                <a:lnTo>
                  <a:pt x="16755" y="1491"/>
                </a:lnTo>
                <a:lnTo>
                  <a:pt x="16731" y="1173"/>
                </a:lnTo>
                <a:lnTo>
                  <a:pt x="16706" y="1051"/>
                </a:lnTo>
                <a:lnTo>
                  <a:pt x="16657" y="905"/>
                </a:lnTo>
                <a:lnTo>
                  <a:pt x="16609" y="782"/>
                </a:lnTo>
                <a:lnTo>
                  <a:pt x="16535" y="660"/>
                </a:lnTo>
                <a:lnTo>
                  <a:pt x="16438" y="538"/>
                </a:lnTo>
                <a:lnTo>
                  <a:pt x="16340" y="416"/>
                </a:lnTo>
                <a:lnTo>
                  <a:pt x="16144" y="270"/>
                </a:lnTo>
                <a:lnTo>
                  <a:pt x="15900" y="123"/>
                </a:lnTo>
                <a:lnTo>
                  <a:pt x="15632" y="50"/>
                </a:lnTo>
                <a:lnTo>
                  <a:pt x="15509" y="1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90" name="Google Shape;190;p59"/>
          <p:cNvSpPr/>
          <p:nvPr/>
        </p:nvSpPr>
        <p:spPr>
          <a:xfrm>
            <a:off x="7614849" y="2148691"/>
            <a:ext cx="349155" cy="313437"/>
          </a:xfrm>
          <a:custGeom>
            <a:rect b="b" l="l" r="r" t="t"/>
            <a:pathLst>
              <a:path extrusionOk="0" h="14997" w="16706">
                <a:moveTo>
                  <a:pt x="4299" y="0"/>
                </a:moveTo>
                <a:lnTo>
                  <a:pt x="3859" y="25"/>
                </a:lnTo>
                <a:lnTo>
                  <a:pt x="3444" y="74"/>
                </a:lnTo>
                <a:lnTo>
                  <a:pt x="3029" y="196"/>
                </a:lnTo>
                <a:lnTo>
                  <a:pt x="2614" y="342"/>
                </a:lnTo>
                <a:lnTo>
                  <a:pt x="2247" y="513"/>
                </a:lnTo>
                <a:lnTo>
                  <a:pt x="1905" y="733"/>
                </a:lnTo>
                <a:lnTo>
                  <a:pt x="1563" y="977"/>
                </a:lnTo>
                <a:lnTo>
                  <a:pt x="1270" y="1246"/>
                </a:lnTo>
                <a:lnTo>
                  <a:pt x="977" y="1563"/>
                </a:lnTo>
                <a:lnTo>
                  <a:pt x="733" y="1881"/>
                </a:lnTo>
                <a:lnTo>
                  <a:pt x="513" y="2247"/>
                </a:lnTo>
                <a:lnTo>
                  <a:pt x="342" y="2614"/>
                </a:lnTo>
                <a:lnTo>
                  <a:pt x="196" y="3004"/>
                </a:lnTo>
                <a:lnTo>
                  <a:pt x="98" y="3420"/>
                </a:lnTo>
                <a:lnTo>
                  <a:pt x="25" y="3859"/>
                </a:lnTo>
                <a:lnTo>
                  <a:pt x="0" y="4299"/>
                </a:lnTo>
                <a:lnTo>
                  <a:pt x="0" y="4592"/>
                </a:lnTo>
                <a:lnTo>
                  <a:pt x="25" y="4885"/>
                </a:lnTo>
                <a:lnTo>
                  <a:pt x="122" y="5447"/>
                </a:lnTo>
                <a:lnTo>
                  <a:pt x="245" y="6008"/>
                </a:lnTo>
                <a:lnTo>
                  <a:pt x="440" y="6546"/>
                </a:lnTo>
                <a:lnTo>
                  <a:pt x="660" y="7059"/>
                </a:lnTo>
                <a:lnTo>
                  <a:pt x="928" y="7547"/>
                </a:lnTo>
                <a:lnTo>
                  <a:pt x="1197" y="8011"/>
                </a:lnTo>
                <a:lnTo>
                  <a:pt x="1515" y="8475"/>
                </a:lnTo>
                <a:lnTo>
                  <a:pt x="1856" y="8915"/>
                </a:lnTo>
                <a:lnTo>
                  <a:pt x="2198" y="9330"/>
                </a:lnTo>
                <a:lnTo>
                  <a:pt x="2565" y="9745"/>
                </a:lnTo>
                <a:lnTo>
                  <a:pt x="2931" y="10136"/>
                </a:lnTo>
                <a:lnTo>
                  <a:pt x="3639" y="10869"/>
                </a:lnTo>
                <a:lnTo>
                  <a:pt x="4299" y="11528"/>
                </a:lnTo>
                <a:lnTo>
                  <a:pt x="4861" y="12065"/>
                </a:lnTo>
                <a:lnTo>
                  <a:pt x="5496" y="12627"/>
                </a:lnTo>
                <a:lnTo>
                  <a:pt x="6839" y="13775"/>
                </a:lnTo>
                <a:lnTo>
                  <a:pt x="7913" y="14654"/>
                </a:lnTo>
                <a:lnTo>
                  <a:pt x="8353" y="14996"/>
                </a:lnTo>
                <a:lnTo>
                  <a:pt x="8793" y="14654"/>
                </a:lnTo>
                <a:lnTo>
                  <a:pt x="9843" y="13799"/>
                </a:lnTo>
                <a:lnTo>
                  <a:pt x="11186" y="12651"/>
                </a:lnTo>
                <a:lnTo>
                  <a:pt x="11821" y="12090"/>
                </a:lnTo>
                <a:lnTo>
                  <a:pt x="12407" y="11528"/>
                </a:lnTo>
                <a:lnTo>
                  <a:pt x="13067" y="10869"/>
                </a:lnTo>
                <a:lnTo>
                  <a:pt x="13775" y="10136"/>
                </a:lnTo>
                <a:lnTo>
                  <a:pt x="14141" y="9745"/>
                </a:lnTo>
                <a:lnTo>
                  <a:pt x="14508" y="9330"/>
                </a:lnTo>
                <a:lnTo>
                  <a:pt x="14850" y="8915"/>
                </a:lnTo>
                <a:lnTo>
                  <a:pt x="15191" y="8475"/>
                </a:lnTo>
                <a:lnTo>
                  <a:pt x="15509" y="8011"/>
                </a:lnTo>
                <a:lnTo>
                  <a:pt x="15778" y="7547"/>
                </a:lnTo>
                <a:lnTo>
                  <a:pt x="16046" y="7059"/>
                </a:lnTo>
                <a:lnTo>
                  <a:pt x="16266" y="6546"/>
                </a:lnTo>
                <a:lnTo>
                  <a:pt x="16461" y="6008"/>
                </a:lnTo>
                <a:lnTo>
                  <a:pt x="16584" y="5447"/>
                </a:lnTo>
                <a:lnTo>
                  <a:pt x="16681" y="4885"/>
                </a:lnTo>
                <a:lnTo>
                  <a:pt x="16706" y="4592"/>
                </a:lnTo>
                <a:lnTo>
                  <a:pt x="16706" y="4299"/>
                </a:lnTo>
                <a:lnTo>
                  <a:pt x="16681" y="3859"/>
                </a:lnTo>
                <a:lnTo>
                  <a:pt x="16608" y="3420"/>
                </a:lnTo>
                <a:lnTo>
                  <a:pt x="16510" y="3004"/>
                </a:lnTo>
                <a:lnTo>
                  <a:pt x="16364" y="2614"/>
                </a:lnTo>
                <a:lnTo>
                  <a:pt x="16193" y="2247"/>
                </a:lnTo>
                <a:lnTo>
                  <a:pt x="15973" y="1881"/>
                </a:lnTo>
                <a:lnTo>
                  <a:pt x="15729" y="1563"/>
                </a:lnTo>
                <a:lnTo>
                  <a:pt x="15436" y="1246"/>
                </a:lnTo>
                <a:lnTo>
                  <a:pt x="15143" y="977"/>
                </a:lnTo>
                <a:lnTo>
                  <a:pt x="14801" y="733"/>
                </a:lnTo>
                <a:lnTo>
                  <a:pt x="14459" y="513"/>
                </a:lnTo>
                <a:lnTo>
                  <a:pt x="14092" y="342"/>
                </a:lnTo>
                <a:lnTo>
                  <a:pt x="13677" y="196"/>
                </a:lnTo>
                <a:lnTo>
                  <a:pt x="13262" y="74"/>
                </a:lnTo>
                <a:lnTo>
                  <a:pt x="12847" y="25"/>
                </a:lnTo>
                <a:lnTo>
                  <a:pt x="12407" y="0"/>
                </a:lnTo>
                <a:lnTo>
                  <a:pt x="12065" y="0"/>
                </a:lnTo>
                <a:lnTo>
                  <a:pt x="11723" y="49"/>
                </a:lnTo>
                <a:lnTo>
                  <a:pt x="11381" y="122"/>
                </a:lnTo>
                <a:lnTo>
                  <a:pt x="11064" y="196"/>
                </a:lnTo>
                <a:lnTo>
                  <a:pt x="10746" y="318"/>
                </a:lnTo>
                <a:lnTo>
                  <a:pt x="10453" y="464"/>
                </a:lnTo>
                <a:lnTo>
                  <a:pt x="10160" y="611"/>
                </a:lnTo>
                <a:lnTo>
                  <a:pt x="9892" y="806"/>
                </a:lnTo>
                <a:lnTo>
                  <a:pt x="9647" y="1002"/>
                </a:lnTo>
                <a:lnTo>
                  <a:pt x="9403" y="1221"/>
                </a:lnTo>
                <a:lnTo>
                  <a:pt x="9183" y="1466"/>
                </a:lnTo>
                <a:lnTo>
                  <a:pt x="8964" y="1710"/>
                </a:lnTo>
                <a:lnTo>
                  <a:pt x="8793" y="1979"/>
                </a:lnTo>
                <a:lnTo>
                  <a:pt x="8622" y="2272"/>
                </a:lnTo>
                <a:lnTo>
                  <a:pt x="8475" y="2565"/>
                </a:lnTo>
                <a:lnTo>
                  <a:pt x="8353" y="2858"/>
                </a:lnTo>
                <a:lnTo>
                  <a:pt x="8231" y="2565"/>
                </a:lnTo>
                <a:lnTo>
                  <a:pt x="8084" y="2272"/>
                </a:lnTo>
                <a:lnTo>
                  <a:pt x="7913" y="1979"/>
                </a:lnTo>
                <a:lnTo>
                  <a:pt x="7742" y="1710"/>
                </a:lnTo>
                <a:lnTo>
                  <a:pt x="7523" y="1466"/>
                </a:lnTo>
                <a:lnTo>
                  <a:pt x="7303" y="1221"/>
                </a:lnTo>
                <a:lnTo>
                  <a:pt x="7059" y="1002"/>
                </a:lnTo>
                <a:lnTo>
                  <a:pt x="6814" y="806"/>
                </a:lnTo>
                <a:lnTo>
                  <a:pt x="6546" y="611"/>
                </a:lnTo>
                <a:lnTo>
                  <a:pt x="6253" y="464"/>
                </a:lnTo>
                <a:lnTo>
                  <a:pt x="5960" y="318"/>
                </a:lnTo>
                <a:lnTo>
                  <a:pt x="5642" y="196"/>
                </a:lnTo>
                <a:lnTo>
                  <a:pt x="5325" y="122"/>
                </a:lnTo>
                <a:lnTo>
                  <a:pt x="4983" y="49"/>
                </a:lnTo>
                <a:lnTo>
                  <a:pt x="4641" y="0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91" name="Google Shape;191;p59"/>
          <p:cNvSpPr/>
          <p:nvPr/>
        </p:nvSpPr>
        <p:spPr>
          <a:xfrm>
            <a:off x="8183497" y="2151241"/>
            <a:ext cx="338956" cy="308317"/>
          </a:xfrm>
          <a:custGeom>
            <a:rect b="b" l="l" r="r" t="t"/>
            <a:pathLst>
              <a:path extrusionOk="0" h="14752" w="16218">
                <a:moveTo>
                  <a:pt x="7694" y="0"/>
                </a:moveTo>
                <a:lnTo>
                  <a:pt x="7279" y="25"/>
                </a:lnTo>
                <a:lnTo>
                  <a:pt x="6863" y="74"/>
                </a:lnTo>
                <a:lnTo>
                  <a:pt x="6473" y="123"/>
                </a:lnTo>
                <a:lnTo>
                  <a:pt x="6082" y="196"/>
                </a:lnTo>
                <a:lnTo>
                  <a:pt x="5691" y="293"/>
                </a:lnTo>
                <a:lnTo>
                  <a:pt x="5325" y="416"/>
                </a:lnTo>
                <a:lnTo>
                  <a:pt x="4958" y="538"/>
                </a:lnTo>
                <a:lnTo>
                  <a:pt x="4592" y="660"/>
                </a:lnTo>
                <a:lnTo>
                  <a:pt x="4250" y="831"/>
                </a:lnTo>
                <a:lnTo>
                  <a:pt x="3908" y="977"/>
                </a:lnTo>
                <a:lnTo>
                  <a:pt x="3566" y="1173"/>
                </a:lnTo>
                <a:lnTo>
                  <a:pt x="3249" y="1368"/>
                </a:lnTo>
                <a:lnTo>
                  <a:pt x="2956" y="1563"/>
                </a:lnTo>
                <a:lnTo>
                  <a:pt x="2663" y="1783"/>
                </a:lnTo>
                <a:lnTo>
                  <a:pt x="2370" y="2003"/>
                </a:lnTo>
                <a:lnTo>
                  <a:pt x="2101" y="2247"/>
                </a:lnTo>
                <a:lnTo>
                  <a:pt x="1857" y="2492"/>
                </a:lnTo>
                <a:lnTo>
                  <a:pt x="1612" y="2760"/>
                </a:lnTo>
                <a:lnTo>
                  <a:pt x="1393" y="3029"/>
                </a:lnTo>
                <a:lnTo>
                  <a:pt x="1173" y="3298"/>
                </a:lnTo>
                <a:lnTo>
                  <a:pt x="977" y="3591"/>
                </a:lnTo>
                <a:lnTo>
                  <a:pt x="807" y="3884"/>
                </a:lnTo>
                <a:lnTo>
                  <a:pt x="636" y="4201"/>
                </a:lnTo>
                <a:lnTo>
                  <a:pt x="489" y="4519"/>
                </a:lnTo>
                <a:lnTo>
                  <a:pt x="367" y="4836"/>
                </a:lnTo>
                <a:lnTo>
                  <a:pt x="245" y="5154"/>
                </a:lnTo>
                <a:lnTo>
                  <a:pt x="172" y="5496"/>
                </a:lnTo>
                <a:lnTo>
                  <a:pt x="98" y="5838"/>
                </a:lnTo>
                <a:lnTo>
                  <a:pt x="49" y="6179"/>
                </a:lnTo>
                <a:lnTo>
                  <a:pt x="1" y="6521"/>
                </a:lnTo>
                <a:lnTo>
                  <a:pt x="1" y="6888"/>
                </a:lnTo>
                <a:lnTo>
                  <a:pt x="1" y="7254"/>
                </a:lnTo>
                <a:lnTo>
                  <a:pt x="49" y="7645"/>
                </a:lnTo>
                <a:lnTo>
                  <a:pt x="98" y="8011"/>
                </a:lnTo>
                <a:lnTo>
                  <a:pt x="196" y="8353"/>
                </a:lnTo>
                <a:lnTo>
                  <a:pt x="294" y="8719"/>
                </a:lnTo>
                <a:lnTo>
                  <a:pt x="416" y="9061"/>
                </a:lnTo>
                <a:lnTo>
                  <a:pt x="562" y="9403"/>
                </a:lnTo>
                <a:lnTo>
                  <a:pt x="733" y="9745"/>
                </a:lnTo>
                <a:lnTo>
                  <a:pt x="904" y="10063"/>
                </a:lnTo>
                <a:lnTo>
                  <a:pt x="1100" y="10356"/>
                </a:lnTo>
                <a:lnTo>
                  <a:pt x="1344" y="10673"/>
                </a:lnTo>
                <a:lnTo>
                  <a:pt x="1564" y="10966"/>
                </a:lnTo>
                <a:lnTo>
                  <a:pt x="1832" y="11235"/>
                </a:lnTo>
                <a:lnTo>
                  <a:pt x="2101" y="11504"/>
                </a:lnTo>
                <a:lnTo>
                  <a:pt x="2394" y="11772"/>
                </a:lnTo>
                <a:lnTo>
                  <a:pt x="2687" y="12017"/>
                </a:lnTo>
                <a:lnTo>
                  <a:pt x="2492" y="12383"/>
                </a:lnTo>
                <a:lnTo>
                  <a:pt x="2272" y="12749"/>
                </a:lnTo>
                <a:lnTo>
                  <a:pt x="2028" y="13140"/>
                </a:lnTo>
                <a:lnTo>
                  <a:pt x="1710" y="13506"/>
                </a:lnTo>
                <a:lnTo>
                  <a:pt x="1368" y="13873"/>
                </a:lnTo>
                <a:lnTo>
                  <a:pt x="1173" y="14044"/>
                </a:lnTo>
                <a:lnTo>
                  <a:pt x="953" y="14190"/>
                </a:lnTo>
                <a:lnTo>
                  <a:pt x="733" y="14337"/>
                </a:lnTo>
                <a:lnTo>
                  <a:pt x="513" y="14483"/>
                </a:lnTo>
                <a:lnTo>
                  <a:pt x="269" y="14581"/>
                </a:lnTo>
                <a:lnTo>
                  <a:pt x="1" y="14703"/>
                </a:lnTo>
                <a:lnTo>
                  <a:pt x="123" y="14703"/>
                </a:lnTo>
                <a:lnTo>
                  <a:pt x="489" y="14752"/>
                </a:lnTo>
                <a:lnTo>
                  <a:pt x="1368" y="14752"/>
                </a:lnTo>
                <a:lnTo>
                  <a:pt x="1710" y="14728"/>
                </a:lnTo>
                <a:lnTo>
                  <a:pt x="2101" y="14654"/>
                </a:lnTo>
                <a:lnTo>
                  <a:pt x="2492" y="14581"/>
                </a:lnTo>
                <a:lnTo>
                  <a:pt x="2907" y="14459"/>
                </a:lnTo>
                <a:lnTo>
                  <a:pt x="3322" y="14312"/>
                </a:lnTo>
                <a:lnTo>
                  <a:pt x="3762" y="14117"/>
                </a:lnTo>
                <a:lnTo>
                  <a:pt x="4177" y="13873"/>
                </a:lnTo>
                <a:lnTo>
                  <a:pt x="4592" y="13604"/>
                </a:lnTo>
                <a:lnTo>
                  <a:pt x="4983" y="13238"/>
                </a:lnTo>
                <a:lnTo>
                  <a:pt x="5349" y="13360"/>
                </a:lnTo>
                <a:lnTo>
                  <a:pt x="5716" y="13482"/>
                </a:lnTo>
                <a:lnTo>
                  <a:pt x="6106" y="13555"/>
                </a:lnTo>
                <a:lnTo>
                  <a:pt x="6497" y="13628"/>
                </a:lnTo>
                <a:lnTo>
                  <a:pt x="6888" y="13702"/>
                </a:lnTo>
                <a:lnTo>
                  <a:pt x="7279" y="13751"/>
                </a:lnTo>
                <a:lnTo>
                  <a:pt x="7694" y="13775"/>
                </a:lnTo>
                <a:lnTo>
                  <a:pt x="8524" y="13775"/>
                </a:lnTo>
                <a:lnTo>
                  <a:pt x="8939" y="13751"/>
                </a:lnTo>
                <a:lnTo>
                  <a:pt x="9355" y="13702"/>
                </a:lnTo>
                <a:lnTo>
                  <a:pt x="9745" y="13628"/>
                </a:lnTo>
                <a:lnTo>
                  <a:pt x="10136" y="13555"/>
                </a:lnTo>
                <a:lnTo>
                  <a:pt x="10527" y="13458"/>
                </a:lnTo>
                <a:lnTo>
                  <a:pt x="10893" y="13360"/>
                </a:lnTo>
                <a:lnTo>
                  <a:pt x="11260" y="13238"/>
                </a:lnTo>
                <a:lnTo>
                  <a:pt x="11626" y="13091"/>
                </a:lnTo>
                <a:lnTo>
                  <a:pt x="11968" y="12945"/>
                </a:lnTo>
                <a:lnTo>
                  <a:pt x="12310" y="12774"/>
                </a:lnTo>
                <a:lnTo>
                  <a:pt x="12652" y="12603"/>
                </a:lnTo>
                <a:lnTo>
                  <a:pt x="12969" y="12407"/>
                </a:lnTo>
                <a:lnTo>
                  <a:pt x="13262" y="12212"/>
                </a:lnTo>
                <a:lnTo>
                  <a:pt x="13555" y="11992"/>
                </a:lnTo>
                <a:lnTo>
                  <a:pt x="13848" y="11748"/>
                </a:lnTo>
                <a:lnTo>
                  <a:pt x="14117" y="11528"/>
                </a:lnTo>
                <a:lnTo>
                  <a:pt x="14361" y="11259"/>
                </a:lnTo>
                <a:lnTo>
                  <a:pt x="14606" y="11015"/>
                </a:lnTo>
                <a:lnTo>
                  <a:pt x="14825" y="10747"/>
                </a:lnTo>
                <a:lnTo>
                  <a:pt x="15045" y="10453"/>
                </a:lnTo>
                <a:lnTo>
                  <a:pt x="15241" y="10160"/>
                </a:lnTo>
                <a:lnTo>
                  <a:pt x="15412" y="9867"/>
                </a:lnTo>
                <a:lnTo>
                  <a:pt x="15582" y="9574"/>
                </a:lnTo>
                <a:lnTo>
                  <a:pt x="15729" y="9257"/>
                </a:lnTo>
                <a:lnTo>
                  <a:pt x="15851" y="8939"/>
                </a:lnTo>
                <a:lnTo>
                  <a:pt x="15973" y="8597"/>
                </a:lnTo>
                <a:lnTo>
                  <a:pt x="16047" y="8280"/>
                </a:lnTo>
                <a:lnTo>
                  <a:pt x="16120" y="7938"/>
                </a:lnTo>
                <a:lnTo>
                  <a:pt x="16169" y="7596"/>
                </a:lnTo>
                <a:lnTo>
                  <a:pt x="16217" y="7230"/>
                </a:lnTo>
                <a:lnTo>
                  <a:pt x="16217" y="6888"/>
                </a:lnTo>
                <a:lnTo>
                  <a:pt x="16217" y="6521"/>
                </a:lnTo>
                <a:lnTo>
                  <a:pt x="16169" y="6179"/>
                </a:lnTo>
                <a:lnTo>
                  <a:pt x="16120" y="5838"/>
                </a:lnTo>
                <a:lnTo>
                  <a:pt x="16047" y="5496"/>
                </a:lnTo>
                <a:lnTo>
                  <a:pt x="15973" y="5154"/>
                </a:lnTo>
                <a:lnTo>
                  <a:pt x="15851" y="4836"/>
                </a:lnTo>
                <a:lnTo>
                  <a:pt x="15729" y="4519"/>
                </a:lnTo>
                <a:lnTo>
                  <a:pt x="15582" y="4201"/>
                </a:lnTo>
                <a:lnTo>
                  <a:pt x="15412" y="3884"/>
                </a:lnTo>
                <a:lnTo>
                  <a:pt x="15241" y="3591"/>
                </a:lnTo>
                <a:lnTo>
                  <a:pt x="15045" y="3298"/>
                </a:lnTo>
                <a:lnTo>
                  <a:pt x="14825" y="3029"/>
                </a:lnTo>
                <a:lnTo>
                  <a:pt x="14606" y="2760"/>
                </a:lnTo>
                <a:lnTo>
                  <a:pt x="14361" y="2492"/>
                </a:lnTo>
                <a:lnTo>
                  <a:pt x="14117" y="2247"/>
                </a:lnTo>
                <a:lnTo>
                  <a:pt x="13848" y="2003"/>
                </a:lnTo>
                <a:lnTo>
                  <a:pt x="13555" y="1783"/>
                </a:lnTo>
                <a:lnTo>
                  <a:pt x="13262" y="1563"/>
                </a:lnTo>
                <a:lnTo>
                  <a:pt x="12969" y="1368"/>
                </a:lnTo>
                <a:lnTo>
                  <a:pt x="12652" y="1173"/>
                </a:lnTo>
                <a:lnTo>
                  <a:pt x="12310" y="977"/>
                </a:lnTo>
                <a:lnTo>
                  <a:pt x="11968" y="831"/>
                </a:lnTo>
                <a:lnTo>
                  <a:pt x="11626" y="660"/>
                </a:lnTo>
                <a:lnTo>
                  <a:pt x="11260" y="538"/>
                </a:lnTo>
                <a:lnTo>
                  <a:pt x="10893" y="416"/>
                </a:lnTo>
                <a:lnTo>
                  <a:pt x="10527" y="293"/>
                </a:lnTo>
                <a:lnTo>
                  <a:pt x="10136" y="196"/>
                </a:lnTo>
                <a:lnTo>
                  <a:pt x="9745" y="123"/>
                </a:lnTo>
                <a:lnTo>
                  <a:pt x="9355" y="74"/>
                </a:lnTo>
                <a:lnTo>
                  <a:pt x="8939" y="25"/>
                </a:lnTo>
                <a:lnTo>
                  <a:pt x="8524" y="0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92" name="Google Shape;192;p59"/>
          <p:cNvSpPr/>
          <p:nvPr/>
        </p:nvSpPr>
        <p:spPr>
          <a:xfrm>
            <a:off x="8758269" y="2154293"/>
            <a:ext cx="316510" cy="302214"/>
          </a:xfrm>
          <a:custGeom>
            <a:rect b="b" l="l" r="r" t="t"/>
            <a:pathLst>
              <a:path extrusionOk="0" h="14460" w="15144">
                <a:moveTo>
                  <a:pt x="7572" y="1"/>
                </a:moveTo>
                <a:lnTo>
                  <a:pt x="7499" y="25"/>
                </a:lnTo>
                <a:lnTo>
                  <a:pt x="7401" y="74"/>
                </a:lnTo>
                <a:lnTo>
                  <a:pt x="7328" y="172"/>
                </a:lnTo>
                <a:lnTo>
                  <a:pt x="7255" y="294"/>
                </a:lnTo>
                <a:lnTo>
                  <a:pt x="5594" y="4104"/>
                </a:lnTo>
                <a:lnTo>
                  <a:pt x="5521" y="4226"/>
                </a:lnTo>
                <a:lnTo>
                  <a:pt x="5398" y="4373"/>
                </a:lnTo>
                <a:lnTo>
                  <a:pt x="5276" y="4495"/>
                </a:lnTo>
                <a:lnTo>
                  <a:pt x="5130" y="4617"/>
                </a:lnTo>
                <a:lnTo>
                  <a:pt x="4983" y="4715"/>
                </a:lnTo>
                <a:lnTo>
                  <a:pt x="4812" y="4788"/>
                </a:lnTo>
                <a:lnTo>
                  <a:pt x="4666" y="4861"/>
                </a:lnTo>
                <a:lnTo>
                  <a:pt x="4495" y="4886"/>
                </a:lnTo>
                <a:lnTo>
                  <a:pt x="392" y="5301"/>
                </a:lnTo>
                <a:lnTo>
                  <a:pt x="245" y="5325"/>
                </a:lnTo>
                <a:lnTo>
                  <a:pt x="123" y="5374"/>
                </a:lnTo>
                <a:lnTo>
                  <a:pt x="50" y="5423"/>
                </a:lnTo>
                <a:lnTo>
                  <a:pt x="1" y="5521"/>
                </a:lnTo>
                <a:lnTo>
                  <a:pt x="1" y="5594"/>
                </a:lnTo>
                <a:lnTo>
                  <a:pt x="25" y="5692"/>
                </a:lnTo>
                <a:lnTo>
                  <a:pt x="74" y="5789"/>
                </a:lnTo>
                <a:lnTo>
                  <a:pt x="196" y="5911"/>
                </a:lnTo>
                <a:lnTo>
                  <a:pt x="3274" y="8647"/>
                </a:lnTo>
                <a:lnTo>
                  <a:pt x="3396" y="8769"/>
                </a:lnTo>
                <a:lnTo>
                  <a:pt x="3493" y="8915"/>
                </a:lnTo>
                <a:lnTo>
                  <a:pt x="3567" y="9086"/>
                </a:lnTo>
                <a:lnTo>
                  <a:pt x="3640" y="9257"/>
                </a:lnTo>
                <a:lnTo>
                  <a:pt x="3689" y="9428"/>
                </a:lnTo>
                <a:lnTo>
                  <a:pt x="3713" y="9599"/>
                </a:lnTo>
                <a:lnTo>
                  <a:pt x="3713" y="9770"/>
                </a:lnTo>
                <a:lnTo>
                  <a:pt x="3689" y="9941"/>
                </a:lnTo>
                <a:lnTo>
                  <a:pt x="2810" y="13995"/>
                </a:lnTo>
                <a:lnTo>
                  <a:pt x="2785" y="14142"/>
                </a:lnTo>
                <a:lnTo>
                  <a:pt x="2810" y="14240"/>
                </a:lnTo>
                <a:lnTo>
                  <a:pt x="2834" y="14337"/>
                </a:lnTo>
                <a:lnTo>
                  <a:pt x="2883" y="14411"/>
                </a:lnTo>
                <a:lnTo>
                  <a:pt x="2981" y="14435"/>
                </a:lnTo>
                <a:lnTo>
                  <a:pt x="3078" y="14459"/>
                </a:lnTo>
                <a:lnTo>
                  <a:pt x="3200" y="14411"/>
                </a:lnTo>
                <a:lnTo>
                  <a:pt x="3322" y="14362"/>
                </a:lnTo>
                <a:lnTo>
                  <a:pt x="6888" y="12261"/>
                </a:lnTo>
                <a:lnTo>
                  <a:pt x="7035" y="12188"/>
                </a:lnTo>
                <a:lnTo>
                  <a:pt x="7206" y="12139"/>
                </a:lnTo>
                <a:lnTo>
                  <a:pt x="7401" y="12115"/>
                </a:lnTo>
                <a:lnTo>
                  <a:pt x="7743" y="12115"/>
                </a:lnTo>
                <a:lnTo>
                  <a:pt x="7938" y="12139"/>
                </a:lnTo>
                <a:lnTo>
                  <a:pt x="8109" y="12188"/>
                </a:lnTo>
                <a:lnTo>
                  <a:pt x="8256" y="12261"/>
                </a:lnTo>
                <a:lnTo>
                  <a:pt x="11822" y="14362"/>
                </a:lnTo>
                <a:lnTo>
                  <a:pt x="11944" y="14411"/>
                </a:lnTo>
                <a:lnTo>
                  <a:pt x="12066" y="14459"/>
                </a:lnTo>
                <a:lnTo>
                  <a:pt x="12164" y="14435"/>
                </a:lnTo>
                <a:lnTo>
                  <a:pt x="12261" y="14411"/>
                </a:lnTo>
                <a:lnTo>
                  <a:pt x="12310" y="14337"/>
                </a:lnTo>
                <a:lnTo>
                  <a:pt x="12335" y="14240"/>
                </a:lnTo>
                <a:lnTo>
                  <a:pt x="12359" y="14142"/>
                </a:lnTo>
                <a:lnTo>
                  <a:pt x="12335" y="13995"/>
                </a:lnTo>
                <a:lnTo>
                  <a:pt x="11455" y="9941"/>
                </a:lnTo>
                <a:lnTo>
                  <a:pt x="11431" y="9770"/>
                </a:lnTo>
                <a:lnTo>
                  <a:pt x="11431" y="9599"/>
                </a:lnTo>
                <a:lnTo>
                  <a:pt x="11455" y="9428"/>
                </a:lnTo>
                <a:lnTo>
                  <a:pt x="11504" y="9257"/>
                </a:lnTo>
                <a:lnTo>
                  <a:pt x="11577" y="9086"/>
                </a:lnTo>
                <a:lnTo>
                  <a:pt x="11651" y="8915"/>
                </a:lnTo>
                <a:lnTo>
                  <a:pt x="11748" y="8769"/>
                </a:lnTo>
                <a:lnTo>
                  <a:pt x="11870" y="8647"/>
                </a:lnTo>
                <a:lnTo>
                  <a:pt x="14948" y="5911"/>
                </a:lnTo>
                <a:lnTo>
                  <a:pt x="15070" y="5789"/>
                </a:lnTo>
                <a:lnTo>
                  <a:pt x="15119" y="5692"/>
                </a:lnTo>
                <a:lnTo>
                  <a:pt x="15143" y="5594"/>
                </a:lnTo>
                <a:lnTo>
                  <a:pt x="15143" y="5521"/>
                </a:lnTo>
                <a:lnTo>
                  <a:pt x="15094" y="5423"/>
                </a:lnTo>
                <a:lnTo>
                  <a:pt x="15021" y="5374"/>
                </a:lnTo>
                <a:lnTo>
                  <a:pt x="14899" y="5325"/>
                </a:lnTo>
                <a:lnTo>
                  <a:pt x="14752" y="5301"/>
                </a:lnTo>
                <a:lnTo>
                  <a:pt x="10649" y="4886"/>
                </a:lnTo>
                <a:lnTo>
                  <a:pt x="10478" y="4861"/>
                </a:lnTo>
                <a:lnTo>
                  <a:pt x="10332" y="4788"/>
                </a:lnTo>
                <a:lnTo>
                  <a:pt x="10161" y="4715"/>
                </a:lnTo>
                <a:lnTo>
                  <a:pt x="10014" y="4617"/>
                </a:lnTo>
                <a:lnTo>
                  <a:pt x="9868" y="4495"/>
                </a:lnTo>
                <a:lnTo>
                  <a:pt x="9746" y="4373"/>
                </a:lnTo>
                <a:lnTo>
                  <a:pt x="9624" y="4226"/>
                </a:lnTo>
                <a:lnTo>
                  <a:pt x="9550" y="4104"/>
                </a:lnTo>
                <a:lnTo>
                  <a:pt x="7890" y="294"/>
                </a:lnTo>
                <a:lnTo>
                  <a:pt x="7816" y="172"/>
                </a:lnTo>
                <a:lnTo>
                  <a:pt x="7743" y="74"/>
                </a:lnTo>
                <a:lnTo>
                  <a:pt x="7645" y="25"/>
                </a:lnTo>
                <a:lnTo>
                  <a:pt x="7572" y="1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grpSp>
        <p:nvGrpSpPr>
          <p:cNvPr id="193" name="Google Shape;193;p59"/>
          <p:cNvGrpSpPr/>
          <p:nvPr/>
        </p:nvGrpSpPr>
        <p:grpSpPr>
          <a:xfrm>
            <a:off x="9305324" y="2133862"/>
            <a:ext cx="349155" cy="349657"/>
            <a:chOff x="5302225" y="968375"/>
            <a:chExt cx="417650" cy="418250"/>
          </a:xfrm>
        </p:grpSpPr>
        <p:sp>
          <p:nvSpPr>
            <p:cNvPr id="194" name="Google Shape;194;p59"/>
            <p:cNvSpPr/>
            <p:nvPr/>
          </p:nvSpPr>
          <p:spPr>
            <a:xfrm>
              <a:off x="5333350" y="991575"/>
              <a:ext cx="152075" cy="155100"/>
            </a:xfrm>
            <a:custGeom>
              <a:rect b="b" l="l" r="r" t="t"/>
              <a:pathLst>
                <a:path extrusionOk="0" h="6204" w="6083">
                  <a:moveTo>
                    <a:pt x="2541" y="0"/>
                  </a:moveTo>
                  <a:lnTo>
                    <a:pt x="2468" y="25"/>
                  </a:lnTo>
                  <a:lnTo>
                    <a:pt x="2443" y="147"/>
                  </a:lnTo>
                  <a:lnTo>
                    <a:pt x="2101" y="1807"/>
                  </a:lnTo>
                  <a:lnTo>
                    <a:pt x="2052" y="1930"/>
                  </a:lnTo>
                  <a:lnTo>
                    <a:pt x="1979" y="2052"/>
                  </a:lnTo>
                  <a:lnTo>
                    <a:pt x="1857" y="2174"/>
                  </a:lnTo>
                  <a:lnTo>
                    <a:pt x="1735" y="2223"/>
                  </a:lnTo>
                  <a:lnTo>
                    <a:pt x="123" y="2760"/>
                  </a:lnTo>
                  <a:lnTo>
                    <a:pt x="25" y="2833"/>
                  </a:lnTo>
                  <a:lnTo>
                    <a:pt x="1" y="2882"/>
                  </a:lnTo>
                  <a:lnTo>
                    <a:pt x="25" y="2955"/>
                  </a:lnTo>
                  <a:lnTo>
                    <a:pt x="99" y="3029"/>
                  </a:lnTo>
                  <a:lnTo>
                    <a:pt x="1588" y="3859"/>
                  </a:lnTo>
                  <a:lnTo>
                    <a:pt x="1711" y="3932"/>
                  </a:lnTo>
                  <a:lnTo>
                    <a:pt x="1808" y="4054"/>
                  </a:lnTo>
                  <a:lnTo>
                    <a:pt x="1857" y="4201"/>
                  </a:lnTo>
                  <a:lnTo>
                    <a:pt x="1882" y="4323"/>
                  </a:lnTo>
                  <a:lnTo>
                    <a:pt x="1906" y="6033"/>
                  </a:lnTo>
                  <a:lnTo>
                    <a:pt x="1930" y="6130"/>
                  </a:lnTo>
                  <a:lnTo>
                    <a:pt x="1979" y="6204"/>
                  </a:lnTo>
                  <a:lnTo>
                    <a:pt x="2052" y="6204"/>
                  </a:lnTo>
                  <a:lnTo>
                    <a:pt x="2126" y="6130"/>
                  </a:lnTo>
                  <a:lnTo>
                    <a:pt x="3371" y="4982"/>
                  </a:lnTo>
                  <a:lnTo>
                    <a:pt x="3493" y="4885"/>
                  </a:lnTo>
                  <a:lnTo>
                    <a:pt x="3640" y="4836"/>
                  </a:lnTo>
                  <a:lnTo>
                    <a:pt x="3787" y="4836"/>
                  </a:lnTo>
                  <a:lnTo>
                    <a:pt x="3933" y="4860"/>
                  </a:lnTo>
                  <a:lnTo>
                    <a:pt x="5545" y="5349"/>
                  </a:lnTo>
                  <a:lnTo>
                    <a:pt x="5667" y="5373"/>
                  </a:lnTo>
                  <a:lnTo>
                    <a:pt x="5716" y="5349"/>
                  </a:lnTo>
                  <a:lnTo>
                    <a:pt x="5740" y="5275"/>
                  </a:lnTo>
                  <a:lnTo>
                    <a:pt x="5716" y="5178"/>
                  </a:lnTo>
                  <a:lnTo>
                    <a:pt x="5008" y="3615"/>
                  </a:lnTo>
                  <a:lnTo>
                    <a:pt x="4959" y="3493"/>
                  </a:lnTo>
                  <a:lnTo>
                    <a:pt x="4959" y="3346"/>
                  </a:lnTo>
                  <a:lnTo>
                    <a:pt x="4983" y="3200"/>
                  </a:lnTo>
                  <a:lnTo>
                    <a:pt x="5057" y="3077"/>
                  </a:lnTo>
                  <a:lnTo>
                    <a:pt x="6033" y="1685"/>
                  </a:lnTo>
                  <a:lnTo>
                    <a:pt x="6082" y="1588"/>
                  </a:lnTo>
                  <a:lnTo>
                    <a:pt x="6082" y="1514"/>
                  </a:lnTo>
                  <a:lnTo>
                    <a:pt x="6009" y="1465"/>
                  </a:lnTo>
                  <a:lnTo>
                    <a:pt x="5911" y="1465"/>
                  </a:lnTo>
                  <a:lnTo>
                    <a:pt x="4202" y="1661"/>
                  </a:lnTo>
                  <a:lnTo>
                    <a:pt x="4080" y="1661"/>
                  </a:lnTo>
                  <a:lnTo>
                    <a:pt x="3933" y="1612"/>
                  </a:lnTo>
                  <a:lnTo>
                    <a:pt x="3811" y="1539"/>
                  </a:lnTo>
                  <a:lnTo>
                    <a:pt x="3713" y="1441"/>
                  </a:lnTo>
                  <a:lnTo>
                    <a:pt x="2687" y="73"/>
                  </a:lnTo>
                  <a:lnTo>
                    <a:pt x="2614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95" name="Google Shape;195;p59"/>
            <p:cNvSpPr/>
            <p:nvPr/>
          </p:nvSpPr>
          <p:spPr>
            <a:xfrm>
              <a:off x="5302225" y="968375"/>
              <a:ext cx="417650" cy="418250"/>
            </a:xfrm>
            <a:custGeom>
              <a:rect b="b" l="l" r="r" t="t"/>
              <a:pathLst>
                <a:path extrusionOk="0" h="16730" w="16706">
                  <a:moveTo>
                    <a:pt x="10331" y="0"/>
                  </a:moveTo>
                  <a:lnTo>
                    <a:pt x="10747" y="513"/>
                  </a:lnTo>
                  <a:lnTo>
                    <a:pt x="10942" y="782"/>
                  </a:lnTo>
                  <a:lnTo>
                    <a:pt x="11137" y="1050"/>
                  </a:lnTo>
                  <a:lnTo>
                    <a:pt x="11284" y="1343"/>
                  </a:lnTo>
                  <a:lnTo>
                    <a:pt x="11455" y="1636"/>
                  </a:lnTo>
                  <a:lnTo>
                    <a:pt x="11577" y="1929"/>
                  </a:lnTo>
                  <a:lnTo>
                    <a:pt x="11723" y="2223"/>
                  </a:lnTo>
                  <a:lnTo>
                    <a:pt x="11821" y="2540"/>
                  </a:lnTo>
                  <a:lnTo>
                    <a:pt x="11919" y="2858"/>
                  </a:lnTo>
                  <a:lnTo>
                    <a:pt x="12017" y="3199"/>
                  </a:lnTo>
                  <a:lnTo>
                    <a:pt x="12090" y="3517"/>
                  </a:lnTo>
                  <a:lnTo>
                    <a:pt x="12139" y="3859"/>
                  </a:lnTo>
                  <a:lnTo>
                    <a:pt x="12187" y="4201"/>
                  </a:lnTo>
                  <a:lnTo>
                    <a:pt x="12212" y="4543"/>
                  </a:lnTo>
                  <a:lnTo>
                    <a:pt x="12212" y="4909"/>
                  </a:lnTo>
                  <a:lnTo>
                    <a:pt x="12212" y="5275"/>
                  </a:lnTo>
                  <a:lnTo>
                    <a:pt x="12187" y="5642"/>
                  </a:lnTo>
                  <a:lnTo>
                    <a:pt x="12139" y="6008"/>
                  </a:lnTo>
                  <a:lnTo>
                    <a:pt x="12065" y="6374"/>
                  </a:lnTo>
                  <a:lnTo>
                    <a:pt x="11992" y="6741"/>
                  </a:lnTo>
                  <a:lnTo>
                    <a:pt x="11894" y="7083"/>
                  </a:lnTo>
                  <a:lnTo>
                    <a:pt x="11772" y="7425"/>
                  </a:lnTo>
                  <a:lnTo>
                    <a:pt x="11650" y="7742"/>
                  </a:lnTo>
                  <a:lnTo>
                    <a:pt x="11504" y="8084"/>
                  </a:lnTo>
                  <a:lnTo>
                    <a:pt x="11333" y="8402"/>
                  </a:lnTo>
                  <a:lnTo>
                    <a:pt x="11162" y="8695"/>
                  </a:lnTo>
                  <a:lnTo>
                    <a:pt x="10966" y="8988"/>
                  </a:lnTo>
                  <a:lnTo>
                    <a:pt x="10771" y="9281"/>
                  </a:lnTo>
                  <a:lnTo>
                    <a:pt x="10551" y="9549"/>
                  </a:lnTo>
                  <a:lnTo>
                    <a:pt x="10307" y="9818"/>
                  </a:lnTo>
                  <a:lnTo>
                    <a:pt x="10063" y="10087"/>
                  </a:lnTo>
                  <a:lnTo>
                    <a:pt x="9818" y="10331"/>
                  </a:lnTo>
                  <a:lnTo>
                    <a:pt x="9550" y="10551"/>
                  </a:lnTo>
                  <a:lnTo>
                    <a:pt x="9281" y="10771"/>
                  </a:lnTo>
                  <a:lnTo>
                    <a:pt x="8988" y="10966"/>
                  </a:lnTo>
                  <a:lnTo>
                    <a:pt x="8695" y="11161"/>
                  </a:lnTo>
                  <a:lnTo>
                    <a:pt x="8377" y="11332"/>
                  </a:lnTo>
                  <a:lnTo>
                    <a:pt x="8060" y="11503"/>
                  </a:lnTo>
                  <a:lnTo>
                    <a:pt x="7742" y="11650"/>
                  </a:lnTo>
                  <a:lnTo>
                    <a:pt x="7401" y="11772"/>
                  </a:lnTo>
                  <a:lnTo>
                    <a:pt x="7059" y="11894"/>
                  </a:lnTo>
                  <a:lnTo>
                    <a:pt x="6717" y="11992"/>
                  </a:lnTo>
                  <a:lnTo>
                    <a:pt x="6375" y="12065"/>
                  </a:lnTo>
                  <a:lnTo>
                    <a:pt x="6008" y="12138"/>
                  </a:lnTo>
                  <a:lnTo>
                    <a:pt x="5642" y="12187"/>
                  </a:lnTo>
                  <a:lnTo>
                    <a:pt x="5276" y="12212"/>
                  </a:lnTo>
                  <a:lnTo>
                    <a:pt x="4885" y="12236"/>
                  </a:lnTo>
                  <a:lnTo>
                    <a:pt x="4543" y="12212"/>
                  </a:lnTo>
                  <a:lnTo>
                    <a:pt x="4201" y="12187"/>
                  </a:lnTo>
                  <a:lnTo>
                    <a:pt x="3859" y="12163"/>
                  </a:lnTo>
                  <a:lnTo>
                    <a:pt x="3517" y="12089"/>
                  </a:lnTo>
                  <a:lnTo>
                    <a:pt x="3175" y="12016"/>
                  </a:lnTo>
                  <a:lnTo>
                    <a:pt x="2858" y="11943"/>
                  </a:lnTo>
                  <a:lnTo>
                    <a:pt x="2540" y="11845"/>
                  </a:lnTo>
                  <a:lnTo>
                    <a:pt x="2223" y="11723"/>
                  </a:lnTo>
                  <a:lnTo>
                    <a:pt x="1905" y="11601"/>
                  </a:lnTo>
                  <a:lnTo>
                    <a:pt x="1612" y="11454"/>
                  </a:lnTo>
                  <a:lnTo>
                    <a:pt x="1319" y="11308"/>
                  </a:lnTo>
                  <a:lnTo>
                    <a:pt x="1051" y="11137"/>
                  </a:lnTo>
                  <a:lnTo>
                    <a:pt x="757" y="10966"/>
                  </a:lnTo>
                  <a:lnTo>
                    <a:pt x="489" y="10771"/>
                  </a:lnTo>
                  <a:lnTo>
                    <a:pt x="0" y="10355"/>
                  </a:lnTo>
                  <a:lnTo>
                    <a:pt x="98" y="10697"/>
                  </a:lnTo>
                  <a:lnTo>
                    <a:pt x="196" y="11015"/>
                  </a:lnTo>
                  <a:lnTo>
                    <a:pt x="464" y="11674"/>
                  </a:lnTo>
                  <a:lnTo>
                    <a:pt x="757" y="12309"/>
                  </a:lnTo>
                  <a:lnTo>
                    <a:pt x="1124" y="12895"/>
                  </a:lnTo>
                  <a:lnTo>
                    <a:pt x="1515" y="13457"/>
                  </a:lnTo>
                  <a:lnTo>
                    <a:pt x="1979" y="13970"/>
                  </a:lnTo>
                  <a:lnTo>
                    <a:pt x="2443" y="14458"/>
                  </a:lnTo>
                  <a:lnTo>
                    <a:pt x="2980" y="14898"/>
                  </a:lnTo>
                  <a:lnTo>
                    <a:pt x="3542" y="15313"/>
                  </a:lnTo>
                  <a:lnTo>
                    <a:pt x="4128" y="15680"/>
                  </a:lnTo>
                  <a:lnTo>
                    <a:pt x="4738" y="15973"/>
                  </a:lnTo>
                  <a:lnTo>
                    <a:pt x="5398" y="16241"/>
                  </a:lnTo>
                  <a:lnTo>
                    <a:pt x="5740" y="16339"/>
                  </a:lnTo>
                  <a:lnTo>
                    <a:pt x="6082" y="16437"/>
                  </a:lnTo>
                  <a:lnTo>
                    <a:pt x="6424" y="16534"/>
                  </a:lnTo>
                  <a:lnTo>
                    <a:pt x="6766" y="16608"/>
                  </a:lnTo>
                  <a:lnTo>
                    <a:pt x="7132" y="16657"/>
                  </a:lnTo>
                  <a:lnTo>
                    <a:pt x="7474" y="16681"/>
                  </a:lnTo>
                  <a:lnTo>
                    <a:pt x="7840" y="16705"/>
                  </a:lnTo>
                  <a:lnTo>
                    <a:pt x="8231" y="16730"/>
                  </a:lnTo>
                  <a:lnTo>
                    <a:pt x="8646" y="16705"/>
                  </a:lnTo>
                  <a:lnTo>
                    <a:pt x="9086" y="16681"/>
                  </a:lnTo>
                  <a:lnTo>
                    <a:pt x="9501" y="16632"/>
                  </a:lnTo>
                  <a:lnTo>
                    <a:pt x="9941" y="16559"/>
                  </a:lnTo>
                  <a:lnTo>
                    <a:pt x="10331" y="16461"/>
                  </a:lnTo>
                  <a:lnTo>
                    <a:pt x="10747" y="16339"/>
                  </a:lnTo>
                  <a:lnTo>
                    <a:pt x="11137" y="16217"/>
                  </a:lnTo>
                  <a:lnTo>
                    <a:pt x="11528" y="16046"/>
                  </a:lnTo>
                  <a:lnTo>
                    <a:pt x="11894" y="15875"/>
                  </a:lnTo>
                  <a:lnTo>
                    <a:pt x="12261" y="15704"/>
                  </a:lnTo>
                  <a:lnTo>
                    <a:pt x="12627" y="15484"/>
                  </a:lnTo>
                  <a:lnTo>
                    <a:pt x="12969" y="15264"/>
                  </a:lnTo>
                  <a:lnTo>
                    <a:pt x="13311" y="15045"/>
                  </a:lnTo>
                  <a:lnTo>
                    <a:pt x="13628" y="14776"/>
                  </a:lnTo>
                  <a:lnTo>
                    <a:pt x="13922" y="14507"/>
                  </a:lnTo>
                  <a:lnTo>
                    <a:pt x="14215" y="14239"/>
                  </a:lnTo>
                  <a:lnTo>
                    <a:pt x="14508" y="13946"/>
                  </a:lnTo>
                  <a:lnTo>
                    <a:pt x="14776" y="13628"/>
                  </a:lnTo>
                  <a:lnTo>
                    <a:pt x="15021" y="13311"/>
                  </a:lnTo>
                  <a:lnTo>
                    <a:pt x="15265" y="12969"/>
                  </a:lnTo>
                  <a:lnTo>
                    <a:pt x="15485" y="12627"/>
                  </a:lnTo>
                  <a:lnTo>
                    <a:pt x="15680" y="12285"/>
                  </a:lnTo>
                  <a:lnTo>
                    <a:pt x="15875" y="11918"/>
                  </a:lnTo>
                  <a:lnTo>
                    <a:pt x="16046" y="11528"/>
                  </a:lnTo>
                  <a:lnTo>
                    <a:pt x="16193" y="11161"/>
                  </a:lnTo>
                  <a:lnTo>
                    <a:pt x="16339" y="10746"/>
                  </a:lnTo>
                  <a:lnTo>
                    <a:pt x="16437" y="10355"/>
                  </a:lnTo>
                  <a:lnTo>
                    <a:pt x="16535" y="9940"/>
                  </a:lnTo>
                  <a:lnTo>
                    <a:pt x="16608" y="9525"/>
                  </a:lnTo>
                  <a:lnTo>
                    <a:pt x="16657" y="9085"/>
                  </a:lnTo>
                  <a:lnTo>
                    <a:pt x="16706" y="8670"/>
                  </a:lnTo>
                  <a:lnTo>
                    <a:pt x="16706" y="8231"/>
                  </a:lnTo>
                  <a:lnTo>
                    <a:pt x="16706" y="7864"/>
                  </a:lnTo>
                  <a:lnTo>
                    <a:pt x="16681" y="7498"/>
                  </a:lnTo>
                  <a:lnTo>
                    <a:pt x="16632" y="7132"/>
                  </a:lnTo>
                  <a:lnTo>
                    <a:pt x="16584" y="6790"/>
                  </a:lnTo>
                  <a:lnTo>
                    <a:pt x="16510" y="6423"/>
                  </a:lnTo>
                  <a:lnTo>
                    <a:pt x="16437" y="6081"/>
                  </a:lnTo>
                  <a:lnTo>
                    <a:pt x="16339" y="5739"/>
                  </a:lnTo>
                  <a:lnTo>
                    <a:pt x="16242" y="5398"/>
                  </a:lnTo>
                  <a:lnTo>
                    <a:pt x="15973" y="4763"/>
                  </a:lnTo>
                  <a:lnTo>
                    <a:pt x="15656" y="4128"/>
                  </a:lnTo>
                  <a:lnTo>
                    <a:pt x="15314" y="3541"/>
                  </a:lnTo>
                  <a:lnTo>
                    <a:pt x="14898" y="2980"/>
                  </a:lnTo>
                  <a:lnTo>
                    <a:pt x="14459" y="2467"/>
                  </a:lnTo>
                  <a:lnTo>
                    <a:pt x="13970" y="1978"/>
                  </a:lnTo>
                  <a:lnTo>
                    <a:pt x="13433" y="1539"/>
                  </a:lnTo>
                  <a:lnTo>
                    <a:pt x="12871" y="1123"/>
                  </a:lnTo>
                  <a:lnTo>
                    <a:pt x="12285" y="782"/>
                  </a:lnTo>
                  <a:lnTo>
                    <a:pt x="11675" y="464"/>
                  </a:lnTo>
                  <a:lnTo>
                    <a:pt x="11015" y="220"/>
                  </a:lnTo>
                  <a:lnTo>
                    <a:pt x="10673" y="98"/>
                  </a:lnTo>
                  <a:lnTo>
                    <a:pt x="10331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196" name="Google Shape;196;p59"/>
          <p:cNvGrpSpPr/>
          <p:nvPr/>
        </p:nvGrpSpPr>
        <p:grpSpPr>
          <a:xfrm>
            <a:off x="9826988" y="2094549"/>
            <a:ext cx="432881" cy="421637"/>
            <a:chOff x="5926225" y="921350"/>
            <a:chExt cx="517800" cy="504350"/>
          </a:xfrm>
        </p:grpSpPr>
        <p:sp>
          <p:nvSpPr>
            <p:cNvPr id="197" name="Google Shape;197;p59"/>
            <p:cNvSpPr/>
            <p:nvPr/>
          </p:nvSpPr>
          <p:spPr>
            <a:xfrm>
              <a:off x="5926225" y="921350"/>
              <a:ext cx="517800" cy="504350"/>
            </a:xfrm>
            <a:custGeom>
              <a:rect b="b" l="l" r="r" t="t"/>
              <a:pathLst>
                <a:path extrusionOk="0" h="20174" w="20712">
                  <a:moveTo>
                    <a:pt x="10356" y="2858"/>
                  </a:moveTo>
                  <a:lnTo>
                    <a:pt x="10722" y="2882"/>
                  </a:lnTo>
                  <a:lnTo>
                    <a:pt x="11089" y="2907"/>
                  </a:lnTo>
                  <a:lnTo>
                    <a:pt x="11455" y="2956"/>
                  </a:lnTo>
                  <a:lnTo>
                    <a:pt x="11821" y="3004"/>
                  </a:lnTo>
                  <a:lnTo>
                    <a:pt x="12163" y="3102"/>
                  </a:lnTo>
                  <a:lnTo>
                    <a:pt x="12505" y="3200"/>
                  </a:lnTo>
                  <a:lnTo>
                    <a:pt x="12847" y="3298"/>
                  </a:lnTo>
                  <a:lnTo>
                    <a:pt x="13165" y="3444"/>
                  </a:lnTo>
                  <a:lnTo>
                    <a:pt x="13482" y="3591"/>
                  </a:lnTo>
                  <a:lnTo>
                    <a:pt x="13800" y="3737"/>
                  </a:lnTo>
                  <a:lnTo>
                    <a:pt x="14093" y="3908"/>
                  </a:lnTo>
                  <a:lnTo>
                    <a:pt x="14386" y="4104"/>
                  </a:lnTo>
                  <a:lnTo>
                    <a:pt x="14679" y="4299"/>
                  </a:lnTo>
                  <a:lnTo>
                    <a:pt x="14948" y="4519"/>
                  </a:lnTo>
                  <a:lnTo>
                    <a:pt x="15216" y="4739"/>
                  </a:lnTo>
                  <a:lnTo>
                    <a:pt x="15460" y="4983"/>
                  </a:lnTo>
                  <a:lnTo>
                    <a:pt x="15705" y="5227"/>
                  </a:lnTo>
                  <a:lnTo>
                    <a:pt x="15925" y="5496"/>
                  </a:lnTo>
                  <a:lnTo>
                    <a:pt x="16144" y="5764"/>
                  </a:lnTo>
                  <a:lnTo>
                    <a:pt x="16340" y="6057"/>
                  </a:lnTo>
                  <a:lnTo>
                    <a:pt x="16535" y="6350"/>
                  </a:lnTo>
                  <a:lnTo>
                    <a:pt x="16706" y="6644"/>
                  </a:lnTo>
                  <a:lnTo>
                    <a:pt x="16853" y="6961"/>
                  </a:lnTo>
                  <a:lnTo>
                    <a:pt x="16999" y="7279"/>
                  </a:lnTo>
                  <a:lnTo>
                    <a:pt x="17146" y="7596"/>
                  </a:lnTo>
                  <a:lnTo>
                    <a:pt x="17243" y="7938"/>
                  </a:lnTo>
                  <a:lnTo>
                    <a:pt x="17341" y="8280"/>
                  </a:lnTo>
                  <a:lnTo>
                    <a:pt x="17439" y="8622"/>
                  </a:lnTo>
                  <a:lnTo>
                    <a:pt x="17488" y="8988"/>
                  </a:lnTo>
                  <a:lnTo>
                    <a:pt x="17536" y="9354"/>
                  </a:lnTo>
                  <a:lnTo>
                    <a:pt x="17561" y="9721"/>
                  </a:lnTo>
                  <a:lnTo>
                    <a:pt x="17585" y="10087"/>
                  </a:lnTo>
                  <a:lnTo>
                    <a:pt x="17561" y="10454"/>
                  </a:lnTo>
                  <a:lnTo>
                    <a:pt x="17536" y="10820"/>
                  </a:lnTo>
                  <a:lnTo>
                    <a:pt x="17488" y="11186"/>
                  </a:lnTo>
                  <a:lnTo>
                    <a:pt x="17439" y="11553"/>
                  </a:lnTo>
                  <a:lnTo>
                    <a:pt x="17341" y="11894"/>
                  </a:lnTo>
                  <a:lnTo>
                    <a:pt x="17243" y="12236"/>
                  </a:lnTo>
                  <a:lnTo>
                    <a:pt x="17146" y="12578"/>
                  </a:lnTo>
                  <a:lnTo>
                    <a:pt x="16999" y="12896"/>
                  </a:lnTo>
                  <a:lnTo>
                    <a:pt x="16853" y="13213"/>
                  </a:lnTo>
                  <a:lnTo>
                    <a:pt x="16706" y="13531"/>
                  </a:lnTo>
                  <a:lnTo>
                    <a:pt x="16535" y="13824"/>
                  </a:lnTo>
                  <a:lnTo>
                    <a:pt x="16340" y="14117"/>
                  </a:lnTo>
                  <a:lnTo>
                    <a:pt x="16144" y="14410"/>
                  </a:lnTo>
                  <a:lnTo>
                    <a:pt x="15925" y="14679"/>
                  </a:lnTo>
                  <a:lnTo>
                    <a:pt x="15705" y="14947"/>
                  </a:lnTo>
                  <a:lnTo>
                    <a:pt x="15460" y="15192"/>
                  </a:lnTo>
                  <a:lnTo>
                    <a:pt x="15216" y="15436"/>
                  </a:lnTo>
                  <a:lnTo>
                    <a:pt x="14948" y="15656"/>
                  </a:lnTo>
                  <a:lnTo>
                    <a:pt x="14679" y="15875"/>
                  </a:lnTo>
                  <a:lnTo>
                    <a:pt x="14386" y="16071"/>
                  </a:lnTo>
                  <a:lnTo>
                    <a:pt x="14093" y="16266"/>
                  </a:lnTo>
                  <a:lnTo>
                    <a:pt x="13800" y="16437"/>
                  </a:lnTo>
                  <a:lnTo>
                    <a:pt x="13482" y="16584"/>
                  </a:lnTo>
                  <a:lnTo>
                    <a:pt x="13165" y="16730"/>
                  </a:lnTo>
                  <a:lnTo>
                    <a:pt x="12847" y="16877"/>
                  </a:lnTo>
                  <a:lnTo>
                    <a:pt x="12505" y="16974"/>
                  </a:lnTo>
                  <a:lnTo>
                    <a:pt x="12163" y="17072"/>
                  </a:lnTo>
                  <a:lnTo>
                    <a:pt x="11821" y="17170"/>
                  </a:lnTo>
                  <a:lnTo>
                    <a:pt x="11455" y="17219"/>
                  </a:lnTo>
                  <a:lnTo>
                    <a:pt x="11089" y="17268"/>
                  </a:lnTo>
                  <a:lnTo>
                    <a:pt x="10722" y="17292"/>
                  </a:lnTo>
                  <a:lnTo>
                    <a:pt x="10356" y="17316"/>
                  </a:lnTo>
                  <a:lnTo>
                    <a:pt x="9990" y="17292"/>
                  </a:lnTo>
                  <a:lnTo>
                    <a:pt x="9623" y="17268"/>
                  </a:lnTo>
                  <a:lnTo>
                    <a:pt x="9257" y="17219"/>
                  </a:lnTo>
                  <a:lnTo>
                    <a:pt x="8891" y="17170"/>
                  </a:lnTo>
                  <a:lnTo>
                    <a:pt x="8549" y="17072"/>
                  </a:lnTo>
                  <a:lnTo>
                    <a:pt x="8207" y="16974"/>
                  </a:lnTo>
                  <a:lnTo>
                    <a:pt x="7865" y="16877"/>
                  </a:lnTo>
                  <a:lnTo>
                    <a:pt x="7547" y="16730"/>
                  </a:lnTo>
                  <a:lnTo>
                    <a:pt x="7230" y="16584"/>
                  </a:lnTo>
                  <a:lnTo>
                    <a:pt x="6912" y="16437"/>
                  </a:lnTo>
                  <a:lnTo>
                    <a:pt x="6619" y="16266"/>
                  </a:lnTo>
                  <a:lnTo>
                    <a:pt x="6326" y="16071"/>
                  </a:lnTo>
                  <a:lnTo>
                    <a:pt x="6033" y="15875"/>
                  </a:lnTo>
                  <a:lnTo>
                    <a:pt x="5765" y="15656"/>
                  </a:lnTo>
                  <a:lnTo>
                    <a:pt x="5496" y="15436"/>
                  </a:lnTo>
                  <a:lnTo>
                    <a:pt x="5252" y="15192"/>
                  </a:lnTo>
                  <a:lnTo>
                    <a:pt x="5007" y="14947"/>
                  </a:lnTo>
                  <a:lnTo>
                    <a:pt x="4788" y="14679"/>
                  </a:lnTo>
                  <a:lnTo>
                    <a:pt x="4568" y="14410"/>
                  </a:lnTo>
                  <a:lnTo>
                    <a:pt x="4372" y="14117"/>
                  </a:lnTo>
                  <a:lnTo>
                    <a:pt x="4177" y="13824"/>
                  </a:lnTo>
                  <a:lnTo>
                    <a:pt x="4006" y="13531"/>
                  </a:lnTo>
                  <a:lnTo>
                    <a:pt x="3860" y="13213"/>
                  </a:lnTo>
                  <a:lnTo>
                    <a:pt x="3713" y="12896"/>
                  </a:lnTo>
                  <a:lnTo>
                    <a:pt x="3566" y="12578"/>
                  </a:lnTo>
                  <a:lnTo>
                    <a:pt x="3469" y="12236"/>
                  </a:lnTo>
                  <a:lnTo>
                    <a:pt x="3371" y="11894"/>
                  </a:lnTo>
                  <a:lnTo>
                    <a:pt x="3273" y="11553"/>
                  </a:lnTo>
                  <a:lnTo>
                    <a:pt x="3225" y="11186"/>
                  </a:lnTo>
                  <a:lnTo>
                    <a:pt x="3176" y="10820"/>
                  </a:lnTo>
                  <a:lnTo>
                    <a:pt x="3151" y="10454"/>
                  </a:lnTo>
                  <a:lnTo>
                    <a:pt x="3127" y="10087"/>
                  </a:lnTo>
                  <a:lnTo>
                    <a:pt x="3151" y="9721"/>
                  </a:lnTo>
                  <a:lnTo>
                    <a:pt x="3176" y="9354"/>
                  </a:lnTo>
                  <a:lnTo>
                    <a:pt x="3225" y="8988"/>
                  </a:lnTo>
                  <a:lnTo>
                    <a:pt x="3273" y="8622"/>
                  </a:lnTo>
                  <a:lnTo>
                    <a:pt x="3371" y="8280"/>
                  </a:lnTo>
                  <a:lnTo>
                    <a:pt x="3469" y="7938"/>
                  </a:lnTo>
                  <a:lnTo>
                    <a:pt x="3566" y="7596"/>
                  </a:lnTo>
                  <a:lnTo>
                    <a:pt x="3713" y="7279"/>
                  </a:lnTo>
                  <a:lnTo>
                    <a:pt x="3860" y="6961"/>
                  </a:lnTo>
                  <a:lnTo>
                    <a:pt x="4006" y="6644"/>
                  </a:lnTo>
                  <a:lnTo>
                    <a:pt x="4177" y="6350"/>
                  </a:lnTo>
                  <a:lnTo>
                    <a:pt x="4372" y="6057"/>
                  </a:lnTo>
                  <a:lnTo>
                    <a:pt x="4568" y="5764"/>
                  </a:lnTo>
                  <a:lnTo>
                    <a:pt x="4788" y="5496"/>
                  </a:lnTo>
                  <a:lnTo>
                    <a:pt x="5007" y="5227"/>
                  </a:lnTo>
                  <a:lnTo>
                    <a:pt x="5252" y="4983"/>
                  </a:lnTo>
                  <a:lnTo>
                    <a:pt x="5496" y="4739"/>
                  </a:lnTo>
                  <a:lnTo>
                    <a:pt x="5765" y="4519"/>
                  </a:lnTo>
                  <a:lnTo>
                    <a:pt x="6033" y="4299"/>
                  </a:lnTo>
                  <a:lnTo>
                    <a:pt x="6326" y="4104"/>
                  </a:lnTo>
                  <a:lnTo>
                    <a:pt x="6619" y="3908"/>
                  </a:lnTo>
                  <a:lnTo>
                    <a:pt x="6912" y="3737"/>
                  </a:lnTo>
                  <a:lnTo>
                    <a:pt x="7230" y="3591"/>
                  </a:lnTo>
                  <a:lnTo>
                    <a:pt x="7547" y="3444"/>
                  </a:lnTo>
                  <a:lnTo>
                    <a:pt x="7865" y="3298"/>
                  </a:lnTo>
                  <a:lnTo>
                    <a:pt x="8207" y="3200"/>
                  </a:lnTo>
                  <a:lnTo>
                    <a:pt x="8549" y="3102"/>
                  </a:lnTo>
                  <a:lnTo>
                    <a:pt x="8891" y="3004"/>
                  </a:lnTo>
                  <a:lnTo>
                    <a:pt x="9257" y="2956"/>
                  </a:lnTo>
                  <a:lnTo>
                    <a:pt x="9623" y="2907"/>
                  </a:lnTo>
                  <a:lnTo>
                    <a:pt x="9990" y="2882"/>
                  </a:lnTo>
                  <a:lnTo>
                    <a:pt x="10356" y="2858"/>
                  </a:lnTo>
                  <a:close/>
                  <a:moveTo>
                    <a:pt x="8060" y="0"/>
                  </a:moveTo>
                  <a:lnTo>
                    <a:pt x="6717" y="2516"/>
                  </a:lnTo>
                  <a:lnTo>
                    <a:pt x="3908" y="2003"/>
                  </a:lnTo>
                  <a:lnTo>
                    <a:pt x="3786" y="4861"/>
                  </a:lnTo>
                  <a:lnTo>
                    <a:pt x="1026" y="5593"/>
                  </a:lnTo>
                  <a:lnTo>
                    <a:pt x="2174" y="8207"/>
                  </a:lnTo>
                  <a:lnTo>
                    <a:pt x="1" y="10087"/>
                  </a:lnTo>
                  <a:lnTo>
                    <a:pt x="2174" y="11968"/>
                  </a:lnTo>
                  <a:lnTo>
                    <a:pt x="1026" y="14581"/>
                  </a:lnTo>
                  <a:lnTo>
                    <a:pt x="3786" y="15314"/>
                  </a:lnTo>
                  <a:lnTo>
                    <a:pt x="3908" y="18171"/>
                  </a:lnTo>
                  <a:lnTo>
                    <a:pt x="6717" y="17658"/>
                  </a:lnTo>
                  <a:lnTo>
                    <a:pt x="8060" y="20174"/>
                  </a:lnTo>
                  <a:lnTo>
                    <a:pt x="10356" y="18489"/>
                  </a:lnTo>
                  <a:lnTo>
                    <a:pt x="12652" y="20174"/>
                  </a:lnTo>
                  <a:lnTo>
                    <a:pt x="13995" y="17658"/>
                  </a:lnTo>
                  <a:lnTo>
                    <a:pt x="16804" y="18171"/>
                  </a:lnTo>
                  <a:lnTo>
                    <a:pt x="16926" y="15314"/>
                  </a:lnTo>
                  <a:lnTo>
                    <a:pt x="19686" y="14581"/>
                  </a:lnTo>
                  <a:lnTo>
                    <a:pt x="18538" y="11968"/>
                  </a:lnTo>
                  <a:lnTo>
                    <a:pt x="20711" y="10087"/>
                  </a:lnTo>
                  <a:lnTo>
                    <a:pt x="18538" y="8207"/>
                  </a:lnTo>
                  <a:lnTo>
                    <a:pt x="19686" y="5593"/>
                  </a:lnTo>
                  <a:lnTo>
                    <a:pt x="16926" y="4861"/>
                  </a:lnTo>
                  <a:lnTo>
                    <a:pt x="16804" y="2003"/>
                  </a:lnTo>
                  <a:lnTo>
                    <a:pt x="13995" y="2516"/>
                  </a:lnTo>
                  <a:lnTo>
                    <a:pt x="12652" y="0"/>
                  </a:lnTo>
                  <a:lnTo>
                    <a:pt x="10356" y="1686"/>
                  </a:lnTo>
                  <a:lnTo>
                    <a:pt x="8060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98" name="Google Shape;198;p59"/>
            <p:cNvSpPr/>
            <p:nvPr/>
          </p:nvSpPr>
          <p:spPr>
            <a:xfrm>
              <a:off x="6016600" y="1005000"/>
              <a:ext cx="337050" cy="337050"/>
            </a:xfrm>
            <a:custGeom>
              <a:rect b="b" l="l" r="r" t="t"/>
              <a:pathLst>
                <a:path extrusionOk="0" h="13482" w="13482">
                  <a:moveTo>
                    <a:pt x="6741" y="0"/>
                  </a:moveTo>
                  <a:lnTo>
                    <a:pt x="6399" y="25"/>
                  </a:lnTo>
                  <a:lnTo>
                    <a:pt x="6057" y="49"/>
                  </a:lnTo>
                  <a:lnTo>
                    <a:pt x="5715" y="98"/>
                  </a:lnTo>
                  <a:lnTo>
                    <a:pt x="5398" y="147"/>
                  </a:lnTo>
                  <a:lnTo>
                    <a:pt x="5056" y="220"/>
                  </a:lnTo>
                  <a:lnTo>
                    <a:pt x="4738" y="318"/>
                  </a:lnTo>
                  <a:lnTo>
                    <a:pt x="4421" y="416"/>
                  </a:lnTo>
                  <a:lnTo>
                    <a:pt x="4128" y="538"/>
                  </a:lnTo>
                  <a:lnTo>
                    <a:pt x="3835" y="684"/>
                  </a:lnTo>
                  <a:lnTo>
                    <a:pt x="3542" y="831"/>
                  </a:lnTo>
                  <a:lnTo>
                    <a:pt x="3249" y="977"/>
                  </a:lnTo>
                  <a:lnTo>
                    <a:pt x="2980" y="1173"/>
                  </a:lnTo>
                  <a:lnTo>
                    <a:pt x="2711" y="1344"/>
                  </a:lnTo>
                  <a:lnTo>
                    <a:pt x="2467" y="1539"/>
                  </a:lnTo>
                  <a:lnTo>
                    <a:pt x="2223" y="1759"/>
                  </a:lnTo>
                  <a:lnTo>
                    <a:pt x="1979" y="1979"/>
                  </a:lnTo>
                  <a:lnTo>
                    <a:pt x="1759" y="2223"/>
                  </a:lnTo>
                  <a:lnTo>
                    <a:pt x="1539" y="2467"/>
                  </a:lnTo>
                  <a:lnTo>
                    <a:pt x="1344" y="2711"/>
                  </a:lnTo>
                  <a:lnTo>
                    <a:pt x="1173" y="2980"/>
                  </a:lnTo>
                  <a:lnTo>
                    <a:pt x="977" y="3249"/>
                  </a:lnTo>
                  <a:lnTo>
                    <a:pt x="831" y="3542"/>
                  </a:lnTo>
                  <a:lnTo>
                    <a:pt x="684" y="3835"/>
                  </a:lnTo>
                  <a:lnTo>
                    <a:pt x="538" y="4128"/>
                  </a:lnTo>
                  <a:lnTo>
                    <a:pt x="416" y="4421"/>
                  </a:lnTo>
                  <a:lnTo>
                    <a:pt x="318" y="4738"/>
                  </a:lnTo>
                  <a:lnTo>
                    <a:pt x="220" y="5056"/>
                  </a:lnTo>
                  <a:lnTo>
                    <a:pt x="147" y="5398"/>
                  </a:lnTo>
                  <a:lnTo>
                    <a:pt x="98" y="5715"/>
                  </a:lnTo>
                  <a:lnTo>
                    <a:pt x="49" y="6057"/>
                  </a:lnTo>
                  <a:lnTo>
                    <a:pt x="25" y="6399"/>
                  </a:lnTo>
                  <a:lnTo>
                    <a:pt x="0" y="6741"/>
                  </a:lnTo>
                  <a:lnTo>
                    <a:pt x="25" y="7083"/>
                  </a:lnTo>
                  <a:lnTo>
                    <a:pt x="49" y="7425"/>
                  </a:lnTo>
                  <a:lnTo>
                    <a:pt x="98" y="7767"/>
                  </a:lnTo>
                  <a:lnTo>
                    <a:pt x="147" y="8084"/>
                  </a:lnTo>
                  <a:lnTo>
                    <a:pt x="220" y="8426"/>
                  </a:lnTo>
                  <a:lnTo>
                    <a:pt x="318" y="8744"/>
                  </a:lnTo>
                  <a:lnTo>
                    <a:pt x="416" y="9061"/>
                  </a:lnTo>
                  <a:lnTo>
                    <a:pt x="538" y="9354"/>
                  </a:lnTo>
                  <a:lnTo>
                    <a:pt x="684" y="9648"/>
                  </a:lnTo>
                  <a:lnTo>
                    <a:pt x="831" y="9941"/>
                  </a:lnTo>
                  <a:lnTo>
                    <a:pt x="977" y="10234"/>
                  </a:lnTo>
                  <a:lnTo>
                    <a:pt x="1173" y="10502"/>
                  </a:lnTo>
                  <a:lnTo>
                    <a:pt x="1344" y="10771"/>
                  </a:lnTo>
                  <a:lnTo>
                    <a:pt x="1539" y="11015"/>
                  </a:lnTo>
                  <a:lnTo>
                    <a:pt x="1759" y="11259"/>
                  </a:lnTo>
                  <a:lnTo>
                    <a:pt x="1979" y="11504"/>
                  </a:lnTo>
                  <a:lnTo>
                    <a:pt x="2223" y="11723"/>
                  </a:lnTo>
                  <a:lnTo>
                    <a:pt x="2467" y="11943"/>
                  </a:lnTo>
                  <a:lnTo>
                    <a:pt x="2711" y="12139"/>
                  </a:lnTo>
                  <a:lnTo>
                    <a:pt x="2980" y="12310"/>
                  </a:lnTo>
                  <a:lnTo>
                    <a:pt x="3249" y="12505"/>
                  </a:lnTo>
                  <a:lnTo>
                    <a:pt x="3542" y="12652"/>
                  </a:lnTo>
                  <a:lnTo>
                    <a:pt x="3835" y="12798"/>
                  </a:lnTo>
                  <a:lnTo>
                    <a:pt x="4128" y="12945"/>
                  </a:lnTo>
                  <a:lnTo>
                    <a:pt x="4421" y="13067"/>
                  </a:lnTo>
                  <a:lnTo>
                    <a:pt x="4738" y="13164"/>
                  </a:lnTo>
                  <a:lnTo>
                    <a:pt x="5056" y="13262"/>
                  </a:lnTo>
                  <a:lnTo>
                    <a:pt x="5398" y="13335"/>
                  </a:lnTo>
                  <a:lnTo>
                    <a:pt x="5715" y="13384"/>
                  </a:lnTo>
                  <a:lnTo>
                    <a:pt x="6057" y="13433"/>
                  </a:lnTo>
                  <a:lnTo>
                    <a:pt x="6399" y="13458"/>
                  </a:lnTo>
                  <a:lnTo>
                    <a:pt x="6741" y="13482"/>
                  </a:lnTo>
                  <a:lnTo>
                    <a:pt x="7083" y="13458"/>
                  </a:lnTo>
                  <a:lnTo>
                    <a:pt x="7425" y="13433"/>
                  </a:lnTo>
                  <a:lnTo>
                    <a:pt x="7767" y="13384"/>
                  </a:lnTo>
                  <a:lnTo>
                    <a:pt x="8084" y="13335"/>
                  </a:lnTo>
                  <a:lnTo>
                    <a:pt x="8426" y="13262"/>
                  </a:lnTo>
                  <a:lnTo>
                    <a:pt x="8744" y="13164"/>
                  </a:lnTo>
                  <a:lnTo>
                    <a:pt x="9061" y="13067"/>
                  </a:lnTo>
                  <a:lnTo>
                    <a:pt x="9354" y="12945"/>
                  </a:lnTo>
                  <a:lnTo>
                    <a:pt x="9647" y="12798"/>
                  </a:lnTo>
                  <a:lnTo>
                    <a:pt x="9940" y="12652"/>
                  </a:lnTo>
                  <a:lnTo>
                    <a:pt x="10234" y="12505"/>
                  </a:lnTo>
                  <a:lnTo>
                    <a:pt x="10502" y="12310"/>
                  </a:lnTo>
                  <a:lnTo>
                    <a:pt x="10771" y="12139"/>
                  </a:lnTo>
                  <a:lnTo>
                    <a:pt x="11015" y="11943"/>
                  </a:lnTo>
                  <a:lnTo>
                    <a:pt x="11259" y="11723"/>
                  </a:lnTo>
                  <a:lnTo>
                    <a:pt x="11504" y="11504"/>
                  </a:lnTo>
                  <a:lnTo>
                    <a:pt x="11723" y="11259"/>
                  </a:lnTo>
                  <a:lnTo>
                    <a:pt x="11943" y="11015"/>
                  </a:lnTo>
                  <a:lnTo>
                    <a:pt x="12139" y="10771"/>
                  </a:lnTo>
                  <a:lnTo>
                    <a:pt x="12310" y="10502"/>
                  </a:lnTo>
                  <a:lnTo>
                    <a:pt x="12505" y="10234"/>
                  </a:lnTo>
                  <a:lnTo>
                    <a:pt x="12651" y="9941"/>
                  </a:lnTo>
                  <a:lnTo>
                    <a:pt x="12798" y="9648"/>
                  </a:lnTo>
                  <a:lnTo>
                    <a:pt x="12945" y="9354"/>
                  </a:lnTo>
                  <a:lnTo>
                    <a:pt x="13067" y="9061"/>
                  </a:lnTo>
                  <a:lnTo>
                    <a:pt x="13164" y="8744"/>
                  </a:lnTo>
                  <a:lnTo>
                    <a:pt x="13262" y="8426"/>
                  </a:lnTo>
                  <a:lnTo>
                    <a:pt x="13335" y="8084"/>
                  </a:lnTo>
                  <a:lnTo>
                    <a:pt x="13384" y="7767"/>
                  </a:lnTo>
                  <a:lnTo>
                    <a:pt x="13433" y="7425"/>
                  </a:lnTo>
                  <a:lnTo>
                    <a:pt x="13457" y="7083"/>
                  </a:lnTo>
                  <a:lnTo>
                    <a:pt x="13482" y="6741"/>
                  </a:lnTo>
                  <a:lnTo>
                    <a:pt x="13457" y="6399"/>
                  </a:lnTo>
                  <a:lnTo>
                    <a:pt x="13433" y="6057"/>
                  </a:lnTo>
                  <a:lnTo>
                    <a:pt x="13384" y="5715"/>
                  </a:lnTo>
                  <a:lnTo>
                    <a:pt x="13335" y="5398"/>
                  </a:lnTo>
                  <a:lnTo>
                    <a:pt x="13262" y="5056"/>
                  </a:lnTo>
                  <a:lnTo>
                    <a:pt x="13164" y="4738"/>
                  </a:lnTo>
                  <a:lnTo>
                    <a:pt x="13067" y="4421"/>
                  </a:lnTo>
                  <a:lnTo>
                    <a:pt x="12945" y="4128"/>
                  </a:lnTo>
                  <a:lnTo>
                    <a:pt x="12798" y="3835"/>
                  </a:lnTo>
                  <a:lnTo>
                    <a:pt x="12651" y="3542"/>
                  </a:lnTo>
                  <a:lnTo>
                    <a:pt x="12505" y="3249"/>
                  </a:lnTo>
                  <a:lnTo>
                    <a:pt x="12310" y="2980"/>
                  </a:lnTo>
                  <a:lnTo>
                    <a:pt x="12139" y="2711"/>
                  </a:lnTo>
                  <a:lnTo>
                    <a:pt x="11943" y="2467"/>
                  </a:lnTo>
                  <a:lnTo>
                    <a:pt x="11723" y="2223"/>
                  </a:lnTo>
                  <a:lnTo>
                    <a:pt x="11504" y="1979"/>
                  </a:lnTo>
                  <a:lnTo>
                    <a:pt x="11259" y="1759"/>
                  </a:lnTo>
                  <a:lnTo>
                    <a:pt x="11015" y="1539"/>
                  </a:lnTo>
                  <a:lnTo>
                    <a:pt x="10771" y="1344"/>
                  </a:lnTo>
                  <a:lnTo>
                    <a:pt x="10502" y="1173"/>
                  </a:lnTo>
                  <a:lnTo>
                    <a:pt x="10234" y="977"/>
                  </a:lnTo>
                  <a:lnTo>
                    <a:pt x="9940" y="831"/>
                  </a:lnTo>
                  <a:lnTo>
                    <a:pt x="9647" y="684"/>
                  </a:lnTo>
                  <a:lnTo>
                    <a:pt x="9354" y="538"/>
                  </a:lnTo>
                  <a:lnTo>
                    <a:pt x="9061" y="416"/>
                  </a:lnTo>
                  <a:lnTo>
                    <a:pt x="8744" y="318"/>
                  </a:lnTo>
                  <a:lnTo>
                    <a:pt x="8426" y="220"/>
                  </a:lnTo>
                  <a:lnTo>
                    <a:pt x="8084" y="147"/>
                  </a:lnTo>
                  <a:lnTo>
                    <a:pt x="7767" y="98"/>
                  </a:lnTo>
                  <a:lnTo>
                    <a:pt x="7425" y="49"/>
                  </a:lnTo>
                  <a:lnTo>
                    <a:pt x="7083" y="25"/>
                  </a:lnTo>
                  <a:lnTo>
                    <a:pt x="6741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199" name="Google Shape;199;p59"/>
          <p:cNvGrpSpPr/>
          <p:nvPr/>
        </p:nvGrpSpPr>
        <p:grpSpPr>
          <a:xfrm>
            <a:off x="10404811" y="2102721"/>
            <a:ext cx="404290" cy="405314"/>
            <a:chOff x="6617400" y="931125"/>
            <a:chExt cx="483600" cy="484825"/>
          </a:xfrm>
        </p:grpSpPr>
        <p:sp>
          <p:nvSpPr>
            <p:cNvPr id="200" name="Google Shape;200;p59"/>
            <p:cNvSpPr/>
            <p:nvPr/>
          </p:nvSpPr>
          <p:spPr>
            <a:xfrm>
              <a:off x="6843925" y="1183900"/>
              <a:ext cx="121525" cy="232050"/>
            </a:xfrm>
            <a:custGeom>
              <a:rect b="b" l="l" r="r" t="t"/>
              <a:pathLst>
                <a:path extrusionOk="0" h="9282" w="4861">
                  <a:moveTo>
                    <a:pt x="1" y="0"/>
                  </a:moveTo>
                  <a:lnTo>
                    <a:pt x="1" y="6863"/>
                  </a:lnTo>
                  <a:lnTo>
                    <a:pt x="25" y="7107"/>
                  </a:lnTo>
                  <a:lnTo>
                    <a:pt x="49" y="7327"/>
                  </a:lnTo>
                  <a:lnTo>
                    <a:pt x="123" y="7572"/>
                  </a:lnTo>
                  <a:lnTo>
                    <a:pt x="196" y="7791"/>
                  </a:lnTo>
                  <a:lnTo>
                    <a:pt x="294" y="8011"/>
                  </a:lnTo>
                  <a:lnTo>
                    <a:pt x="416" y="8207"/>
                  </a:lnTo>
                  <a:lnTo>
                    <a:pt x="562" y="8402"/>
                  </a:lnTo>
                  <a:lnTo>
                    <a:pt x="709" y="8573"/>
                  </a:lnTo>
                  <a:lnTo>
                    <a:pt x="880" y="8719"/>
                  </a:lnTo>
                  <a:lnTo>
                    <a:pt x="1075" y="8866"/>
                  </a:lnTo>
                  <a:lnTo>
                    <a:pt x="1271" y="8988"/>
                  </a:lnTo>
                  <a:lnTo>
                    <a:pt x="1490" y="9086"/>
                  </a:lnTo>
                  <a:lnTo>
                    <a:pt x="1710" y="9159"/>
                  </a:lnTo>
                  <a:lnTo>
                    <a:pt x="1930" y="9232"/>
                  </a:lnTo>
                  <a:lnTo>
                    <a:pt x="2174" y="9257"/>
                  </a:lnTo>
                  <a:lnTo>
                    <a:pt x="2418" y="9281"/>
                  </a:lnTo>
                  <a:lnTo>
                    <a:pt x="2663" y="9257"/>
                  </a:lnTo>
                  <a:lnTo>
                    <a:pt x="2907" y="9232"/>
                  </a:lnTo>
                  <a:lnTo>
                    <a:pt x="3151" y="9159"/>
                  </a:lnTo>
                  <a:lnTo>
                    <a:pt x="3371" y="9086"/>
                  </a:lnTo>
                  <a:lnTo>
                    <a:pt x="3591" y="8988"/>
                  </a:lnTo>
                  <a:lnTo>
                    <a:pt x="3786" y="8866"/>
                  </a:lnTo>
                  <a:lnTo>
                    <a:pt x="3957" y="8719"/>
                  </a:lnTo>
                  <a:lnTo>
                    <a:pt x="4128" y="8573"/>
                  </a:lnTo>
                  <a:lnTo>
                    <a:pt x="4299" y="8402"/>
                  </a:lnTo>
                  <a:lnTo>
                    <a:pt x="4446" y="8207"/>
                  </a:lnTo>
                  <a:lnTo>
                    <a:pt x="4568" y="8011"/>
                  </a:lnTo>
                  <a:lnTo>
                    <a:pt x="4665" y="7791"/>
                  </a:lnTo>
                  <a:lnTo>
                    <a:pt x="4739" y="7572"/>
                  </a:lnTo>
                  <a:lnTo>
                    <a:pt x="4812" y="7327"/>
                  </a:lnTo>
                  <a:lnTo>
                    <a:pt x="4836" y="7107"/>
                  </a:lnTo>
                  <a:lnTo>
                    <a:pt x="4861" y="6863"/>
                  </a:lnTo>
                  <a:lnTo>
                    <a:pt x="4836" y="6717"/>
                  </a:lnTo>
                  <a:lnTo>
                    <a:pt x="4812" y="6619"/>
                  </a:lnTo>
                  <a:lnTo>
                    <a:pt x="4739" y="6521"/>
                  </a:lnTo>
                  <a:lnTo>
                    <a:pt x="4665" y="6424"/>
                  </a:lnTo>
                  <a:lnTo>
                    <a:pt x="4592" y="6350"/>
                  </a:lnTo>
                  <a:lnTo>
                    <a:pt x="4470" y="6302"/>
                  </a:lnTo>
                  <a:lnTo>
                    <a:pt x="4372" y="6253"/>
                  </a:lnTo>
                  <a:lnTo>
                    <a:pt x="4128" y="6253"/>
                  </a:lnTo>
                  <a:lnTo>
                    <a:pt x="4006" y="6302"/>
                  </a:lnTo>
                  <a:lnTo>
                    <a:pt x="3908" y="6350"/>
                  </a:lnTo>
                  <a:lnTo>
                    <a:pt x="3811" y="6424"/>
                  </a:lnTo>
                  <a:lnTo>
                    <a:pt x="3737" y="6521"/>
                  </a:lnTo>
                  <a:lnTo>
                    <a:pt x="3688" y="6619"/>
                  </a:lnTo>
                  <a:lnTo>
                    <a:pt x="3640" y="6717"/>
                  </a:lnTo>
                  <a:lnTo>
                    <a:pt x="3640" y="6863"/>
                  </a:lnTo>
                  <a:lnTo>
                    <a:pt x="3615" y="7083"/>
                  </a:lnTo>
                  <a:lnTo>
                    <a:pt x="3542" y="7327"/>
                  </a:lnTo>
                  <a:lnTo>
                    <a:pt x="3420" y="7523"/>
                  </a:lnTo>
                  <a:lnTo>
                    <a:pt x="3273" y="7718"/>
                  </a:lnTo>
                  <a:lnTo>
                    <a:pt x="3102" y="7865"/>
                  </a:lnTo>
                  <a:lnTo>
                    <a:pt x="2907" y="7962"/>
                  </a:lnTo>
                  <a:lnTo>
                    <a:pt x="2663" y="8036"/>
                  </a:lnTo>
                  <a:lnTo>
                    <a:pt x="2418" y="8060"/>
                  </a:lnTo>
                  <a:lnTo>
                    <a:pt x="2174" y="8036"/>
                  </a:lnTo>
                  <a:lnTo>
                    <a:pt x="1954" y="7962"/>
                  </a:lnTo>
                  <a:lnTo>
                    <a:pt x="1759" y="7865"/>
                  </a:lnTo>
                  <a:lnTo>
                    <a:pt x="1564" y="7718"/>
                  </a:lnTo>
                  <a:lnTo>
                    <a:pt x="1417" y="7523"/>
                  </a:lnTo>
                  <a:lnTo>
                    <a:pt x="1319" y="7327"/>
                  </a:lnTo>
                  <a:lnTo>
                    <a:pt x="1246" y="7083"/>
                  </a:lnTo>
                  <a:lnTo>
                    <a:pt x="1222" y="6863"/>
                  </a:lnTo>
                  <a:lnTo>
                    <a:pt x="1222" y="0"/>
                  </a:lnTo>
                  <a:lnTo>
                    <a:pt x="953" y="220"/>
                  </a:lnTo>
                  <a:lnTo>
                    <a:pt x="880" y="293"/>
                  </a:lnTo>
                  <a:lnTo>
                    <a:pt x="806" y="342"/>
                  </a:lnTo>
                  <a:lnTo>
                    <a:pt x="709" y="367"/>
                  </a:lnTo>
                  <a:lnTo>
                    <a:pt x="513" y="367"/>
                  </a:lnTo>
                  <a:lnTo>
                    <a:pt x="416" y="342"/>
                  </a:lnTo>
                  <a:lnTo>
                    <a:pt x="342" y="293"/>
                  </a:lnTo>
                  <a:lnTo>
                    <a:pt x="269" y="22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01" name="Google Shape;201;p59"/>
            <p:cNvSpPr/>
            <p:nvPr/>
          </p:nvSpPr>
          <p:spPr>
            <a:xfrm>
              <a:off x="6617400" y="931125"/>
              <a:ext cx="483600" cy="259500"/>
            </a:xfrm>
            <a:custGeom>
              <a:rect b="b" l="l" r="r" t="t"/>
              <a:pathLst>
                <a:path extrusionOk="0" h="10380" w="19344">
                  <a:moveTo>
                    <a:pt x="5252" y="9769"/>
                  </a:moveTo>
                  <a:lnTo>
                    <a:pt x="5252" y="9769"/>
                  </a:lnTo>
                  <a:lnTo>
                    <a:pt x="5252" y="9769"/>
                  </a:lnTo>
                  <a:close/>
                  <a:moveTo>
                    <a:pt x="9672" y="0"/>
                  </a:moveTo>
                  <a:lnTo>
                    <a:pt x="9550" y="25"/>
                  </a:lnTo>
                  <a:lnTo>
                    <a:pt x="9428" y="49"/>
                  </a:lnTo>
                  <a:lnTo>
                    <a:pt x="9330" y="122"/>
                  </a:lnTo>
                  <a:lnTo>
                    <a:pt x="9232" y="196"/>
                  </a:lnTo>
                  <a:lnTo>
                    <a:pt x="9159" y="269"/>
                  </a:lnTo>
                  <a:lnTo>
                    <a:pt x="9110" y="367"/>
                  </a:lnTo>
                  <a:lnTo>
                    <a:pt x="9086" y="489"/>
                  </a:lnTo>
                  <a:lnTo>
                    <a:pt x="9062" y="611"/>
                  </a:lnTo>
                  <a:lnTo>
                    <a:pt x="9062" y="1246"/>
                  </a:lnTo>
                  <a:lnTo>
                    <a:pt x="8622" y="1270"/>
                  </a:lnTo>
                  <a:lnTo>
                    <a:pt x="8182" y="1343"/>
                  </a:lnTo>
                  <a:lnTo>
                    <a:pt x="7767" y="1417"/>
                  </a:lnTo>
                  <a:lnTo>
                    <a:pt x="7328" y="1514"/>
                  </a:lnTo>
                  <a:lnTo>
                    <a:pt x="6912" y="1612"/>
                  </a:lnTo>
                  <a:lnTo>
                    <a:pt x="6497" y="1759"/>
                  </a:lnTo>
                  <a:lnTo>
                    <a:pt x="6082" y="1905"/>
                  </a:lnTo>
                  <a:lnTo>
                    <a:pt x="5691" y="2076"/>
                  </a:lnTo>
                  <a:lnTo>
                    <a:pt x="5300" y="2247"/>
                  </a:lnTo>
                  <a:lnTo>
                    <a:pt x="4910" y="2467"/>
                  </a:lnTo>
                  <a:lnTo>
                    <a:pt x="4543" y="2687"/>
                  </a:lnTo>
                  <a:lnTo>
                    <a:pt x="4177" y="2931"/>
                  </a:lnTo>
                  <a:lnTo>
                    <a:pt x="3811" y="3175"/>
                  </a:lnTo>
                  <a:lnTo>
                    <a:pt x="3469" y="3468"/>
                  </a:lnTo>
                  <a:lnTo>
                    <a:pt x="3151" y="3761"/>
                  </a:lnTo>
                  <a:lnTo>
                    <a:pt x="2834" y="4054"/>
                  </a:lnTo>
                  <a:lnTo>
                    <a:pt x="2516" y="4372"/>
                  </a:lnTo>
                  <a:lnTo>
                    <a:pt x="2223" y="4714"/>
                  </a:lnTo>
                  <a:lnTo>
                    <a:pt x="1930" y="5080"/>
                  </a:lnTo>
                  <a:lnTo>
                    <a:pt x="1686" y="5422"/>
                  </a:lnTo>
                  <a:lnTo>
                    <a:pt x="1442" y="5788"/>
                  </a:lnTo>
                  <a:lnTo>
                    <a:pt x="1222" y="6179"/>
                  </a:lnTo>
                  <a:lnTo>
                    <a:pt x="1002" y="6570"/>
                  </a:lnTo>
                  <a:lnTo>
                    <a:pt x="807" y="6961"/>
                  </a:lnTo>
                  <a:lnTo>
                    <a:pt x="660" y="7376"/>
                  </a:lnTo>
                  <a:lnTo>
                    <a:pt x="489" y="7791"/>
                  </a:lnTo>
                  <a:lnTo>
                    <a:pt x="367" y="8206"/>
                  </a:lnTo>
                  <a:lnTo>
                    <a:pt x="245" y="8622"/>
                  </a:lnTo>
                  <a:lnTo>
                    <a:pt x="172" y="9061"/>
                  </a:lnTo>
                  <a:lnTo>
                    <a:pt x="98" y="9501"/>
                  </a:lnTo>
                  <a:lnTo>
                    <a:pt x="25" y="9940"/>
                  </a:lnTo>
                  <a:lnTo>
                    <a:pt x="1" y="10380"/>
                  </a:lnTo>
                  <a:lnTo>
                    <a:pt x="196" y="10111"/>
                  </a:lnTo>
                  <a:lnTo>
                    <a:pt x="465" y="9867"/>
                  </a:lnTo>
                  <a:lnTo>
                    <a:pt x="758" y="9647"/>
                  </a:lnTo>
                  <a:lnTo>
                    <a:pt x="1075" y="9452"/>
                  </a:lnTo>
                  <a:lnTo>
                    <a:pt x="1442" y="9305"/>
                  </a:lnTo>
                  <a:lnTo>
                    <a:pt x="1808" y="9183"/>
                  </a:lnTo>
                  <a:lnTo>
                    <a:pt x="2223" y="9110"/>
                  </a:lnTo>
                  <a:lnTo>
                    <a:pt x="2638" y="9086"/>
                  </a:lnTo>
                  <a:lnTo>
                    <a:pt x="2956" y="9110"/>
                  </a:lnTo>
                  <a:lnTo>
                    <a:pt x="3249" y="9134"/>
                  </a:lnTo>
                  <a:lnTo>
                    <a:pt x="3542" y="9208"/>
                  </a:lnTo>
                  <a:lnTo>
                    <a:pt x="3811" y="9281"/>
                  </a:lnTo>
                  <a:lnTo>
                    <a:pt x="4079" y="9379"/>
                  </a:lnTo>
                  <a:lnTo>
                    <a:pt x="4323" y="9501"/>
                  </a:lnTo>
                  <a:lnTo>
                    <a:pt x="4543" y="9647"/>
                  </a:lnTo>
                  <a:lnTo>
                    <a:pt x="4763" y="9794"/>
                  </a:lnTo>
                  <a:lnTo>
                    <a:pt x="4812" y="9305"/>
                  </a:lnTo>
                  <a:lnTo>
                    <a:pt x="4934" y="8573"/>
                  </a:lnTo>
                  <a:lnTo>
                    <a:pt x="5007" y="8109"/>
                  </a:lnTo>
                  <a:lnTo>
                    <a:pt x="5129" y="7620"/>
                  </a:lnTo>
                  <a:lnTo>
                    <a:pt x="5276" y="7107"/>
                  </a:lnTo>
                  <a:lnTo>
                    <a:pt x="5447" y="6546"/>
                  </a:lnTo>
                  <a:lnTo>
                    <a:pt x="5642" y="5984"/>
                  </a:lnTo>
                  <a:lnTo>
                    <a:pt x="5887" y="5373"/>
                  </a:lnTo>
                  <a:lnTo>
                    <a:pt x="6180" y="4763"/>
                  </a:lnTo>
                  <a:lnTo>
                    <a:pt x="6522" y="4152"/>
                  </a:lnTo>
                  <a:lnTo>
                    <a:pt x="6888" y="3542"/>
                  </a:lnTo>
                  <a:lnTo>
                    <a:pt x="7303" y="2931"/>
                  </a:lnTo>
                  <a:lnTo>
                    <a:pt x="7792" y="2345"/>
                  </a:lnTo>
                  <a:lnTo>
                    <a:pt x="8329" y="1783"/>
                  </a:lnTo>
                  <a:lnTo>
                    <a:pt x="8402" y="1710"/>
                  </a:lnTo>
                  <a:lnTo>
                    <a:pt x="8597" y="1710"/>
                  </a:lnTo>
                  <a:lnTo>
                    <a:pt x="8671" y="1783"/>
                  </a:lnTo>
                  <a:lnTo>
                    <a:pt x="8720" y="1856"/>
                  </a:lnTo>
                  <a:lnTo>
                    <a:pt x="8744" y="1954"/>
                  </a:lnTo>
                  <a:lnTo>
                    <a:pt x="8720" y="2027"/>
                  </a:lnTo>
                  <a:lnTo>
                    <a:pt x="8671" y="2125"/>
                  </a:lnTo>
                  <a:lnTo>
                    <a:pt x="8182" y="2662"/>
                  </a:lnTo>
                  <a:lnTo>
                    <a:pt x="7718" y="3200"/>
                  </a:lnTo>
                  <a:lnTo>
                    <a:pt x="7328" y="3786"/>
                  </a:lnTo>
                  <a:lnTo>
                    <a:pt x="6961" y="4348"/>
                  </a:lnTo>
                  <a:lnTo>
                    <a:pt x="6668" y="4934"/>
                  </a:lnTo>
                  <a:lnTo>
                    <a:pt x="6375" y="5495"/>
                  </a:lnTo>
                  <a:lnTo>
                    <a:pt x="6155" y="6082"/>
                  </a:lnTo>
                  <a:lnTo>
                    <a:pt x="5960" y="6619"/>
                  </a:lnTo>
                  <a:lnTo>
                    <a:pt x="5789" y="7156"/>
                  </a:lnTo>
                  <a:lnTo>
                    <a:pt x="5642" y="7645"/>
                  </a:lnTo>
                  <a:lnTo>
                    <a:pt x="5520" y="8109"/>
                  </a:lnTo>
                  <a:lnTo>
                    <a:pt x="5423" y="8548"/>
                  </a:lnTo>
                  <a:lnTo>
                    <a:pt x="5300" y="9257"/>
                  </a:lnTo>
                  <a:lnTo>
                    <a:pt x="5252" y="9769"/>
                  </a:lnTo>
                  <a:lnTo>
                    <a:pt x="5471" y="9623"/>
                  </a:lnTo>
                  <a:lnTo>
                    <a:pt x="5691" y="9476"/>
                  </a:lnTo>
                  <a:lnTo>
                    <a:pt x="5935" y="9379"/>
                  </a:lnTo>
                  <a:lnTo>
                    <a:pt x="6180" y="9281"/>
                  </a:lnTo>
                  <a:lnTo>
                    <a:pt x="6448" y="9208"/>
                  </a:lnTo>
                  <a:lnTo>
                    <a:pt x="6741" y="9134"/>
                  </a:lnTo>
                  <a:lnTo>
                    <a:pt x="7034" y="9110"/>
                  </a:lnTo>
                  <a:lnTo>
                    <a:pt x="7328" y="9086"/>
                  </a:lnTo>
                  <a:lnTo>
                    <a:pt x="7645" y="9110"/>
                  </a:lnTo>
                  <a:lnTo>
                    <a:pt x="7938" y="9134"/>
                  </a:lnTo>
                  <a:lnTo>
                    <a:pt x="8207" y="9208"/>
                  </a:lnTo>
                  <a:lnTo>
                    <a:pt x="8475" y="9281"/>
                  </a:lnTo>
                  <a:lnTo>
                    <a:pt x="8744" y="9379"/>
                  </a:lnTo>
                  <a:lnTo>
                    <a:pt x="8988" y="9501"/>
                  </a:lnTo>
                  <a:lnTo>
                    <a:pt x="9208" y="9623"/>
                  </a:lnTo>
                  <a:lnTo>
                    <a:pt x="9428" y="9794"/>
                  </a:lnTo>
                  <a:lnTo>
                    <a:pt x="9428" y="1954"/>
                  </a:lnTo>
                  <a:lnTo>
                    <a:pt x="9452" y="1856"/>
                  </a:lnTo>
                  <a:lnTo>
                    <a:pt x="9501" y="1783"/>
                  </a:lnTo>
                  <a:lnTo>
                    <a:pt x="9574" y="1710"/>
                  </a:lnTo>
                  <a:lnTo>
                    <a:pt x="9770" y="1710"/>
                  </a:lnTo>
                  <a:lnTo>
                    <a:pt x="9843" y="1783"/>
                  </a:lnTo>
                  <a:lnTo>
                    <a:pt x="9892" y="1856"/>
                  </a:lnTo>
                  <a:lnTo>
                    <a:pt x="9916" y="1954"/>
                  </a:lnTo>
                  <a:lnTo>
                    <a:pt x="9916" y="9794"/>
                  </a:lnTo>
                  <a:lnTo>
                    <a:pt x="10136" y="9623"/>
                  </a:lnTo>
                  <a:lnTo>
                    <a:pt x="10356" y="9501"/>
                  </a:lnTo>
                  <a:lnTo>
                    <a:pt x="10600" y="9379"/>
                  </a:lnTo>
                  <a:lnTo>
                    <a:pt x="10869" y="9281"/>
                  </a:lnTo>
                  <a:lnTo>
                    <a:pt x="11137" y="9208"/>
                  </a:lnTo>
                  <a:lnTo>
                    <a:pt x="11406" y="9134"/>
                  </a:lnTo>
                  <a:lnTo>
                    <a:pt x="11699" y="9110"/>
                  </a:lnTo>
                  <a:lnTo>
                    <a:pt x="12017" y="9086"/>
                  </a:lnTo>
                  <a:lnTo>
                    <a:pt x="12310" y="9110"/>
                  </a:lnTo>
                  <a:lnTo>
                    <a:pt x="12603" y="9134"/>
                  </a:lnTo>
                  <a:lnTo>
                    <a:pt x="12896" y="9208"/>
                  </a:lnTo>
                  <a:lnTo>
                    <a:pt x="13165" y="9281"/>
                  </a:lnTo>
                  <a:lnTo>
                    <a:pt x="13409" y="9379"/>
                  </a:lnTo>
                  <a:lnTo>
                    <a:pt x="13653" y="9476"/>
                  </a:lnTo>
                  <a:lnTo>
                    <a:pt x="13873" y="9623"/>
                  </a:lnTo>
                  <a:lnTo>
                    <a:pt x="14093" y="9769"/>
                  </a:lnTo>
                  <a:lnTo>
                    <a:pt x="14019" y="9257"/>
                  </a:lnTo>
                  <a:lnTo>
                    <a:pt x="13897" y="8548"/>
                  </a:lnTo>
                  <a:lnTo>
                    <a:pt x="13824" y="8109"/>
                  </a:lnTo>
                  <a:lnTo>
                    <a:pt x="13702" y="7645"/>
                  </a:lnTo>
                  <a:lnTo>
                    <a:pt x="13555" y="7132"/>
                  </a:lnTo>
                  <a:lnTo>
                    <a:pt x="13384" y="6619"/>
                  </a:lnTo>
                  <a:lnTo>
                    <a:pt x="13189" y="6057"/>
                  </a:lnTo>
                  <a:lnTo>
                    <a:pt x="12945" y="5495"/>
                  </a:lnTo>
                  <a:lnTo>
                    <a:pt x="12676" y="4934"/>
                  </a:lnTo>
                  <a:lnTo>
                    <a:pt x="12359" y="4348"/>
                  </a:lnTo>
                  <a:lnTo>
                    <a:pt x="12017" y="3786"/>
                  </a:lnTo>
                  <a:lnTo>
                    <a:pt x="11626" y="3200"/>
                  </a:lnTo>
                  <a:lnTo>
                    <a:pt x="11162" y="2662"/>
                  </a:lnTo>
                  <a:lnTo>
                    <a:pt x="10673" y="2125"/>
                  </a:lnTo>
                  <a:lnTo>
                    <a:pt x="10625" y="2027"/>
                  </a:lnTo>
                  <a:lnTo>
                    <a:pt x="10600" y="1954"/>
                  </a:lnTo>
                  <a:lnTo>
                    <a:pt x="10625" y="1856"/>
                  </a:lnTo>
                  <a:lnTo>
                    <a:pt x="10673" y="1783"/>
                  </a:lnTo>
                  <a:lnTo>
                    <a:pt x="10747" y="1710"/>
                  </a:lnTo>
                  <a:lnTo>
                    <a:pt x="10942" y="1710"/>
                  </a:lnTo>
                  <a:lnTo>
                    <a:pt x="11015" y="1783"/>
                  </a:lnTo>
                  <a:lnTo>
                    <a:pt x="11553" y="2345"/>
                  </a:lnTo>
                  <a:lnTo>
                    <a:pt x="12017" y="2931"/>
                  </a:lnTo>
                  <a:lnTo>
                    <a:pt x="12456" y="3542"/>
                  </a:lnTo>
                  <a:lnTo>
                    <a:pt x="12823" y="4152"/>
                  </a:lnTo>
                  <a:lnTo>
                    <a:pt x="13165" y="4787"/>
                  </a:lnTo>
                  <a:lnTo>
                    <a:pt x="13458" y="5373"/>
                  </a:lnTo>
                  <a:lnTo>
                    <a:pt x="13702" y="5984"/>
                  </a:lnTo>
                  <a:lnTo>
                    <a:pt x="13897" y="6546"/>
                  </a:lnTo>
                  <a:lnTo>
                    <a:pt x="14068" y="7107"/>
                  </a:lnTo>
                  <a:lnTo>
                    <a:pt x="14215" y="7620"/>
                  </a:lnTo>
                  <a:lnTo>
                    <a:pt x="14337" y="8109"/>
                  </a:lnTo>
                  <a:lnTo>
                    <a:pt x="14410" y="8573"/>
                  </a:lnTo>
                  <a:lnTo>
                    <a:pt x="14532" y="9305"/>
                  </a:lnTo>
                  <a:lnTo>
                    <a:pt x="14581" y="9794"/>
                  </a:lnTo>
                  <a:lnTo>
                    <a:pt x="14801" y="9647"/>
                  </a:lnTo>
                  <a:lnTo>
                    <a:pt x="15021" y="9501"/>
                  </a:lnTo>
                  <a:lnTo>
                    <a:pt x="15265" y="9379"/>
                  </a:lnTo>
                  <a:lnTo>
                    <a:pt x="15534" y="9281"/>
                  </a:lnTo>
                  <a:lnTo>
                    <a:pt x="15802" y="9208"/>
                  </a:lnTo>
                  <a:lnTo>
                    <a:pt x="16095" y="9134"/>
                  </a:lnTo>
                  <a:lnTo>
                    <a:pt x="16388" y="9110"/>
                  </a:lnTo>
                  <a:lnTo>
                    <a:pt x="16706" y="9086"/>
                  </a:lnTo>
                  <a:lnTo>
                    <a:pt x="17121" y="9110"/>
                  </a:lnTo>
                  <a:lnTo>
                    <a:pt x="17536" y="9183"/>
                  </a:lnTo>
                  <a:lnTo>
                    <a:pt x="17903" y="9305"/>
                  </a:lnTo>
                  <a:lnTo>
                    <a:pt x="18269" y="9452"/>
                  </a:lnTo>
                  <a:lnTo>
                    <a:pt x="18587" y="9647"/>
                  </a:lnTo>
                  <a:lnTo>
                    <a:pt x="18880" y="9867"/>
                  </a:lnTo>
                  <a:lnTo>
                    <a:pt x="19148" y="10111"/>
                  </a:lnTo>
                  <a:lnTo>
                    <a:pt x="19344" y="10380"/>
                  </a:lnTo>
                  <a:lnTo>
                    <a:pt x="19319" y="9940"/>
                  </a:lnTo>
                  <a:lnTo>
                    <a:pt x="19246" y="9501"/>
                  </a:lnTo>
                  <a:lnTo>
                    <a:pt x="19173" y="9061"/>
                  </a:lnTo>
                  <a:lnTo>
                    <a:pt x="19099" y="8622"/>
                  </a:lnTo>
                  <a:lnTo>
                    <a:pt x="18977" y="8206"/>
                  </a:lnTo>
                  <a:lnTo>
                    <a:pt x="18855" y="7791"/>
                  </a:lnTo>
                  <a:lnTo>
                    <a:pt x="18684" y="7376"/>
                  </a:lnTo>
                  <a:lnTo>
                    <a:pt x="18538" y="6961"/>
                  </a:lnTo>
                  <a:lnTo>
                    <a:pt x="18342" y="6570"/>
                  </a:lnTo>
                  <a:lnTo>
                    <a:pt x="18122" y="6179"/>
                  </a:lnTo>
                  <a:lnTo>
                    <a:pt x="17903" y="5788"/>
                  </a:lnTo>
                  <a:lnTo>
                    <a:pt x="17658" y="5422"/>
                  </a:lnTo>
                  <a:lnTo>
                    <a:pt x="17414" y="5080"/>
                  </a:lnTo>
                  <a:lnTo>
                    <a:pt x="17121" y="4714"/>
                  </a:lnTo>
                  <a:lnTo>
                    <a:pt x="16828" y="4372"/>
                  </a:lnTo>
                  <a:lnTo>
                    <a:pt x="16511" y="4054"/>
                  </a:lnTo>
                  <a:lnTo>
                    <a:pt x="16193" y="3761"/>
                  </a:lnTo>
                  <a:lnTo>
                    <a:pt x="15876" y="3468"/>
                  </a:lnTo>
                  <a:lnTo>
                    <a:pt x="15534" y="3175"/>
                  </a:lnTo>
                  <a:lnTo>
                    <a:pt x="15167" y="2931"/>
                  </a:lnTo>
                  <a:lnTo>
                    <a:pt x="14801" y="2687"/>
                  </a:lnTo>
                  <a:lnTo>
                    <a:pt x="14435" y="2467"/>
                  </a:lnTo>
                  <a:lnTo>
                    <a:pt x="14044" y="2247"/>
                  </a:lnTo>
                  <a:lnTo>
                    <a:pt x="13653" y="2076"/>
                  </a:lnTo>
                  <a:lnTo>
                    <a:pt x="13262" y="1905"/>
                  </a:lnTo>
                  <a:lnTo>
                    <a:pt x="12847" y="1759"/>
                  </a:lnTo>
                  <a:lnTo>
                    <a:pt x="12432" y="1612"/>
                  </a:lnTo>
                  <a:lnTo>
                    <a:pt x="12017" y="1514"/>
                  </a:lnTo>
                  <a:lnTo>
                    <a:pt x="11577" y="1417"/>
                  </a:lnTo>
                  <a:lnTo>
                    <a:pt x="11162" y="1343"/>
                  </a:lnTo>
                  <a:lnTo>
                    <a:pt x="10722" y="1270"/>
                  </a:lnTo>
                  <a:lnTo>
                    <a:pt x="10283" y="1246"/>
                  </a:lnTo>
                  <a:lnTo>
                    <a:pt x="10283" y="611"/>
                  </a:lnTo>
                  <a:lnTo>
                    <a:pt x="10258" y="489"/>
                  </a:lnTo>
                  <a:lnTo>
                    <a:pt x="10234" y="367"/>
                  </a:lnTo>
                  <a:lnTo>
                    <a:pt x="10185" y="269"/>
                  </a:lnTo>
                  <a:lnTo>
                    <a:pt x="10112" y="196"/>
                  </a:lnTo>
                  <a:lnTo>
                    <a:pt x="10014" y="122"/>
                  </a:lnTo>
                  <a:lnTo>
                    <a:pt x="9916" y="49"/>
                  </a:lnTo>
                  <a:lnTo>
                    <a:pt x="9794" y="25"/>
                  </a:lnTo>
                  <a:lnTo>
                    <a:pt x="9672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202" name="Google Shape;202;p59"/>
          <p:cNvGrpSpPr/>
          <p:nvPr/>
        </p:nvGrpSpPr>
        <p:grpSpPr>
          <a:xfrm>
            <a:off x="5340218" y="2732083"/>
            <a:ext cx="389994" cy="273623"/>
            <a:chOff x="559275" y="1683950"/>
            <a:chExt cx="466500" cy="327300"/>
          </a:xfrm>
        </p:grpSpPr>
        <p:sp>
          <p:nvSpPr>
            <p:cNvPr id="203" name="Google Shape;203;p59"/>
            <p:cNvSpPr/>
            <p:nvPr/>
          </p:nvSpPr>
          <p:spPr>
            <a:xfrm>
              <a:off x="559275" y="1683950"/>
              <a:ext cx="466500" cy="197850"/>
            </a:xfrm>
            <a:custGeom>
              <a:rect b="b" l="l" r="r" t="t"/>
              <a:pathLst>
                <a:path extrusionOk="0" h="7914" w="18660">
                  <a:moveTo>
                    <a:pt x="391" y="1"/>
                  </a:moveTo>
                  <a:lnTo>
                    <a:pt x="293" y="50"/>
                  </a:lnTo>
                  <a:lnTo>
                    <a:pt x="220" y="74"/>
                  </a:lnTo>
                  <a:lnTo>
                    <a:pt x="147" y="147"/>
                  </a:lnTo>
                  <a:lnTo>
                    <a:pt x="74" y="221"/>
                  </a:lnTo>
                  <a:lnTo>
                    <a:pt x="49" y="294"/>
                  </a:lnTo>
                  <a:lnTo>
                    <a:pt x="0" y="392"/>
                  </a:lnTo>
                  <a:lnTo>
                    <a:pt x="0" y="489"/>
                  </a:lnTo>
                  <a:lnTo>
                    <a:pt x="0" y="1173"/>
                  </a:lnTo>
                  <a:lnTo>
                    <a:pt x="9330" y="7914"/>
                  </a:lnTo>
                  <a:lnTo>
                    <a:pt x="18659" y="1173"/>
                  </a:lnTo>
                  <a:lnTo>
                    <a:pt x="18659" y="489"/>
                  </a:lnTo>
                  <a:lnTo>
                    <a:pt x="18659" y="392"/>
                  </a:lnTo>
                  <a:lnTo>
                    <a:pt x="18611" y="294"/>
                  </a:lnTo>
                  <a:lnTo>
                    <a:pt x="18586" y="221"/>
                  </a:lnTo>
                  <a:lnTo>
                    <a:pt x="18513" y="147"/>
                  </a:lnTo>
                  <a:lnTo>
                    <a:pt x="18440" y="74"/>
                  </a:lnTo>
                  <a:lnTo>
                    <a:pt x="18366" y="50"/>
                  </a:lnTo>
                  <a:lnTo>
                    <a:pt x="18269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04" name="Google Shape;204;p59"/>
            <p:cNvSpPr/>
            <p:nvPr/>
          </p:nvSpPr>
          <p:spPr>
            <a:xfrm>
              <a:off x="559275" y="1727925"/>
              <a:ext cx="466500" cy="283325"/>
            </a:xfrm>
            <a:custGeom>
              <a:rect b="b" l="l" r="r" t="t"/>
              <a:pathLst>
                <a:path extrusionOk="0" h="11333" w="18660">
                  <a:moveTo>
                    <a:pt x="0" y="0"/>
                  </a:moveTo>
                  <a:lnTo>
                    <a:pt x="0" y="10844"/>
                  </a:lnTo>
                  <a:lnTo>
                    <a:pt x="0" y="10917"/>
                  </a:lnTo>
                  <a:lnTo>
                    <a:pt x="5129" y="7230"/>
                  </a:lnTo>
                  <a:lnTo>
                    <a:pt x="5227" y="7181"/>
                  </a:lnTo>
                  <a:lnTo>
                    <a:pt x="5325" y="7181"/>
                  </a:lnTo>
                  <a:lnTo>
                    <a:pt x="5398" y="7205"/>
                  </a:lnTo>
                  <a:lnTo>
                    <a:pt x="5471" y="7278"/>
                  </a:lnTo>
                  <a:lnTo>
                    <a:pt x="5520" y="7376"/>
                  </a:lnTo>
                  <a:lnTo>
                    <a:pt x="5520" y="7474"/>
                  </a:lnTo>
                  <a:lnTo>
                    <a:pt x="5471" y="7547"/>
                  </a:lnTo>
                  <a:lnTo>
                    <a:pt x="5422" y="7620"/>
                  </a:lnTo>
                  <a:lnTo>
                    <a:pt x="318" y="11308"/>
                  </a:lnTo>
                  <a:lnTo>
                    <a:pt x="415" y="11333"/>
                  </a:lnTo>
                  <a:lnTo>
                    <a:pt x="18244" y="11333"/>
                  </a:lnTo>
                  <a:lnTo>
                    <a:pt x="18342" y="11308"/>
                  </a:lnTo>
                  <a:lnTo>
                    <a:pt x="13238" y="7620"/>
                  </a:lnTo>
                  <a:lnTo>
                    <a:pt x="13189" y="7547"/>
                  </a:lnTo>
                  <a:lnTo>
                    <a:pt x="13140" y="7474"/>
                  </a:lnTo>
                  <a:lnTo>
                    <a:pt x="13140" y="7376"/>
                  </a:lnTo>
                  <a:lnTo>
                    <a:pt x="13189" y="7278"/>
                  </a:lnTo>
                  <a:lnTo>
                    <a:pt x="13262" y="7205"/>
                  </a:lnTo>
                  <a:lnTo>
                    <a:pt x="13335" y="7181"/>
                  </a:lnTo>
                  <a:lnTo>
                    <a:pt x="13433" y="7181"/>
                  </a:lnTo>
                  <a:lnTo>
                    <a:pt x="13531" y="7230"/>
                  </a:lnTo>
                  <a:lnTo>
                    <a:pt x="18659" y="10917"/>
                  </a:lnTo>
                  <a:lnTo>
                    <a:pt x="18659" y="10844"/>
                  </a:lnTo>
                  <a:lnTo>
                    <a:pt x="18659" y="0"/>
                  </a:lnTo>
                  <a:lnTo>
                    <a:pt x="9476" y="6643"/>
                  </a:lnTo>
                  <a:lnTo>
                    <a:pt x="9403" y="6692"/>
                  </a:lnTo>
                  <a:lnTo>
                    <a:pt x="9257" y="6692"/>
                  </a:lnTo>
                  <a:lnTo>
                    <a:pt x="9183" y="66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205" name="Google Shape;205;p59"/>
          <p:cNvGrpSpPr/>
          <p:nvPr/>
        </p:nvGrpSpPr>
        <p:grpSpPr>
          <a:xfrm>
            <a:off x="5903745" y="2677993"/>
            <a:ext cx="389994" cy="381822"/>
            <a:chOff x="1233350" y="1619250"/>
            <a:chExt cx="466500" cy="456725"/>
          </a:xfrm>
        </p:grpSpPr>
        <p:sp>
          <p:nvSpPr>
            <p:cNvPr id="206" name="Google Shape;206;p59"/>
            <p:cNvSpPr/>
            <p:nvPr/>
          </p:nvSpPr>
          <p:spPr>
            <a:xfrm>
              <a:off x="1233350" y="1619250"/>
              <a:ext cx="466500" cy="456725"/>
            </a:xfrm>
            <a:custGeom>
              <a:rect b="b" l="l" r="r" t="t"/>
              <a:pathLst>
                <a:path extrusionOk="0" h="18269" w="18660">
                  <a:moveTo>
                    <a:pt x="14923" y="5080"/>
                  </a:moveTo>
                  <a:lnTo>
                    <a:pt x="14923" y="9037"/>
                  </a:lnTo>
                  <a:lnTo>
                    <a:pt x="17316" y="7913"/>
                  </a:lnTo>
                  <a:lnTo>
                    <a:pt x="9476" y="13579"/>
                  </a:lnTo>
                  <a:lnTo>
                    <a:pt x="9403" y="13604"/>
                  </a:lnTo>
                  <a:lnTo>
                    <a:pt x="9330" y="13628"/>
                  </a:lnTo>
                  <a:lnTo>
                    <a:pt x="9257" y="13604"/>
                  </a:lnTo>
                  <a:lnTo>
                    <a:pt x="9183" y="13579"/>
                  </a:lnTo>
                  <a:lnTo>
                    <a:pt x="1344" y="7913"/>
                  </a:lnTo>
                  <a:lnTo>
                    <a:pt x="3737" y="9037"/>
                  </a:lnTo>
                  <a:lnTo>
                    <a:pt x="3737" y="5080"/>
                  </a:lnTo>
                  <a:close/>
                  <a:moveTo>
                    <a:pt x="9330" y="0"/>
                  </a:moveTo>
                  <a:lnTo>
                    <a:pt x="0" y="6741"/>
                  </a:lnTo>
                  <a:lnTo>
                    <a:pt x="0" y="17780"/>
                  </a:lnTo>
                  <a:lnTo>
                    <a:pt x="0" y="17853"/>
                  </a:lnTo>
                  <a:lnTo>
                    <a:pt x="5129" y="14165"/>
                  </a:lnTo>
                  <a:lnTo>
                    <a:pt x="5227" y="14117"/>
                  </a:lnTo>
                  <a:lnTo>
                    <a:pt x="5325" y="14117"/>
                  </a:lnTo>
                  <a:lnTo>
                    <a:pt x="5398" y="14141"/>
                  </a:lnTo>
                  <a:lnTo>
                    <a:pt x="5471" y="14214"/>
                  </a:lnTo>
                  <a:lnTo>
                    <a:pt x="5520" y="14312"/>
                  </a:lnTo>
                  <a:lnTo>
                    <a:pt x="5520" y="14385"/>
                  </a:lnTo>
                  <a:lnTo>
                    <a:pt x="5471" y="14483"/>
                  </a:lnTo>
                  <a:lnTo>
                    <a:pt x="5422" y="14556"/>
                  </a:lnTo>
                  <a:lnTo>
                    <a:pt x="318" y="18244"/>
                  </a:lnTo>
                  <a:lnTo>
                    <a:pt x="416" y="18244"/>
                  </a:lnTo>
                  <a:lnTo>
                    <a:pt x="489" y="18268"/>
                  </a:lnTo>
                  <a:lnTo>
                    <a:pt x="18171" y="18268"/>
                  </a:lnTo>
                  <a:lnTo>
                    <a:pt x="18244" y="18244"/>
                  </a:lnTo>
                  <a:lnTo>
                    <a:pt x="18342" y="18244"/>
                  </a:lnTo>
                  <a:lnTo>
                    <a:pt x="13238" y="14556"/>
                  </a:lnTo>
                  <a:lnTo>
                    <a:pt x="13189" y="14483"/>
                  </a:lnTo>
                  <a:lnTo>
                    <a:pt x="13140" y="14385"/>
                  </a:lnTo>
                  <a:lnTo>
                    <a:pt x="13140" y="14312"/>
                  </a:lnTo>
                  <a:lnTo>
                    <a:pt x="13189" y="14214"/>
                  </a:lnTo>
                  <a:lnTo>
                    <a:pt x="13262" y="14141"/>
                  </a:lnTo>
                  <a:lnTo>
                    <a:pt x="13335" y="14117"/>
                  </a:lnTo>
                  <a:lnTo>
                    <a:pt x="13433" y="14117"/>
                  </a:lnTo>
                  <a:lnTo>
                    <a:pt x="13531" y="14165"/>
                  </a:lnTo>
                  <a:lnTo>
                    <a:pt x="18660" y="17853"/>
                  </a:lnTo>
                  <a:lnTo>
                    <a:pt x="18660" y="17780"/>
                  </a:lnTo>
                  <a:lnTo>
                    <a:pt x="18660" y="6741"/>
                  </a:lnTo>
                  <a:lnTo>
                    <a:pt x="9330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07" name="Google Shape;207;p59"/>
            <p:cNvSpPr/>
            <p:nvPr/>
          </p:nvSpPr>
          <p:spPr>
            <a:xfrm>
              <a:off x="1382325" y="1792025"/>
              <a:ext cx="168550" cy="12250"/>
            </a:xfrm>
            <a:custGeom>
              <a:rect b="b" l="l" r="r" t="t"/>
              <a:pathLst>
                <a:path extrusionOk="0" h="490" w="6742">
                  <a:moveTo>
                    <a:pt x="147" y="1"/>
                  </a:moveTo>
                  <a:lnTo>
                    <a:pt x="74" y="74"/>
                  </a:lnTo>
                  <a:lnTo>
                    <a:pt x="25" y="147"/>
                  </a:lnTo>
                  <a:lnTo>
                    <a:pt x="1" y="245"/>
                  </a:lnTo>
                  <a:lnTo>
                    <a:pt x="25" y="343"/>
                  </a:lnTo>
                  <a:lnTo>
                    <a:pt x="74" y="416"/>
                  </a:lnTo>
                  <a:lnTo>
                    <a:pt x="147" y="465"/>
                  </a:lnTo>
                  <a:lnTo>
                    <a:pt x="245" y="489"/>
                  </a:lnTo>
                  <a:lnTo>
                    <a:pt x="6497" y="489"/>
                  </a:lnTo>
                  <a:lnTo>
                    <a:pt x="6595" y="465"/>
                  </a:lnTo>
                  <a:lnTo>
                    <a:pt x="6668" y="416"/>
                  </a:lnTo>
                  <a:lnTo>
                    <a:pt x="6717" y="343"/>
                  </a:lnTo>
                  <a:lnTo>
                    <a:pt x="6741" y="245"/>
                  </a:lnTo>
                  <a:lnTo>
                    <a:pt x="6717" y="147"/>
                  </a:lnTo>
                  <a:lnTo>
                    <a:pt x="6668" y="74"/>
                  </a:lnTo>
                  <a:lnTo>
                    <a:pt x="6595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08" name="Google Shape;208;p59"/>
            <p:cNvSpPr/>
            <p:nvPr/>
          </p:nvSpPr>
          <p:spPr>
            <a:xfrm>
              <a:off x="1382325" y="1825000"/>
              <a:ext cx="168550" cy="12250"/>
            </a:xfrm>
            <a:custGeom>
              <a:rect b="b" l="l" r="r" t="t"/>
              <a:pathLst>
                <a:path extrusionOk="0" h="490" w="6742">
                  <a:moveTo>
                    <a:pt x="245" y="1"/>
                  </a:moveTo>
                  <a:lnTo>
                    <a:pt x="147" y="25"/>
                  </a:lnTo>
                  <a:lnTo>
                    <a:pt x="74" y="74"/>
                  </a:lnTo>
                  <a:lnTo>
                    <a:pt x="25" y="147"/>
                  </a:lnTo>
                  <a:lnTo>
                    <a:pt x="1" y="245"/>
                  </a:lnTo>
                  <a:lnTo>
                    <a:pt x="25" y="343"/>
                  </a:lnTo>
                  <a:lnTo>
                    <a:pt x="74" y="416"/>
                  </a:lnTo>
                  <a:lnTo>
                    <a:pt x="147" y="465"/>
                  </a:lnTo>
                  <a:lnTo>
                    <a:pt x="245" y="489"/>
                  </a:lnTo>
                  <a:lnTo>
                    <a:pt x="6497" y="489"/>
                  </a:lnTo>
                  <a:lnTo>
                    <a:pt x="6595" y="465"/>
                  </a:lnTo>
                  <a:lnTo>
                    <a:pt x="6668" y="416"/>
                  </a:lnTo>
                  <a:lnTo>
                    <a:pt x="6717" y="343"/>
                  </a:lnTo>
                  <a:lnTo>
                    <a:pt x="6741" y="245"/>
                  </a:lnTo>
                  <a:lnTo>
                    <a:pt x="6717" y="147"/>
                  </a:lnTo>
                  <a:lnTo>
                    <a:pt x="6668" y="74"/>
                  </a:lnTo>
                  <a:lnTo>
                    <a:pt x="6595" y="25"/>
                  </a:lnTo>
                  <a:lnTo>
                    <a:pt x="6497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09" name="Google Shape;209;p59"/>
            <p:cNvSpPr/>
            <p:nvPr/>
          </p:nvSpPr>
          <p:spPr>
            <a:xfrm>
              <a:off x="1382325" y="1858575"/>
              <a:ext cx="70850" cy="12250"/>
            </a:xfrm>
            <a:custGeom>
              <a:rect b="b" l="l" r="r" t="t"/>
              <a:pathLst>
                <a:path extrusionOk="0" h="490" w="2834">
                  <a:moveTo>
                    <a:pt x="245" y="1"/>
                  </a:moveTo>
                  <a:lnTo>
                    <a:pt x="147" y="25"/>
                  </a:lnTo>
                  <a:lnTo>
                    <a:pt x="74" y="74"/>
                  </a:lnTo>
                  <a:lnTo>
                    <a:pt x="25" y="147"/>
                  </a:lnTo>
                  <a:lnTo>
                    <a:pt x="1" y="245"/>
                  </a:lnTo>
                  <a:lnTo>
                    <a:pt x="25" y="343"/>
                  </a:lnTo>
                  <a:lnTo>
                    <a:pt x="74" y="416"/>
                  </a:lnTo>
                  <a:lnTo>
                    <a:pt x="147" y="465"/>
                  </a:lnTo>
                  <a:lnTo>
                    <a:pt x="245" y="489"/>
                  </a:lnTo>
                  <a:lnTo>
                    <a:pt x="2589" y="489"/>
                  </a:lnTo>
                  <a:lnTo>
                    <a:pt x="2687" y="465"/>
                  </a:lnTo>
                  <a:lnTo>
                    <a:pt x="2760" y="416"/>
                  </a:lnTo>
                  <a:lnTo>
                    <a:pt x="2809" y="343"/>
                  </a:lnTo>
                  <a:lnTo>
                    <a:pt x="2834" y="245"/>
                  </a:lnTo>
                  <a:lnTo>
                    <a:pt x="2809" y="147"/>
                  </a:lnTo>
                  <a:lnTo>
                    <a:pt x="2760" y="74"/>
                  </a:lnTo>
                  <a:lnTo>
                    <a:pt x="2687" y="25"/>
                  </a:lnTo>
                  <a:lnTo>
                    <a:pt x="2589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210" name="Google Shape;210;p59"/>
          <p:cNvGrpSpPr/>
          <p:nvPr/>
        </p:nvGrpSpPr>
        <p:grpSpPr>
          <a:xfrm>
            <a:off x="6479519" y="2686144"/>
            <a:ext cx="365499" cy="365499"/>
            <a:chOff x="1922075" y="1629000"/>
            <a:chExt cx="437200" cy="437200"/>
          </a:xfrm>
        </p:grpSpPr>
        <p:sp>
          <p:nvSpPr>
            <p:cNvPr id="211" name="Google Shape;211;p59"/>
            <p:cNvSpPr/>
            <p:nvPr/>
          </p:nvSpPr>
          <p:spPr>
            <a:xfrm>
              <a:off x="2208425" y="1629000"/>
              <a:ext cx="150850" cy="150850"/>
            </a:xfrm>
            <a:custGeom>
              <a:rect b="b" l="l" r="r" t="t"/>
              <a:pathLst>
                <a:path extrusionOk="0" h="6034" w="6034">
                  <a:moveTo>
                    <a:pt x="2004" y="1"/>
                  </a:moveTo>
                  <a:lnTo>
                    <a:pt x="1881" y="25"/>
                  </a:lnTo>
                  <a:lnTo>
                    <a:pt x="1784" y="50"/>
                  </a:lnTo>
                  <a:lnTo>
                    <a:pt x="1686" y="98"/>
                  </a:lnTo>
                  <a:lnTo>
                    <a:pt x="1588" y="172"/>
                  </a:lnTo>
                  <a:lnTo>
                    <a:pt x="1" y="1784"/>
                  </a:lnTo>
                  <a:lnTo>
                    <a:pt x="4251" y="6033"/>
                  </a:lnTo>
                  <a:lnTo>
                    <a:pt x="5862" y="4446"/>
                  </a:lnTo>
                  <a:lnTo>
                    <a:pt x="5936" y="4348"/>
                  </a:lnTo>
                  <a:lnTo>
                    <a:pt x="5985" y="4250"/>
                  </a:lnTo>
                  <a:lnTo>
                    <a:pt x="6009" y="4153"/>
                  </a:lnTo>
                  <a:lnTo>
                    <a:pt x="6033" y="4031"/>
                  </a:lnTo>
                  <a:lnTo>
                    <a:pt x="6009" y="3933"/>
                  </a:lnTo>
                  <a:lnTo>
                    <a:pt x="5985" y="3811"/>
                  </a:lnTo>
                  <a:lnTo>
                    <a:pt x="5936" y="3713"/>
                  </a:lnTo>
                  <a:lnTo>
                    <a:pt x="5862" y="3615"/>
                  </a:lnTo>
                  <a:lnTo>
                    <a:pt x="2419" y="172"/>
                  </a:lnTo>
                  <a:lnTo>
                    <a:pt x="2321" y="98"/>
                  </a:lnTo>
                  <a:lnTo>
                    <a:pt x="2223" y="50"/>
                  </a:lnTo>
                  <a:lnTo>
                    <a:pt x="2101" y="25"/>
                  </a:lnTo>
                  <a:lnTo>
                    <a:pt x="2004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12" name="Google Shape;212;p59"/>
            <p:cNvSpPr/>
            <p:nvPr/>
          </p:nvSpPr>
          <p:spPr>
            <a:xfrm>
              <a:off x="1922075" y="1686400"/>
              <a:ext cx="379800" cy="379800"/>
            </a:xfrm>
            <a:custGeom>
              <a:rect b="b" l="l" r="r" t="t"/>
              <a:pathLst>
                <a:path extrusionOk="0" h="15192" w="15192">
                  <a:moveTo>
                    <a:pt x="1100" y="10527"/>
                  </a:moveTo>
                  <a:lnTo>
                    <a:pt x="4665" y="14093"/>
                  </a:lnTo>
                  <a:lnTo>
                    <a:pt x="4616" y="14117"/>
                  </a:lnTo>
                  <a:lnTo>
                    <a:pt x="1979" y="14508"/>
                  </a:lnTo>
                  <a:lnTo>
                    <a:pt x="684" y="13213"/>
                  </a:lnTo>
                  <a:lnTo>
                    <a:pt x="1075" y="10576"/>
                  </a:lnTo>
                  <a:lnTo>
                    <a:pt x="1100" y="10527"/>
                  </a:lnTo>
                  <a:close/>
                  <a:moveTo>
                    <a:pt x="10918" y="1"/>
                  </a:moveTo>
                  <a:lnTo>
                    <a:pt x="758" y="10185"/>
                  </a:lnTo>
                  <a:lnTo>
                    <a:pt x="684" y="10258"/>
                  </a:lnTo>
                  <a:lnTo>
                    <a:pt x="636" y="10332"/>
                  </a:lnTo>
                  <a:lnTo>
                    <a:pt x="611" y="10405"/>
                  </a:lnTo>
                  <a:lnTo>
                    <a:pt x="587" y="10502"/>
                  </a:lnTo>
                  <a:lnTo>
                    <a:pt x="1" y="14532"/>
                  </a:lnTo>
                  <a:lnTo>
                    <a:pt x="1" y="14654"/>
                  </a:lnTo>
                  <a:lnTo>
                    <a:pt x="25" y="14801"/>
                  </a:lnTo>
                  <a:lnTo>
                    <a:pt x="98" y="14923"/>
                  </a:lnTo>
                  <a:lnTo>
                    <a:pt x="171" y="15021"/>
                  </a:lnTo>
                  <a:lnTo>
                    <a:pt x="269" y="15094"/>
                  </a:lnTo>
                  <a:lnTo>
                    <a:pt x="367" y="15143"/>
                  </a:lnTo>
                  <a:lnTo>
                    <a:pt x="465" y="15167"/>
                  </a:lnTo>
                  <a:lnTo>
                    <a:pt x="587" y="15192"/>
                  </a:lnTo>
                  <a:lnTo>
                    <a:pt x="660" y="15192"/>
                  </a:lnTo>
                  <a:lnTo>
                    <a:pt x="4690" y="14606"/>
                  </a:lnTo>
                  <a:lnTo>
                    <a:pt x="4861" y="14557"/>
                  </a:lnTo>
                  <a:lnTo>
                    <a:pt x="4934" y="14508"/>
                  </a:lnTo>
                  <a:lnTo>
                    <a:pt x="5007" y="14435"/>
                  </a:lnTo>
                  <a:lnTo>
                    <a:pt x="15192" y="4275"/>
                  </a:lnTo>
                  <a:lnTo>
                    <a:pt x="13970" y="3053"/>
                  </a:lnTo>
                  <a:lnTo>
                    <a:pt x="4152" y="12872"/>
                  </a:lnTo>
                  <a:lnTo>
                    <a:pt x="3810" y="12530"/>
                  </a:lnTo>
                  <a:lnTo>
                    <a:pt x="13629" y="2712"/>
                  </a:lnTo>
                  <a:lnTo>
                    <a:pt x="12481" y="1564"/>
                  </a:lnTo>
                  <a:lnTo>
                    <a:pt x="2663" y="11382"/>
                  </a:lnTo>
                  <a:lnTo>
                    <a:pt x="2321" y="11040"/>
                  </a:lnTo>
                  <a:lnTo>
                    <a:pt x="12139" y="1222"/>
                  </a:lnTo>
                  <a:lnTo>
                    <a:pt x="10918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213" name="Google Shape;213;p59"/>
          <p:cNvGrpSpPr/>
          <p:nvPr/>
        </p:nvGrpSpPr>
        <p:grpSpPr>
          <a:xfrm>
            <a:off x="7041520" y="2684619"/>
            <a:ext cx="368551" cy="368551"/>
            <a:chOff x="2594325" y="1627175"/>
            <a:chExt cx="440850" cy="440850"/>
          </a:xfrm>
        </p:grpSpPr>
        <p:sp>
          <p:nvSpPr>
            <p:cNvPr id="214" name="Google Shape;214;p59"/>
            <p:cNvSpPr/>
            <p:nvPr/>
          </p:nvSpPr>
          <p:spPr>
            <a:xfrm>
              <a:off x="2594325" y="1890950"/>
              <a:ext cx="177075" cy="177075"/>
            </a:xfrm>
            <a:custGeom>
              <a:rect b="b" l="l" r="r" t="t"/>
              <a:pathLst>
                <a:path extrusionOk="0" h="7083" w="7083">
                  <a:moveTo>
                    <a:pt x="5544" y="0"/>
                  </a:moveTo>
                  <a:lnTo>
                    <a:pt x="538" y="5984"/>
                  </a:lnTo>
                  <a:lnTo>
                    <a:pt x="0" y="7083"/>
                  </a:lnTo>
                  <a:lnTo>
                    <a:pt x="1099" y="6546"/>
                  </a:lnTo>
                  <a:lnTo>
                    <a:pt x="7083" y="1539"/>
                  </a:lnTo>
                  <a:lnTo>
                    <a:pt x="5544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15" name="Google Shape;215;p59"/>
            <p:cNvSpPr/>
            <p:nvPr/>
          </p:nvSpPr>
          <p:spPr>
            <a:xfrm>
              <a:off x="2858700" y="1627175"/>
              <a:ext cx="176475" cy="176475"/>
            </a:xfrm>
            <a:custGeom>
              <a:rect b="b" l="l" r="r" t="t"/>
              <a:pathLst>
                <a:path extrusionOk="0" h="7059" w="7059">
                  <a:moveTo>
                    <a:pt x="904" y="1"/>
                  </a:moveTo>
                  <a:lnTo>
                    <a:pt x="782" y="25"/>
                  </a:lnTo>
                  <a:lnTo>
                    <a:pt x="684" y="98"/>
                  </a:lnTo>
                  <a:lnTo>
                    <a:pt x="611" y="147"/>
                  </a:lnTo>
                  <a:lnTo>
                    <a:pt x="489" y="294"/>
                  </a:lnTo>
                  <a:lnTo>
                    <a:pt x="367" y="440"/>
                  </a:lnTo>
                  <a:lnTo>
                    <a:pt x="294" y="587"/>
                  </a:lnTo>
                  <a:lnTo>
                    <a:pt x="196" y="733"/>
                  </a:lnTo>
                  <a:lnTo>
                    <a:pt x="74" y="1051"/>
                  </a:lnTo>
                  <a:lnTo>
                    <a:pt x="0" y="1393"/>
                  </a:lnTo>
                  <a:lnTo>
                    <a:pt x="0" y="1735"/>
                  </a:lnTo>
                  <a:lnTo>
                    <a:pt x="25" y="2052"/>
                  </a:lnTo>
                  <a:lnTo>
                    <a:pt x="123" y="2394"/>
                  </a:lnTo>
                  <a:lnTo>
                    <a:pt x="269" y="2711"/>
                  </a:lnTo>
                  <a:lnTo>
                    <a:pt x="4348" y="6790"/>
                  </a:lnTo>
                  <a:lnTo>
                    <a:pt x="4665" y="6937"/>
                  </a:lnTo>
                  <a:lnTo>
                    <a:pt x="5007" y="7034"/>
                  </a:lnTo>
                  <a:lnTo>
                    <a:pt x="5325" y="7059"/>
                  </a:lnTo>
                  <a:lnTo>
                    <a:pt x="5667" y="7059"/>
                  </a:lnTo>
                  <a:lnTo>
                    <a:pt x="6008" y="6986"/>
                  </a:lnTo>
                  <a:lnTo>
                    <a:pt x="6326" y="6863"/>
                  </a:lnTo>
                  <a:lnTo>
                    <a:pt x="6473" y="6766"/>
                  </a:lnTo>
                  <a:lnTo>
                    <a:pt x="6619" y="6692"/>
                  </a:lnTo>
                  <a:lnTo>
                    <a:pt x="6766" y="6570"/>
                  </a:lnTo>
                  <a:lnTo>
                    <a:pt x="6912" y="6448"/>
                  </a:lnTo>
                  <a:lnTo>
                    <a:pt x="6961" y="6375"/>
                  </a:lnTo>
                  <a:lnTo>
                    <a:pt x="7034" y="6277"/>
                  </a:lnTo>
                  <a:lnTo>
                    <a:pt x="7059" y="6155"/>
                  </a:lnTo>
                  <a:lnTo>
                    <a:pt x="7059" y="6057"/>
                  </a:lnTo>
                  <a:lnTo>
                    <a:pt x="7059" y="5960"/>
                  </a:lnTo>
                  <a:lnTo>
                    <a:pt x="7034" y="5862"/>
                  </a:lnTo>
                  <a:lnTo>
                    <a:pt x="6961" y="5764"/>
                  </a:lnTo>
                  <a:lnTo>
                    <a:pt x="6912" y="5667"/>
                  </a:lnTo>
                  <a:lnTo>
                    <a:pt x="1393" y="147"/>
                  </a:lnTo>
                  <a:lnTo>
                    <a:pt x="1295" y="98"/>
                  </a:lnTo>
                  <a:lnTo>
                    <a:pt x="1197" y="25"/>
                  </a:lnTo>
                  <a:lnTo>
                    <a:pt x="1099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16" name="Google Shape;216;p59"/>
            <p:cNvSpPr/>
            <p:nvPr/>
          </p:nvSpPr>
          <p:spPr>
            <a:xfrm>
              <a:off x="2663325" y="1702275"/>
              <a:ext cx="296750" cy="296775"/>
            </a:xfrm>
            <a:custGeom>
              <a:rect b="b" l="l" r="r" t="t"/>
              <a:pathLst>
                <a:path extrusionOk="0" h="11871" w="11870">
                  <a:moveTo>
                    <a:pt x="7718" y="1295"/>
                  </a:moveTo>
                  <a:lnTo>
                    <a:pt x="7815" y="1319"/>
                  </a:lnTo>
                  <a:lnTo>
                    <a:pt x="7889" y="1368"/>
                  </a:lnTo>
                  <a:lnTo>
                    <a:pt x="7938" y="1442"/>
                  </a:lnTo>
                  <a:lnTo>
                    <a:pt x="7938" y="1515"/>
                  </a:lnTo>
                  <a:lnTo>
                    <a:pt x="7938" y="1588"/>
                  </a:lnTo>
                  <a:lnTo>
                    <a:pt x="7889" y="1661"/>
                  </a:lnTo>
                  <a:lnTo>
                    <a:pt x="5862" y="3664"/>
                  </a:lnTo>
                  <a:lnTo>
                    <a:pt x="5788" y="3713"/>
                  </a:lnTo>
                  <a:lnTo>
                    <a:pt x="5715" y="3737"/>
                  </a:lnTo>
                  <a:lnTo>
                    <a:pt x="5642" y="3713"/>
                  </a:lnTo>
                  <a:lnTo>
                    <a:pt x="5569" y="3664"/>
                  </a:lnTo>
                  <a:lnTo>
                    <a:pt x="5520" y="3591"/>
                  </a:lnTo>
                  <a:lnTo>
                    <a:pt x="5495" y="3517"/>
                  </a:lnTo>
                  <a:lnTo>
                    <a:pt x="5520" y="3444"/>
                  </a:lnTo>
                  <a:lnTo>
                    <a:pt x="5569" y="3371"/>
                  </a:lnTo>
                  <a:lnTo>
                    <a:pt x="7571" y="1368"/>
                  </a:lnTo>
                  <a:lnTo>
                    <a:pt x="7644" y="1319"/>
                  </a:lnTo>
                  <a:lnTo>
                    <a:pt x="7718" y="1295"/>
                  </a:lnTo>
                  <a:close/>
                  <a:moveTo>
                    <a:pt x="7767" y="1"/>
                  </a:moveTo>
                  <a:lnTo>
                    <a:pt x="4885" y="2907"/>
                  </a:lnTo>
                  <a:lnTo>
                    <a:pt x="4640" y="2809"/>
                  </a:lnTo>
                  <a:lnTo>
                    <a:pt x="4396" y="2712"/>
                  </a:lnTo>
                  <a:lnTo>
                    <a:pt x="4103" y="2614"/>
                  </a:lnTo>
                  <a:lnTo>
                    <a:pt x="3810" y="2565"/>
                  </a:lnTo>
                  <a:lnTo>
                    <a:pt x="3493" y="2492"/>
                  </a:lnTo>
                  <a:lnTo>
                    <a:pt x="3175" y="2443"/>
                  </a:lnTo>
                  <a:lnTo>
                    <a:pt x="2858" y="2418"/>
                  </a:lnTo>
                  <a:lnTo>
                    <a:pt x="2247" y="2418"/>
                  </a:lnTo>
                  <a:lnTo>
                    <a:pt x="1954" y="2443"/>
                  </a:lnTo>
                  <a:lnTo>
                    <a:pt x="1636" y="2492"/>
                  </a:lnTo>
                  <a:lnTo>
                    <a:pt x="1319" y="2565"/>
                  </a:lnTo>
                  <a:lnTo>
                    <a:pt x="1001" y="2687"/>
                  </a:lnTo>
                  <a:lnTo>
                    <a:pt x="708" y="2809"/>
                  </a:lnTo>
                  <a:lnTo>
                    <a:pt x="415" y="3005"/>
                  </a:lnTo>
                  <a:lnTo>
                    <a:pt x="147" y="3224"/>
                  </a:lnTo>
                  <a:lnTo>
                    <a:pt x="73" y="3298"/>
                  </a:lnTo>
                  <a:lnTo>
                    <a:pt x="24" y="3395"/>
                  </a:lnTo>
                  <a:lnTo>
                    <a:pt x="0" y="3493"/>
                  </a:lnTo>
                  <a:lnTo>
                    <a:pt x="0" y="3615"/>
                  </a:lnTo>
                  <a:lnTo>
                    <a:pt x="0" y="3713"/>
                  </a:lnTo>
                  <a:lnTo>
                    <a:pt x="24" y="3811"/>
                  </a:lnTo>
                  <a:lnTo>
                    <a:pt x="73" y="3908"/>
                  </a:lnTo>
                  <a:lnTo>
                    <a:pt x="147" y="4006"/>
                  </a:lnTo>
                  <a:lnTo>
                    <a:pt x="7864" y="11724"/>
                  </a:lnTo>
                  <a:lnTo>
                    <a:pt x="7962" y="11797"/>
                  </a:lnTo>
                  <a:lnTo>
                    <a:pt x="8060" y="11846"/>
                  </a:lnTo>
                  <a:lnTo>
                    <a:pt x="8157" y="11870"/>
                  </a:lnTo>
                  <a:lnTo>
                    <a:pt x="8377" y="11870"/>
                  </a:lnTo>
                  <a:lnTo>
                    <a:pt x="8475" y="11846"/>
                  </a:lnTo>
                  <a:lnTo>
                    <a:pt x="8573" y="11797"/>
                  </a:lnTo>
                  <a:lnTo>
                    <a:pt x="8646" y="11724"/>
                  </a:lnTo>
                  <a:lnTo>
                    <a:pt x="8866" y="11455"/>
                  </a:lnTo>
                  <a:lnTo>
                    <a:pt x="9061" y="11162"/>
                  </a:lnTo>
                  <a:lnTo>
                    <a:pt x="9183" y="10869"/>
                  </a:lnTo>
                  <a:lnTo>
                    <a:pt x="9305" y="10551"/>
                  </a:lnTo>
                  <a:lnTo>
                    <a:pt x="9379" y="10234"/>
                  </a:lnTo>
                  <a:lnTo>
                    <a:pt x="9427" y="9916"/>
                  </a:lnTo>
                  <a:lnTo>
                    <a:pt x="9452" y="9623"/>
                  </a:lnTo>
                  <a:lnTo>
                    <a:pt x="9452" y="9330"/>
                  </a:lnTo>
                  <a:lnTo>
                    <a:pt x="9452" y="9013"/>
                  </a:lnTo>
                  <a:lnTo>
                    <a:pt x="9427" y="8695"/>
                  </a:lnTo>
                  <a:lnTo>
                    <a:pt x="9379" y="8378"/>
                  </a:lnTo>
                  <a:lnTo>
                    <a:pt x="9305" y="8060"/>
                  </a:lnTo>
                  <a:lnTo>
                    <a:pt x="9256" y="7767"/>
                  </a:lnTo>
                  <a:lnTo>
                    <a:pt x="9159" y="7474"/>
                  </a:lnTo>
                  <a:lnTo>
                    <a:pt x="9061" y="7230"/>
                  </a:lnTo>
                  <a:lnTo>
                    <a:pt x="8963" y="6986"/>
                  </a:lnTo>
                  <a:lnTo>
                    <a:pt x="11870" y="4104"/>
                  </a:lnTo>
                  <a:lnTo>
                    <a:pt x="7767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217" name="Google Shape;217;p59"/>
          <p:cNvSpPr/>
          <p:nvPr/>
        </p:nvSpPr>
        <p:spPr>
          <a:xfrm>
            <a:off x="7621475" y="2701016"/>
            <a:ext cx="335905" cy="335884"/>
          </a:xfrm>
          <a:custGeom>
            <a:rect b="b" l="l" r="r" t="t"/>
            <a:pathLst>
              <a:path extrusionOk="0" h="16071" w="16072">
                <a:moveTo>
                  <a:pt x="8036" y="0"/>
                </a:moveTo>
                <a:lnTo>
                  <a:pt x="7938" y="24"/>
                </a:lnTo>
                <a:lnTo>
                  <a:pt x="7792" y="98"/>
                </a:lnTo>
                <a:lnTo>
                  <a:pt x="7328" y="366"/>
                </a:lnTo>
                <a:lnTo>
                  <a:pt x="7059" y="537"/>
                </a:lnTo>
                <a:lnTo>
                  <a:pt x="6766" y="757"/>
                </a:lnTo>
                <a:lnTo>
                  <a:pt x="6448" y="977"/>
                </a:lnTo>
                <a:lnTo>
                  <a:pt x="6155" y="1246"/>
                </a:lnTo>
                <a:lnTo>
                  <a:pt x="5887" y="1514"/>
                </a:lnTo>
                <a:lnTo>
                  <a:pt x="5643" y="1807"/>
                </a:lnTo>
                <a:lnTo>
                  <a:pt x="5447" y="2100"/>
                </a:lnTo>
                <a:lnTo>
                  <a:pt x="5374" y="2247"/>
                </a:lnTo>
                <a:lnTo>
                  <a:pt x="5325" y="2418"/>
                </a:lnTo>
                <a:lnTo>
                  <a:pt x="5276" y="2564"/>
                </a:lnTo>
                <a:lnTo>
                  <a:pt x="5252" y="2711"/>
                </a:lnTo>
                <a:lnTo>
                  <a:pt x="5252" y="2858"/>
                </a:lnTo>
                <a:lnTo>
                  <a:pt x="5276" y="3029"/>
                </a:lnTo>
                <a:lnTo>
                  <a:pt x="5325" y="3175"/>
                </a:lnTo>
                <a:lnTo>
                  <a:pt x="5398" y="3322"/>
                </a:lnTo>
                <a:lnTo>
                  <a:pt x="5496" y="3468"/>
                </a:lnTo>
                <a:lnTo>
                  <a:pt x="5618" y="3615"/>
                </a:lnTo>
                <a:lnTo>
                  <a:pt x="5814" y="3761"/>
                </a:lnTo>
                <a:lnTo>
                  <a:pt x="6009" y="3859"/>
                </a:lnTo>
                <a:lnTo>
                  <a:pt x="6204" y="3957"/>
                </a:lnTo>
                <a:lnTo>
                  <a:pt x="6424" y="4005"/>
                </a:lnTo>
                <a:lnTo>
                  <a:pt x="6644" y="4054"/>
                </a:lnTo>
                <a:lnTo>
                  <a:pt x="6864" y="4152"/>
                </a:lnTo>
                <a:lnTo>
                  <a:pt x="7059" y="4250"/>
                </a:lnTo>
                <a:lnTo>
                  <a:pt x="7254" y="4421"/>
                </a:lnTo>
                <a:lnTo>
                  <a:pt x="7425" y="4616"/>
                </a:lnTo>
                <a:lnTo>
                  <a:pt x="7523" y="4836"/>
                </a:lnTo>
                <a:lnTo>
                  <a:pt x="7596" y="5080"/>
                </a:lnTo>
                <a:lnTo>
                  <a:pt x="7621" y="5373"/>
                </a:lnTo>
                <a:lnTo>
                  <a:pt x="7596" y="5569"/>
                </a:lnTo>
                <a:lnTo>
                  <a:pt x="7572" y="5788"/>
                </a:lnTo>
                <a:lnTo>
                  <a:pt x="7499" y="5984"/>
                </a:lnTo>
                <a:lnTo>
                  <a:pt x="7425" y="6179"/>
                </a:lnTo>
                <a:lnTo>
                  <a:pt x="7328" y="6374"/>
                </a:lnTo>
                <a:lnTo>
                  <a:pt x="7206" y="6570"/>
                </a:lnTo>
                <a:lnTo>
                  <a:pt x="7059" y="6741"/>
                </a:lnTo>
                <a:lnTo>
                  <a:pt x="6913" y="6912"/>
                </a:lnTo>
                <a:lnTo>
                  <a:pt x="6742" y="7058"/>
                </a:lnTo>
                <a:lnTo>
                  <a:pt x="6571" y="7205"/>
                </a:lnTo>
                <a:lnTo>
                  <a:pt x="6400" y="7303"/>
                </a:lnTo>
                <a:lnTo>
                  <a:pt x="6204" y="7425"/>
                </a:lnTo>
                <a:lnTo>
                  <a:pt x="6009" y="7498"/>
                </a:lnTo>
                <a:lnTo>
                  <a:pt x="5789" y="7571"/>
                </a:lnTo>
                <a:lnTo>
                  <a:pt x="5569" y="7596"/>
                </a:lnTo>
                <a:lnTo>
                  <a:pt x="5374" y="7620"/>
                </a:lnTo>
                <a:lnTo>
                  <a:pt x="5105" y="7596"/>
                </a:lnTo>
                <a:lnTo>
                  <a:pt x="4861" y="7522"/>
                </a:lnTo>
                <a:lnTo>
                  <a:pt x="4617" y="7425"/>
                </a:lnTo>
                <a:lnTo>
                  <a:pt x="4421" y="7254"/>
                </a:lnTo>
                <a:lnTo>
                  <a:pt x="4250" y="7058"/>
                </a:lnTo>
                <a:lnTo>
                  <a:pt x="4128" y="6839"/>
                </a:lnTo>
                <a:lnTo>
                  <a:pt x="4055" y="6619"/>
                </a:lnTo>
                <a:lnTo>
                  <a:pt x="3982" y="6399"/>
                </a:lnTo>
                <a:lnTo>
                  <a:pt x="3933" y="6204"/>
                </a:lnTo>
                <a:lnTo>
                  <a:pt x="3860" y="6008"/>
                </a:lnTo>
                <a:lnTo>
                  <a:pt x="3762" y="5813"/>
                </a:lnTo>
                <a:lnTo>
                  <a:pt x="3615" y="5617"/>
                </a:lnTo>
                <a:lnTo>
                  <a:pt x="3469" y="5495"/>
                </a:lnTo>
                <a:lnTo>
                  <a:pt x="3322" y="5398"/>
                </a:lnTo>
                <a:lnTo>
                  <a:pt x="3176" y="5324"/>
                </a:lnTo>
                <a:lnTo>
                  <a:pt x="3029" y="5275"/>
                </a:lnTo>
                <a:lnTo>
                  <a:pt x="2858" y="5251"/>
                </a:lnTo>
                <a:lnTo>
                  <a:pt x="2712" y="5251"/>
                </a:lnTo>
                <a:lnTo>
                  <a:pt x="2565" y="5275"/>
                </a:lnTo>
                <a:lnTo>
                  <a:pt x="2419" y="5324"/>
                </a:lnTo>
                <a:lnTo>
                  <a:pt x="2248" y="5373"/>
                </a:lnTo>
                <a:lnTo>
                  <a:pt x="2101" y="5446"/>
                </a:lnTo>
                <a:lnTo>
                  <a:pt x="1808" y="5642"/>
                </a:lnTo>
                <a:lnTo>
                  <a:pt x="1515" y="5886"/>
                </a:lnTo>
                <a:lnTo>
                  <a:pt x="1246" y="6155"/>
                </a:lnTo>
                <a:lnTo>
                  <a:pt x="978" y="6448"/>
                </a:lnTo>
                <a:lnTo>
                  <a:pt x="758" y="6765"/>
                </a:lnTo>
                <a:lnTo>
                  <a:pt x="538" y="7058"/>
                </a:lnTo>
                <a:lnTo>
                  <a:pt x="367" y="7327"/>
                </a:lnTo>
                <a:lnTo>
                  <a:pt x="99" y="7791"/>
                </a:lnTo>
                <a:lnTo>
                  <a:pt x="25" y="7938"/>
                </a:lnTo>
                <a:lnTo>
                  <a:pt x="1" y="8035"/>
                </a:lnTo>
                <a:lnTo>
                  <a:pt x="25" y="8231"/>
                </a:lnTo>
                <a:lnTo>
                  <a:pt x="74" y="8402"/>
                </a:lnTo>
                <a:lnTo>
                  <a:pt x="172" y="8597"/>
                </a:lnTo>
                <a:lnTo>
                  <a:pt x="294" y="8744"/>
                </a:lnTo>
                <a:lnTo>
                  <a:pt x="587" y="9012"/>
                </a:lnTo>
                <a:lnTo>
                  <a:pt x="880" y="9256"/>
                </a:lnTo>
                <a:lnTo>
                  <a:pt x="1417" y="9696"/>
                </a:lnTo>
                <a:lnTo>
                  <a:pt x="1906" y="10062"/>
                </a:lnTo>
                <a:lnTo>
                  <a:pt x="2101" y="10233"/>
                </a:lnTo>
                <a:lnTo>
                  <a:pt x="2297" y="10404"/>
                </a:lnTo>
                <a:lnTo>
                  <a:pt x="2419" y="10575"/>
                </a:lnTo>
                <a:lnTo>
                  <a:pt x="2541" y="10746"/>
                </a:lnTo>
                <a:lnTo>
                  <a:pt x="2590" y="10917"/>
                </a:lnTo>
                <a:lnTo>
                  <a:pt x="2590" y="11113"/>
                </a:lnTo>
                <a:lnTo>
                  <a:pt x="2541" y="11308"/>
                </a:lnTo>
                <a:lnTo>
                  <a:pt x="2443" y="11528"/>
                </a:lnTo>
                <a:lnTo>
                  <a:pt x="2272" y="11772"/>
                </a:lnTo>
                <a:lnTo>
                  <a:pt x="2004" y="12041"/>
                </a:lnTo>
                <a:lnTo>
                  <a:pt x="1833" y="12212"/>
                </a:lnTo>
                <a:lnTo>
                  <a:pt x="1637" y="12309"/>
                </a:lnTo>
                <a:lnTo>
                  <a:pt x="1417" y="12383"/>
                </a:lnTo>
                <a:lnTo>
                  <a:pt x="1222" y="12431"/>
                </a:lnTo>
                <a:lnTo>
                  <a:pt x="1002" y="12480"/>
                </a:lnTo>
                <a:lnTo>
                  <a:pt x="782" y="12578"/>
                </a:lnTo>
                <a:lnTo>
                  <a:pt x="587" y="12700"/>
                </a:lnTo>
                <a:lnTo>
                  <a:pt x="367" y="12871"/>
                </a:lnTo>
                <a:lnTo>
                  <a:pt x="196" y="13066"/>
                </a:lnTo>
                <a:lnTo>
                  <a:pt x="99" y="13286"/>
                </a:lnTo>
                <a:lnTo>
                  <a:pt x="25" y="13530"/>
                </a:lnTo>
                <a:lnTo>
                  <a:pt x="1" y="13799"/>
                </a:lnTo>
                <a:lnTo>
                  <a:pt x="25" y="14019"/>
                </a:lnTo>
                <a:lnTo>
                  <a:pt x="50" y="14239"/>
                </a:lnTo>
                <a:lnTo>
                  <a:pt x="123" y="14434"/>
                </a:lnTo>
                <a:lnTo>
                  <a:pt x="221" y="14654"/>
                </a:lnTo>
                <a:lnTo>
                  <a:pt x="318" y="14825"/>
                </a:lnTo>
                <a:lnTo>
                  <a:pt x="440" y="15020"/>
                </a:lnTo>
                <a:lnTo>
                  <a:pt x="563" y="15191"/>
                </a:lnTo>
                <a:lnTo>
                  <a:pt x="709" y="15362"/>
                </a:lnTo>
                <a:lnTo>
                  <a:pt x="880" y="15509"/>
                </a:lnTo>
                <a:lnTo>
                  <a:pt x="1051" y="15631"/>
                </a:lnTo>
                <a:lnTo>
                  <a:pt x="1246" y="15753"/>
                </a:lnTo>
                <a:lnTo>
                  <a:pt x="1442" y="15875"/>
                </a:lnTo>
                <a:lnTo>
                  <a:pt x="1637" y="15948"/>
                </a:lnTo>
                <a:lnTo>
                  <a:pt x="1857" y="16022"/>
                </a:lnTo>
                <a:lnTo>
                  <a:pt x="2052" y="16046"/>
                </a:lnTo>
                <a:lnTo>
                  <a:pt x="2272" y="16070"/>
                </a:lnTo>
                <a:lnTo>
                  <a:pt x="2541" y="16046"/>
                </a:lnTo>
                <a:lnTo>
                  <a:pt x="2785" y="15973"/>
                </a:lnTo>
                <a:lnTo>
                  <a:pt x="3005" y="15875"/>
                </a:lnTo>
                <a:lnTo>
                  <a:pt x="3200" y="15704"/>
                </a:lnTo>
                <a:lnTo>
                  <a:pt x="3371" y="15509"/>
                </a:lnTo>
                <a:lnTo>
                  <a:pt x="3493" y="15289"/>
                </a:lnTo>
                <a:lnTo>
                  <a:pt x="3567" y="15094"/>
                </a:lnTo>
                <a:lnTo>
                  <a:pt x="3615" y="14874"/>
                </a:lnTo>
                <a:lnTo>
                  <a:pt x="3689" y="14654"/>
                </a:lnTo>
                <a:lnTo>
                  <a:pt x="3762" y="14459"/>
                </a:lnTo>
                <a:lnTo>
                  <a:pt x="3860" y="14239"/>
                </a:lnTo>
                <a:lnTo>
                  <a:pt x="4031" y="14068"/>
                </a:lnTo>
                <a:lnTo>
                  <a:pt x="4299" y="13824"/>
                </a:lnTo>
                <a:lnTo>
                  <a:pt x="4544" y="13628"/>
                </a:lnTo>
                <a:lnTo>
                  <a:pt x="4763" y="13530"/>
                </a:lnTo>
                <a:lnTo>
                  <a:pt x="4959" y="13482"/>
                </a:lnTo>
                <a:lnTo>
                  <a:pt x="5154" y="13482"/>
                </a:lnTo>
                <a:lnTo>
                  <a:pt x="5325" y="13530"/>
                </a:lnTo>
                <a:lnTo>
                  <a:pt x="5496" y="13653"/>
                </a:lnTo>
                <a:lnTo>
                  <a:pt x="5667" y="13775"/>
                </a:lnTo>
                <a:lnTo>
                  <a:pt x="5838" y="13970"/>
                </a:lnTo>
                <a:lnTo>
                  <a:pt x="6009" y="14165"/>
                </a:lnTo>
                <a:lnTo>
                  <a:pt x="6375" y="14654"/>
                </a:lnTo>
                <a:lnTo>
                  <a:pt x="6815" y="15191"/>
                </a:lnTo>
                <a:lnTo>
                  <a:pt x="7059" y="15484"/>
                </a:lnTo>
                <a:lnTo>
                  <a:pt x="7328" y="15777"/>
                </a:lnTo>
                <a:lnTo>
                  <a:pt x="7474" y="15899"/>
                </a:lnTo>
                <a:lnTo>
                  <a:pt x="7670" y="15997"/>
                </a:lnTo>
                <a:lnTo>
                  <a:pt x="7841" y="16046"/>
                </a:lnTo>
                <a:lnTo>
                  <a:pt x="8036" y="16070"/>
                </a:lnTo>
                <a:lnTo>
                  <a:pt x="8134" y="16046"/>
                </a:lnTo>
                <a:lnTo>
                  <a:pt x="8280" y="15973"/>
                </a:lnTo>
                <a:lnTo>
                  <a:pt x="8744" y="15704"/>
                </a:lnTo>
                <a:lnTo>
                  <a:pt x="9013" y="15533"/>
                </a:lnTo>
                <a:lnTo>
                  <a:pt x="9306" y="15313"/>
                </a:lnTo>
                <a:lnTo>
                  <a:pt x="9623" y="15094"/>
                </a:lnTo>
                <a:lnTo>
                  <a:pt x="9917" y="14825"/>
                </a:lnTo>
                <a:lnTo>
                  <a:pt x="10185" y="14556"/>
                </a:lnTo>
                <a:lnTo>
                  <a:pt x="10429" y="14263"/>
                </a:lnTo>
                <a:lnTo>
                  <a:pt x="10625" y="13970"/>
                </a:lnTo>
                <a:lnTo>
                  <a:pt x="10698" y="13824"/>
                </a:lnTo>
                <a:lnTo>
                  <a:pt x="10747" y="13653"/>
                </a:lnTo>
                <a:lnTo>
                  <a:pt x="10796" y="13506"/>
                </a:lnTo>
                <a:lnTo>
                  <a:pt x="10820" y="13359"/>
                </a:lnTo>
                <a:lnTo>
                  <a:pt x="10820" y="13213"/>
                </a:lnTo>
                <a:lnTo>
                  <a:pt x="10796" y="13042"/>
                </a:lnTo>
                <a:lnTo>
                  <a:pt x="10747" y="12895"/>
                </a:lnTo>
                <a:lnTo>
                  <a:pt x="10674" y="12749"/>
                </a:lnTo>
                <a:lnTo>
                  <a:pt x="10576" y="12602"/>
                </a:lnTo>
                <a:lnTo>
                  <a:pt x="10454" y="12456"/>
                </a:lnTo>
                <a:lnTo>
                  <a:pt x="10258" y="12309"/>
                </a:lnTo>
                <a:lnTo>
                  <a:pt x="10063" y="12212"/>
                </a:lnTo>
                <a:lnTo>
                  <a:pt x="9868" y="12138"/>
                </a:lnTo>
                <a:lnTo>
                  <a:pt x="9648" y="12065"/>
                </a:lnTo>
                <a:lnTo>
                  <a:pt x="9428" y="12016"/>
                </a:lnTo>
                <a:lnTo>
                  <a:pt x="9208" y="11919"/>
                </a:lnTo>
                <a:lnTo>
                  <a:pt x="9013" y="11821"/>
                </a:lnTo>
                <a:lnTo>
                  <a:pt x="8818" y="11650"/>
                </a:lnTo>
                <a:lnTo>
                  <a:pt x="8647" y="11454"/>
                </a:lnTo>
                <a:lnTo>
                  <a:pt x="8549" y="11235"/>
                </a:lnTo>
                <a:lnTo>
                  <a:pt x="8476" y="10990"/>
                </a:lnTo>
                <a:lnTo>
                  <a:pt x="8451" y="10697"/>
                </a:lnTo>
                <a:lnTo>
                  <a:pt x="8476" y="10502"/>
                </a:lnTo>
                <a:lnTo>
                  <a:pt x="8500" y="10282"/>
                </a:lnTo>
                <a:lnTo>
                  <a:pt x="8573" y="10087"/>
                </a:lnTo>
                <a:lnTo>
                  <a:pt x="8647" y="9891"/>
                </a:lnTo>
                <a:lnTo>
                  <a:pt x="8744" y="9696"/>
                </a:lnTo>
                <a:lnTo>
                  <a:pt x="8866" y="9501"/>
                </a:lnTo>
                <a:lnTo>
                  <a:pt x="9013" y="9330"/>
                </a:lnTo>
                <a:lnTo>
                  <a:pt x="9159" y="9159"/>
                </a:lnTo>
                <a:lnTo>
                  <a:pt x="9330" y="9012"/>
                </a:lnTo>
                <a:lnTo>
                  <a:pt x="9501" y="8890"/>
                </a:lnTo>
                <a:lnTo>
                  <a:pt x="9672" y="8768"/>
                </a:lnTo>
                <a:lnTo>
                  <a:pt x="9868" y="8646"/>
                </a:lnTo>
                <a:lnTo>
                  <a:pt x="10063" y="8573"/>
                </a:lnTo>
                <a:lnTo>
                  <a:pt x="10283" y="8499"/>
                </a:lnTo>
                <a:lnTo>
                  <a:pt x="10503" y="8475"/>
                </a:lnTo>
                <a:lnTo>
                  <a:pt x="10698" y="8450"/>
                </a:lnTo>
                <a:lnTo>
                  <a:pt x="10967" y="8475"/>
                </a:lnTo>
                <a:lnTo>
                  <a:pt x="11211" y="8548"/>
                </a:lnTo>
                <a:lnTo>
                  <a:pt x="11455" y="8646"/>
                </a:lnTo>
                <a:lnTo>
                  <a:pt x="11651" y="8817"/>
                </a:lnTo>
                <a:lnTo>
                  <a:pt x="11822" y="9012"/>
                </a:lnTo>
                <a:lnTo>
                  <a:pt x="11944" y="9232"/>
                </a:lnTo>
                <a:lnTo>
                  <a:pt x="12017" y="9452"/>
                </a:lnTo>
                <a:lnTo>
                  <a:pt x="12090" y="9672"/>
                </a:lnTo>
                <a:lnTo>
                  <a:pt x="12139" y="9867"/>
                </a:lnTo>
                <a:lnTo>
                  <a:pt x="12212" y="10062"/>
                </a:lnTo>
                <a:lnTo>
                  <a:pt x="12310" y="10258"/>
                </a:lnTo>
                <a:lnTo>
                  <a:pt x="12457" y="10453"/>
                </a:lnTo>
                <a:lnTo>
                  <a:pt x="12603" y="10575"/>
                </a:lnTo>
                <a:lnTo>
                  <a:pt x="12750" y="10673"/>
                </a:lnTo>
                <a:lnTo>
                  <a:pt x="12896" y="10746"/>
                </a:lnTo>
                <a:lnTo>
                  <a:pt x="13043" y="10795"/>
                </a:lnTo>
                <a:lnTo>
                  <a:pt x="13214" y="10819"/>
                </a:lnTo>
                <a:lnTo>
                  <a:pt x="13360" y="10819"/>
                </a:lnTo>
                <a:lnTo>
                  <a:pt x="13507" y="10795"/>
                </a:lnTo>
                <a:lnTo>
                  <a:pt x="13653" y="10746"/>
                </a:lnTo>
                <a:lnTo>
                  <a:pt x="13824" y="10697"/>
                </a:lnTo>
                <a:lnTo>
                  <a:pt x="13971" y="10624"/>
                </a:lnTo>
                <a:lnTo>
                  <a:pt x="14264" y="10429"/>
                </a:lnTo>
                <a:lnTo>
                  <a:pt x="14557" y="10184"/>
                </a:lnTo>
                <a:lnTo>
                  <a:pt x="14826" y="9916"/>
                </a:lnTo>
                <a:lnTo>
                  <a:pt x="15094" y="9623"/>
                </a:lnTo>
                <a:lnTo>
                  <a:pt x="15314" y="9305"/>
                </a:lnTo>
                <a:lnTo>
                  <a:pt x="15534" y="9012"/>
                </a:lnTo>
                <a:lnTo>
                  <a:pt x="15705" y="8744"/>
                </a:lnTo>
                <a:lnTo>
                  <a:pt x="15973" y="8279"/>
                </a:lnTo>
                <a:lnTo>
                  <a:pt x="16047" y="8133"/>
                </a:lnTo>
                <a:lnTo>
                  <a:pt x="16071" y="8035"/>
                </a:lnTo>
                <a:lnTo>
                  <a:pt x="16047" y="7840"/>
                </a:lnTo>
                <a:lnTo>
                  <a:pt x="15998" y="7669"/>
                </a:lnTo>
                <a:lnTo>
                  <a:pt x="15900" y="7474"/>
                </a:lnTo>
                <a:lnTo>
                  <a:pt x="15778" y="7327"/>
                </a:lnTo>
                <a:lnTo>
                  <a:pt x="15485" y="7058"/>
                </a:lnTo>
                <a:lnTo>
                  <a:pt x="15192" y="6814"/>
                </a:lnTo>
                <a:lnTo>
                  <a:pt x="14655" y="6374"/>
                </a:lnTo>
                <a:lnTo>
                  <a:pt x="14166" y="6008"/>
                </a:lnTo>
                <a:lnTo>
                  <a:pt x="13971" y="5837"/>
                </a:lnTo>
                <a:lnTo>
                  <a:pt x="13775" y="5666"/>
                </a:lnTo>
                <a:lnTo>
                  <a:pt x="13653" y="5495"/>
                </a:lnTo>
                <a:lnTo>
                  <a:pt x="13531" y="5324"/>
                </a:lnTo>
                <a:lnTo>
                  <a:pt x="13482" y="5153"/>
                </a:lnTo>
                <a:lnTo>
                  <a:pt x="13482" y="4958"/>
                </a:lnTo>
                <a:lnTo>
                  <a:pt x="13531" y="4763"/>
                </a:lnTo>
                <a:lnTo>
                  <a:pt x="13629" y="4543"/>
                </a:lnTo>
                <a:lnTo>
                  <a:pt x="13800" y="4299"/>
                </a:lnTo>
                <a:lnTo>
                  <a:pt x="14068" y="4030"/>
                </a:lnTo>
                <a:lnTo>
                  <a:pt x="14239" y="3859"/>
                </a:lnTo>
                <a:lnTo>
                  <a:pt x="14435" y="3761"/>
                </a:lnTo>
                <a:lnTo>
                  <a:pt x="14655" y="3688"/>
                </a:lnTo>
                <a:lnTo>
                  <a:pt x="14850" y="3639"/>
                </a:lnTo>
                <a:lnTo>
                  <a:pt x="15070" y="3590"/>
                </a:lnTo>
                <a:lnTo>
                  <a:pt x="15290" y="3493"/>
                </a:lnTo>
                <a:lnTo>
                  <a:pt x="15485" y="3370"/>
                </a:lnTo>
                <a:lnTo>
                  <a:pt x="15705" y="3199"/>
                </a:lnTo>
                <a:lnTo>
                  <a:pt x="15876" y="3004"/>
                </a:lnTo>
                <a:lnTo>
                  <a:pt x="15973" y="2784"/>
                </a:lnTo>
                <a:lnTo>
                  <a:pt x="16047" y="2540"/>
                </a:lnTo>
                <a:lnTo>
                  <a:pt x="16071" y="2271"/>
                </a:lnTo>
                <a:lnTo>
                  <a:pt x="16047" y="2052"/>
                </a:lnTo>
                <a:lnTo>
                  <a:pt x="16022" y="1832"/>
                </a:lnTo>
                <a:lnTo>
                  <a:pt x="15949" y="1636"/>
                </a:lnTo>
                <a:lnTo>
                  <a:pt x="15851" y="1417"/>
                </a:lnTo>
                <a:lnTo>
                  <a:pt x="15754" y="1246"/>
                </a:lnTo>
                <a:lnTo>
                  <a:pt x="15632" y="1050"/>
                </a:lnTo>
                <a:lnTo>
                  <a:pt x="15509" y="879"/>
                </a:lnTo>
                <a:lnTo>
                  <a:pt x="15363" y="708"/>
                </a:lnTo>
                <a:lnTo>
                  <a:pt x="15192" y="562"/>
                </a:lnTo>
                <a:lnTo>
                  <a:pt x="15021" y="440"/>
                </a:lnTo>
                <a:lnTo>
                  <a:pt x="14826" y="318"/>
                </a:lnTo>
                <a:lnTo>
                  <a:pt x="14630" y="195"/>
                </a:lnTo>
                <a:lnTo>
                  <a:pt x="14435" y="122"/>
                </a:lnTo>
                <a:lnTo>
                  <a:pt x="14215" y="49"/>
                </a:lnTo>
                <a:lnTo>
                  <a:pt x="14020" y="24"/>
                </a:lnTo>
                <a:lnTo>
                  <a:pt x="13800" y="0"/>
                </a:lnTo>
                <a:lnTo>
                  <a:pt x="13531" y="24"/>
                </a:lnTo>
                <a:lnTo>
                  <a:pt x="13287" y="98"/>
                </a:lnTo>
                <a:lnTo>
                  <a:pt x="13067" y="195"/>
                </a:lnTo>
                <a:lnTo>
                  <a:pt x="12872" y="366"/>
                </a:lnTo>
                <a:lnTo>
                  <a:pt x="12701" y="562"/>
                </a:lnTo>
                <a:lnTo>
                  <a:pt x="12579" y="782"/>
                </a:lnTo>
                <a:lnTo>
                  <a:pt x="12505" y="977"/>
                </a:lnTo>
                <a:lnTo>
                  <a:pt x="12457" y="1197"/>
                </a:lnTo>
                <a:lnTo>
                  <a:pt x="12383" y="1417"/>
                </a:lnTo>
                <a:lnTo>
                  <a:pt x="12310" y="1612"/>
                </a:lnTo>
                <a:lnTo>
                  <a:pt x="12212" y="1832"/>
                </a:lnTo>
                <a:lnTo>
                  <a:pt x="12041" y="2003"/>
                </a:lnTo>
                <a:lnTo>
                  <a:pt x="11773" y="2271"/>
                </a:lnTo>
                <a:lnTo>
                  <a:pt x="11528" y="2442"/>
                </a:lnTo>
                <a:lnTo>
                  <a:pt x="11309" y="2540"/>
                </a:lnTo>
                <a:lnTo>
                  <a:pt x="11113" y="2589"/>
                </a:lnTo>
                <a:lnTo>
                  <a:pt x="10918" y="2589"/>
                </a:lnTo>
                <a:lnTo>
                  <a:pt x="10747" y="2540"/>
                </a:lnTo>
                <a:lnTo>
                  <a:pt x="10576" y="2418"/>
                </a:lnTo>
                <a:lnTo>
                  <a:pt x="10405" y="2296"/>
                </a:lnTo>
                <a:lnTo>
                  <a:pt x="10234" y="2100"/>
                </a:lnTo>
                <a:lnTo>
                  <a:pt x="10063" y="1905"/>
                </a:lnTo>
                <a:lnTo>
                  <a:pt x="9697" y="1417"/>
                </a:lnTo>
                <a:lnTo>
                  <a:pt x="9257" y="879"/>
                </a:lnTo>
                <a:lnTo>
                  <a:pt x="9013" y="586"/>
                </a:lnTo>
                <a:lnTo>
                  <a:pt x="8744" y="293"/>
                </a:lnTo>
                <a:lnTo>
                  <a:pt x="8598" y="171"/>
                </a:lnTo>
                <a:lnTo>
                  <a:pt x="8402" y="73"/>
                </a:lnTo>
                <a:lnTo>
                  <a:pt x="8231" y="24"/>
                </a:lnTo>
                <a:lnTo>
                  <a:pt x="8036" y="0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grpSp>
        <p:nvGrpSpPr>
          <p:cNvPr id="218" name="Google Shape;218;p59"/>
          <p:cNvGrpSpPr/>
          <p:nvPr/>
        </p:nvGrpSpPr>
        <p:grpSpPr>
          <a:xfrm>
            <a:off x="8203288" y="2657052"/>
            <a:ext cx="299121" cy="423685"/>
            <a:chOff x="3984000" y="1594200"/>
            <a:chExt cx="357800" cy="506800"/>
          </a:xfrm>
        </p:grpSpPr>
        <p:sp>
          <p:nvSpPr>
            <p:cNvPr id="219" name="Google Shape;219;p59"/>
            <p:cNvSpPr/>
            <p:nvPr/>
          </p:nvSpPr>
          <p:spPr>
            <a:xfrm>
              <a:off x="3984000" y="1597875"/>
              <a:ext cx="44575" cy="503125"/>
            </a:xfrm>
            <a:custGeom>
              <a:rect b="b" l="l" r="r" t="t"/>
              <a:pathLst>
                <a:path extrusionOk="0" h="20125" w="1783">
                  <a:moveTo>
                    <a:pt x="391" y="0"/>
                  </a:moveTo>
                  <a:lnTo>
                    <a:pt x="293" y="25"/>
                  </a:lnTo>
                  <a:lnTo>
                    <a:pt x="220" y="73"/>
                  </a:lnTo>
                  <a:lnTo>
                    <a:pt x="147" y="147"/>
                  </a:lnTo>
                  <a:lnTo>
                    <a:pt x="98" y="220"/>
                  </a:lnTo>
                  <a:lnTo>
                    <a:pt x="49" y="293"/>
                  </a:lnTo>
                  <a:lnTo>
                    <a:pt x="24" y="391"/>
                  </a:lnTo>
                  <a:lnTo>
                    <a:pt x="0" y="489"/>
                  </a:lnTo>
                  <a:lnTo>
                    <a:pt x="0" y="20125"/>
                  </a:lnTo>
                  <a:lnTo>
                    <a:pt x="1783" y="20125"/>
                  </a:lnTo>
                  <a:lnTo>
                    <a:pt x="1783" y="489"/>
                  </a:lnTo>
                  <a:lnTo>
                    <a:pt x="1783" y="391"/>
                  </a:lnTo>
                  <a:lnTo>
                    <a:pt x="1734" y="293"/>
                  </a:lnTo>
                  <a:lnTo>
                    <a:pt x="1710" y="220"/>
                  </a:lnTo>
                  <a:lnTo>
                    <a:pt x="1636" y="147"/>
                  </a:lnTo>
                  <a:lnTo>
                    <a:pt x="1563" y="73"/>
                  </a:lnTo>
                  <a:lnTo>
                    <a:pt x="1490" y="25"/>
                  </a:lnTo>
                  <a:lnTo>
                    <a:pt x="1392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20" name="Google Shape;220;p59"/>
            <p:cNvSpPr/>
            <p:nvPr/>
          </p:nvSpPr>
          <p:spPr>
            <a:xfrm>
              <a:off x="4041375" y="1594200"/>
              <a:ext cx="300425" cy="229600"/>
            </a:xfrm>
            <a:custGeom>
              <a:rect b="b" l="l" r="r" t="t"/>
              <a:pathLst>
                <a:path extrusionOk="0" h="9184" w="12017">
                  <a:moveTo>
                    <a:pt x="2541" y="1"/>
                  </a:moveTo>
                  <a:lnTo>
                    <a:pt x="2174" y="25"/>
                  </a:lnTo>
                  <a:lnTo>
                    <a:pt x="1808" y="74"/>
                  </a:lnTo>
                  <a:lnTo>
                    <a:pt x="1442" y="123"/>
                  </a:lnTo>
                  <a:lnTo>
                    <a:pt x="1100" y="245"/>
                  </a:lnTo>
                  <a:lnTo>
                    <a:pt x="734" y="367"/>
                  </a:lnTo>
                  <a:lnTo>
                    <a:pt x="367" y="538"/>
                  </a:lnTo>
                  <a:lnTo>
                    <a:pt x="1" y="758"/>
                  </a:lnTo>
                  <a:lnTo>
                    <a:pt x="1" y="8427"/>
                  </a:lnTo>
                  <a:lnTo>
                    <a:pt x="367" y="8207"/>
                  </a:lnTo>
                  <a:lnTo>
                    <a:pt x="734" y="8036"/>
                  </a:lnTo>
                  <a:lnTo>
                    <a:pt x="1100" y="7889"/>
                  </a:lnTo>
                  <a:lnTo>
                    <a:pt x="1442" y="7792"/>
                  </a:lnTo>
                  <a:lnTo>
                    <a:pt x="1808" y="7718"/>
                  </a:lnTo>
                  <a:lnTo>
                    <a:pt x="2174" y="7694"/>
                  </a:lnTo>
                  <a:lnTo>
                    <a:pt x="2541" y="7670"/>
                  </a:lnTo>
                  <a:lnTo>
                    <a:pt x="2883" y="7694"/>
                  </a:lnTo>
                  <a:lnTo>
                    <a:pt x="3249" y="7718"/>
                  </a:lnTo>
                  <a:lnTo>
                    <a:pt x="3615" y="7767"/>
                  </a:lnTo>
                  <a:lnTo>
                    <a:pt x="3982" y="7840"/>
                  </a:lnTo>
                  <a:lnTo>
                    <a:pt x="4324" y="7914"/>
                  </a:lnTo>
                  <a:lnTo>
                    <a:pt x="5056" y="8134"/>
                  </a:lnTo>
                  <a:lnTo>
                    <a:pt x="5765" y="8353"/>
                  </a:lnTo>
                  <a:lnTo>
                    <a:pt x="6497" y="8573"/>
                  </a:lnTo>
                  <a:lnTo>
                    <a:pt x="7206" y="8793"/>
                  </a:lnTo>
                  <a:lnTo>
                    <a:pt x="7938" y="8988"/>
                  </a:lnTo>
                  <a:lnTo>
                    <a:pt x="8305" y="9062"/>
                  </a:lnTo>
                  <a:lnTo>
                    <a:pt x="8647" y="9110"/>
                  </a:lnTo>
                  <a:lnTo>
                    <a:pt x="9013" y="9159"/>
                  </a:lnTo>
                  <a:lnTo>
                    <a:pt x="9379" y="9184"/>
                  </a:lnTo>
                  <a:lnTo>
                    <a:pt x="9746" y="9159"/>
                  </a:lnTo>
                  <a:lnTo>
                    <a:pt x="10088" y="9135"/>
                  </a:lnTo>
                  <a:lnTo>
                    <a:pt x="10454" y="9086"/>
                  </a:lnTo>
                  <a:lnTo>
                    <a:pt x="10820" y="8988"/>
                  </a:lnTo>
                  <a:lnTo>
                    <a:pt x="11187" y="8866"/>
                  </a:lnTo>
                  <a:lnTo>
                    <a:pt x="11529" y="8695"/>
                  </a:lnTo>
                  <a:lnTo>
                    <a:pt x="11699" y="8598"/>
                  </a:lnTo>
                  <a:lnTo>
                    <a:pt x="11822" y="8500"/>
                  </a:lnTo>
                  <a:lnTo>
                    <a:pt x="11895" y="8378"/>
                  </a:lnTo>
                  <a:lnTo>
                    <a:pt x="11968" y="8256"/>
                  </a:lnTo>
                  <a:lnTo>
                    <a:pt x="12017" y="8134"/>
                  </a:lnTo>
                  <a:lnTo>
                    <a:pt x="12017" y="8011"/>
                  </a:lnTo>
                  <a:lnTo>
                    <a:pt x="11968" y="7914"/>
                  </a:lnTo>
                  <a:lnTo>
                    <a:pt x="11919" y="7816"/>
                  </a:lnTo>
                  <a:lnTo>
                    <a:pt x="11529" y="7425"/>
                  </a:lnTo>
                  <a:lnTo>
                    <a:pt x="11138" y="6961"/>
                  </a:lnTo>
                  <a:lnTo>
                    <a:pt x="10771" y="6473"/>
                  </a:lnTo>
                  <a:lnTo>
                    <a:pt x="10381" y="5960"/>
                  </a:lnTo>
                  <a:lnTo>
                    <a:pt x="10307" y="5813"/>
                  </a:lnTo>
                  <a:lnTo>
                    <a:pt x="10259" y="5667"/>
                  </a:lnTo>
                  <a:lnTo>
                    <a:pt x="10234" y="5496"/>
                  </a:lnTo>
                  <a:lnTo>
                    <a:pt x="10210" y="5300"/>
                  </a:lnTo>
                  <a:lnTo>
                    <a:pt x="10234" y="5130"/>
                  </a:lnTo>
                  <a:lnTo>
                    <a:pt x="10259" y="4959"/>
                  </a:lnTo>
                  <a:lnTo>
                    <a:pt x="10307" y="4788"/>
                  </a:lnTo>
                  <a:lnTo>
                    <a:pt x="10381" y="4617"/>
                  </a:lnTo>
                  <a:lnTo>
                    <a:pt x="10771" y="3884"/>
                  </a:lnTo>
                  <a:lnTo>
                    <a:pt x="11138" y="3127"/>
                  </a:lnTo>
                  <a:lnTo>
                    <a:pt x="11529" y="2345"/>
                  </a:lnTo>
                  <a:lnTo>
                    <a:pt x="11919" y="1490"/>
                  </a:lnTo>
                  <a:lnTo>
                    <a:pt x="11993" y="1320"/>
                  </a:lnTo>
                  <a:lnTo>
                    <a:pt x="12017" y="1173"/>
                  </a:lnTo>
                  <a:lnTo>
                    <a:pt x="12017" y="1051"/>
                  </a:lnTo>
                  <a:lnTo>
                    <a:pt x="11968" y="978"/>
                  </a:lnTo>
                  <a:lnTo>
                    <a:pt x="11895" y="953"/>
                  </a:lnTo>
                  <a:lnTo>
                    <a:pt x="11822" y="929"/>
                  </a:lnTo>
                  <a:lnTo>
                    <a:pt x="11699" y="978"/>
                  </a:lnTo>
                  <a:lnTo>
                    <a:pt x="11529" y="1026"/>
                  </a:lnTo>
                  <a:lnTo>
                    <a:pt x="11187" y="1197"/>
                  </a:lnTo>
                  <a:lnTo>
                    <a:pt x="10820" y="1320"/>
                  </a:lnTo>
                  <a:lnTo>
                    <a:pt x="10454" y="1417"/>
                  </a:lnTo>
                  <a:lnTo>
                    <a:pt x="10088" y="1466"/>
                  </a:lnTo>
                  <a:lnTo>
                    <a:pt x="9746" y="1515"/>
                  </a:lnTo>
                  <a:lnTo>
                    <a:pt x="9379" y="1515"/>
                  </a:lnTo>
                  <a:lnTo>
                    <a:pt x="9013" y="1490"/>
                  </a:lnTo>
                  <a:lnTo>
                    <a:pt x="8647" y="1466"/>
                  </a:lnTo>
                  <a:lnTo>
                    <a:pt x="8305" y="1393"/>
                  </a:lnTo>
                  <a:lnTo>
                    <a:pt x="7938" y="1320"/>
                  </a:lnTo>
                  <a:lnTo>
                    <a:pt x="7206" y="1149"/>
                  </a:lnTo>
                  <a:lnTo>
                    <a:pt x="6497" y="929"/>
                  </a:lnTo>
                  <a:lnTo>
                    <a:pt x="5765" y="685"/>
                  </a:lnTo>
                  <a:lnTo>
                    <a:pt x="5056" y="465"/>
                  </a:lnTo>
                  <a:lnTo>
                    <a:pt x="4324" y="269"/>
                  </a:lnTo>
                  <a:lnTo>
                    <a:pt x="3982" y="172"/>
                  </a:lnTo>
                  <a:lnTo>
                    <a:pt x="3615" y="98"/>
                  </a:lnTo>
                  <a:lnTo>
                    <a:pt x="3249" y="50"/>
                  </a:lnTo>
                  <a:lnTo>
                    <a:pt x="2883" y="25"/>
                  </a:lnTo>
                  <a:lnTo>
                    <a:pt x="2541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221" name="Google Shape;221;p59"/>
          <p:cNvGrpSpPr/>
          <p:nvPr/>
        </p:nvGrpSpPr>
        <p:grpSpPr>
          <a:xfrm>
            <a:off x="8719330" y="2747904"/>
            <a:ext cx="394090" cy="241980"/>
            <a:chOff x="4601275" y="1702875"/>
            <a:chExt cx="471400" cy="289450"/>
          </a:xfrm>
        </p:grpSpPr>
        <p:sp>
          <p:nvSpPr>
            <p:cNvPr id="222" name="Google Shape;222;p59"/>
            <p:cNvSpPr/>
            <p:nvPr/>
          </p:nvSpPr>
          <p:spPr>
            <a:xfrm>
              <a:off x="4816200" y="1702875"/>
              <a:ext cx="41550" cy="41550"/>
            </a:xfrm>
            <a:custGeom>
              <a:rect b="b" l="l" r="r" t="t"/>
              <a:pathLst>
                <a:path extrusionOk="0" h="1662" w="1662">
                  <a:moveTo>
                    <a:pt x="831" y="1"/>
                  </a:moveTo>
                  <a:lnTo>
                    <a:pt x="660" y="25"/>
                  </a:lnTo>
                  <a:lnTo>
                    <a:pt x="514" y="74"/>
                  </a:lnTo>
                  <a:lnTo>
                    <a:pt x="367" y="148"/>
                  </a:lnTo>
                  <a:lnTo>
                    <a:pt x="245" y="245"/>
                  </a:lnTo>
                  <a:lnTo>
                    <a:pt x="147" y="367"/>
                  </a:lnTo>
                  <a:lnTo>
                    <a:pt x="74" y="514"/>
                  </a:lnTo>
                  <a:lnTo>
                    <a:pt x="25" y="660"/>
                  </a:lnTo>
                  <a:lnTo>
                    <a:pt x="1" y="831"/>
                  </a:lnTo>
                  <a:lnTo>
                    <a:pt x="25" y="1002"/>
                  </a:lnTo>
                  <a:lnTo>
                    <a:pt x="74" y="1173"/>
                  </a:lnTo>
                  <a:lnTo>
                    <a:pt x="147" y="1295"/>
                  </a:lnTo>
                  <a:lnTo>
                    <a:pt x="245" y="1418"/>
                  </a:lnTo>
                  <a:lnTo>
                    <a:pt x="367" y="1540"/>
                  </a:lnTo>
                  <a:lnTo>
                    <a:pt x="514" y="1613"/>
                  </a:lnTo>
                  <a:lnTo>
                    <a:pt x="660" y="1662"/>
                  </a:lnTo>
                  <a:lnTo>
                    <a:pt x="1002" y="1662"/>
                  </a:lnTo>
                  <a:lnTo>
                    <a:pt x="1149" y="1613"/>
                  </a:lnTo>
                  <a:lnTo>
                    <a:pt x="1295" y="1540"/>
                  </a:lnTo>
                  <a:lnTo>
                    <a:pt x="1417" y="1418"/>
                  </a:lnTo>
                  <a:lnTo>
                    <a:pt x="1515" y="1295"/>
                  </a:lnTo>
                  <a:lnTo>
                    <a:pt x="1588" y="1173"/>
                  </a:lnTo>
                  <a:lnTo>
                    <a:pt x="1637" y="1002"/>
                  </a:lnTo>
                  <a:lnTo>
                    <a:pt x="1661" y="831"/>
                  </a:lnTo>
                  <a:lnTo>
                    <a:pt x="1637" y="660"/>
                  </a:lnTo>
                  <a:lnTo>
                    <a:pt x="1588" y="514"/>
                  </a:lnTo>
                  <a:lnTo>
                    <a:pt x="1515" y="367"/>
                  </a:lnTo>
                  <a:lnTo>
                    <a:pt x="1417" y="245"/>
                  </a:lnTo>
                  <a:lnTo>
                    <a:pt x="1295" y="148"/>
                  </a:lnTo>
                  <a:lnTo>
                    <a:pt x="1149" y="74"/>
                  </a:lnTo>
                  <a:lnTo>
                    <a:pt x="1002" y="25"/>
                  </a:lnTo>
                  <a:lnTo>
                    <a:pt x="831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23" name="Google Shape;223;p59"/>
            <p:cNvSpPr/>
            <p:nvPr/>
          </p:nvSpPr>
          <p:spPr>
            <a:xfrm>
              <a:off x="5031125" y="1757225"/>
              <a:ext cx="41550" cy="41550"/>
            </a:xfrm>
            <a:custGeom>
              <a:rect b="b" l="l" r="r" t="t"/>
              <a:pathLst>
                <a:path extrusionOk="0" h="1662" w="1662">
                  <a:moveTo>
                    <a:pt x="831" y="1"/>
                  </a:moveTo>
                  <a:lnTo>
                    <a:pt x="660" y="25"/>
                  </a:lnTo>
                  <a:lnTo>
                    <a:pt x="513" y="74"/>
                  </a:lnTo>
                  <a:lnTo>
                    <a:pt x="367" y="147"/>
                  </a:lnTo>
                  <a:lnTo>
                    <a:pt x="245" y="245"/>
                  </a:lnTo>
                  <a:lnTo>
                    <a:pt x="147" y="367"/>
                  </a:lnTo>
                  <a:lnTo>
                    <a:pt x="74" y="514"/>
                  </a:lnTo>
                  <a:lnTo>
                    <a:pt x="25" y="684"/>
                  </a:lnTo>
                  <a:lnTo>
                    <a:pt x="1" y="831"/>
                  </a:lnTo>
                  <a:lnTo>
                    <a:pt x="25" y="1002"/>
                  </a:lnTo>
                  <a:lnTo>
                    <a:pt x="74" y="1173"/>
                  </a:lnTo>
                  <a:lnTo>
                    <a:pt x="147" y="1295"/>
                  </a:lnTo>
                  <a:lnTo>
                    <a:pt x="245" y="1417"/>
                  </a:lnTo>
                  <a:lnTo>
                    <a:pt x="367" y="1539"/>
                  </a:lnTo>
                  <a:lnTo>
                    <a:pt x="513" y="1613"/>
                  </a:lnTo>
                  <a:lnTo>
                    <a:pt x="660" y="1661"/>
                  </a:lnTo>
                  <a:lnTo>
                    <a:pt x="1002" y="1661"/>
                  </a:lnTo>
                  <a:lnTo>
                    <a:pt x="1148" y="1613"/>
                  </a:lnTo>
                  <a:lnTo>
                    <a:pt x="1295" y="1539"/>
                  </a:lnTo>
                  <a:lnTo>
                    <a:pt x="1417" y="1417"/>
                  </a:lnTo>
                  <a:lnTo>
                    <a:pt x="1515" y="1295"/>
                  </a:lnTo>
                  <a:lnTo>
                    <a:pt x="1588" y="1173"/>
                  </a:lnTo>
                  <a:lnTo>
                    <a:pt x="1637" y="1002"/>
                  </a:lnTo>
                  <a:lnTo>
                    <a:pt x="1661" y="831"/>
                  </a:lnTo>
                  <a:lnTo>
                    <a:pt x="1637" y="684"/>
                  </a:lnTo>
                  <a:lnTo>
                    <a:pt x="1588" y="514"/>
                  </a:lnTo>
                  <a:lnTo>
                    <a:pt x="1515" y="367"/>
                  </a:lnTo>
                  <a:lnTo>
                    <a:pt x="1417" y="245"/>
                  </a:lnTo>
                  <a:lnTo>
                    <a:pt x="1295" y="147"/>
                  </a:lnTo>
                  <a:lnTo>
                    <a:pt x="1148" y="74"/>
                  </a:lnTo>
                  <a:lnTo>
                    <a:pt x="1002" y="25"/>
                  </a:lnTo>
                  <a:lnTo>
                    <a:pt x="831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24" name="Google Shape;224;p59"/>
            <p:cNvSpPr/>
            <p:nvPr/>
          </p:nvSpPr>
          <p:spPr>
            <a:xfrm>
              <a:off x="4634875" y="1756000"/>
              <a:ext cx="404225" cy="178325"/>
            </a:xfrm>
            <a:custGeom>
              <a:rect b="b" l="l" r="r" t="t"/>
              <a:pathLst>
                <a:path extrusionOk="0" h="7133" w="16169">
                  <a:moveTo>
                    <a:pt x="7742" y="1"/>
                  </a:moveTo>
                  <a:lnTo>
                    <a:pt x="5007" y="3444"/>
                  </a:lnTo>
                  <a:lnTo>
                    <a:pt x="464" y="1784"/>
                  </a:lnTo>
                  <a:lnTo>
                    <a:pt x="366" y="1881"/>
                  </a:lnTo>
                  <a:lnTo>
                    <a:pt x="244" y="1979"/>
                  </a:lnTo>
                  <a:lnTo>
                    <a:pt x="122" y="2052"/>
                  </a:lnTo>
                  <a:lnTo>
                    <a:pt x="0" y="2101"/>
                  </a:lnTo>
                  <a:lnTo>
                    <a:pt x="1465" y="7132"/>
                  </a:lnTo>
                  <a:lnTo>
                    <a:pt x="14703" y="7132"/>
                  </a:lnTo>
                  <a:lnTo>
                    <a:pt x="16168" y="2101"/>
                  </a:lnTo>
                  <a:lnTo>
                    <a:pt x="16046" y="2052"/>
                  </a:lnTo>
                  <a:lnTo>
                    <a:pt x="15924" y="1979"/>
                  </a:lnTo>
                  <a:lnTo>
                    <a:pt x="15802" y="1881"/>
                  </a:lnTo>
                  <a:lnTo>
                    <a:pt x="15704" y="1784"/>
                  </a:lnTo>
                  <a:lnTo>
                    <a:pt x="11161" y="3444"/>
                  </a:lnTo>
                  <a:lnTo>
                    <a:pt x="8426" y="1"/>
                  </a:lnTo>
                  <a:lnTo>
                    <a:pt x="8255" y="25"/>
                  </a:lnTo>
                  <a:lnTo>
                    <a:pt x="7913" y="25"/>
                  </a:lnTo>
                  <a:lnTo>
                    <a:pt x="7742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25" name="Google Shape;225;p59"/>
            <p:cNvSpPr/>
            <p:nvPr/>
          </p:nvSpPr>
          <p:spPr>
            <a:xfrm>
              <a:off x="4601275" y="1757225"/>
              <a:ext cx="41550" cy="41550"/>
            </a:xfrm>
            <a:custGeom>
              <a:rect b="b" l="l" r="r" t="t"/>
              <a:pathLst>
                <a:path extrusionOk="0" h="1662" w="1662">
                  <a:moveTo>
                    <a:pt x="831" y="1"/>
                  </a:moveTo>
                  <a:lnTo>
                    <a:pt x="660" y="25"/>
                  </a:lnTo>
                  <a:lnTo>
                    <a:pt x="514" y="74"/>
                  </a:lnTo>
                  <a:lnTo>
                    <a:pt x="367" y="147"/>
                  </a:lnTo>
                  <a:lnTo>
                    <a:pt x="245" y="245"/>
                  </a:lnTo>
                  <a:lnTo>
                    <a:pt x="147" y="367"/>
                  </a:lnTo>
                  <a:lnTo>
                    <a:pt x="74" y="514"/>
                  </a:lnTo>
                  <a:lnTo>
                    <a:pt x="25" y="684"/>
                  </a:lnTo>
                  <a:lnTo>
                    <a:pt x="1" y="831"/>
                  </a:lnTo>
                  <a:lnTo>
                    <a:pt x="25" y="1002"/>
                  </a:lnTo>
                  <a:lnTo>
                    <a:pt x="74" y="1173"/>
                  </a:lnTo>
                  <a:lnTo>
                    <a:pt x="147" y="1295"/>
                  </a:lnTo>
                  <a:lnTo>
                    <a:pt x="245" y="1417"/>
                  </a:lnTo>
                  <a:lnTo>
                    <a:pt x="367" y="1539"/>
                  </a:lnTo>
                  <a:lnTo>
                    <a:pt x="514" y="1613"/>
                  </a:lnTo>
                  <a:lnTo>
                    <a:pt x="660" y="1661"/>
                  </a:lnTo>
                  <a:lnTo>
                    <a:pt x="1002" y="1661"/>
                  </a:lnTo>
                  <a:lnTo>
                    <a:pt x="1149" y="1613"/>
                  </a:lnTo>
                  <a:lnTo>
                    <a:pt x="1295" y="1539"/>
                  </a:lnTo>
                  <a:lnTo>
                    <a:pt x="1417" y="1417"/>
                  </a:lnTo>
                  <a:lnTo>
                    <a:pt x="1515" y="1295"/>
                  </a:lnTo>
                  <a:lnTo>
                    <a:pt x="1588" y="1173"/>
                  </a:lnTo>
                  <a:lnTo>
                    <a:pt x="1637" y="1002"/>
                  </a:lnTo>
                  <a:lnTo>
                    <a:pt x="1662" y="831"/>
                  </a:lnTo>
                  <a:lnTo>
                    <a:pt x="1637" y="684"/>
                  </a:lnTo>
                  <a:lnTo>
                    <a:pt x="1588" y="514"/>
                  </a:lnTo>
                  <a:lnTo>
                    <a:pt x="1515" y="367"/>
                  </a:lnTo>
                  <a:lnTo>
                    <a:pt x="1417" y="245"/>
                  </a:lnTo>
                  <a:lnTo>
                    <a:pt x="1295" y="147"/>
                  </a:lnTo>
                  <a:lnTo>
                    <a:pt x="1149" y="74"/>
                  </a:lnTo>
                  <a:lnTo>
                    <a:pt x="1002" y="25"/>
                  </a:lnTo>
                  <a:lnTo>
                    <a:pt x="831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26" name="Google Shape;226;p59"/>
            <p:cNvSpPr/>
            <p:nvPr/>
          </p:nvSpPr>
          <p:spPr>
            <a:xfrm>
              <a:off x="4673325" y="1947725"/>
              <a:ext cx="327300" cy="44600"/>
            </a:xfrm>
            <a:custGeom>
              <a:rect b="b" l="l" r="r" t="t"/>
              <a:pathLst>
                <a:path extrusionOk="0" h="1784" w="13092">
                  <a:moveTo>
                    <a:pt x="1" y="1"/>
                  </a:moveTo>
                  <a:lnTo>
                    <a:pt x="514" y="1784"/>
                  </a:lnTo>
                  <a:lnTo>
                    <a:pt x="1808" y="1686"/>
                  </a:lnTo>
                  <a:lnTo>
                    <a:pt x="3249" y="1588"/>
                  </a:lnTo>
                  <a:lnTo>
                    <a:pt x="4836" y="1539"/>
                  </a:lnTo>
                  <a:lnTo>
                    <a:pt x="8256" y="1539"/>
                  </a:lnTo>
                  <a:lnTo>
                    <a:pt x="9843" y="1588"/>
                  </a:lnTo>
                  <a:lnTo>
                    <a:pt x="11284" y="1661"/>
                  </a:lnTo>
                  <a:lnTo>
                    <a:pt x="12579" y="1784"/>
                  </a:lnTo>
                  <a:lnTo>
                    <a:pt x="13091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227" name="Google Shape;227;p59"/>
          <p:cNvGrpSpPr/>
          <p:nvPr/>
        </p:nvGrpSpPr>
        <p:grpSpPr>
          <a:xfrm>
            <a:off x="9301750" y="2688694"/>
            <a:ext cx="356303" cy="360400"/>
            <a:chOff x="5297950" y="1632050"/>
            <a:chExt cx="426200" cy="431100"/>
          </a:xfrm>
        </p:grpSpPr>
        <p:sp>
          <p:nvSpPr>
            <p:cNvPr id="228" name="Google Shape;228;p59"/>
            <p:cNvSpPr/>
            <p:nvPr/>
          </p:nvSpPr>
          <p:spPr>
            <a:xfrm>
              <a:off x="5404800" y="1936125"/>
              <a:ext cx="212500" cy="127025"/>
            </a:xfrm>
            <a:custGeom>
              <a:rect b="b" l="l" r="r" t="t"/>
              <a:pathLst>
                <a:path extrusionOk="0" h="5081" w="8500">
                  <a:moveTo>
                    <a:pt x="3175" y="1"/>
                  </a:moveTo>
                  <a:lnTo>
                    <a:pt x="3175" y="2834"/>
                  </a:lnTo>
                  <a:lnTo>
                    <a:pt x="2614" y="2956"/>
                  </a:lnTo>
                  <a:lnTo>
                    <a:pt x="2076" y="3102"/>
                  </a:lnTo>
                  <a:lnTo>
                    <a:pt x="1588" y="3298"/>
                  </a:lnTo>
                  <a:lnTo>
                    <a:pt x="1148" y="3493"/>
                  </a:lnTo>
                  <a:lnTo>
                    <a:pt x="782" y="3713"/>
                  </a:lnTo>
                  <a:lnTo>
                    <a:pt x="611" y="3859"/>
                  </a:lnTo>
                  <a:lnTo>
                    <a:pt x="464" y="3982"/>
                  </a:lnTo>
                  <a:lnTo>
                    <a:pt x="318" y="4128"/>
                  </a:lnTo>
                  <a:lnTo>
                    <a:pt x="196" y="4275"/>
                  </a:lnTo>
                  <a:lnTo>
                    <a:pt x="74" y="4421"/>
                  </a:lnTo>
                  <a:lnTo>
                    <a:pt x="0" y="4592"/>
                  </a:lnTo>
                  <a:lnTo>
                    <a:pt x="171" y="4665"/>
                  </a:lnTo>
                  <a:lnTo>
                    <a:pt x="416" y="4739"/>
                  </a:lnTo>
                  <a:lnTo>
                    <a:pt x="782" y="4836"/>
                  </a:lnTo>
                  <a:lnTo>
                    <a:pt x="1344" y="4910"/>
                  </a:lnTo>
                  <a:lnTo>
                    <a:pt x="2101" y="5007"/>
                  </a:lnTo>
                  <a:lnTo>
                    <a:pt x="3053" y="5056"/>
                  </a:lnTo>
                  <a:lnTo>
                    <a:pt x="4250" y="5081"/>
                  </a:lnTo>
                  <a:lnTo>
                    <a:pt x="5447" y="5056"/>
                  </a:lnTo>
                  <a:lnTo>
                    <a:pt x="6399" y="5007"/>
                  </a:lnTo>
                  <a:lnTo>
                    <a:pt x="7156" y="4910"/>
                  </a:lnTo>
                  <a:lnTo>
                    <a:pt x="7718" y="4836"/>
                  </a:lnTo>
                  <a:lnTo>
                    <a:pt x="8084" y="4739"/>
                  </a:lnTo>
                  <a:lnTo>
                    <a:pt x="8329" y="4665"/>
                  </a:lnTo>
                  <a:lnTo>
                    <a:pt x="8500" y="4592"/>
                  </a:lnTo>
                  <a:lnTo>
                    <a:pt x="8426" y="4421"/>
                  </a:lnTo>
                  <a:lnTo>
                    <a:pt x="8304" y="4275"/>
                  </a:lnTo>
                  <a:lnTo>
                    <a:pt x="8182" y="4128"/>
                  </a:lnTo>
                  <a:lnTo>
                    <a:pt x="8036" y="3982"/>
                  </a:lnTo>
                  <a:lnTo>
                    <a:pt x="7889" y="3859"/>
                  </a:lnTo>
                  <a:lnTo>
                    <a:pt x="7718" y="3713"/>
                  </a:lnTo>
                  <a:lnTo>
                    <a:pt x="7352" y="3493"/>
                  </a:lnTo>
                  <a:lnTo>
                    <a:pt x="6912" y="3298"/>
                  </a:lnTo>
                  <a:lnTo>
                    <a:pt x="6424" y="3102"/>
                  </a:lnTo>
                  <a:lnTo>
                    <a:pt x="5886" y="2956"/>
                  </a:lnTo>
                  <a:lnTo>
                    <a:pt x="5325" y="2834"/>
                  </a:lnTo>
                  <a:lnTo>
                    <a:pt x="5325" y="1"/>
                  </a:lnTo>
                  <a:lnTo>
                    <a:pt x="5032" y="49"/>
                  </a:lnTo>
                  <a:lnTo>
                    <a:pt x="4763" y="98"/>
                  </a:lnTo>
                  <a:lnTo>
                    <a:pt x="4250" y="123"/>
                  </a:lnTo>
                  <a:lnTo>
                    <a:pt x="3737" y="98"/>
                  </a:lnTo>
                  <a:lnTo>
                    <a:pt x="3469" y="49"/>
                  </a:lnTo>
                  <a:lnTo>
                    <a:pt x="3175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29" name="Google Shape;229;p59"/>
            <p:cNvSpPr/>
            <p:nvPr/>
          </p:nvSpPr>
          <p:spPr>
            <a:xfrm>
              <a:off x="5297950" y="1632050"/>
              <a:ext cx="426200" cy="294950"/>
            </a:xfrm>
            <a:custGeom>
              <a:rect b="b" l="l" r="r" t="t"/>
              <a:pathLst>
                <a:path extrusionOk="0" h="11798" w="17048">
                  <a:moveTo>
                    <a:pt x="8524" y="2956"/>
                  </a:moveTo>
                  <a:lnTo>
                    <a:pt x="8573" y="2981"/>
                  </a:lnTo>
                  <a:lnTo>
                    <a:pt x="8622" y="3054"/>
                  </a:lnTo>
                  <a:lnTo>
                    <a:pt x="9086" y="4128"/>
                  </a:lnTo>
                  <a:lnTo>
                    <a:pt x="9135" y="4202"/>
                  </a:lnTo>
                  <a:lnTo>
                    <a:pt x="9208" y="4275"/>
                  </a:lnTo>
                  <a:lnTo>
                    <a:pt x="9306" y="4324"/>
                  </a:lnTo>
                  <a:lnTo>
                    <a:pt x="9403" y="4348"/>
                  </a:lnTo>
                  <a:lnTo>
                    <a:pt x="10576" y="4470"/>
                  </a:lnTo>
                  <a:lnTo>
                    <a:pt x="10649" y="4495"/>
                  </a:lnTo>
                  <a:lnTo>
                    <a:pt x="10698" y="4519"/>
                  </a:lnTo>
                  <a:lnTo>
                    <a:pt x="10673" y="4592"/>
                  </a:lnTo>
                  <a:lnTo>
                    <a:pt x="10624" y="4641"/>
                  </a:lnTo>
                  <a:lnTo>
                    <a:pt x="9745" y="5423"/>
                  </a:lnTo>
                  <a:lnTo>
                    <a:pt x="9696" y="5496"/>
                  </a:lnTo>
                  <a:lnTo>
                    <a:pt x="9648" y="5594"/>
                  </a:lnTo>
                  <a:lnTo>
                    <a:pt x="9623" y="5691"/>
                  </a:lnTo>
                  <a:lnTo>
                    <a:pt x="9623" y="5789"/>
                  </a:lnTo>
                  <a:lnTo>
                    <a:pt x="9892" y="6961"/>
                  </a:lnTo>
                  <a:lnTo>
                    <a:pt x="9892" y="7035"/>
                  </a:lnTo>
                  <a:lnTo>
                    <a:pt x="9867" y="7084"/>
                  </a:lnTo>
                  <a:lnTo>
                    <a:pt x="9818" y="7084"/>
                  </a:lnTo>
                  <a:lnTo>
                    <a:pt x="9745" y="7059"/>
                  </a:lnTo>
                  <a:lnTo>
                    <a:pt x="8719" y="6473"/>
                  </a:lnTo>
                  <a:lnTo>
                    <a:pt x="8622" y="6424"/>
                  </a:lnTo>
                  <a:lnTo>
                    <a:pt x="8426" y="6424"/>
                  </a:lnTo>
                  <a:lnTo>
                    <a:pt x="8329" y="6473"/>
                  </a:lnTo>
                  <a:lnTo>
                    <a:pt x="7303" y="7059"/>
                  </a:lnTo>
                  <a:lnTo>
                    <a:pt x="7230" y="7084"/>
                  </a:lnTo>
                  <a:lnTo>
                    <a:pt x="7181" y="7084"/>
                  </a:lnTo>
                  <a:lnTo>
                    <a:pt x="7156" y="7035"/>
                  </a:lnTo>
                  <a:lnTo>
                    <a:pt x="7156" y="6961"/>
                  </a:lnTo>
                  <a:lnTo>
                    <a:pt x="7425" y="5789"/>
                  </a:lnTo>
                  <a:lnTo>
                    <a:pt x="7425" y="5691"/>
                  </a:lnTo>
                  <a:lnTo>
                    <a:pt x="7401" y="5594"/>
                  </a:lnTo>
                  <a:lnTo>
                    <a:pt x="7352" y="5496"/>
                  </a:lnTo>
                  <a:lnTo>
                    <a:pt x="7303" y="5423"/>
                  </a:lnTo>
                  <a:lnTo>
                    <a:pt x="6424" y="4641"/>
                  </a:lnTo>
                  <a:lnTo>
                    <a:pt x="6375" y="4592"/>
                  </a:lnTo>
                  <a:lnTo>
                    <a:pt x="6350" y="4519"/>
                  </a:lnTo>
                  <a:lnTo>
                    <a:pt x="6399" y="4495"/>
                  </a:lnTo>
                  <a:lnTo>
                    <a:pt x="6473" y="4470"/>
                  </a:lnTo>
                  <a:lnTo>
                    <a:pt x="7645" y="4348"/>
                  </a:lnTo>
                  <a:lnTo>
                    <a:pt x="7743" y="4324"/>
                  </a:lnTo>
                  <a:lnTo>
                    <a:pt x="7840" y="4275"/>
                  </a:lnTo>
                  <a:lnTo>
                    <a:pt x="7913" y="4202"/>
                  </a:lnTo>
                  <a:lnTo>
                    <a:pt x="7962" y="4128"/>
                  </a:lnTo>
                  <a:lnTo>
                    <a:pt x="8426" y="3054"/>
                  </a:lnTo>
                  <a:lnTo>
                    <a:pt x="8475" y="2981"/>
                  </a:lnTo>
                  <a:lnTo>
                    <a:pt x="8524" y="2956"/>
                  </a:lnTo>
                  <a:close/>
                  <a:moveTo>
                    <a:pt x="15973" y="2150"/>
                  </a:moveTo>
                  <a:lnTo>
                    <a:pt x="15973" y="2516"/>
                  </a:lnTo>
                  <a:lnTo>
                    <a:pt x="15924" y="2932"/>
                  </a:lnTo>
                  <a:lnTo>
                    <a:pt x="15875" y="3371"/>
                  </a:lnTo>
                  <a:lnTo>
                    <a:pt x="15802" y="3835"/>
                  </a:lnTo>
                  <a:lnTo>
                    <a:pt x="15704" y="4299"/>
                  </a:lnTo>
                  <a:lnTo>
                    <a:pt x="15558" y="4788"/>
                  </a:lnTo>
                  <a:lnTo>
                    <a:pt x="15411" y="5252"/>
                  </a:lnTo>
                  <a:lnTo>
                    <a:pt x="15216" y="5740"/>
                  </a:lnTo>
                  <a:lnTo>
                    <a:pt x="14996" y="6204"/>
                  </a:lnTo>
                  <a:lnTo>
                    <a:pt x="14752" y="6620"/>
                  </a:lnTo>
                  <a:lnTo>
                    <a:pt x="14459" y="7035"/>
                  </a:lnTo>
                  <a:lnTo>
                    <a:pt x="14141" y="7426"/>
                  </a:lnTo>
                  <a:lnTo>
                    <a:pt x="13799" y="7767"/>
                  </a:lnTo>
                  <a:lnTo>
                    <a:pt x="13604" y="7914"/>
                  </a:lnTo>
                  <a:lnTo>
                    <a:pt x="13409" y="8061"/>
                  </a:lnTo>
                  <a:lnTo>
                    <a:pt x="13213" y="8183"/>
                  </a:lnTo>
                  <a:lnTo>
                    <a:pt x="12993" y="8305"/>
                  </a:lnTo>
                  <a:lnTo>
                    <a:pt x="12774" y="8402"/>
                  </a:lnTo>
                  <a:lnTo>
                    <a:pt x="12529" y="8476"/>
                  </a:lnTo>
                  <a:lnTo>
                    <a:pt x="12529" y="8476"/>
                  </a:lnTo>
                  <a:lnTo>
                    <a:pt x="12823" y="7767"/>
                  </a:lnTo>
                  <a:lnTo>
                    <a:pt x="13042" y="7059"/>
                  </a:lnTo>
                  <a:lnTo>
                    <a:pt x="13262" y="6351"/>
                  </a:lnTo>
                  <a:lnTo>
                    <a:pt x="13433" y="5618"/>
                  </a:lnTo>
                  <a:lnTo>
                    <a:pt x="13555" y="4837"/>
                  </a:lnTo>
                  <a:lnTo>
                    <a:pt x="13677" y="4031"/>
                  </a:lnTo>
                  <a:lnTo>
                    <a:pt x="13751" y="3127"/>
                  </a:lnTo>
                  <a:lnTo>
                    <a:pt x="13799" y="2150"/>
                  </a:lnTo>
                  <a:close/>
                  <a:moveTo>
                    <a:pt x="3249" y="2150"/>
                  </a:moveTo>
                  <a:lnTo>
                    <a:pt x="3298" y="3127"/>
                  </a:lnTo>
                  <a:lnTo>
                    <a:pt x="3371" y="4031"/>
                  </a:lnTo>
                  <a:lnTo>
                    <a:pt x="3493" y="4837"/>
                  </a:lnTo>
                  <a:lnTo>
                    <a:pt x="3615" y="5618"/>
                  </a:lnTo>
                  <a:lnTo>
                    <a:pt x="3786" y="6351"/>
                  </a:lnTo>
                  <a:lnTo>
                    <a:pt x="4006" y="7059"/>
                  </a:lnTo>
                  <a:lnTo>
                    <a:pt x="4226" y="7767"/>
                  </a:lnTo>
                  <a:lnTo>
                    <a:pt x="4519" y="8476"/>
                  </a:lnTo>
                  <a:lnTo>
                    <a:pt x="4274" y="8402"/>
                  </a:lnTo>
                  <a:lnTo>
                    <a:pt x="4055" y="8305"/>
                  </a:lnTo>
                  <a:lnTo>
                    <a:pt x="3835" y="8183"/>
                  </a:lnTo>
                  <a:lnTo>
                    <a:pt x="3639" y="8061"/>
                  </a:lnTo>
                  <a:lnTo>
                    <a:pt x="3444" y="7914"/>
                  </a:lnTo>
                  <a:lnTo>
                    <a:pt x="3249" y="7767"/>
                  </a:lnTo>
                  <a:lnTo>
                    <a:pt x="2907" y="7426"/>
                  </a:lnTo>
                  <a:lnTo>
                    <a:pt x="2589" y="7035"/>
                  </a:lnTo>
                  <a:lnTo>
                    <a:pt x="2296" y="6620"/>
                  </a:lnTo>
                  <a:lnTo>
                    <a:pt x="2052" y="6204"/>
                  </a:lnTo>
                  <a:lnTo>
                    <a:pt x="1832" y="5740"/>
                  </a:lnTo>
                  <a:lnTo>
                    <a:pt x="1637" y="5252"/>
                  </a:lnTo>
                  <a:lnTo>
                    <a:pt x="1490" y="4788"/>
                  </a:lnTo>
                  <a:lnTo>
                    <a:pt x="1344" y="4299"/>
                  </a:lnTo>
                  <a:lnTo>
                    <a:pt x="1246" y="3835"/>
                  </a:lnTo>
                  <a:lnTo>
                    <a:pt x="1173" y="3371"/>
                  </a:lnTo>
                  <a:lnTo>
                    <a:pt x="1124" y="2932"/>
                  </a:lnTo>
                  <a:lnTo>
                    <a:pt x="1075" y="2516"/>
                  </a:lnTo>
                  <a:lnTo>
                    <a:pt x="1075" y="2150"/>
                  </a:lnTo>
                  <a:close/>
                  <a:moveTo>
                    <a:pt x="3737" y="1"/>
                  </a:moveTo>
                  <a:lnTo>
                    <a:pt x="3639" y="25"/>
                  </a:lnTo>
                  <a:lnTo>
                    <a:pt x="3542" y="50"/>
                  </a:lnTo>
                  <a:lnTo>
                    <a:pt x="3444" y="99"/>
                  </a:lnTo>
                  <a:lnTo>
                    <a:pt x="3371" y="147"/>
                  </a:lnTo>
                  <a:lnTo>
                    <a:pt x="3322" y="221"/>
                  </a:lnTo>
                  <a:lnTo>
                    <a:pt x="3249" y="294"/>
                  </a:lnTo>
                  <a:lnTo>
                    <a:pt x="3224" y="392"/>
                  </a:lnTo>
                  <a:lnTo>
                    <a:pt x="3200" y="489"/>
                  </a:lnTo>
                  <a:lnTo>
                    <a:pt x="3224" y="1076"/>
                  </a:lnTo>
                  <a:lnTo>
                    <a:pt x="1075" y="1076"/>
                  </a:lnTo>
                  <a:lnTo>
                    <a:pt x="855" y="1100"/>
                  </a:lnTo>
                  <a:lnTo>
                    <a:pt x="660" y="1149"/>
                  </a:lnTo>
                  <a:lnTo>
                    <a:pt x="489" y="1246"/>
                  </a:lnTo>
                  <a:lnTo>
                    <a:pt x="318" y="1393"/>
                  </a:lnTo>
                  <a:lnTo>
                    <a:pt x="196" y="1540"/>
                  </a:lnTo>
                  <a:lnTo>
                    <a:pt x="98" y="1735"/>
                  </a:lnTo>
                  <a:lnTo>
                    <a:pt x="25" y="1930"/>
                  </a:lnTo>
                  <a:lnTo>
                    <a:pt x="0" y="2150"/>
                  </a:lnTo>
                  <a:lnTo>
                    <a:pt x="25" y="2614"/>
                  </a:lnTo>
                  <a:lnTo>
                    <a:pt x="49" y="3078"/>
                  </a:lnTo>
                  <a:lnTo>
                    <a:pt x="98" y="3518"/>
                  </a:lnTo>
                  <a:lnTo>
                    <a:pt x="171" y="3957"/>
                  </a:lnTo>
                  <a:lnTo>
                    <a:pt x="269" y="4348"/>
                  </a:lnTo>
                  <a:lnTo>
                    <a:pt x="367" y="4739"/>
                  </a:lnTo>
                  <a:lnTo>
                    <a:pt x="489" y="5130"/>
                  </a:lnTo>
                  <a:lnTo>
                    <a:pt x="635" y="5496"/>
                  </a:lnTo>
                  <a:lnTo>
                    <a:pt x="782" y="5838"/>
                  </a:lnTo>
                  <a:lnTo>
                    <a:pt x="928" y="6156"/>
                  </a:lnTo>
                  <a:lnTo>
                    <a:pt x="1099" y="6473"/>
                  </a:lnTo>
                  <a:lnTo>
                    <a:pt x="1295" y="6766"/>
                  </a:lnTo>
                  <a:lnTo>
                    <a:pt x="1466" y="7059"/>
                  </a:lnTo>
                  <a:lnTo>
                    <a:pt x="1661" y="7328"/>
                  </a:lnTo>
                  <a:lnTo>
                    <a:pt x="2076" y="7816"/>
                  </a:lnTo>
                  <a:lnTo>
                    <a:pt x="2516" y="8256"/>
                  </a:lnTo>
                  <a:lnTo>
                    <a:pt x="2931" y="8622"/>
                  </a:lnTo>
                  <a:lnTo>
                    <a:pt x="3346" y="8940"/>
                  </a:lnTo>
                  <a:lnTo>
                    <a:pt x="3762" y="9184"/>
                  </a:lnTo>
                  <a:lnTo>
                    <a:pt x="4152" y="9379"/>
                  </a:lnTo>
                  <a:lnTo>
                    <a:pt x="4519" y="9526"/>
                  </a:lnTo>
                  <a:lnTo>
                    <a:pt x="4836" y="9624"/>
                  </a:lnTo>
                  <a:lnTo>
                    <a:pt x="5105" y="9672"/>
                  </a:lnTo>
                  <a:lnTo>
                    <a:pt x="5422" y="10136"/>
                  </a:lnTo>
                  <a:lnTo>
                    <a:pt x="5764" y="10576"/>
                  </a:lnTo>
                  <a:lnTo>
                    <a:pt x="5935" y="10747"/>
                  </a:lnTo>
                  <a:lnTo>
                    <a:pt x="6131" y="10918"/>
                  </a:lnTo>
                  <a:lnTo>
                    <a:pt x="6326" y="11089"/>
                  </a:lnTo>
                  <a:lnTo>
                    <a:pt x="6546" y="11236"/>
                  </a:lnTo>
                  <a:lnTo>
                    <a:pt x="6766" y="11358"/>
                  </a:lnTo>
                  <a:lnTo>
                    <a:pt x="6985" y="11480"/>
                  </a:lnTo>
                  <a:lnTo>
                    <a:pt x="7230" y="11577"/>
                  </a:lnTo>
                  <a:lnTo>
                    <a:pt x="7474" y="11651"/>
                  </a:lnTo>
                  <a:lnTo>
                    <a:pt x="7718" y="11724"/>
                  </a:lnTo>
                  <a:lnTo>
                    <a:pt x="7987" y="11773"/>
                  </a:lnTo>
                  <a:lnTo>
                    <a:pt x="8255" y="11797"/>
                  </a:lnTo>
                  <a:lnTo>
                    <a:pt x="8793" y="11797"/>
                  </a:lnTo>
                  <a:lnTo>
                    <a:pt x="9061" y="11773"/>
                  </a:lnTo>
                  <a:lnTo>
                    <a:pt x="9330" y="11724"/>
                  </a:lnTo>
                  <a:lnTo>
                    <a:pt x="9574" y="11651"/>
                  </a:lnTo>
                  <a:lnTo>
                    <a:pt x="9818" y="11577"/>
                  </a:lnTo>
                  <a:lnTo>
                    <a:pt x="10063" y="11480"/>
                  </a:lnTo>
                  <a:lnTo>
                    <a:pt x="10283" y="11358"/>
                  </a:lnTo>
                  <a:lnTo>
                    <a:pt x="10502" y="11236"/>
                  </a:lnTo>
                  <a:lnTo>
                    <a:pt x="10722" y="11089"/>
                  </a:lnTo>
                  <a:lnTo>
                    <a:pt x="10918" y="10918"/>
                  </a:lnTo>
                  <a:lnTo>
                    <a:pt x="11113" y="10747"/>
                  </a:lnTo>
                  <a:lnTo>
                    <a:pt x="11284" y="10576"/>
                  </a:lnTo>
                  <a:lnTo>
                    <a:pt x="11626" y="10136"/>
                  </a:lnTo>
                  <a:lnTo>
                    <a:pt x="11943" y="9672"/>
                  </a:lnTo>
                  <a:lnTo>
                    <a:pt x="12212" y="9624"/>
                  </a:lnTo>
                  <a:lnTo>
                    <a:pt x="12529" y="9550"/>
                  </a:lnTo>
                  <a:lnTo>
                    <a:pt x="12896" y="9404"/>
                  </a:lnTo>
                  <a:lnTo>
                    <a:pt x="13287" y="9208"/>
                  </a:lnTo>
                  <a:lnTo>
                    <a:pt x="13702" y="8964"/>
                  </a:lnTo>
                  <a:lnTo>
                    <a:pt x="14117" y="8647"/>
                  </a:lnTo>
                  <a:lnTo>
                    <a:pt x="14557" y="8280"/>
                  </a:lnTo>
                  <a:lnTo>
                    <a:pt x="14972" y="7865"/>
                  </a:lnTo>
                  <a:lnTo>
                    <a:pt x="15387" y="7377"/>
                  </a:lnTo>
                  <a:lnTo>
                    <a:pt x="15582" y="7108"/>
                  </a:lnTo>
                  <a:lnTo>
                    <a:pt x="15753" y="6815"/>
                  </a:lnTo>
                  <a:lnTo>
                    <a:pt x="15949" y="6522"/>
                  </a:lnTo>
                  <a:lnTo>
                    <a:pt x="16120" y="6204"/>
                  </a:lnTo>
                  <a:lnTo>
                    <a:pt x="16266" y="5887"/>
                  </a:lnTo>
                  <a:lnTo>
                    <a:pt x="16413" y="5521"/>
                  </a:lnTo>
                  <a:lnTo>
                    <a:pt x="16559" y="5179"/>
                  </a:lnTo>
                  <a:lnTo>
                    <a:pt x="16681" y="4788"/>
                  </a:lnTo>
                  <a:lnTo>
                    <a:pt x="16779" y="4397"/>
                  </a:lnTo>
                  <a:lnTo>
                    <a:pt x="16877" y="3982"/>
                  </a:lnTo>
                  <a:lnTo>
                    <a:pt x="16950" y="3542"/>
                  </a:lnTo>
                  <a:lnTo>
                    <a:pt x="16999" y="3103"/>
                  </a:lnTo>
                  <a:lnTo>
                    <a:pt x="17023" y="2614"/>
                  </a:lnTo>
                  <a:lnTo>
                    <a:pt x="17048" y="2150"/>
                  </a:lnTo>
                  <a:lnTo>
                    <a:pt x="17023" y="1930"/>
                  </a:lnTo>
                  <a:lnTo>
                    <a:pt x="16950" y="1735"/>
                  </a:lnTo>
                  <a:lnTo>
                    <a:pt x="16852" y="1540"/>
                  </a:lnTo>
                  <a:lnTo>
                    <a:pt x="16730" y="1393"/>
                  </a:lnTo>
                  <a:lnTo>
                    <a:pt x="16559" y="1246"/>
                  </a:lnTo>
                  <a:lnTo>
                    <a:pt x="16388" y="1149"/>
                  </a:lnTo>
                  <a:lnTo>
                    <a:pt x="16193" y="1100"/>
                  </a:lnTo>
                  <a:lnTo>
                    <a:pt x="15973" y="1076"/>
                  </a:lnTo>
                  <a:lnTo>
                    <a:pt x="13824" y="1076"/>
                  </a:lnTo>
                  <a:lnTo>
                    <a:pt x="13848" y="489"/>
                  </a:lnTo>
                  <a:lnTo>
                    <a:pt x="13824" y="392"/>
                  </a:lnTo>
                  <a:lnTo>
                    <a:pt x="13799" y="294"/>
                  </a:lnTo>
                  <a:lnTo>
                    <a:pt x="13726" y="221"/>
                  </a:lnTo>
                  <a:lnTo>
                    <a:pt x="13677" y="147"/>
                  </a:lnTo>
                  <a:lnTo>
                    <a:pt x="13604" y="99"/>
                  </a:lnTo>
                  <a:lnTo>
                    <a:pt x="13506" y="50"/>
                  </a:lnTo>
                  <a:lnTo>
                    <a:pt x="13409" y="25"/>
                  </a:lnTo>
                  <a:lnTo>
                    <a:pt x="13311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230" name="Google Shape;230;p59"/>
          <p:cNvGrpSpPr/>
          <p:nvPr/>
        </p:nvGrpSpPr>
        <p:grpSpPr>
          <a:xfrm>
            <a:off x="9864253" y="2677993"/>
            <a:ext cx="358351" cy="381822"/>
            <a:chOff x="5970800" y="1619250"/>
            <a:chExt cx="428650" cy="456725"/>
          </a:xfrm>
        </p:grpSpPr>
        <p:sp>
          <p:nvSpPr>
            <p:cNvPr id="231" name="Google Shape;231;p59"/>
            <p:cNvSpPr/>
            <p:nvPr/>
          </p:nvSpPr>
          <p:spPr>
            <a:xfrm>
              <a:off x="5970800" y="1674200"/>
              <a:ext cx="377975" cy="377950"/>
            </a:xfrm>
            <a:custGeom>
              <a:rect b="b" l="l" r="r" t="t"/>
              <a:pathLst>
                <a:path extrusionOk="0" h="15118" w="15119">
                  <a:moveTo>
                    <a:pt x="7181" y="0"/>
                  </a:moveTo>
                  <a:lnTo>
                    <a:pt x="6790" y="49"/>
                  </a:lnTo>
                  <a:lnTo>
                    <a:pt x="6424" y="98"/>
                  </a:lnTo>
                  <a:lnTo>
                    <a:pt x="6058" y="147"/>
                  </a:lnTo>
                  <a:lnTo>
                    <a:pt x="5691" y="244"/>
                  </a:lnTo>
                  <a:lnTo>
                    <a:pt x="5325" y="342"/>
                  </a:lnTo>
                  <a:lnTo>
                    <a:pt x="4983" y="464"/>
                  </a:lnTo>
                  <a:lnTo>
                    <a:pt x="4641" y="586"/>
                  </a:lnTo>
                  <a:lnTo>
                    <a:pt x="4299" y="733"/>
                  </a:lnTo>
                  <a:lnTo>
                    <a:pt x="3982" y="904"/>
                  </a:lnTo>
                  <a:lnTo>
                    <a:pt x="3664" y="1099"/>
                  </a:lnTo>
                  <a:lnTo>
                    <a:pt x="3347" y="1295"/>
                  </a:lnTo>
                  <a:lnTo>
                    <a:pt x="3053" y="1490"/>
                  </a:lnTo>
                  <a:lnTo>
                    <a:pt x="2760" y="1734"/>
                  </a:lnTo>
                  <a:lnTo>
                    <a:pt x="2492" y="1954"/>
                  </a:lnTo>
                  <a:lnTo>
                    <a:pt x="2223" y="2223"/>
                  </a:lnTo>
                  <a:lnTo>
                    <a:pt x="1979" y="2467"/>
                  </a:lnTo>
                  <a:lnTo>
                    <a:pt x="1735" y="2760"/>
                  </a:lnTo>
                  <a:lnTo>
                    <a:pt x="1515" y="3029"/>
                  </a:lnTo>
                  <a:lnTo>
                    <a:pt x="1295" y="3322"/>
                  </a:lnTo>
                  <a:lnTo>
                    <a:pt x="1100" y="3639"/>
                  </a:lnTo>
                  <a:lnTo>
                    <a:pt x="929" y="3957"/>
                  </a:lnTo>
                  <a:lnTo>
                    <a:pt x="758" y="4274"/>
                  </a:lnTo>
                  <a:lnTo>
                    <a:pt x="611" y="4616"/>
                  </a:lnTo>
                  <a:lnTo>
                    <a:pt x="465" y="4958"/>
                  </a:lnTo>
                  <a:lnTo>
                    <a:pt x="343" y="5300"/>
                  </a:lnTo>
                  <a:lnTo>
                    <a:pt x="245" y="5666"/>
                  </a:lnTo>
                  <a:lnTo>
                    <a:pt x="172" y="6033"/>
                  </a:lnTo>
                  <a:lnTo>
                    <a:pt x="98" y="6399"/>
                  </a:lnTo>
                  <a:lnTo>
                    <a:pt x="49" y="6790"/>
                  </a:lnTo>
                  <a:lnTo>
                    <a:pt x="25" y="7156"/>
                  </a:lnTo>
                  <a:lnTo>
                    <a:pt x="1" y="7547"/>
                  </a:lnTo>
                  <a:lnTo>
                    <a:pt x="25" y="7938"/>
                  </a:lnTo>
                  <a:lnTo>
                    <a:pt x="49" y="8328"/>
                  </a:lnTo>
                  <a:lnTo>
                    <a:pt x="98" y="8695"/>
                  </a:lnTo>
                  <a:lnTo>
                    <a:pt x="172" y="9085"/>
                  </a:lnTo>
                  <a:lnTo>
                    <a:pt x="245" y="9452"/>
                  </a:lnTo>
                  <a:lnTo>
                    <a:pt x="343" y="9794"/>
                  </a:lnTo>
                  <a:lnTo>
                    <a:pt x="465" y="10160"/>
                  </a:lnTo>
                  <a:lnTo>
                    <a:pt x="611" y="10502"/>
                  </a:lnTo>
                  <a:lnTo>
                    <a:pt x="758" y="10820"/>
                  </a:lnTo>
                  <a:lnTo>
                    <a:pt x="929" y="11161"/>
                  </a:lnTo>
                  <a:lnTo>
                    <a:pt x="1100" y="11479"/>
                  </a:lnTo>
                  <a:lnTo>
                    <a:pt x="1295" y="11772"/>
                  </a:lnTo>
                  <a:lnTo>
                    <a:pt x="1515" y="12065"/>
                  </a:lnTo>
                  <a:lnTo>
                    <a:pt x="1735" y="12358"/>
                  </a:lnTo>
                  <a:lnTo>
                    <a:pt x="1979" y="12627"/>
                  </a:lnTo>
                  <a:lnTo>
                    <a:pt x="2223" y="12895"/>
                  </a:lnTo>
                  <a:lnTo>
                    <a:pt x="2492" y="13140"/>
                  </a:lnTo>
                  <a:lnTo>
                    <a:pt x="2760" y="13384"/>
                  </a:lnTo>
                  <a:lnTo>
                    <a:pt x="3053" y="13604"/>
                  </a:lnTo>
                  <a:lnTo>
                    <a:pt x="3347" y="13824"/>
                  </a:lnTo>
                  <a:lnTo>
                    <a:pt x="3664" y="14019"/>
                  </a:lnTo>
                  <a:lnTo>
                    <a:pt x="3982" y="14190"/>
                  </a:lnTo>
                  <a:lnTo>
                    <a:pt x="4299" y="14361"/>
                  </a:lnTo>
                  <a:lnTo>
                    <a:pt x="4641" y="14507"/>
                  </a:lnTo>
                  <a:lnTo>
                    <a:pt x="4983" y="14654"/>
                  </a:lnTo>
                  <a:lnTo>
                    <a:pt x="5325" y="14776"/>
                  </a:lnTo>
                  <a:lnTo>
                    <a:pt x="5691" y="14874"/>
                  </a:lnTo>
                  <a:lnTo>
                    <a:pt x="6058" y="14947"/>
                  </a:lnTo>
                  <a:lnTo>
                    <a:pt x="6424" y="15020"/>
                  </a:lnTo>
                  <a:lnTo>
                    <a:pt x="6790" y="15069"/>
                  </a:lnTo>
                  <a:lnTo>
                    <a:pt x="7181" y="15094"/>
                  </a:lnTo>
                  <a:lnTo>
                    <a:pt x="7572" y="15118"/>
                  </a:lnTo>
                  <a:lnTo>
                    <a:pt x="7963" y="15094"/>
                  </a:lnTo>
                  <a:lnTo>
                    <a:pt x="8329" y="15069"/>
                  </a:lnTo>
                  <a:lnTo>
                    <a:pt x="8720" y="15020"/>
                  </a:lnTo>
                  <a:lnTo>
                    <a:pt x="9086" y="14947"/>
                  </a:lnTo>
                  <a:lnTo>
                    <a:pt x="9452" y="14874"/>
                  </a:lnTo>
                  <a:lnTo>
                    <a:pt x="9819" y="14776"/>
                  </a:lnTo>
                  <a:lnTo>
                    <a:pt x="10161" y="14654"/>
                  </a:lnTo>
                  <a:lnTo>
                    <a:pt x="10503" y="14507"/>
                  </a:lnTo>
                  <a:lnTo>
                    <a:pt x="10844" y="14361"/>
                  </a:lnTo>
                  <a:lnTo>
                    <a:pt x="11162" y="14190"/>
                  </a:lnTo>
                  <a:lnTo>
                    <a:pt x="11479" y="14019"/>
                  </a:lnTo>
                  <a:lnTo>
                    <a:pt x="11797" y="13824"/>
                  </a:lnTo>
                  <a:lnTo>
                    <a:pt x="12090" y="13604"/>
                  </a:lnTo>
                  <a:lnTo>
                    <a:pt x="12383" y="13384"/>
                  </a:lnTo>
                  <a:lnTo>
                    <a:pt x="12652" y="13140"/>
                  </a:lnTo>
                  <a:lnTo>
                    <a:pt x="12920" y="12895"/>
                  </a:lnTo>
                  <a:lnTo>
                    <a:pt x="13165" y="12627"/>
                  </a:lnTo>
                  <a:lnTo>
                    <a:pt x="13409" y="12358"/>
                  </a:lnTo>
                  <a:lnTo>
                    <a:pt x="13629" y="12065"/>
                  </a:lnTo>
                  <a:lnTo>
                    <a:pt x="13824" y="11772"/>
                  </a:lnTo>
                  <a:lnTo>
                    <a:pt x="14019" y="11479"/>
                  </a:lnTo>
                  <a:lnTo>
                    <a:pt x="14215" y="11161"/>
                  </a:lnTo>
                  <a:lnTo>
                    <a:pt x="14386" y="10820"/>
                  </a:lnTo>
                  <a:lnTo>
                    <a:pt x="14532" y="10502"/>
                  </a:lnTo>
                  <a:lnTo>
                    <a:pt x="14654" y="10160"/>
                  </a:lnTo>
                  <a:lnTo>
                    <a:pt x="14777" y="9794"/>
                  </a:lnTo>
                  <a:lnTo>
                    <a:pt x="14899" y="9452"/>
                  </a:lnTo>
                  <a:lnTo>
                    <a:pt x="14972" y="9085"/>
                  </a:lnTo>
                  <a:lnTo>
                    <a:pt x="15045" y="8695"/>
                  </a:lnTo>
                  <a:lnTo>
                    <a:pt x="15094" y="8328"/>
                  </a:lnTo>
                  <a:lnTo>
                    <a:pt x="15118" y="7938"/>
                  </a:lnTo>
                  <a:lnTo>
                    <a:pt x="15118" y="7547"/>
                  </a:lnTo>
                  <a:lnTo>
                    <a:pt x="15094" y="6936"/>
                  </a:lnTo>
                  <a:lnTo>
                    <a:pt x="15021" y="6326"/>
                  </a:lnTo>
                  <a:lnTo>
                    <a:pt x="14899" y="5740"/>
                  </a:lnTo>
                  <a:lnTo>
                    <a:pt x="14728" y="5178"/>
                  </a:lnTo>
                  <a:lnTo>
                    <a:pt x="14532" y="4616"/>
                  </a:lnTo>
                  <a:lnTo>
                    <a:pt x="14288" y="4079"/>
                  </a:lnTo>
                  <a:lnTo>
                    <a:pt x="13995" y="3590"/>
                  </a:lnTo>
                  <a:lnTo>
                    <a:pt x="13653" y="3102"/>
                  </a:lnTo>
                  <a:lnTo>
                    <a:pt x="13458" y="3053"/>
                  </a:lnTo>
                  <a:lnTo>
                    <a:pt x="12163" y="4347"/>
                  </a:lnTo>
                  <a:lnTo>
                    <a:pt x="12383" y="4689"/>
                  </a:lnTo>
                  <a:lnTo>
                    <a:pt x="12578" y="5056"/>
                  </a:lnTo>
                  <a:lnTo>
                    <a:pt x="12749" y="5446"/>
                  </a:lnTo>
                  <a:lnTo>
                    <a:pt x="12896" y="5837"/>
                  </a:lnTo>
                  <a:lnTo>
                    <a:pt x="13018" y="6252"/>
                  </a:lnTo>
                  <a:lnTo>
                    <a:pt x="13091" y="6668"/>
                  </a:lnTo>
                  <a:lnTo>
                    <a:pt x="13165" y="7107"/>
                  </a:lnTo>
                  <a:lnTo>
                    <a:pt x="13165" y="7547"/>
                  </a:lnTo>
                  <a:lnTo>
                    <a:pt x="13140" y="8133"/>
                  </a:lnTo>
                  <a:lnTo>
                    <a:pt x="13067" y="8695"/>
                  </a:lnTo>
                  <a:lnTo>
                    <a:pt x="12920" y="9208"/>
                  </a:lnTo>
                  <a:lnTo>
                    <a:pt x="12725" y="9745"/>
                  </a:lnTo>
                  <a:lnTo>
                    <a:pt x="12505" y="10233"/>
                  </a:lnTo>
                  <a:lnTo>
                    <a:pt x="12212" y="10673"/>
                  </a:lnTo>
                  <a:lnTo>
                    <a:pt x="11895" y="11113"/>
                  </a:lnTo>
                  <a:lnTo>
                    <a:pt x="11528" y="11503"/>
                  </a:lnTo>
                  <a:lnTo>
                    <a:pt x="11138" y="11870"/>
                  </a:lnTo>
                  <a:lnTo>
                    <a:pt x="10698" y="12187"/>
                  </a:lnTo>
                  <a:lnTo>
                    <a:pt x="10234" y="12480"/>
                  </a:lnTo>
                  <a:lnTo>
                    <a:pt x="9745" y="12725"/>
                  </a:lnTo>
                  <a:lnTo>
                    <a:pt x="9233" y="12895"/>
                  </a:lnTo>
                  <a:lnTo>
                    <a:pt x="8695" y="13042"/>
                  </a:lnTo>
                  <a:lnTo>
                    <a:pt x="8133" y="13140"/>
                  </a:lnTo>
                  <a:lnTo>
                    <a:pt x="7572" y="13164"/>
                  </a:lnTo>
                  <a:lnTo>
                    <a:pt x="6986" y="13140"/>
                  </a:lnTo>
                  <a:lnTo>
                    <a:pt x="6448" y="13042"/>
                  </a:lnTo>
                  <a:lnTo>
                    <a:pt x="5911" y="12895"/>
                  </a:lnTo>
                  <a:lnTo>
                    <a:pt x="5398" y="12725"/>
                  </a:lnTo>
                  <a:lnTo>
                    <a:pt x="4910" y="12480"/>
                  </a:lnTo>
                  <a:lnTo>
                    <a:pt x="4446" y="12187"/>
                  </a:lnTo>
                  <a:lnTo>
                    <a:pt x="4006" y="11870"/>
                  </a:lnTo>
                  <a:lnTo>
                    <a:pt x="3615" y="11503"/>
                  </a:lnTo>
                  <a:lnTo>
                    <a:pt x="3249" y="11113"/>
                  </a:lnTo>
                  <a:lnTo>
                    <a:pt x="2931" y="10673"/>
                  </a:lnTo>
                  <a:lnTo>
                    <a:pt x="2638" y="10233"/>
                  </a:lnTo>
                  <a:lnTo>
                    <a:pt x="2418" y="9745"/>
                  </a:lnTo>
                  <a:lnTo>
                    <a:pt x="2223" y="9208"/>
                  </a:lnTo>
                  <a:lnTo>
                    <a:pt x="2077" y="8695"/>
                  </a:lnTo>
                  <a:lnTo>
                    <a:pt x="2003" y="8133"/>
                  </a:lnTo>
                  <a:lnTo>
                    <a:pt x="1954" y="7547"/>
                  </a:lnTo>
                  <a:lnTo>
                    <a:pt x="2003" y="6985"/>
                  </a:lnTo>
                  <a:lnTo>
                    <a:pt x="2077" y="6423"/>
                  </a:lnTo>
                  <a:lnTo>
                    <a:pt x="2223" y="5886"/>
                  </a:lnTo>
                  <a:lnTo>
                    <a:pt x="2418" y="5373"/>
                  </a:lnTo>
                  <a:lnTo>
                    <a:pt x="2638" y="4885"/>
                  </a:lnTo>
                  <a:lnTo>
                    <a:pt x="2931" y="4421"/>
                  </a:lnTo>
                  <a:lnTo>
                    <a:pt x="3249" y="4005"/>
                  </a:lnTo>
                  <a:lnTo>
                    <a:pt x="3615" y="3590"/>
                  </a:lnTo>
                  <a:lnTo>
                    <a:pt x="4006" y="3224"/>
                  </a:lnTo>
                  <a:lnTo>
                    <a:pt x="4446" y="2906"/>
                  </a:lnTo>
                  <a:lnTo>
                    <a:pt x="4910" y="2638"/>
                  </a:lnTo>
                  <a:lnTo>
                    <a:pt x="5398" y="2394"/>
                  </a:lnTo>
                  <a:lnTo>
                    <a:pt x="5911" y="2198"/>
                  </a:lnTo>
                  <a:lnTo>
                    <a:pt x="6448" y="2076"/>
                  </a:lnTo>
                  <a:lnTo>
                    <a:pt x="6986" y="1978"/>
                  </a:lnTo>
                  <a:lnTo>
                    <a:pt x="7572" y="1954"/>
                  </a:lnTo>
                  <a:lnTo>
                    <a:pt x="8011" y="1978"/>
                  </a:lnTo>
                  <a:lnTo>
                    <a:pt x="8451" y="2027"/>
                  </a:lnTo>
                  <a:lnTo>
                    <a:pt x="8866" y="2100"/>
                  </a:lnTo>
                  <a:lnTo>
                    <a:pt x="9281" y="2223"/>
                  </a:lnTo>
                  <a:lnTo>
                    <a:pt x="9672" y="2369"/>
                  </a:lnTo>
                  <a:lnTo>
                    <a:pt x="10063" y="2540"/>
                  </a:lnTo>
                  <a:lnTo>
                    <a:pt x="10429" y="2735"/>
                  </a:lnTo>
                  <a:lnTo>
                    <a:pt x="10771" y="2955"/>
                  </a:lnTo>
                  <a:lnTo>
                    <a:pt x="11943" y="1807"/>
                  </a:lnTo>
                  <a:lnTo>
                    <a:pt x="11846" y="1343"/>
                  </a:lnTo>
                  <a:lnTo>
                    <a:pt x="11382" y="1026"/>
                  </a:lnTo>
                  <a:lnTo>
                    <a:pt x="10893" y="782"/>
                  </a:lnTo>
                  <a:lnTo>
                    <a:pt x="10380" y="537"/>
                  </a:lnTo>
                  <a:lnTo>
                    <a:pt x="9843" y="342"/>
                  </a:lnTo>
                  <a:lnTo>
                    <a:pt x="9306" y="195"/>
                  </a:lnTo>
                  <a:lnTo>
                    <a:pt x="8744" y="98"/>
                  </a:lnTo>
                  <a:lnTo>
                    <a:pt x="8158" y="25"/>
                  </a:lnTo>
                  <a:lnTo>
                    <a:pt x="7572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32" name="Google Shape;232;p59"/>
            <p:cNvSpPr/>
            <p:nvPr/>
          </p:nvSpPr>
          <p:spPr>
            <a:xfrm>
              <a:off x="6068500" y="1771875"/>
              <a:ext cx="182575" cy="182600"/>
            </a:xfrm>
            <a:custGeom>
              <a:rect b="b" l="l" r="r" t="t"/>
              <a:pathLst>
                <a:path extrusionOk="0" h="7304" w="7303">
                  <a:moveTo>
                    <a:pt x="3664" y="1"/>
                  </a:moveTo>
                  <a:lnTo>
                    <a:pt x="3297" y="25"/>
                  </a:lnTo>
                  <a:lnTo>
                    <a:pt x="2931" y="74"/>
                  </a:lnTo>
                  <a:lnTo>
                    <a:pt x="2565" y="147"/>
                  </a:lnTo>
                  <a:lnTo>
                    <a:pt x="2247" y="294"/>
                  </a:lnTo>
                  <a:lnTo>
                    <a:pt x="1930" y="440"/>
                  </a:lnTo>
                  <a:lnTo>
                    <a:pt x="1612" y="611"/>
                  </a:lnTo>
                  <a:lnTo>
                    <a:pt x="1344" y="831"/>
                  </a:lnTo>
                  <a:lnTo>
                    <a:pt x="1075" y="1075"/>
                  </a:lnTo>
                  <a:lnTo>
                    <a:pt x="831" y="1320"/>
                  </a:lnTo>
                  <a:lnTo>
                    <a:pt x="635" y="1613"/>
                  </a:lnTo>
                  <a:lnTo>
                    <a:pt x="440" y="1906"/>
                  </a:lnTo>
                  <a:lnTo>
                    <a:pt x="293" y="2223"/>
                  </a:lnTo>
                  <a:lnTo>
                    <a:pt x="171" y="2565"/>
                  </a:lnTo>
                  <a:lnTo>
                    <a:pt x="74" y="2907"/>
                  </a:lnTo>
                  <a:lnTo>
                    <a:pt x="25" y="3273"/>
                  </a:lnTo>
                  <a:lnTo>
                    <a:pt x="0" y="3640"/>
                  </a:lnTo>
                  <a:lnTo>
                    <a:pt x="25" y="4031"/>
                  </a:lnTo>
                  <a:lnTo>
                    <a:pt x="74" y="4373"/>
                  </a:lnTo>
                  <a:lnTo>
                    <a:pt x="171" y="4739"/>
                  </a:lnTo>
                  <a:lnTo>
                    <a:pt x="293" y="5081"/>
                  </a:lnTo>
                  <a:lnTo>
                    <a:pt x="440" y="5398"/>
                  </a:lnTo>
                  <a:lnTo>
                    <a:pt x="635" y="5691"/>
                  </a:lnTo>
                  <a:lnTo>
                    <a:pt x="831" y="5960"/>
                  </a:lnTo>
                  <a:lnTo>
                    <a:pt x="1075" y="6229"/>
                  </a:lnTo>
                  <a:lnTo>
                    <a:pt x="1344" y="6473"/>
                  </a:lnTo>
                  <a:lnTo>
                    <a:pt x="1612" y="6668"/>
                  </a:lnTo>
                  <a:lnTo>
                    <a:pt x="1930" y="6864"/>
                  </a:lnTo>
                  <a:lnTo>
                    <a:pt x="2247" y="7010"/>
                  </a:lnTo>
                  <a:lnTo>
                    <a:pt x="2565" y="7132"/>
                  </a:lnTo>
                  <a:lnTo>
                    <a:pt x="2931" y="7230"/>
                  </a:lnTo>
                  <a:lnTo>
                    <a:pt x="3297" y="7279"/>
                  </a:lnTo>
                  <a:lnTo>
                    <a:pt x="3664" y="7303"/>
                  </a:lnTo>
                  <a:lnTo>
                    <a:pt x="4030" y="7279"/>
                  </a:lnTo>
                  <a:lnTo>
                    <a:pt x="4396" y="7230"/>
                  </a:lnTo>
                  <a:lnTo>
                    <a:pt x="4738" y="7132"/>
                  </a:lnTo>
                  <a:lnTo>
                    <a:pt x="5080" y="7010"/>
                  </a:lnTo>
                  <a:lnTo>
                    <a:pt x="5398" y="6864"/>
                  </a:lnTo>
                  <a:lnTo>
                    <a:pt x="5691" y="6668"/>
                  </a:lnTo>
                  <a:lnTo>
                    <a:pt x="5984" y="6473"/>
                  </a:lnTo>
                  <a:lnTo>
                    <a:pt x="6253" y="6229"/>
                  </a:lnTo>
                  <a:lnTo>
                    <a:pt x="6472" y="5960"/>
                  </a:lnTo>
                  <a:lnTo>
                    <a:pt x="6692" y="5691"/>
                  </a:lnTo>
                  <a:lnTo>
                    <a:pt x="6863" y="5398"/>
                  </a:lnTo>
                  <a:lnTo>
                    <a:pt x="7034" y="5081"/>
                  </a:lnTo>
                  <a:lnTo>
                    <a:pt x="7156" y="4739"/>
                  </a:lnTo>
                  <a:lnTo>
                    <a:pt x="7230" y="4373"/>
                  </a:lnTo>
                  <a:lnTo>
                    <a:pt x="7303" y="4031"/>
                  </a:lnTo>
                  <a:lnTo>
                    <a:pt x="7303" y="3640"/>
                  </a:lnTo>
                  <a:lnTo>
                    <a:pt x="7303" y="3396"/>
                  </a:lnTo>
                  <a:lnTo>
                    <a:pt x="7278" y="3176"/>
                  </a:lnTo>
                  <a:lnTo>
                    <a:pt x="7254" y="2932"/>
                  </a:lnTo>
                  <a:lnTo>
                    <a:pt x="7181" y="2712"/>
                  </a:lnTo>
                  <a:lnTo>
                    <a:pt x="7132" y="2492"/>
                  </a:lnTo>
                  <a:lnTo>
                    <a:pt x="7034" y="2272"/>
                  </a:lnTo>
                  <a:lnTo>
                    <a:pt x="6839" y="1857"/>
                  </a:lnTo>
                  <a:lnTo>
                    <a:pt x="5325" y="3347"/>
                  </a:lnTo>
                  <a:lnTo>
                    <a:pt x="5349" y="3640"/>
                  </a:lnTo>
                  <a:lnTo>
                    <a:pt x="5349" y="3811"/>
                  </a:lnTo>
                  <a:lnTo>
                    <a:pt x="5325" y="3982"/>
                  </a:lnTo>
                  <a:lnTo>
                    <a:pt x="5276" y="4153"/>
                  </a:lnTo>
                  <a:lnTo>
                    <a:pt x="5227" y="4299"/>
                  </a:lnTo>
                  <a:lnTo>
                    <a:pt x="5154" y="4446"/>
                  </a:lnTo>
                  <a:lnTo>
                    <a:pt x="5080" y="4592"/>
                  </a:lnTo>
                  <a:lnTo>
                    <a:pt x="4983" y="4739"/>
                  </a:lnTo>
                  <a:lnTo>
                    <a:pt x="4860" y="4861"/>
                  </a:lnTo>
                  <a:lnTo>
                    <a:pt x="4738" y="4959"/>
                  </a:lnTo>
                  <a:lnTo>
                    <a:pt x="4616" y="5056"/>
                  </a:lnTo>
                  <a:lnTo>
                    <a:pt x="4470" y="5154"/>
                  </a:lnTo>
                  <a:lnTo>
                    <a:pt x="4323" y="5203"/>
                  </a:lnTo>
                  <a:lnTo>
                    <a:pt x="4177" y="5276"/>
                  </a:lnTo>
                  <a:lnTo>
                    <a:pt x="4006" y="5301"/>
                  </a:lnTo>
                  <a:lnTo>
                    <a:pt x="3835" y="5349"/>
                  </a:lnTo>
                  <a:lnTo>
                    <a:pt x="3493" y="5349"/>
                  </a:lnTo>
                  <a:lnTo>
                    <a:pt x="3322" y="5301"/>
                  </a:lnTo>
                  <a:lnTo>
                    <a:pt x="3151" y="5276"/>
                  </a:lnTo>
                  <a:lnTo>
                    <a:pt x="3004" y="5203"/>
                  </a:lnTo>
                  <a:lnTo>
                    <a:pt x="2858" y="5154"/>
                  </a:lnTo>
                  <a:lnTo>
                    <a:pt x="2711" y="5056"/>
                  </a:lnTo>
                  <a:lnTo>
                    <a:pt x="2589" y="4959"/>
                  </a:lnTo>
                  <a:lnTo>
                    <a:pt x="2467" y="4861"/>
                  </a:lnTo>
                  <a:lnTo>
                    <a:pt x="2345" y="4739"/>
                  </a:lnTo>
                  <a:lnTo>
                    <a:pt x="2247" y="4592"/>
                  </a:lnTo>
                  <a:lnTo>
                    <a:pt x="2174" y="4446"/>
                  </a:lnTo>
                  <a:lnTo>
                    <a:pt x="2101" y="4299"/>
                  </a:lnTo>
                  <a:lnTo>
                    <a:pt x="2027" y="4153"/>
                  </a:lnTo>
                  <a:lnTo>
                    <a:pt x="2003" y="3982"/>
                  </a:lnTo>
                  <a:lnTo>
                    <a:pt x="1979" y="3811"/>
                  </a:lnTo>
                  <a:lnTo>
                    <a:pt x="1954" y="3640"/>
                  </a:lnTo>
                  <a:lnTo>
                    <a:pt x="1979" y="3469"/>
                  </a:lnTo>
                  <a:lnTo>
                    <a:pt x="2003" y="3298"/>
                  </a:lnTo>
                  <a:lnTo>
                    <a:pt x="2027" y="3151"/>
                  </a:lnTo>
                  <a:lnTo>
                    <a:pt x="2101" y="2980"/>
                  </a:lnTo>
                  <a:lnTo>
                    <a:pt x="2174" y="2834"/>
                  </a:lnTo>
                  <a:lnTo>
                    <a:pt x="2247" y="2687"/>
                  </a:lnTo>
                  <a:lnTo>
                    <a:pt x="2345" y="2565"/>
                  </a:lnTo>
                  <a:lnTo>
                    <a:pt x="2467" y="2443"/>
                  </a:lnTo>
                  <a:lnTo>
                    <a:pt x="2589" y="2345"/>
                  </a:lnTo>
                  <a:lnTo>
                    <a:pt x="2711" y="2248"/>
                  </a:lnTo>
                  <a:lnTo>
                    <a:pt x="2858" y="2150"/>
                  </a:lnTo>
                  <a:lnTo>
                    <a:pt x="3004" y="2077"/>
                  </a:lnTo>
                  <a:lnTo>
                    <a:pt x="3151" y="2028"/>
                  </a:lnTo>
                  <a:lnTo>
                    <a:pt x="3322" y="1979"/>
                  </a:lnTo>
                  <a:lnTo>
                    <a:pt x="3493" y="1955"/>
                  </a:lnTo>
                  <a:lnTo>
                    <a:pt x="3664" y="1955"/>
                  </a:lnTo>
                  <a:lnTo>
                    <a:pt x="3957" y="1979"/>
                  </a:lnTo>
                  <a:lnTo>
                    <a:pt x="5447" y="465"/>
                  </a:lnTo>
                  <a:lnTo>
                    <a:pt x="5056" y="269"/>
                  </a:lnTo>
                  <a:lnTo>
                    <a:pt x="4836" y="196"/>
                  </a:lnTo>
                  <a:lnTo>
                    <a:pt x="4616" y="123"/>
                  </a:lnTo>
                  <a:lnTo>
                    <a:pt x="4372" y="74"/>
                  </a:lnTo>
                  <a:lnTo>
                    <a:pt x="4152" y="25"/>
                  </a:lnTo>
                  <a:lnTo>
                    <a:pt x="3908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33" name="Google Shape;233;p59"/>
            <p:cNvSpPr/>
            <p:nvPr/>
          </p:nvSpPr>
          <p:spPr>
            <a:xfrm>
              <a:off x="5981175" y="2005125"/>
              <a:ext cx="75125" cy="70850"/>
            </a:xfrm>
            <a:custGeom>
              <a:rect b="b" l="l" r="r" t="t"/>
              <a:pathLst>
                <a:path extrusionOk="0" h="2834" w="3005">
                  <a:moveTo>
                    <a:pt x="1466" y="0"/>
                  </a:moveTo>
                  <a:lnTo>
                    <a:pt x="294" y="1173"/>
                  </a:lnTo>
                  <a:lnTo>
                    <a:pt x="172" y="1319"/>
                  </a:lnTo>
                  <a:lnTo>
                    <a:pt x="74" y="1490"/>
                  </a:lnTo>
                  <a:lnTo>
                    <a:pt x="25" y="1661"/>
                  </a:lnTo>
                  <a:lnTo>
                    <a:pt x="1" y="1857"/>
                  </a:lnTo>
                  <a:lnTo>
                    <a:pt x="25" y="2052"/>
                  </a:lnTo>
                  <a:lnTo>
                    <a:pt x="74" y="2223"/>
                  </a:lnTo>
                  <a:lnTo>
                    <a:pt x="172" y="2394"/>
                  </a:lnTo>
                  <a:lnTo>
                    <a:pt x="294" y="2540"/>
                  </a:lnTo>
                  <a:lnTo>
                    <a:pt x="440" y="2663"/>
                  </a:lnTo>
                  <a:lnTo>
                    <a:pt x="611" y="2760"/>
                  </a:lnTo>
                  <a:lnTo>
                    <a:pt x="807" y="2809"/>
                  </a:lnTo>
                  <a:lnTo>
                    <a:pt x="978" y="2833"/>
                  </a:lnTo>
                  <a:lnTo>
                    <a:pt x="1173" y="2809"/>
                  </a:lnTo>
                  <a:lnTo>
                    <a:pt x="1344" y="2760"/>
                  </a:lnTo>
                  <a:lnTo>
                    <a:pt x="1515" y="2663"/>
                  </a:lnTo>
                  <a:lnTo>
                    <a:pt x="1686" y="2540"/>
                  </a:lnTo>
                  <a:lnTo>
                    <a:pt x="2858" y="1368"/>
                  </a:lnTo>
                  <a:lnTo>
                    <a:pt x="3005" y="1197"/>
                  </a:lnTo>
                  <a:lnTo>
                    <a:pt x="2590" y="928"/>
                  </a:lnTo>
                  <a:lnTo>
                    <a:pt x="2199" y="635"/>
                  </a:lnTo>
                  <a:lnTo>
                    <a:pt x="1808" y="342"/>
                  </a:lnTo>
                  <a:lnTo>
                    <a:pt x="1466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34" name="Google Shape;234;p59"/>
            <p:cNvSpPr/>
            <p:nvPr/>
          </p:nvSpPr>
          <p:spPr>
            <a:xfrm>
              <a:off x="6263875" y="2005125"/>
              <a:ext cx="74525" cy="70850"/>
            </a:xfrm>
            <a:custGeom>
              <a:rect b="b" l="l" r="r" t="t"/>
              <a:pathLst>
                <a:path extrusionOk="0" h="2834" w="2981">
                  <a:moveTo>
                    <a:pt x="1539" y="0"/>
                  </a:moveTo>
                  <a:lnTo>
                    <a:pt x="1173" y="342"/>
                  </a:lnTo>
                  <a:lnTo>
                    <a:pt x="807" y="635"/>
                  </a:lnTo>
                  <a:lnTo>
                    <a:pt x="416" y="928"/>
                  </a:lnTo>
                  <a:lnTo>
                    <a:pt x="1" y="1197"/>
                  </a:lnTo>
                  <a:lnTo>
                    <a:pt x="123" y="1368"/>
                  </a:lnTo>
                  <a:lnTo>
                    <a:pt x="1319" y="2540"/>
                  </a:lnTo>
                  <a:lnTo>
                    <a:pt x="1466" y="2663"/>
                  </a:lnTo>
                  <a:lnTo>
                    <a:pt x="1637" y="2760"/>
                  </a:lnTo>
                  <a:lnTo>
                    <a:pt x="1832" y="2809"/>
                  </a:lnTo>
                  <a:lnTo>
                    <a:pt x="2003" y="2833"/>
                  </a:lnTo>
                  <a:lnTo>
                    <a:pt x="2199" y="2809"/>
                  </a:lnTo>
                  <a:lnTo>
                    <a:pt x="2370" y="2760"/>
                  </a:lnTo>
                  <a:lnTo>
                    <a:pt x="2541" y="2663"/>
                  </a:lnTo>
                  <a:lnTo>
                    <a:pt x="2712" y="2540"/>
                  </a:lnTo>
                  <a:lnTo>
                    <a:pt x="2834" y="2394"/>
                  </a:lnTo>
                  <a:lnTo>
                    <a:pt x="2931" y="2223"/>
                  </a:lnTo>
                  <a:lnTo>
                    <a:pt x="2980" y="2052"/>
                  </a:lnTo>
                  <a:lnTo>
                    <a:pt x="2980" y="1857"/>
                  </a:lnTo>
                  <a:lnTo>
                    <a:pt x="2980" y="1661"/>
                  </a:lnTo>
                  <a:lnTo>
                    <a:pt x="2931" y="1490"/>
                  </a:lnTo>
                  <a:lnTo>
                    <a:pt x="2834" y="1319"/>
                  </a:lnTo>
                  <a:lnTo>
                    <a:pt x="2712" y="1173"/>
                  </a:lnTo>
                  <a:lnTo>
                    <a:pt x="1539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35" name="Google Shape;235;p59"/>
            <p:cNvSpPr/>
            <p:nvPr/>
          </p:nvSpPr>
          <p:spPr>
            <a:xfrm>
              <a:off x="6147875" y="1619250"/>
              <a:ext cx="251575" cy="255850"/>
            </a:xfrm>
            <a:custGeom>
              <a:rect b="b" l="l" r="r" t="t"/>
              <a:pathLst>
                <a:path extrusionOk="0" h="10234" w="10063">
                  <a:moveTo>
                    <a:pt x="7352" y="0"/>
                  </a:moveTo>
                  <a:lnTo>
                    <a:pt x="7254" y="24"/>
                  </a:lnTo>
                  <a:lnTo>
                    <a:pt x="7181" y="73"/>
                  </a:lnTo>
                  <a:lnTo>
                    <a:pt x="7083" y="147"/>
                  </a:lnTo>
                  <a:lnTo>
                    <a:pt x="5447" y="1758"/>
                  </a:lnTo>
                  <a:lnTo>
                    <a:pt x="5373" y="1856"/>
                  </a:lnTo>
                  <a:lnTo>
                    <a:pt x="5300" y="1978"/>
                  </a:lnTo>
                  <a:lnTo>
                    <a:pt x="5227" y="2125"/>
                  </a:lnTo>
                  <a:lnTo>
                    <a:pt x="5178" y="2247"/>
                  </a:lnTo>
                  <a:lnTo>
                    <a:pt x="5154" y="2393"/>
                  </a:lnTo>
                  <a:lnTo>
                    <a:pt x="5129" y="2540"/>
                  </a:lnTo>
                  <a:lnTo>
                    <a:pt x="5129" y="2687"/>
                  </a:lnTo>
                  <a:lnTo>
                    <a:pt x="5129" y="2809"/>
                  </a:lnTo>
                  <a:lnTo>
                    <a:pt x="5349" y="3981"/>
                  </a:lnTo>
                  <a:lnTo>
                    <a:pt x="5398" y="4152"/>
                  </a:lnTo>
                  <a:lnTo>
                    <a:pt x="147" y="9403"/>
                  </a:lnTo>
                  <a:lnTo>
                    <a:pt x="74" y="9476"/>
                  </a:lnTo>
                  <a:lnTo>
                    <a:pt x="25" y="9574"/>
                  </a:lnTo>
                  <a:lnTo>
                    <a:pt x="0" y="9672"/>
                  </a:lnTo>
                  <a:lnTo>
                    <a:pt x="0" y="9745"/>
                  </a:lnTo>
                  <a:lnTo>
                    <a:pt x="0" y="9843"/>
                  </a:lnTo>
                  <a:lnTo>
                    <a:pt x="25" y="9940"/>
                  </a:lnTo>
                  <a:lnTo>
                    <a:pt x="74" y="10013"/>
                  </a:lnTo>
                  <a:lnTo>
                    <a:pt x="147" y="10087"/>
                  </a:lnTo>
                  <a:lnTo>
                    <a:pt x="220" y="10160"/>
                  </a:lnTo>
                  <a:lnTo>
                    <a:pt x="293" y="10209"/>
                  </a:lnTo>
                  <a:lnTo>
                    <a:pt x="391" y="10233"/>
                  </a:lnTo>
                  <a:lnTo>
                    <a:pt x="586" y="10233"/>
                  </a:lnTo>
                  <a:lnTo>
                    <a:pt x="660" y="10209"/>
                  </a:lnTo>
                  <a:lnTo>
                    <a:pt x="757" y="10160"/>
                  </a:lnTo>
                  <a:lnTo>
                    <a:pt x="831" y="10087"/>
                  </a:lnTo>
                  <a:lnTo>
                    <a:pt x="6204" y="4738"/>
                  </a:lnTo>
                  <a:lnTo>
                    <a:pt x="7254" y="4909"/>
                  </a:lnTo>
                  <a:lnTo>
                    <a:pt x="7376" y="4933"/>
                  </a:lnTo>
                  <a:lnTo>
                    <a:pt x="7523" y="4933"/>
                  </a:lnTo>
                  <a:lnTo>
                    <a:pt x="7645" y="4909"/>
                  </a:lnTo>
                  <a:lnTo>
                    <a:pt x="7791" y="4860"/>
                  </a:lnTo>
                  <a:lnTo>
                    <a:pt x="7938" y="4811"/>
                  </a:lnTo>
                  <a:lnTo>
                    <a:pt x="8060" y="4763"/>
                  </a:lnTo>
                  <a:lnTo>
                    <a:pt x="8182" y="4689"/>
                  </a:lnTo>
                  <a:lnTo>
                    <a:pt x="8280" y="4592"/>
                  </a:lnTo>
                  <a:lnTo>
                    <a:pt x="9916" y="2955"/>
                  </a:lnTo>
                  <a:lnTo>
                    <a:pt x="9989" y="2882"/>
                  </a:lnTo>
                  <a:lnTo>
                    <a:pt x="10038" y="2784"/>
                  </a:lnTo>
                  <a:lnTo>
                    <a:pt x="10063" y="2711"/>
                  </a:lnTo>
                  <a:lnTo>
                    <a:pt x="10038" y="2613"/>
                  </a:lnTo>
                  <a:lnTo>
                    <a:pt x="10014" y="2564"/>
                  </a:lnTo>
                  <a:lnTo>
                    <a:pt x="9940" y="2491"/>
                  </a:lnTo>
                  <a:lnTo>
                    <a:pt x="9843" y="2442"/>
                  </a:lnTo>
                  <a:lnTo>
                    <a:pt x="9745" y="2418"/>
                  </a:lnTo>
                  <a:lnTo>
                    <a:pt x="8695" y="2223"/>
                  </a:lnTo>
                  <a:lnTo>
                    <a:pt x="9721" y="1197"/>
                  </a:lnTo>
                  <a:lnTo>
                    <a:pt x="9794" y="1123"/>
                  </a:lnTo>
                  <a:lnTo>
                    <a:pt x="9843" y="1026"/>
                  </a:lnTo>
                  <a:lnTo>
                    <a:pt x="9867" y="953"/>
                  </a:lnTo>
                  <a:lnTo>
                    <a:pt x="9867" y="855"/>
                  </a:lnTo>
                  <a:lnTo>
                    <a:pt x="9867" y="757"/>
                  </a:lnTo>
                  <a:lnTo>
                    <a:pt x="9843" y="659"/>
                  </a:lnTo>
                  <a:lnTo>
                    <a:pt x="9794" y="586"/>
                  </a:lnTo>
                  <a:lnTo>
                    <a:pt x="9721" y="513"/>
                  </a:lnTo>
                  <a:lnTo>
                    <a:pt x="9647" y="440"/>
                  </a:lnTo>
                  <a:lnTo>
                    <a:pt x="9574" y="391"/>
                  </a:lnTo>
                  <a:lnTo>
                    <a:pt x="9476" y="366"/>
                  </a:lnTo>
                  <a:lnTo>
                    <a:pt x="9281" y="366"/>
                  </a:lnTo>
                  <a:lnTo>
                    <a:pt x="9208" y="391"/>
                  </a:lnTo>
                  <a:lnTo>
                    <a:pt x="9110" y="440"/>
                  </a:lnTo>
                  <a:lnTo>
                    <a:pt x="9037" y="513"/>
                  </a:lnTo>
                  <a:lnTo>
                    <a:pt x="7889" y="1661"/>
                  </a:lnTo>
                  <a:lnTo>
                    <a:pt x="7840" y="1490"/>
                  </a:lnTo>
                  <a:lnTo>
                    <a:pt x="7620" y="318"/>
                  </a:lnTo>
                  <a:lnTo>
                    <a:pt x="7596" y="195"/>
                  </a:lnTo>
                  <a:lnTo>
                    <a:pt x="7547" y="98"/>
                  </a:lnTo>
                  <a:lnTo>
                    <a:pt x="7498" y="49"/>
                  </a:lnTo>
                  <a:lnTo>
                    <a:pt x="7425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236" name="Google Shape;236;p59"/>
          <p:cNvGrpSpPr/>
          <p:nvPr/>
        </p:nvGrpSpPr>
        <p:grpSpPr>
          <a:xfrm>
            <a:off x="10411457" y="2673395"/>
            <a:ext cx="401719" cy="366502"/>
            <a:chOff x="6625350" y="1613750"/>
            <a:chExt cx="480525" cy="438400"/>
          </a:xfrm>
        </p:grpSpPr>
        <p:sp>
          <p:nvSpPr>
            <p:cNvPr id="237" name="Google Shape;237;p59"/>
            <p:cNvSpPr/>
            <p:nvPr/>
          </p:nvSpPr>
          <p:spPr>
            <a:xfrm>
              <a:off x="6670525" y="1887275"/>
              <a:ext cx="117875" cy="164875"/>
            </a:xfrm>
            <a:custGeom>
              <a:rect b="b" l="l" r="r" t="t"/>
              <a:pathLst>
                <a:path extrusionOk="0" h="6595" w="4715">
                  <a:moveTo>
                    <a:pt x="0" y="1"/>
                  </a:moveTo>
                  <a:lnTo>
                    <a:pt x="538" y="6058"/>
                  </a:lnTo>
                  <a:lnTo>
                    <a:pt x="562" y="6180"/>
                  </a:lnTo>
                  <a:lnTo>
                    <a:pt x="587" y="6277"/>
                  </a:lnTo>
                  <a:lnTo>
                    <a:pt x="660" y="6351"/>
                  </a:lnTo>
                  <a:lnTo>
                    <a:pt x="733" y="6448"/>
                  </a:lnTo>
                  <a:lnTo>
                    <a:pt x="806" y="6497"/>
                  </a:lnTo>
                  <a:lnTo>
                    <a:pt x="904" y="6546"/>
                  </a:lnTo>
                  <a:lnTo>
                    <a:pt x="1002" y="6571"/>
                  </a:lnTo>
                  <a:lnTo>
                    <a:pt x="1124" y="6595"/>
                  </a:lnTo>
                  <a:lnTo>
                    <a:pt x="4128" y="6595"/>
                  </a:lnTo>
                  <a:lnTo>
                    <a:pt x="4274" y="6571"/>
                  </a:lnTo>
                  <a:lnTo>
                    <a:pt x="4397" y="6522"/>
                  </a:lnTo>
                  <a:lnTo>
                    <a:pt x="4494" y="6473"/>
                  </a:lnTo>
                  <a:lnTo>
                    <a:pt x="4592" y="6375"/>
                  </a:lnTo>
                  <a:lnTo>
                    <a:pt x="4665" y="6253"/>
                  </a:lnTo>
                  <a:lnTo>
                    <a:pt x="4714" y="6155"/>
                  </a:lnTo>
                  <a:lnTo>
                    <a:pt x="4714" y="6009"/>
                  </a:lnTo>
                  <a:lnTo>
                    <a:pt x="4714" y="5887"/>
                  </a:lnTo>
                  <a:lnTo>
                    <a:pt x="3713" y="123"/>
                  </a:lnTo>
                  <a:lnTo>
                    <a:pt x="2589" y="50"/>
                  </a:lnTo>
                  <a:lnTo>
                    <a:pt x="1637" y="2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38" name="Google Shape;238;p59"/>
            <p:cNvSpPr/>
            <p:nvPr/>
          </p:nvSpPr>
          <p:spPr>
            <a:xfrm>
              <a:off x="7075950" y="1754175"/>
              <a:ext cx="29925" cy="99550"/>
            </a:xfrm>
            <a:custGeom>
              <a:rect b="b" l="l" r="r" t="t"/>
              <a:pathLst>
                <a:path extrusionOk="0" h="3982" w="1197">
                  <a:moveTo>
                    <a:pt x="0" y="1"/>
                  </a:moveTo>
                  <a:lnTo>
                    <a:pt x="0" y="3981"/>
                  </a:lnTo>
                  <a:lnTo>
                    <a:pt x="269" y="3811"/>
                  </a:lnTo>
                  <a:lnTo>
                    <a:pt x="489" y="3615"/>
                  </a:lnTo>
                  <a:lnTo>
                    <a:pt x="684" y="3420"/>
                  </a:lnTo>
                  <a:lnTo>
                    <a:pt x="855" y="3176"/>
                  </a:lnTo>
                  <a:lnTo>
                    <a:pt x="1002" y="2907"/>
                  </a:lnTo>
                  <a:lnTo>
                    <a:pt x="1099" y="2614"/>
                  </a:lnTo>
                  <a:lnTo>
                    <a:pt x="1173" y="2296"/>
                  </a:lnTo>
                  <a:lnTo>
                    <a:pt x="1197" y="1979"/>
                  </a:lnTo>
                  <a:lnTo>
                    <a:pt x="1173" y="1661"/>
                  </a:lnTo>
                  <a:lnTo>
                    <a:pt x="1099" y="1368"/>
                  </a:lnTo>
                  <a:lnTo>
                    <a:pt x="1002" y="1075"/>
                  </a:lnTo>
                  <a:lnTo>
                    <a:pt x="855" y="806"/>
                  </a:lnTo>
                  <a:lnTo>
                    <a:pt x="684" y="562"/>
                  </a:lnTo>
                  <a:lnTo>
                    <a:pt x="489" y="342"/>
                  </a:lnTo>
                  <a:lnTo>
                    <a:pt x="269" y="17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39" name="Google Shape;239;p59"/>
            <p:cNvSpPr/>
            <p:nvPr/>
          </p:nvSpPr>
          <p:spPr>
            <a:xfrm>
              <a:off x="6625350" y="1729750"/>
              <a:ext cx="97700" cy="147175"/>
            </a:xfrm>
            <a:custGeom>
              <a:rect b="b" l="l" r="r" t="t"/>
              <a:pathLst>
                <a:path extrusionOk="0" h="5887" w="3908">
                  <a:moveTo>
                    <a:pt x="3908" y="1"/>
                  </a:moveTo>
                  <a:lnTo>
                    <a:pt x="2711" y="25"/>
                  </a:lnTo>
                  <a:lnTo>
                    <a:pt x="1759" y="25"/>
                  </a:lnTo>
                  <a:lnTo>
                    <a:pt x="1588" y="49"/>
                  </a:lnTo>
                  <a:lnTo>
                    <a:pt x="1417" y="74"/>
                  </a:lnTo>
                  <a:lnTo>
                    <a:pt x="1246" y="123"/>
                  </a:lnTo>
                  <a:lnTo>
                    <a:pt x="1099" y="172"/>
                  </a:lnTo>
                  <a:lnTo>
                    <a:pt x="953" y="245"/>
                  </a:lnTo>
                  <a:lnTo>
                    <a:pt x="806" y="343"/>
                  </a:lnTo>
                  <a:lnTo>
                    <a:pt x="660" y="440"/>
                  </a:lnTo>
                  <a:lnTo>
                    <a:pt x="537" y="562"/>
                  </a:lnTo>
                  <a:lnTo>
                    <a:pt x="415" y="684"/>
                  </a:lnTo>
                  <a:lnTo>
                    <a:pt x="318" y="831"/>
                  </a:lnTo>
                  <a:lnTo>
                    <a:pt x="220" y="978"/>
                  </a:lnTo>
                  <a:lnTo>
                    <a:pt x="147" y="1124"/>
                  </a:lnTo>
                  <a:lnTo>
                    <a:pt x="73" y="1295"/>
                  </a:lnTo>
                  <a:lnTo>
                    <a:pt x="49" y="1442"/>
                  </a:lnTo>
                  <a:lnTo>
                    <a:pt x="0" y="1613"/>
                  </a:lnTo>
                  <a:lnTo>
                    <a:pt x="0" y="1783"/>
                  </a:lnTo>
                  <a:lnTo>
                    <a:pt x="0" y="4128"/>
                  </a:lnTo>
                  <a:lnTo>
                    <a:pt x="0" y="4299"/>
                  </a:lnTo>
                  <a:lnTo>
                    <a:pt x="49" y="4446"/>
                  </a:lnTo>
                  <a:lnTo>
                    <a:pt x="73" y="4617"/>
                  </a:lnTo>
                  <a:lnTo>
                    <a:pt x="147" y="4763"/>
                  </a:lnTo>
                  <a:lnTo>
                    <a:pt x="220" y="4934"/>
                  </a:lnTo>
                  <a:lnTo>
                    <a:pt x="318" y="5081"/>
                  </a:lnTo>
                  <a:lnTo>
                    <a:pt x="415" y="5203"/>
                  </a:lnTo>
                  <a:lnTo>
                    <a:pt x="537" y="5325"/>
                  </a:lnTo>
                  <a:lnTo>
                    <a:pt x="660" y="5447"/>
                  </a:lnTo>
                  <a:lnTo>
                    <a:pt x="806" y="5545"/>
                  </a:lnTo>
                  <a:lnTo>
                    <a:pt x="953" y="5642"/>
                  </a:lnTo>
                  <a:lnTo>
                    <a:pt x="1099" y="5716"/>
                  </a:lnTo>
                  <a:lnTo>
                    <a:pt x="1246" y="5789"/>
                  </a:lnTo>
                  <a:lnTo>
                    <a:pt x="1417" y="5838"/>
                  </a:lnTo>
                  <a:lnTo>
                    <a:pt x="1588" y="5862"/>
                  </a:lnTo>
                  <a:lnTo>
                    <a:pt x="1759" y="5862"/>
                  </a:lnTo>
                  <a:lnTo>
                    <a:pt x="2711" y="5887"/>
                  </a:lnTo>
                  <a:lnTo>
                    <a:pt x="3908" y="5887"/>
                  </a:lnTo>
                  <a:lnTo>
                    <a:pt x="3908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40" name="Google Shape;240;p59"/>
            <p:cNvSpPr/>
            <p:nvPr/>
          </p:nvSpPr>
          <p:spPr>
            <a:xfrm>
              <a:off x="6736475" y="1638175"/>
              <a:ext cx="279650" cy="330325"/>
            </a:xfrm>
            <a:custGeom>
              <a:rect b="b" l="l" r="r" t="t"/>
              <a:pathLst>
                <a:path extrusionOk="0" h="13213" w="11186">
                  <a:moveTo>
                    <a:pt x="11186" y="0"/>
                  </a:moveTo>
                  <a:lnTo>
                    <a:pt x="10771" y="342"/>
                  </a:lnTo>
                  <a:lnTo>
                    <a:pt x="10380" y="635"/>
                  </a:lnTo>
                  <a:lnTo>
                    <a:pt x="9940" y="904"/>
                  </a:lnTo>
                  <a:lnTo>
                    <a:pt x="9525" y="1172"/>
                  </a:lnTo>
                  <a:lnTo>
                    <a:pt x="9110" y="1417"/>
                  </a:lnTo>
                  <a:lnTo>
                    <a:pt x="8695" y="1661"/>
                  </a:lnTo>
                  <a:lnTo>
                    <a:pt x="7840" y="2052"/>
                  </a:lnTo>
                  <a:lnTo>
                    <a:pt x="7034" y="2418"/>
                  </a:lnTo>
                  <a:lnTo>
                    <a:pt x="6228" y="2687"/>
                  </a:lnTo>
                  <a:lnTo>
                    <a:pt x="5471" y="2931"/>
                  </a:lnTo>
                  <a:lnTo>
                    <a:pt x="4763" y="3126"/>
                  </a:lnTo>
                  <a:lnTo>
                    <a:pt x="4225" y="3248"/>
                  </a:lnTo>
                  <a:lnTo>
                    <a:pt x="3664" y="3346"/>
                  </a:lnTo>
                  <a:lnTo>
                    <a:pt x="3077" y="3419"/>
                  </a:lnTo>
                  <a:lnTo>
                    <a:pt x="2467" y="3493"/>
                  </a:lnTo>
                  <a:lnTo>
                    <a:pt x="1221" y="3590"/>
                  </a:lnTo>
                  <a:lnTo>
                    <a:pt x="0" y="3664"/>
                  </a:lnTo>
                  <a:lnTo>
                    <a:pt x="0" y="9574"/>
                  </a:lnTo>
                  <a:lnTo>
                    <a:pt x="1221" y="9623"/>
                  </a:lnTo>
                  <a:lnTo>
                    <a:pt x="2467" y="9721"/>
                  </a:lnTo>
                  <a:lnTo>
                    <a:pt x="3077" y="9794"/>
                  </a:lnTo>
                  <a:lnTo>
                    <a:pt x="3664" y="9891"/>
                  </a:lnTo>
                  <a:lnTo>
                    <a:pt x="4225" y="9989"/>
                  </a:lnTo>
                  <a:lnTo>
                    <a:pt x="4763" y="10111"/>
                  </a:lnTo>
                  <a:lnTo>
                    <a:pt x="5471" y="10307"/>
                  </a:lnTo>
                  <a:lnTo>
                    <a:pt x="6228" y="10526"/>
                  </a:lnTo>
                  <a:lnTo>
                    <a:pt x="7034" y="10820"/>
                  </a:lnTo>
                  <a:lnTo>
                    <a:pt x="7840" y="11161"/>
                  </a:lnTo>
                  <a:lnTo>
                    <a:pt x="8695" y="11577"/>
                  </a:lnTo>
                  <a:lnTo>
                    <a:pt x="9110" y="11796"/>
                  </a:lnTo>
                  <a:lnTo>
                    <a:pt x="9525" y="12041"/>
                  </a:lnTo>
                  <a:lnTo>
                    <a:pt x="9940" y="12309"/>
                  </a:lnTo>
                  <a:lnTo>
                    <a:pt x="10380" y="12602"/>
                  </a:lnTo>
                  <a:lnTo>
                    <a:pt x="10771" y="12896"/>
                  </a:lnTo>
                  <a:lnTo>
                    <a:pt x="11186" y="13213"/>
                  </a:lnTo>
                  <a:lnTo>
                    <a:pt x="11186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41" name="Google Shape;241;p59"/>
            <p:cNvSpPr/>
            <p:nvPr/>
          </p:nvSpPr>
          <p:spPr>
            <a:xfrm>
              <a:off x="7029550" y="1613750"/>
              <a:ext cx="34200" cy="379800"/>
            </a:xfrm>
            <a:custGeom>
              <a:rect b="b" l="l" r="r" t="t"/>
              <a:pathLst>
                <a:path extrusionOk="0" h="15192" w="1368">
                  <a:moveTo>
                    <a:pt x="684" y="0"/>
                  </a:moveTo>
                  <a:lnTo>
                    <a:pt x="562" y="25"/>
                  </a:lnTo>
                  <a:lnTo>
                    <a:pt x="464" y="98"/>
                  </a:lnTo>
                  <a:lnTo>
                    <a:pt x="366" y="171"/>
                  </a:lnTo>
                  <a:lnTo>
                    <a:pt x="0" y="513"/>
                  </a:lnTo>
                  <a:lnTo>
                    <a:pt x="0" y="14654"/>
                  </a:lnTo>
                  <a:lnTo>
                    <a:pt x="366" y="15020"/>
                  </a:lnTo>
                  <a:lnTo>
                    <a:pt x="464" y="15094"/>
                  </a:lnTo>
                  <a:lnTo>
                    <a:pt x="562" y="15143"/>
                  </a:lnTo>
                  <a:lnTo>
                    <a:pt x="684" y="15191"/>
                  </a:lnTo>
                  <a:lnTo>
                    <a:pt x="904" y="15191"/>
                  </a:lnTo>
                  <a:lnTo>
                    <a:pt x="1001" y="15143"/>
                  </a:lnTo>
                  <a:lnTo>
                    <a:pt x="1148" y="15045"/>
                  </a:lnTo>
                  <a:lnTo>
                    <a:pt x="1270" y="14923"/>
                  </a:lnTo>
                  <a:lnTo>
                    <a:pt x="1343" y="14776"/>
                  </a:lnTo>
                  <a:lnTo>
                    <a:pt x="1368" y="14605"/>
                  </a:lnTo>
                  <a:lnTo>
                    <a:pt x="1368" y="586"/>
                  </a:lnTo>
                  <a:lnTo>
                    <a:pt x="1343" y="415"/>
                  </a:lnTo>
                  <a:lnTo>
                    <a:pt x="1270" y="244"/>
                  </a:lnTo>
                  <a:lnTo>
                    <a:pt x="1148" y="122"/>
                  </a:lnTo>
                  <a:lnTo>
                    <a:pt x="1001" y="25"/>
                  </a:lnTo>
                  <a:lnTo>
                    <a:pt x="904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242" name="Google Shape;242;p59"/>
          <p:cNvGrpSpPr/>
          <p:nvPr/>
        </p:nvGrpSpPr>
        <p:grpSpPr>
          <a:xfrm>
            <a:off x="5383606" y="3269589"/>
            <a:ext cx="303217" cy="325685"/>
            <a:chOff x="611175" y="2326900"/>
            <a:chExt cx="362700" cy="389575"/>
          </a:xfrm>
        </p:grpSpPr>
        <p:sp>
          <p:nvSpPr>
            <p:cNvPr id="243" name="Google Shape;243;p59"/>
            <p:cNvSpPr/>
            <p:nvPr/>
          </p:nvSpPr>
          <p:spPr>
            <a:xfrm>
              <a:off x="611175" y="2326900"/>
              <a:ext cx="362700" cy="389575"/>
            </a:xfrm>
            <a:custGeom>
              <a:rect b="b" l="l" r="r" t="t"/>
              <a:pathLst>
                <a:path extrusionOk="0" h="15583" w="14508">
                  <a:moveTo>
                    <a:pt x="9647" y="489"/>
                  </a:moveTo>
                  <a:lnTo>
                    <a:pt x="9769" y="513"/>
                  </a:lnTo>
                  <a:lnTo>
                    <a:pt x="9916" y="562"/>
                  </a:lnTo>
                  <a:lnTo>
                    <a:pt x="10014" y="660"/>
                  </a:lnTo>
                  <a:lnTo>
                    <a:pt x="10087" y="782"/>
                  </a:lnTo>
                  <a:lnTo>
                    <a:pt x="10111" y="928"/>
                  </a:lnTo>
                  <a:lnTo>
                    <a:pt x="10111" y="1075"/>
                  </a:lnTo>
                  <a:lnTo>
                    <a:pt x="10063" y="1197"/>
                  </a:lnTo>
                  <a:lnTo>
                    <a:pt x="9989" y="1319"/>
                  </a:lnTo>
                  <a:lnTo>
                    <a:pt x="9281" y="2003"/>
                  </a:lnTo>
                  <a:lnTo>
                    <a:pt x="9232" y="2076"/>
                  </a:lnTo>
                  <a:lnTo>
                    <a:pt x="9183" y="2174"/>
                  </a:lnTo>
                  <a:lnTo>
                    <a:pt x="9159" y="2247"/>
                  </a:lnTo>
                  <a:lnTo>
                    <a:pt x="9159" y="2345"/>
                  </a:lnTo>
                  <a:lnTo>
                    <a:pt x="9159" y="6497"/>
                  </a:lnTo>
                  <a:lnTo>
                    <a:pt x="9183" y="6643"/>
                  </a:lnTo>
                  <a:lnTo>
                    <a:pt x="9232" y="6790"/>
                  </a:lnTo>
                  <a:lnTo>
                    <a:pt x="10575" y="8671"/>
                  </a:lnTo>
                  <a:lnTo>
                    <a:pt x="3932" y="8671"/>
                  </a:lnTo>
                  <a:lnTo>
                    <a:pt x="5276" y="6790"/>
                  </a:lnTo>
                  <a:lnTo>
                    <a:pt x="5324" y="6643"/>
                  </a:lnTo>
                  <a:lnTo>
                    <a:pt x="5349" y="6497"/>
                  </a:lnTo>
                  <a:lnTo>
                    <a:pt x="5349" y="2345"/>
                  </a:lnTo>
                  <a:lnTo>
                    <a:pt x="5349" y="2247"/>
                  </a:lnTo>
                  <a:lnTo>
                    <a:pt x="5324" y="2174"/>
                  </a:lnTo>
                  <a:lnTo>
                    <a:pt x="5276" y="2076"/>
                  </a:lnTo>
                  <a:lnTo>
                    <a:pt x="5227" y="2003"/>
                  </a:lnTo>
                  <a:lnTo>
                    <a:pt x="4519" y="1319"/>
                  </a:lnTo>
                  <a:lnTo>
                    <a:pt x="4445" y="1197"/>
                  </a:lnTo>
                  <a:lnTo>
                    <a:pt x="4396" y="1075"/>
                  </a:lnTo>
                  <a:lnTo>
                    <a:pt x="4396" y="928"/>
                  </a:lnTo>
                  <a:lnTo>
                    <a:pt x="4421" y="782"/>
                  </a:lnTo>
                  <a:lnTo>
                    <a:pt x="4494" y="660"/>
                  </a:lnTo>
                  <a:lnTo>
                    <a:pt x="4592" y="562"/>
                  </a:lnTo>
                  <a:lnTo>
                    <a:pt x="4738" y="513"/>
                  </a:lnTo>
                  <a:lnTo>
                    <a:pt x="4860" y="489"/>
                  </a:lnTo>
                  <a:close/>
                  <a:moveTo>
                    <a:pt x="6717" y="9574"/>
                  </a:moveTo>
                  <a:lnTo>
                    <a:pt x="6912" y="9647"/>
                  </a:lnTo>
                  <a:lnTo>
                    <a:pt x="7083" y="9745"/>
                  </a:lnTo>
                  <a:lnTo>
                    <a:pt x="7254" y="9892"/>
                  </a:lnTo>
                  <a:lnTo>
                    <a:pt x="7376" y="10038"/>
                  </a:lnTo>
                  <a:lnTo>
                    <a:pt x="7474" y="10234"/>
                  </a:lnTo>
                  <a:lnTo>
                    <a:pt x="7547" y="10429"/>
                  </a:lnTo>
                  <a:lnTo>
                    <a:pt x="7571" y="10649"/>
                  </a:lnTo>
                  <a:lnTo>
                    <a:pt x="7547" y="10869"/>
                  </a:lnTo>
                  <a:lnTo>
                    <a:pt x="7474" y="11064"/>
                  </a:lnTo>
                  <a:lnTo>
                    <a:pt x="7376" y="11259"/>
                  </a:lnTo>
                  <a:lnTo>
                    <a:pt x="7254" y="11406"/>
                  </a:lnTo>
                  <a:lnTo>
                    <a:pt x="7083" y="11552"/>
                  </a:lnTo>
                  <a:lnTo>
                    <a:pt x="6912" y="11650"/>
                  </a:lnTo>
                  <a:lnTo>
                    <a:pt x="6717" y="11699"/>
                  </a:lnTo>
                  <a:lnTo>
                    <a:pt x="6497" y="11723"/>
                  </a:lnTo>
                  <a:lnTo>
                    <a:pt x="6277" y="11699"/>
                  </a:lnTo>
                  <a:lnTo>
                    <a:pt x="6057" y="11650"/>
                  </a:lnTo>
                  <a:lnTo>
                    <a:pt x="5886" y="11552"/>
                  </a:lnTo>
                  <a:lnTo>
                    <a:pt x="5715" y="11406"/>
                  </a:lnTo>
                  <a:lnTo>
                    <a:pt x="5593" y="11259"/>
                  </a:lnTo>
                  <a:lnTo>
                    <a:pt x="5495" y="11064"/>
                  </a:lnTo>
                  <a:lnTo>
                    <a:pt x="5422" y="10869"/>
                  </a:lnTo>
                  <a:lnTo>
                    <a:pt x="5398" y="10649"/>
                  </a:lnTo>
                  <a:lnTo>
                    <a:pt x="5422" y="10429"/>
                  </a:lnTo>
                  <a:lnTo>
                    <a:pt x="5495" y="10234"/>
                  </a:lnTo>
                  <a:lnTo>
                    <a:pt x="5593" y="10038"/>
                  </a:lnTo>
                  <a:lnTo>
                    <a:pt x="5715" y="9892"/>
                  </a:lnTo>
                  <a:lnTo>
                    <a:pt x="5886" y="9745"/>
                  </a:lnTo>
                  <a:lnTo>
                    <a:pt x="6057" y="9647"/>
                  </a:lnTo>
                  <a:lnTo>
                    <a:pt x="6277" y="9574"/>
                  </a:lnTo>
                  <a:close/>
                  <a:moveTo>
                    <a:pt x="8475" y="11894"/>
                  </a:moveTo>
                  <a:lnTo>
                    <a:pt x="8597" y="11919"/>
                  </a:lnTo>
                  <a:lnTo>
                    <a:pt x="8695" y="11943"/>
                  </a:lnTo>
                  <a:lnTo>
                    <a:pt x="8817" y="11992"/>
                  </a:lnTo>
                  <a:lnTo>
                    <a:pt x="8915" y="12065"/>
                  </a:lnTo>
                  <a:lnTo>
                    <a:pt x="8988" y="12163"/>
                  </a:lnTo>
                  <a:lnTo>
                    <a:pt x="9037" y="12285"/>
                  </a:lnTo>
                  <a:lnTo>
                    <a:pt x="9086" y="12383"/>
                  </a:lnTo>
                  <a:lnTo>
                    <a:pt x="9086" y="12529"/>
                  </a:lnTo>
                  <a:lnTo>
                    <a:pt x="9086" y="12652"/>
                  </a:lnTo>
                  <a:lnTo>
                    <a:pt x="9037" y="12749"/>
                  </a:lnTo>
                  <a:lnTo>
                    <a:pt x="8988" y="12871"/>
                  </a:lnTo>
                  <a:lnTo>
                    <a:pt x="8915" y="12969"/>
                  </a:lnTo>
                  <a:lnTo>
                    <a:pt x="8817" y="13042"/>
                  </a:lnTo>
                  <a:lnTo>
                    <a:pt x="8695" y="13091"/>
                  </a:lnTo>
                  <a:lnTo>
                    <a:pt x="8597" y="13140"/>
                  </a:lnTo>
                  <a:lnTo>
                    <a:pt x="8329" y="13140"/>
                  </a:lnTo>
                  <a:lnTo>
                    <a:pt x="8231" y="13091"/>
                  </a:lnTo>
                  <a:lnTo>
                    <a:pt x="8109" y="13042"/>
                  </a:lnTo>
                  <a:lnTo>
                    <a:pt x="8011" y="12969"/>
                  </a:lnTo>
                  <a:lnTo>
                    <a:pt x="7938" y="12871"/>
                  </a:lnTo>
                  <a:lnTo>
                    <a:pt x="7889" y="12749"/>
                  </a:lnTo>
                  <a:lnTo>
                    <a:pt x="7864" y="12652"/>
                  </a:lnTo>
                  <a:lnTo>
                    <a:pt x="7840" y="12529"/>
                  </a:lnTo>
                  <a:lnTo>
                    <a:pt x="7864" y="12383"/>
                  </a:lnTo>
                  <a:lnTo>
                    <a:pt x="7889" y="12285"/>
                  </a:lnTo>
                  <a:lnTo>
                    <a:pt x="7938" y="12163"/>
                  </a:lnTo>
                  <a:lnTo>
                    <a:pt x="8011" y="12065"/>
                  </a:lnTo>
                  <a:lnTo>
                    <a:pt x="8109" y="11992"/>
                  </a:lnTo>
                  <a:lnTo>
                    <a:pt x="8231" y="11943"/>
                  </a:lnTo>
                  <a:lnTo>
                    <a:pt x="8329" y="11919"/>
                  </a:lnTo>
                  <a:lnTo>
                    <a:pt x="8475" y="11894"/>
                  </a:lnTo>
                  <a:close/>
                  <a:moveTo>
                    <a:pt x="6741" y="13360"/>
                  </a:moveTo>
                  <a:lnTo>
                    <a:pt x="6814" y="13384"/>
                  </a:lnTo>
                  <a:lnTo>
                    <a:pt x="6912" y="13433"/>
                  </a:lnTo>
                  <a:lnTo>
                    <a:pt x="6985" y="13482"/>
                  </a:lnTo>
                  <a:lnTo>
                    <a:pt x="7034" y="13555"/>
                  </a:lnTo>
                  <a:lnTo>
                    <a:pt x="7083" y="13653"/>
                  </a:lnTo>
                  <a:lnTo>
                    <a:pt x="7107" y="13726"/>
                  </a:lnTo>
                  <a:lnTo>
                    <a:pt x="7107" y="13824"/>
                  </a:lnTo>
                  <a:lnTo>
                    <a:pt x="7107" y="13922"/>
                  </a:lnTo>
                  <a:lnTo>
                    <a:pt x="7083" y="14019"/>
                  </a:lnTo>
                  <a:lnTo>
                    <a:pt x="7034" y="14117"/>
                  </a:lnTo>
                  <a:lnTo>
                    <a:pt x="6985" y="14166"/>
                  </a:lnTo>
                  <a:lnTo>
                    <a:pt x="6912" y="14239"/>
                  </a:lnTo>
                  <a:lnTo>
                    <a:pt x="6814" y="14288"/>
                  </a:lnTo>
                  <a:lnTo>
                    <a:pt x="6741" y="14312"/>
                  </a:lnTo>
                  <a:lnTo>
                    <a:pt x="6546" y="14312"/>
                  </a:lnTo>
                  <a:lnTo>
                    <a:pt x="6448" y="14288"/>
                  </a:lnTo>
                  <a:lnTo>
                    <a:pt x="6375" y="14239"/>
                  </a:lnTo>
                  <a:lnTo>
                    <a:pt x="6301" y="14166"/>
                  </a:lnTo>
                  <a:lnTo>
                    <a:pt x="6228" y="14117"/>
                  </a:lnTo>
                  <a:lnTo>
                    <a:pt x="6179" y="14019"/>
                  </a:lnTo>
                  <a:lnTo>
                    <a:pt x="6155" y="13922"/>
                  </a:lnTo>
                  <a:lnTo>
                    <a:pt x="6155" y="13824"/>
                  </a:lnTo>
                  <a:lnTo>
                    <a:pt x="6155" y="13726"/>
                  </a:lnTo>
                  <a:lnTo>
                    <a:pt x="6179" y="13653"/>
                  </a:lnTo>
                  <a:lnTo>
                    <a:pt x="6228" y="13555"/>
                  </a:lnTo>
                  <a:lnTo>
                    <a:pt x="6301" y="13482"/>
                  </a:lnTo>
                  <a:lnTo>
                    <a:pt x="6375" y="13433"/>
                  </a:lnTo>
                  <a:lnTo>
                    <a:pt x="6448" y="13384"/>
                  </a:lnTo>
                  <a:lnTo>
                    <a:pt x="6546" y="13360"/>
                  </a:lnTo>
                  <a:close/>
                  <a:moveTo>
                    <a:pt x="4860" y="0"/>
                  </a:moveTo>
                  <a:lnTo>
                    <a:pt x="4714" y="25"/>
                  </a:lnTo>
                  <a:lnTo>
                    <a:pt x="4592" y="49"/>
                  </a:lnTo>
                  <a:lnTo>
                    <a:pt x="4445" y="98"/>
                  </a:lnTo>
                  <a:lnTo>
                    <a:pt x="4323" y="171"/>
                  </a:lnTo>
                  <a:lnTo>
                    <a:pt x="4225" y="245"/>
                  </a:lnTo>
                  <a:lnTo>
                    <a:pt x="4128" y="367"/>
                  </a:lnTo>
                  <a:lnTo>
                    <a:pt x="4030" y="464"/>
                  </a:lnTo>
                  <a:lnTo>
                    <a:pt x="3981" y="611"/>
                  </a:lnTo>
                  <a:lnTo>
                    <a:pt x="3932" y="733"/>
                  </a:lnTo>
                  <a:lnTo>
                    <a:pt x="3908" y="880"/>
                  </a:lnTo>
                  <a:lnTo>
                    <a:pt x="3908" y="1026"/>
                  </a:lnTo>
                  <a:lnTo>
                    <a:pt x="3908" y="1173"/>
                  </a:lnTo>
                  <a:lnTo>
                    <a:pt x="3957" y="1295"/>
                  </a:lnTo>
                  <a:lnTo>
                    <a:pt x="4006" y="1441"/>
                  </a:lnTo>
                  <a:lnTo>
                    <a:pt x="4079" y="1563"/>
                  </a:lnTo>
                  <a:lnTo>
                    <a:pt x="4177" y="1661"/>
                  </a:lnTo>
                  <a:lnTo>
                    <a:pt x="4860" y="2345"/>
                  </a:lnTo>
                  <a:lnTo>
                    <a:pt x="4860" y="6497"/>
                  </a:lnTo>
                  <a:lnTo>
                    <a:pt x="196" y="13067"/>
                  </a:lnTo>
                  <a:lnTo>
                    <a:pt x="122" y="13189"/>
                  </a:lnTo>
                  <a:lnTo>
                    <a:pt x="49" y="13311"/>
                  </a:lnTo>
                  <a:lnTo>
                    <a:pt x="25" y="13433"/>
                  </a:lnTo>
                  <a:lnTo>
                    <a:pt x="0" y="13555"/>
                  </a:lnTo>
                  <a:lnTo>
                    <a:pt x="0" y="13677"/>
                  </a:lnTo>
                  <a:lnTo>
                    <a:pt x="25" y="13824"/>
                  </a:lnTo>
                  <a:lnTo>
                    <a:pt x="49" y="13946"/>
                  </a:lnTo>
                  <a:lnTo>
                    <a:pt x="98" y="14068"/>
                  </a:lnTo>
                  <a:lnTo>
                    <a:pt x="586" y="15045"/>
                  </a:lnTo>
                  <a:lnTo>
                    <a:pt x="660" y="15167"/>
                  </a:lnTo>
                  <a:lnTo>
                    <a:pt x="757" y="15265"/>
                  </a:lnTo>
                  <a:lnTo>
                    <a:pt x="831" y="15362"/>
                  </a:lnTo>
                  <a:lnTo>
                    <a:pt x="953" y="15436"/>
                  </a:lnTo>
                  <a:lnTo>
                    <a:pt x="1075" y="15485"/>
                  </a:lnTo>
                  <a:lnTo>
                    <a:pt x="1197" y="15533"/>
                  </a:lnTo>
                  <a:lnTo>
                    <a:pt x="1319" y="15582"/>
                  </a:lnTo>
                  <a:lnTo>
                    <a:pt x="13189" y="15582"/>
                  </a:lnTo>
                  <a:lnTo>
                    <a:pt x="13311" y="15533"/>
                  </a:lnTo>
                  <a:lnTo>
                    <a:pt x="13433" y="15485"/>
                  </a:lnTo>
                  <a:lnTo>
                    <a:pt x="13555" y="15436"/>
                  </a:lnTo>
                  <a:lnTo>
                    <a:pt x="13677" y="15362"/>
                  </a:lnTo>
                  <a:lnTo>
                    <a:pt x="13750" y="15265"/>
                  </a:lnTo>
                  <a:lnTo>
                    <a:pt x="13848" y="15167"/>
                  </a:lnTo>
                  <a:lnTo>
                    <a:pt x="13921" y="15045"/>
                  </a:lnTo>
                  <a:lnTo>
                    <a:pt x="14410" y="14068"/>
                  </a:lnTo>
                  <a:lnTo>
                    <a:pt x="14459" y="13946"/>
                  </a:lnTo>
                  <a:lnTo>
                    <a:pt x="14483" y="13824"/>
                  </a:lnTo>
                  <a:lnTo>
                    <a:pt x="14508" y="13677"/>
                  </a:lnTo>
                  <a:lnTo>
                    <a:pt x="14508" y="13555"/>
                  </a:lnTo>
                  <a:lnTo>
                    <a:pt x="14483" y="13433"/>
                  </a:lnTo>
                  <a:lnTo>
                    <a:pt x="14459" y="13311"/>
                  </a:lnTo>
                  <a:lnTo>
                    <a:pt x="14385" y="13189"/>
                  </a:lnTo>
                  <a:lnTo>
                    <a:pt x="14312" y="13067"/>
                  </a:lnTo>
                  <a:lnTo>
                    <a:pt x="9647" y="6497"/>
                  </a:lnTo>
                  <a:lnTo>
                    <a:pt x="9647" y="2345"/>
                  </a:lnTo>
                  <a:lnTo>
                    <a:pt x="10331" y="1661"/>
                  </a:lnTo>
                  <a:lnTo>
                    <a:pt x="10429" y="1563"/>
                  </a:lnTo>
                  <a:lnTo>
                    <a:pt x="10502" y="1441"/>
                  </a:lnTo>
                  <a:lnTo>
                    <a:pt x="10551" y="1295"/>
                  </a:lnTo>
                  <a:lnTo>
                    <a:pt x="10600" y="1173"/>
                  </a:lnTo>
                  <a:lnTo>
                    <a:pt x="10600" y="1026"/>
                  </a:lnTo>
                  <a:lnTo>
                    <a:pt x="10600" y="880"/>
                  </a:lnTo>
                  <a:lnTo>
                    <a:pt x="10575" y="733"/>
                  </a:lnTo>
                  <a:lnTo>
                    <a:pt x="10527" y="611"/>
                  </a:lnTo>
                  <a:lnTo>
                    <a:pt x="10478" y="464"/>
                  </a:lnTo>
                  <a:lnTo>
                    <a:pt x="10380" y="367"/>
                  </a:lnTo>
                  <a:lnTo>
                    <a:pt x="10282" y="245"/>
                  </a:lnTo>
                  <a:lnTo>
                    <a:pt x="10185" y="171"/>
                  </a:lnTo>
                  <a:lnTo>
                    <a:pt x="10063" y="98"/>
                  </a:lnTo>
                  <a:lnTo>
                    <a:pt x="9916" y="49"/>
                  </a:lnTo>
                  <a:lnTo>
                    <a:pt x="9794" y="25"/>
                  </a:lnTo>
                  <a:lnTo>
                    <a:pt x="9647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44" name="Google Shape;244;p59"/>
            <p:cNvSpPr/>
            <p:nvPr/>
          </p:nvSpPr>
          <p:spPr>
            <a:xfrm>
              <a:off x="794950" y="2500900"/>
              <a:ext cx="24450" cy="23850"/>
            </a:xfrm>
            <a:custGeom>
              <a:rect b="b" l="l" r="r" t="t"/>
              <a:pathLst>
                <a:path extrusionOk="0" h="954" w="978">
                  <a:moveTo>
                    <a:pt x="391" y="1"/>
                  </a:moveTo>
                  <a:lnTo>
                    <a:pt x="294" y="25"/>
                  </a:lnTo>
                  <a:lnTo>
                    <a:pt x="220" y="74"/>
                  </a:lnTo>
                  <a:lnTo>
                    <a:pt x="147" y="123"/>
                  </a:lnTo>
                  <a:lnTo>
                    <a:pt x="98" y="196"/>
                  </a:lnTo>
                  <a:lnTo>
                    <a:pt x="49" y="294"/>
                  </a:lnTo>
                  <a:lnTo>
                    <a:pt x="25" y="367"/>
                  </a:lnTo>
                  <a:lnTo>
                    <a:pt x="1" y="465"/>
                  </a:lnTo>
                  <a:lnTo>
                    <a:pt x="25" y="563"/>
                  </a:lnTo>
                  <a:lnTo>
                    <a:pt x="49" y="660"/>
                  </a:lnTo>
                  <a:lnTo>
                    <a:pt x="98" y="734"/>
                  </a:lnTo>
                  <a:lnTo>
                    <a:pt x="147" y="807"/>
                  </a:lnTo>
                  <a:lnTo>
                    <a:pt x="220" y="880"/>
                  </a:lnTo>
                  <a:lnTo>
                    <a:pt x="294" y="905"/>
                  </a:lnTo>
                  <a:lnTo>
                    <a:pt x="391" y="953"/>
                  </a:lnTo>
                  <a:lnTo>
                    <a:pt x="587" y="953"/>
                  </a:lnTo>
                  <a:lnTo>
                    <a:pt x="684" y="905"/>
                  </a:lnTo>
                  <a:lnTo>
                    <a:pt x="758" y="880"/>
                  </a:lnTo>
                  <a:lnTo>
                    <a:pt x="831" y="807"/>
                  </a:lnTo>
                  <a:lnTo>
                    <a:pt x="880" y="734"/>
                  </a:lnTo>
                  <a:lnTo>
                    <a:pt x="929" y="660"/>
                  </a:lnTo>
                  <a:lnTo>
                    <a:pt x="953" y="563"/>
                  </a:lnTo>
                  <a:lnTo>
                    <a:pt x="978" y="465"/>
                  </a:lnTo>
                  <a:lnTo>
                    <a:pt x="953" y="367"/>
                  </a:lnTo>
                  <a:lnTo>
                    <a:pt x="929" y="294"/>
                  </a:lnTo>
                  <a:lnTo>
                    <a:pt x="880" y="196"/>
                  </a:lnTo>
                  <a:lnTo>
                    <a:pt x="831" y="123"/>
                  </a:lnTo>
                  <a:lnTo>
                    <a:pt x="758" y="74"/>
                  </a:lnTo>
                  <a:lnTo>
                    <a:pt x="684" y="25"/>
                  </a:lnTo>
                  <a:lnTo>
                    <a:pt x="587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45" name="Google Shape;245;p59"/>
            <p:cNvSpPr/>
            <p:nvPr/>
          </p:nvSpPr>
          <p:spPr>
            <a:xfrm>
              <a:off x="754650" y="2381250"/>
              <a:ext cx="75750" cy="14050"/>
            </a:xfrm>
            <a:custGeom>
              <a:rect b="b" l="l" r="r" t="t"/>
              <a:pathLst>
                <a:path extrusionOk="0" h="562" w="3030">
                  <a:moveTo>
                    <a:pt x="294" y="0"/>
                  </a:moveTo>
                  <a:lnTo>
                    <a:pt x="172" y="24"/>
                  </a:lnTo>
                  <a:lnTo>
                    <a:pt x="74" y="73"/>
                  </a:lnTo>
                  <a:lnTo>
                    <a:pt x="25" y="171"/>
                  </a:lnTo>
                  <a:lnTo>
                    <a:pt x="1" y="269"/>
                  </a:lnTo>
                  <a:lnTo>
                    <a:pt x="25" y="391"/>
                  </a:lnTo>
                  <a:lnTo>
                    <a:pt x="74" y="488"/>
                  </a:lnTo>
                  <a:lnTo>
                    <a:pt x="172" y="537"/>
                  </a:lnTo>
                  <a:lnTo>
                    <a:pt x="294" y="562"/>
                  </a:lnTo>
                  <a:lnTo>
                    <a:pt x="2736" y="562"/>
                  </a:lnTo>
                  <a:lnTo>
                    <a:pt x="2858" y="537"/>
                  </a:lnTo>
                  <a:lnTo>
                    <a:pt x="2956" y="488"/>
                  </a:lnTo>
                  <a:lnTo>
                    <a:pt x="3005" y="391"/>
                  </a:lnTo>
                  <a:lnTo>
                    <a:pt x="3029" y="269"/>
                  </a:lnTo>
                  <a:lnTo>
                    <a:pt x="3005" y="171"/>
                  </a:lnTo>
                  <a:lnTo>
                    <a:pt x="2956" y="73"/>
                  </a:lnTo>
                  <a:lnTo>
                    <a:pt x="2858" y="24"/>
                  </a:lnTo>
                  <a:lnTo>
                    <a:pt x="2736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46" name="Google Shape;246;p59"/>
            <p:cNvSpPr/>
            <p:nvPr/>
          </p:nvSpPr>
          <p:spPr>
            <a:xfrm>
              <a:off x="765025" y="2453900"/>
              <a:ext cx="31175" cy="31150"/>
            </a:xfrm>
            <a:custGeom>
              <a:rect b="b" l="l" r="r" t="t"/>
              <a:pathLst>
                <a:path extrusionOk="0" h="1246" w="1247">
                  <a:moveTo>
                    <a:pt x="611" y="0"/>
                  </a:moveTo>
                  <a:lnTo>
                    <a:pt x="489" y="25"/>
                  </a:lnTo>
                  <a:lnTo>
                    <a:pt x="367" y="49"/>
                  </a:lnTo>
                  <a:lnTo>
                    <a:pt x="270" y="122"/>
                  </a:lnTo>
                  <a:lnTo>
                    <a:pt x="172" y="196"/>
                  </a:lnTo>
                  <a:lnTo>
                    <a:pt x="99" y="269"/>
                  </a:lnTo>
                  <a:lnTo>
                    <a:pt x="50" y="391"/>
                  </a:lnTo>
                  <a:lnTo>
                    <a:pt x="1" y="513"/>
                  </a:lnTo>
                  <a:lnTo>
                    <a:pt x="1" y="635"/>
                  </a:lnTo>
                  <a:lnTo>
                    <a:pt x="1" y="757"/>
                  </a:lnTo>
                  <a:lnTo>
                    <a:pt x="50" y="880"/>
                  </a:lnTo>
                  <a:lnTo>
                    <a:pt x="99" y="977"/>
                  </a:lnTo>
                  <a:lnTo>
                    <a:pt x="172" y="1075"/>
                  </a:lnTo>
                  <a:lnTo>
                    <a:pt x="270" y="1148"/>
                  </a:lnTo>
                  <a:lnTo>
                    <a:pt x="367" y="1197"/>
                  </a:lnTo>
                  <a:lnTo>
                    <a:pt x="489" y="1246"/>
                  </a:lnTo>
                  <a:lnTo>
                    <a:pt x="734" y="1246"/>
                  </a:lnTo>
                  <a:lnTo>
                    <a:pt x="856" y="1197"/>
                  </a:lnTo>
                  <a:lnTo>
                    <a:pt x="978" y="1148"/>
                  </a:lnTo>
                  <a:lnTo>
                    <a:pt x="1051" y="1075"/>
                  </a:lnTo>
                  <a:lnTo>
                    <a:pt x="1149" y="977"/>
                  </a:lnTo>
                  <a:lnTo>
                    <a:pt x="1198" y="880"/>
                  </a:lnTo>
                  <a:lnTo>
                    <a:pt x="1222" y="757"/>
                  </a:lnTo>
                  <a:lnTo>
                    <a:pt x="1246" y="635"/>
                  </a:lnTo>
                  <a:lnTo>
                    <a:pt x="1222" y="513"/>
                  </a:lnTo>
                  <a:lnTo>
                    <a:pt x="1198" y="391"/>
                  </a:lnTo>
                  <a:lnTo>
                    <a:pt x="1149" y="269"/>
                  </a:lnTo>
                  <a:lnTo>
                    <a:pt x="1051" y="196"/>
                  </a:lnTo>
                  <a:lnTo>
                    <a:pt x="978" y="122"/>
                  </a:lnTo>
                  <a:lnTo>
                    <a:pt x="856" y="49"/>
                  </a:lnTo>
                  <a:lnTo>
                    <a:pt x="734" y="25"/>
                  </a:lnTo>
                  <a:lnTo>
                    <a:pt x="611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247" name="Google Shape;247;p59"/>
          <p:cNvSpPr/>
          <p:nvPr/>
        </p:nvSpPr>
        <p:spPr>
          <a:xfrm>
            <a:off x="5939002" y="3272716"/>
            <a:ext cx="319561" cy="319561"/>
          </a:xfrm>
          <a:custGeom>
            <a:rect b="b" l="l" r="r" t="t"/>
            <a:pathLst>
              <a:path extrusionOk="0" h="15290" w="15290">
                <a:moveTo>
                  <a:pt x="4519" y="6815"/>
                </a:moveTo>
                <a:lnTo>
                  <a:pt x="4690" y="6839"/>
                </a:lnTo>
                <a:lnTo>
                  <a:pt x="4861" y="6888"/>
                </a:lnTo>
                <a:lnTo>
                  <a:pt x="5007" y="6986"/>
                </a:lnTo>
                <a:lnTo>
                  <a:pt x="5154" y="7084"/>
                </a:lnTo>
                <a:lnTo>
                  <a:pt x="5251" y="7230"/>
                </a:lnTo>
                <a:lnTo>
                  <a:pt x="5325" y="7401"/>
                </a:lnTo>
                <a:lnTo>
                  <a:pt x="5374" y="7572"/>
                </a:lnTo>
                <a:lnTo>
                  <a:pt x="5398" y="7767"/>
                </a:lnTo>
                <a:lnTo>
                  <a:pt x="5374" y="7963"/>
                </a:lnTo>
                <a:lnTo>
                  <a:pt x="5325" y="8134"/>
                </a:lnTo>
                <a:lnTo>
                  <a:pt x="5251" y="8305"/>
                </a:lnTo>
                <a:lnTo>
                  <a:pt x="5154" y="8451"/>
                </a:lnTo>
                <a:lnTo>
                  <a:pt x="5007" y="8549"/>
                </a:lnTo>
                <a:lnTo>
                  <a:pt x="4861" y="8647"/>
                </a:lnTo>
                <a:lnTo>
                  <a:pt x="4690" y="8696"/>
                </a:lnTo>
                <a:lnTo>
                  <a:pt x="4519" y="8720"/>
                </a:lnTo>
                <a:lnTo>
                  <a:pt x="4348" y="8696"/>
                </a:lnTo>
                <a:lnTo>
                  <a:pt x="4177" y="8647"/>
                </a:lnTo>
                <a:lnTo>
                  <a:pt x="4030" y="8549"/>
                </a:lnTo>
                <a:lnTo>
                  <a:pt x="3884" y="8451"/>
                </a:lnTo>
                <a:lnTo>
                  <a:pt x="3786" y="8305"/>
                </a:lnTo>
                <a:lnTo>
                  <a:pt x="3713" y="8134"/>
                </a:lnTo>
                <a:lnTo>
                  <a:pt x="3664" y="7963"/>
                </a:lnTo>
                <a:lnTo>
                  <a:pt x="3640" y="7767"/>
                </a:lnTo>
                <a:lnTo>
                  <a:pt x="3664" y="7572"/>
                </a:lnTo>
                <a:lnTo>
                  <a:pt x="3713" y="7401"/>
                </a:lnTo>
                <a:lnTo>
                  <a:pt x="3786" y="7230"/>
                </a:lnTo>
                <a:lnTo>
                  <a:pt x="3884" y="7084"/>
                </a:lnTo>
                <a:lnTo>
                  <a:pt x="4030" y="6986"/>
                </a:lnTo>
                <a:lnTo>
                  <a:pt x="4177" y="6888"/>
                </a:lnTo>
                <a:lnTo>
                  <a:pt x="4348" y="6839"/>
                </a:lnTo>
                <a:lnTo>
                  <a:pt x="4519" y="6815"/>
                </a:lnTo>
                <a:close/>
                <a:moveTo>
                  <a:pt x="10771" y="6815"/>
                </a:moveTo>
                <a:lnTo>
                  <a:pt x="10942" y="6839"/>
                </a:lnTo>
                <a:lnTo>
                  <a:pt x="11113" y="6888"/>
                </a:lnTo>
                <a:lnTo>
                  <a:pt x="11260" y="6986"/>
                </a:lnTo>
                <a:lnTo>
                  <a:pt x="11406" y="7084"/>
                </a:lnTo>
                <a:lnTo>
                  <a:pt x="11504" y="7230"/>
                </a:lnTo>
                <a:lnTo>
                  <a:pt x="11577" y="7401"/>
                </a:lnTo>
                <a:lnTo>
                  <a:pt x="11626" y="7572"/>
                </a:lnTo>
                <a:lnTo>
                  <a:pt x="11650" y="7767"/>
                </a:lnTo>
                <a:lnTo>
                  <a:pt x="11626" y="7963"/>
                </a:lnTo>
                <a:lnTo>
                  <a:pt x="11577" y="8134"/>
                </a:lnTo>
                <a:lnTo>
                  <a:pt x="11504" y="8305"/>
                </a:lnTo>
                <a:lnTo>
                  <a:pt x="11406" y="8451"/>
                </a:lnTo>
                <a:lnTo>
                  <a:pt x="11260" y="8549"/>
                </a:lnTo>
                <a:lnTo>
                  <a:pt x="11113" y="8647"/>
                </a:lnTo>
                <a:lnTo>
                  <a:pt x="10942" y="8696"/>
                </a:lnTo>
                <a:lnTo>
                  <a:pt x="10771" y="8720"/>
                </a:lnTo>
                <a:lnTo>
                  <a:pt x="10600" y="8696"/>
                </a:lnTo>
                <a:lnTo>
                  <a:pt x="10429" y="8647"/>
                </a:lnTo>
                <a:lnTo>
                  <a:pt x="10283" y="8549"/>
                </a:lnTo>
                <a:lnTo>
                  <a:pt x="10136" y="8451"/>
                </a:lnTo>
                <a:lnTo>
                  <a:pt x="10038" y="8305"/>
                </a:lnTo>
                <a:lnTo>
                  <a:pt x="9965" y="8134"/>
                </a:lnTo>
                <a:lnTo>
                  <a:pt x="9916" y="7963"/>
                </a:lnTo>
                <a:lnTo>
                  <a:pt x="9892" y="7767"/>
                </a:lnTo>
                <a:lnTo>
                  <a:pt x="9916" y="7572"/>
                </a:lnTo>
                <a:lnTo>
                  <a:pt x="9965" y="7401"/>
                </a:lnTo>
                <a:lnTo>
                  <a:pt x="10038" y="7230"/>
                </a:lnTo>
                <a:lnTo>
                  <a:pt x="10136" y="7084"/>
                </a:lnTo>
                <a:lnTo>
                  <a:pt x="10283" y="6986"/>
                </a:lnTo>
                <a:lnTo>
                  <a:pt x="10429" y="6888"/>
                </a:lnTo>
                <a:lnTo>
                  <a:pt x="10600" y="6839"/>
                </a:lnTo>
                <a:lnTo>
                  <a:pt x="10771" y="6815"/>
                </a:lnTo>
                <a:close/>
                <a:moveTo>
                  <a:pt x="11308" y="10210"/>
                </a:moveTo>
                <a:lnTo>
                  <a:pt x="11406" y="10234"/>
                </a:lnTo>
                <a:lnTo>
                  <a:pt x="11479" y="10259"/>
                </a:lnTo>
                <a:lnTo>
                  <a:pt x="11577" y="10307"/>
                </a:lnTo>
                <a:lnTo>
                  <a:pt x="11650" y="10356"/>
                </a:lnTo>
                <a:lnTo>
                  <a:pt x="11699" y="10430"/>
                </a:lnTo>
                <a:lnTo>
                  <a:pt x="11748" y="10527"/>
                </a:lnTo>
                <a:lnTo>
                  <a:pt x="11772" y="10625"/>
                </a:lnTo>
                <a:lnTo>
                  <a:pt x="11797" y="10698"/>
                </a:lnTo>
                <a:lnTo>
                  <a:pt x="11772" y="10796"/>
                </a:lnTo>
                <a:lnTo>
                  <a:pt x="11748" y="10894"/>
                </a:lnTo>
                <a:lnTo>
                  <a:pt x="11699" y="10967"/>
                </a:lnTo>
                <a:lnTo>
                  <a:pt x="11650" y="11065"/>
                </a:lnTo>
                <a:lnTo>
                  <a:pt x="11235" y="11431"/>
                </a:lnTo>
                <a:lnTo>
                  <a:pt x="10795" y="11773"/>
                </a:lnTo>
                <a:lnTo>
                  <a:pt x="10307" y="12041"/>
                </a:lnTo>
                <a:lnTo>
                  <a:pt x="9819" y="12286"/>
                </a:lnTo>
                <a:lnTo>
                  <a:pt x="9281" y="12457"/>
                </a:lnTo>
                <a:lnTo>
                  <a:pt x="8768" y="12603"/>
                </a:lnTo>
                <a:lnTo>
                  <a:pt x="8207" y="12676"/>
                </a:lnTo>
                <a:lnTo>
                  <a:pt x="7645" y="12701"/>
                </a:lnTo>
                <a:lnTo>
                  <a:pt x="7083" y="12676"/>
                </a:lnTo>
                <a:lnTo>
                  <a:pt x="6521" y="12603"/>
                </a:lnTo>
                <a:lnTo>
                  <a:pt x="6009" y="12457"/>
                </a:lnTo>
                <a:lnTo>
                  <a:pt x="5471" y="12286"/>
                </a:lnTo>
                <a:lnTo>
                  <a:pt x="4983" y="12041"/>
                </a:lnTo>
                <a:lnTo>
                  <a:pt x="4494" y="11773"/>
                </a:lnTo>
                <a:lnTo>
                  <a:pt x="4055" y="11431"/>
                </a:lnTo>
                <a:lnTo>
                  <a:pt x="3640" y="11065"/>
                </a:lnTo>
                <a:lnTo>
                  <a:pt x="3591" y="10967"/>
                </a:lnTo>
                <a:lnTo>
                  <a:pt x="3542" y="10894"/>
                </a:lnTo>
                <a:lnTo>
                  <a:pt x="3517" y="10796"/>
                </a:lnTo>
                <a:lnTo>
                  <a:pt x="3493" y="10698"/>
                </a:lnTo>
                <a:lnTo>
                  <a:pt x="3517" y="10625"/>
                </a:lnTo>
                <a:lnTo>
                  <a:pt x="3542" y="10527"/>
                </a:lnTo>
                <a:lnTo>
                  <a:pt x="3591" y="10430"/>
                </a:lnTo>
                <a:lnTo>
                  <a:pt x="3640" y="10356"/>
                </a:lnTo>
                <a:lnTo>
                  <a:pt x="3713" y="10307"/>
                </a:lnTo>
                <a:lnTo>
                  <a:pt x="3811" y="10259"/>
                </a:lnTo>
                <a:lnTo>
                  <a:pt x="3884" y="10234"/>
                </a:lnTo>
                <a:lnTo>
                  <a:pt x="3981" y="10210"/>
                </a:lnTo>
                <a:lnTo>
                  <a:pt x="4079" y="10234"/>
                </a:lnTo>
                <a:lnTo>
                  <a:pt x="4177" y="10259"/>
                </a:lnTo>
                <a:lnTo>
                  <a:pt x="4250" y="10307"/>
                </a:lnTo>
                <a:lnTo>
                  <a:pt x="4323" y="10356"/>
                </a:lnTo>
                <a:lnTo>
                  <a:pt x="4690" y="10674"/>
                </a:lnTo>
                <a:lnTo>
                  <a:pt x="5056" y="10942"/>
                </a:lnTo>
                <a:lnTo>
                  <a:pt x="5447" y="11187"/>
                </a:lnTo>
                <a:lnTo>
                  <a:pt x="5862" y="11382"/>
                </a:lnTo>
                <a:lnTo>
                  <a:pt x="6277" y="11529"/>
                </a:lnTo>
                <a:lnTo>
                  <a:pt x="6717" y="11651"/>
                </a:lnTo>
                <a:lnTo>
                  <a:pt x="7181" y="11700"/>
                </a:lnTo>
                <a:lnTo>
                  <a:pt x="7645" y="11724"/>
                </a:lnTo>
                <a:lnTo>
                  <a:pt x="8109" y="11700"/>
                </a:lnTo>
                <a:lnTo>
                  <a:pt x="8573" y="11651"/>
                </a:lnTo>
                <a:lnTo>
                  <a:pt x="9013" y="11529"/>
                </a:lnTo>
                <a:lnTo>
                  <a:pt x="9428" y="11382"/>
                </a:lnTo>
                <a:lnTo>
                  <a:pt x="9843" y="11187"/>
                </a:lnTo>
                <a:lnTo>
                  <a:pt x="10234" y="10942"/>
                </a:lnTo>
                <a:lnTo>
                  <a:pt x="10600" y="10674"/>
                </a:lnTo>
                <a:lnTo>
                  <a:pt x="10966" y="10356"/>
                </a:lnTo>
                <a:lnTo>
                  <a:pt x="11040" y="10307"/>
                </a:lnTo>
                <a:lnTo>
                  <a:pt x="11113" y="10259"/>
                </a:lnTo>
                <a:lnTo>
                  <a:pt x="11211" y="10234"/>
                </a:lnTo>
                <a:lnTo>
                  <a:pt x="11308" y="10210"/>
                </a:lnTo>
                <a:close/>
                <a:moveTo>
                  <a:pt x="7254" y="1"/>
                </a:moveTo>
                <a:lnTo>
                  <a:pt x="6863" y="50"/>
                </a:lnTo>
                <a:lnTo>
                  <a:pt x="6473" y="99"/>
                </a:lnTo>
                <a:lnTo>
                  <a:pt x="6106" y="147"/>
                </a:lnTo>
                <a:lnTo>
                  <a:pt x="5740" y="245"/>
                </a:lnTo>
                <a:lnTo>
                  <a:pt x="5374" y="343"/>
                </a:lnTo>
                <a:lnTo>
                  <a:pt x="5007" y="465"/>
                </a:lnTo>
                <a:lnTo>
                  <a:pt x="4665" y="611"/>
                </a:lnTo>
                <a:lnTo>
                  <a:pt x="4323" y="758"/>
                </a:lnTo>
                <a:lnTo>
                  <a:pt x="4006" y="929"/>
                </a:lnTo>
                <a:lnTo>
                  <a:pt x="3688" y="1100"/>
                </a:lnTo>
                <a:lnTo>
                  <a:pt x="3371" y="1295"/>
                </a:lnTo>
                <a:lnTo>
                  <a:pt x="3078" y="1515"/>
                </a:lnTo>
                <a:lnTo>
                  <a:pt x="2785" y="1735"/>
                </a:lnTo>
                <a:lnTo>
                  <a:pt x="2516" y="1979"/>
                </a:lnTo>
                <a:lnTo>
                  <a:pt x="2247" y="2248"/>
                </a:lnTo>
                <a:lnTo>
                  <a:pt x="1979" y="2516"/>
                </a:lnTo>
                <a:lnTo>
                  <a:pt x="1735" y="2785"/>
                </a:lnTo>
                <a:lnTo>
                  <a:pt x="1515" y="3078"/>
                </a:lnTo>
                <a:lnTo>
                  <a:pt x="1295" y="3371"/>
                </a:lnTo>
                <a:lnTo>
                  <a:pt x="1100" y="3689"/>
                </a:lnTo>
                <a:lnTo>
                  <a:pt x="929" y="4006"/>
                </a:lnTo>
                <a:lnTo>
                  <a:pt x="758" y="4324"/>
                </a:lnTo>
                <a:lnTo>
                  <a:pt x="611" y="4666"/>
                </a:lnTo>
                <a:lnTo>
                  <a:pt x="465" y="5008"/>
                </a:lnTo>
                <a:lnTo>
                  <a:pt x="342" y="5374"/>
                </a:lnTo>
                <a:lnTo>
                  <a:pt x="245" y="5740"/>
                </a:lnTo>
                <a:lnTo>
                  <a:pt x="147" y="6107"/>
                </a:lnTo>
                <a:lnTo>
                  <a:pt x="98" y="6473"/>
                </a:lnTo>
                <a:lnTo>
                  <a:pt x="49" y="6864"/>
                </a:lnTo>
                <a:lnTo>
                  <a:pt x="1" y="7255"/>
                </a:lnTo>
                <a:lnTo>
                  <a:pt x="1" y="7645"/>
                </a:lnTo>
                <a:lnTo>
                  <a:pt x="1" y="8036"/>
                </a:lnTo>
                <a:lnTo>
                  <a:pt x="49" y="8427"/>
                </a:lnTo>
                <a:lnTo>
                  <a:pt x="98" y="8818"/>
                </a:lnTo>
                <a:lnTo>
                  <a:pt x="147" y="9184"/>
                </a:lnTo>
                <a:lnTo>
                  <a:pt x="245" y="9550"/>
                </a:lnTo>
                <a:lnTo>
                  <a:pt x="342" y="9917"/>
                </a:lnTo>
                <a:lnTo>
                  <a:pt x="465" y="10283"/>
                </a:lnTo>
                <a:lnTo>
                  <a:pt x="611" y="10625"/>
                </a:lnTo>
                <a:lnTo>
                  <a:pt x="758" y="10967"/>
                </a:lnTo>
                <a:lnTo>
                  <a:pt x="929" y="11284"/>
                </a:lnTo>
                <a:lnTo>
                  <a:pt x="1100" y="11602"/>
                </a:lnTo>
                <a:lnTo>
                  <a:pt x="1295" y="11919"/>
                </a:lnTo>
                <a:lnTo>
                  <a:pt x="1515" y="12212"/>
                </a:lnTo>
                <a:lnTo>
                  <a:pt x="1735" y="12506"/>
                </a:lnTo>
                <a:lnTo>
                  <a:pt x="1979" y="12774"/>
                </a:lnTo>
                <a:lnTo>
                  <a:pt x="2247" y="13043"/>
                </a:lnTo>
                <a:lnTo>
                  <a:pt x="2516" y="13311"/>
                </a:lnTo>
                <a:lnTo>
                  <a:pt x="2785" y="13556"/>
                </a:lnTo>
                <a:lnTo>
                  <a:pt x="3078" y="13776"/>
                </a:lnTo>
                <a:lnTo>
                  <a:pt x="3371" y="13995"/>
                </a:lnTo>
                <a:lnTo>
                  <a:pt x="3688" y="14191"/>
                </a:lnTo>
                <a:lnTo>
                  <a:pt x="4006" y="14362"/>
                </a:lnTo>
                <a:lnTo>
                  <a:pt x="4323" y="14533"/>
                </a:lnTo>
                <a:lnTo>
                  <a:pt x="4665" y="14679"/>
                </a:lnTo>
                <a:lnTo>
                  <a:pt x="5007" y="14826"/>
                </a:lnTo>
                <a:lnTo>
                  <a:pt x="5374" y="14948"/>
                </a:lnTo>
                <a:lnTo>
                  <a:pt x="5740" y="15046"/>
                </a:lnTo>
                <a:lnTo>
                  <a:pt x="6106" y="15143"/>
                </a:lnTo>
                <a:lnTo>
                  <a:pt x="6473" y="15192"/>
                </a:lnTo>
                <a:lnTo>
                  <a:pt x="6863" y="15241"/>
                </a:lnTo>
                <a:lnTo>
                  <a:pt x="7254" y="15290"/>
                </a:lnTo>
                <a:lnTo>
                  <a:pt x="8036" y="15290"/>
                </a:lnTo>
                <a:lnTo>
                  <a:pt x="8426" y="15241"/>
                </a:lnTo>
                <a:lnTo>
                  <a:pt x="8817" y="15192"/>
                </a:lnTo>
                <a:lnTo>
                  <a:pt x="9184" y="15143"/>
                </a:lnTo>
                <a:lnTo>
                  <a:pt x="9550" y="15046"/>
                </a:lnTo>
                <a:lnTo>
                  <a:pt x="9916" y="14948"/>
                </a:lnTo>
                <a:lnTo>
                  <a:pt x="10283" y="14826"/>
                </a:lnTo>
                <a:lnTo>
                  <a:pt x="10625" y="14679"/>
                </a:lnTo>
                <a:lnTo>
                  <a:pt x="10966" y="14533"/>
                </a:lnTo>
                <a:lnTo>
                  <a:pt x="11284" y="14362"/>
                </a:lnTo>
                <a:lnTo>
                  <a:pt x="11601" y="14191"/>
                </a:lnTo>
                <a:lnTo>
                  <a:pt x="11919" y="13995"/>
                </a:lnTo>
                <a:lnTo>
                  <a:pt x="12212" y="13776"/>
                </a:lnTo>
                <a:lnTo>
                  <a:pt x="12505" y="13556"/>
                </a:lnTo>
                <a:lnTo>
                  <a:pt x="12774" y="13311"/>
                </a:lnTo>
                <a:lnTo>
                  <a:pt x="13042" y="13043"/>
                </a:lnTo>
                <a:lnTo>
                  <a:pt x="13311" y="12774"/>
                </a:lnTo>
                <a:lnTo>
                  <a:pt x="13555" y="12506"/>
                </a:lnTo>
                <a:lnTo>
                  <a:pt x="13775" y="12212"/>
                </a:lnTo>
                <a:lnTo>
                  <a:pt x="13995" y="11919"/>
                </a:lnTo>
                <a:lnTo>
                  <a:pt x="14190" y="11602"/>
                </a:lnTo>
                <a:lnTo>
                  <a:pt x="14361" y="11284"/>
                </a:lnTo>
                <a:lnTo>
                  <a:pt x="14532" y="10967"/>
                </a:lnTo>
                <a:lnTo>
                  <a:pt x="14679" y="10625"/>
                </a:lnTo>
                <a:lnTo>
                  <a:pt x="14825" y="10283"/>
                </a:lnTo>
                <a:lnTo>
                  <a:pt x="14947" y="9917"/>
                </a:lnTo>
                <a:lnTo>
                  <a:pt x="15045" y="9550"/>
                </a:lnTo>
                <a:lnTo>
                  <a:pt x="15143" y="9184"/>
                </a:lnTo>
                <a:lnTo>
                  <a:pt x="15192" y="8818"/>
                </a:lnTo>
                <a:lnTo>
                  <a:pt x="15240" y="8427"/>
                </a:lnTo>
                <a:lnTo>
                  <a:pt x="15289" y="8036"/>
                </a:lnTo>
                <a:lnTo>
                  <a:pt x="15289" y="7645"/>
                </a:lnTo>
                <a:lnTo>
                  <a:pt x="15289" y="7255"/>
                </a:lnTo>
                <a:lnTo>
                  <a:pt x="15240" y="6864"/>
                </a:lnTo>
                <a:lnTo>
                  <a:pt x="15192" y="6473"/>
                </a:lnTo>
                <a:lnTo>
                  <a:pt x="15143" y="6107"/>
                </a:lnTo>
                <a:lnTo>
                  <a:pt x="15045" y="5740"/>
                </a:lnTo>
                <a:lnTo>
                  <a:pt x="14947" y="5374"/>
                </a:lnTo>
                <a:lnTo>
                  <a:pt x="14825" y="5008"/>
                </a:lnTo>
                <a:lnTo>
                  <a:pt x="14679" y="4666"/>
                </a:lnTo>
                <a:lnTo>
                  <a:pt x="14532" y="4324"/>
                </a:lnTo>
                <a:lnTo>
                  <a:pt x="14361" y="4006"/>
                </a:lnTo>
                <a:lnTo>
                  <a:pt x="14190" y="3689"/>
                </a:lnTo>
                <a:lnTo>
                  <a:pt x="13995" y="3371"/>
                </a:lnTo>
                <a:lnTo>
                  <a:pt x="13775" y="3078"/>
                </a:lnTo>
                <a:lnTo>
                  <a:pt x="13555" y="2785"/>
                </a:lnTo>
                <a:lnTo>
                  <a:pt x="13311" y="2516"/>
                </a:lnTo>
                <a:lnTo>
                  <a:pt x="13042" y="2248"/>
                </a:lnTo>
                <a:lnTo>
                  <a:pt x="12774" y="1979"/>
                </a:lnTo>
                <a:lnTo>
                  <a:pt x="12505" y="1735"/>
                </a:lnTo>
                <a:lnTo>
                  <a:pt x="12212" y="1515"/>
                </a:lnTo>
                <a:lnTo>
                  <a:pt x="11919" y="1295"/>
                </a:lnTo>
                <a:lnTo>
                  <a:pt x="11601" y="1100"/>
                </a:lnTo>
                <a:lnTo>
                  <a:pt x="11284" y="929"/>
                </a:lnTo>
                <a:lnTo>
                  <a:pt x="10966" y="758"/>
                </a:lnTo>
                <a:lnTo>
                  <a:pt x="10625" y="611"/>
                </a:lnTo>
                <a:lnTo>
                  <a:pt x="10283" y="465"/>
                </a:lnTo>
                <a:lnTo>
                  <a:pt x="9916" y="343"/>
                </a:lnTo>
                <a:lnTo>
                  <a:pt x="9550" y="245"/>
                </a:lnTo>
                <a:lnTo>
                  <a:pt x="9184" y="147"/>
                </a:lnTo>
                <a:lnTo>
                  <a:pt x="8817" y="99"/>
                </a:lnTo>
                <a:lnTo>
                  <a:pt x="8426" y="50"/>
                </a:lnTo>
                <a:lnTo>
                  <a:pt x="8036" y="1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48" name="Google Shape;248;p59"/>
          <p:cNvSpPr/>
          <p:nvPr/>
        </p:nvSpPr>
        <p:spPr>
          <a:xfrm>
            <a:off x="6502550" y="3272716"/>
            <a:ext cx="319561" cy="319561"/>
          </a:xfrm>
          <a:custGeom>
            <a:rect b="b" l="l" r="r" t="t"/>
            <a:pathLst>
              <a:path extrusionOk="0" h="15290" w="15290">
                <a:moveTo>
                  <a:pt x="4519" y="6815"/>
                </a:moveTo>
                <a:lnTo>
                  <a:pt x="4690" y="6839"/>
                </a:lnTo>
                <a:lnTo>
                  <a:pt x="4861" y="6888"/>
                </a:lnTo>
                <a:lnTo>
                  <a:pt x="5007" y="6986"/>
                </a:lnTo>
                <a:lnTo>
                  <a:pt x="5154" y="7084"/>
                </a:lnTo>
                <a:lnTo>
                  <a:pt x="5251" y="7230"/>
                </a:lnTo>
                <a:lnTo>
                  <a:pt x="5325" y="7401"/>
                </a:lnTo>
                <a:lnTo>
                  <a:pt x="5374" y="7572"/>
                </a:lnTo>
                <a:lnTo>
                  <a:pt x="5398" y="7767"/>
                </a:lnTo>
                <a:lnTo>
                  <a:pt x="5374" y="7963"/>
                </a:lnTo>
                <a:lnTo>
                  <a:pt x="5325" y="8134"/>
                </a:lnTo>
                <a:lnTo>
                  <a:pt x="5251" y="8305"/>
                </a:lnTo>
                <a:lnTo>
                  <a:pt x="5154" y="8451"/>
                </a:lnTo>
                <a:lnTo>
                  <a:pt x="5007" y="8549"/>
                </a:lnTo>
                <a:lnTo>
                  <a:pt x="4861" y="8647"/>
                </a:lnTo>
                <a:lnTo>
                  <a:pt x="4690" y="8696"/>
                </a:lnTo>
                <a:lnTo>
                  <a:pt x="4519" y="8720"/>
                </a:lnTo>
                <a:lnTo>
                  <a:pt x="4348" y="8696"/>
                </a:lnTo>
                <a:lnTo>
                  <a:pt x="4177" y="8647"/>
                </a:lnTo>
                <a:lnTo>
                  <a:pt x="4030" y="8549"/>
                </a:lnTo>
                <a:lnTo>
                  <a:pt x="3884" y="8451"/>
                </a:lnTo>
                <a:lnTo>
                  <a:pt x="3786" y="8305"/>
                </a:lnTo>
                <a:lnTo>
                  <a:pt x="3713" y="8134"/>
                </a:lnTo>
                <a:lnTo>
                  <a:pt x="3664" y="7963"/>
                </a:lnTo>
                <a:lnTo>
                  <a:pt x="3640" y="7767"/>
                </a:lnTo>
                <a:lnTo>
                  <a:pt x="3664" y="7572"/>
                </a:lnTo>
                <a:lnTo>
                  <a:pt x="3713" y="7401"/>
                </a:lnTo>
                <a:lnTo>
                  <a:pt x="3786" y="7230"/>
                </a:lnTo>
                <a:lnTo>
                  <a:pt x="3884" y="7084"/>
                </a:lnTo>
                <a:lnTo>
                  <a:pt x="4030" y="6986"/>
                </a:lnTo>
                <a:lnTo>
                  <a:pt x="4177" y="6888"/>
                </a:lnTo>
                <a:lnTo>
                  <a:pt x="4348" y="6839"/>
                </a:lnTo>
                <a:lnTo>
                  <a:pt x="4519" y="6815"/>
                </a:lnTo>
                <a:close/>
                <a:moveTo>
                  <a:pt x="10771" y="6815"/>
                </a:moveTo>
                <a:lnTo>
                  <a:pt x="10942" y="6839"/>
                </a:lnTo>
                <a:lnTo>
                  <a:pt x="11113" y="6888"/>
                </a:lnTo>
                <a:lnTo>
                  <a:pt x="11260" y="6986"/>
                </a:lnTo>
                <a:lnTo>
                  <a:pt x="11406" y="7084"/>
                </a:lnTo>
                <a:lnTo>
                  <a:pt x="11504" y="7230"/>
                </a:lnTo>
                <a:lnTo>
                  <a:pt x="11577" y="7401"/>
                </a:lnTo>
                <a:lnTo>
                  <a:pt x="11626" y="7572"/>
                </a:lnTo>
                <a:lnTo>
                  <a:pt x="11650" y="7767"/>
                </a:lnTo>
                <a:lnTo>
                  <a:pt x="11626" y="7963"/>
                </a:lnTo>
                <a:lnTo>
                  <a:pt x="11577" y="8134"/>
                </a:lnTo>
                <a:lnTo>
                  <a:pt x="11504" y="8305"/>
                </a:lnTo>
                <a:lnTo>
                  <a:pt x="11406" y="8451"/>
                </a:lnTo>
                <a:lnTo>
                  <a:pt x="11260" y="8549"/>
                </a:lnTo>
                <a:lnTo>
                  <a:pt x="11113" y="8647"/>
                </a:lnTo>
                <a:lnTo>
                  <a:pt x="10942" y="8696"/>
                </a:lnTo>
                <a:lnTo>
                  <a:pt x="10771" y="8720"/>
                </a:lnTo>
                <a:lnTo>
                  <a:pt x="10600" y="8696"/>
                </a:lnTo>
                <a:lnTo>
                  <a:pt x="10429" y="8647"/>
                </a:lnTo>
                <a:lnTo>
                  <a:pt x="10283" y="8549"/>
                </a:lnTo>
                <a:lnTo>
                  <a:pt x="10136" y="8451"/>
                </a:lnTo>
                <a:lnTo>
                  <a:pt x="10038" y="8305"/>
                </a:lnTo>
                <a:lnTo>
                  <a:pt x="9965" y="8134"/>
                </a:lnTo>
                <a:lnTo>
                  <a:pt x="9916" y="7963"/>
                </a:lnTo>
                <a:lnTo>
                  <a:pt x="9892" y="7767"/>
                </a:lnTo>
                <a:lnTo>
                  <a:pt x="9916" y="7572"/>
                </a:lnTo>
                <a:lnTo>
                  <a:pt x="9965" y="7401"/>
                </a:lnTo>
                <a:lnTo>
                  <a:pt x="10038" y="7230"/>
                </a:lnTo>
                <a:lnTo>
                  <a:pt x="10136" y="7084"/>
                </a:lnTo>
                <a:lnTo>
                  <a:pt x="10283" y="6986"/>
                </a:lnTo>
                <a:lnTo>
                  <a:pt x="10429" y="6888"/>
                </a:lnTo>
                <a:lnTo>
                  <a:pt x="10600" y="6839"/>
                </a:lnTo>
                <a:lnTo>
                  <a:pt x="10771" y="6815"/>
                </a:lnTo>
                <a:close/>
                <a:moveTo>
                  <a:pt x="7645" y="10063"/>
                </a:moveTo>
                <a:lnTo>
                  <a:pt x="8207" y="10112"/>
                </a:lnTo>
                <a:lnTo>
                  <a:pt x="8768" y="10185"/>
                </a:lnTo>
                <a:lnTo>
                  <a:pt x="9281" y="10307"/>
                </a:lnTo>
                <a:lnTo>
                  <a:pt x="9819" y="10503"/>
                </a:lnTo>
                <a:lnTo>
                  <a:pt x="10307" y="10747"/>
                </a:lnTo>
                <a:lnTo>
                  <a:pt x="10796" y="11016"/>
                </a:lnTo>
                <a:lnTo>
                  <a:pt x="11235" y="11358"/>
                </a:lnTo>
                <a:lnTo>
                  <a:pt x="11650" y="11724"/>
                </a:lnTo>
                <a:lnTo>
                  <a:pt x="11699" y="11797"/>
                </a:lnTo>
                <a:lnTo>
                  <a:pt x="11748" y="11895"/>
                </a:lnTo>
                <a:lnTo>
                  <a:pt x="11772" y="11993"/>
                </a:lnTo>
                <a:lnTo>
                  <a:pt x="11797" y="12066"/>
                </a:lnTo>
                <a:lnTo>
                  <a:pt x="11772" y="12164"/>
                </a:lnTo>
                <a:lnTo>
                  <a:pt x="11748" y="12261"/>
                </a:lnTo>
                <a:lnTo>
                  <a:pt x="11699" y="12335"/>
                </a:lnTo>
                <a:lnTo>
                  <a:pt x="11650" y="12432"/>
                </a:lnTo>
                <a:lnTo>
                  <a:pt x="11577" y="12481"/>
                </a:lnTo>
                <a:lnTo>
                  <a:pt x="11479" y="12530"/>
                </a:lnTo>
                <a:lnTo>
                  <a:pt x="11406" y="12554"/>
                </a:lnTo>
                <a:lnTo>
                  <a:pt x="11211" y="12554"/>
                </a:lnTo>
                <a:lnTo>
                  <a:pt x="11113" y="12530"/>
                </a:lnTo>
                <a:lnTo>
                  <a:pt x="11040" y="12481"/>
                </a:lnTo>
                <a:lnTo>
                  <a:pt x="10966" y="12432"/>
                </a:lnTo>
                <a:lnTo>
                  <a:pt x="10600" y="12115"/>
                </a:lnTo>
                <a:lnTo>
                  <a:pt x="10234" y="11846"/>
                </a:lnTo>
                <a:lnTo>
                  <a:pt x="9843" y="11602"/>
                </a:lnTo>
                <a:lnTo>
                  <a:pt x="9428" y="11406"/>
                </a:lnTo>
                <a:lnTo>
                  <a:pt x="9013" y="11260"/>
                </a:lnTo>
                <a:lnTo>
                  <a:pt x="8573" y="11138"/>
                </a:lnTo>
                <a:lnTo>
                  <a:pt x="8109" y="11065"/>
                </a:lnTo>
                <a:lnTo>
                  <a:pt x="7645" y="11040"/>
                </a:lnTo>
                <a:lnTo>
                  <a:pt x="7181" y="11065"/>
                </a:lnTo>
                <a:lnTo>
                  <a:pt x="6717" y="11138"/>
                </a:lnTo>
                <a:lnTo>
                  <a:pt x="6277" y="11260"/>
                </a:lnTo>
                <a:lnTo>
                  <a:pt x="5862" y="11406"/>
                </a:lnTo>
                <a:lnTo>
                  <a:pt x="5447" y="11602"/>
                </a:lnTo>
                <a:lnTo>
                  <a:pt x="5056" y="11846"/>
                </a:lnTo>
                <a:lnTo>
                  <a:pt x="4690" y="12115"/>
                </a:lnTo>
                <a:lnTo>
                  <a:pt x="4323" y="12432"/>
                </a:lnTo>
                <a:lnTo>
                  <a:pt x="4250" y="12481"/>
                </a:lnTo>
                <a:lnTo>
                  <a:pt x="4177" y="12530"/>
                </a:lnTo>
                <a:lnTo>
                  <a:pt x="4079" y="12554"/>
                </a:lnTo>
                <a:lnTo>
                  <a:pt x="3884" y="12554"/>
                </a:lnTo>
                <a:lnTo>
                  <a:pt x="3811" y="12530"/>
                </a:lnTo>
                <a:lnTo>
                  <a:pt x="3713" y="12481"/>
                </a:lnTo>
                <a:lnTo>
                  <a:pt x="3640" y="12432"/>
                </a:lnTo>
                <a:lnTo>
                  <a:pt x="3591" y="12335"/>
                </a:lnTo>
                <a:lnTo>
                  <a:pt x="3542" y="12261"/>
                </a:lnTo>
                <a:lnTo>
                  <a:pt x="3517" y="12164"/>
                </a:lnTo>
                <a:lnTo>
                  <a:pt x="3493" y="12066"/>
                </a:lnTo>
                <a:lnTo>
                  <a:pt x="3517" y="11993"/>
                </a:lnTo>
                <a:lnTo>
                  <a:pt x="3542" y="11895"/>
                </a:lnTo>
                <a:lnTo>
                  <a:pt x="3591" y="11797"/>
                </a:lnTo>
                <a:lnTo>
                  <a:pt x="3640" y="11724"/>
                </a:lnTo>
                <a:lnTo>
                  <a:pt x="4055" y="11358"/>
                </a:lnTo>
                <a:lnTo>
                  <a:pt x="4494" y="11016"/>
                </a:lnTo>
                <a:lnTo>
                  <a:pt x="4983" y="10747"/>
                </a:lnTo>
                <a:lnTo>
                  <a:pt x="5471" y="10503"/>
                </a:lnTo>
                <a:lnTo>
                  <a:pt x="6009" y="10307"/>
                </a:lnTo>
                <a:lnTo>
                  <a:pt x="6521" y="10185"/>
                </a:lnTo>
                <a:lnTo>
                  <a:pt x="7083" y="10112"/>
                </a:lnTo>
                <a:lnTo>
                  <a:pt x="7645" y="10063"/>
                </a:lnTo>
                <a:close/>
                <a:moveTo>
                  <a:pt x="7254" y="1"/>
                </a:moveTo>
                <a:lnTo>
                  <a:pt x="6863" y="50"/>
                </a:lnTo>
                <a:lnTo>
                  <a:pt x="6473" y="99"/>
                </a:lnTo>
                <a:lnTo>
                  <a:pt x="6106" y="147"/>
                </a:lnTo>
                <a:lnTo>
                  <a:pt x="5740" y="245"/>
                </a:lnTo>
                <a:lnTo>
                  <a:pt x="5374" y="343"/>
                </a:lnTo>
                <a:lnTo>
                  <a:pt x="5007" y="465"/>
                </a:lnTo>
                <a:lnTo>
                  <a:pt x="4665" y="611"/>
                </a:lnTo>
                <a:lnTo>
                  <a:pt x="4323" y="758"/>
                </a:lnTo>
                <a:lnTo>
                  <a:pt x="4006" y="929"/>
                </a:lnTo>
                <a:lnTo>
                  <a:pt x="3688" y="1100"/>
                </a:lnTo>
                <a:lnTo>
                  <a:pt x="3371" y="1295"/>
                </a:lnTo>
                <a:lnTo>
                  <a:pt x="3078" y="1515"/>
                </a:lnTo>
                <a:lnTo>
                  <a:pt x="2785" y="1735"/>
                </a:lnTo>
                <a:lnTo>
                  <a:pt x="2516" y="1979"/>
                </a:lnTo>
                <a:lnTo>
                  <a:pt x="2247" y="2248"/>
                </a:lnTo>
                <a:lnTo>
                  <a:pt x="1979" y="2516"/>
                </a:lnTo>
                <a:lnTo>
                  <a:pt x="1735" y="2785"/>
                </a:lnTo>
                <a:lnTo>
                  <a:pt x="1515" y="3078"/>
                </a:lnTo>
                <a:lnTo>
                  <a:pt x="1295" y="3371"/>
                </a:lnTo>
                <a:lnTo>
                  <a:pt x="1100" y="3689"/>
                </a:lnTo>
                <a:lnTo>
                  <a:pt x="929" y="4006"/>
                </a:lnTo>
                <a:lnTo>
                  <a:pt x="758" y="4324"/>
                </a:lnTo>
                <a:lnTo>
                  <a:pt x="611" y="4666"/>
                </a:lnTo>
                <a:lnTo>
                  <a:pt x="465" y="5008"/>
                </a:lnTo>
                <a:lnTo>
                  <a:pt x="342" y="5374"/>
                </a:lnTo>
                <a:lnTo>
                  <a:pt x="245" y="5740"/>
                </a:lnTo>
                <a:lnTo>
                  <a:pt x="147" y="6107"/>
                </a:lnTo>
                <a:lnTo>
                  <a:pt x="98" y="6473"/>
                </a:lnTo>
                <a:lnTo>
                  <a:pt x="49" y="6864"/>
                </a:lnTo>
                <a:lnTo>
                  <a:pt x="1" y="7255"/>
                </a:lnTo>
                <a:lnTo>
                  <a:pt x="1" y="7645"/>
                </a:lnTo>
                <a:lnTo>
                  <a:pt x="1" y="8036"/>
                </a:lnTo>
                <a:lnTo>
                  <a:pt x="49" y="8427"/>
                </a:lnTo>
                <a:lnTo>
                  <a:pt x="98" y="8818"/>
                </a:lnTo>
                <a:lnTo>
                  <a:pt x="147" y="9184"/>
                </a:lnTo>
                <a:lnTo>
                  <a:pt x="245" y="9550"/>
                </a:lnTo>
                <a:lnTo>
                  <a:pt x="342" y="9917"/>
                </a:lnTo>
                <a:lnTo>
                  <a:pt x="465" y="10283"/>
                </a:lnTo>
                <a:lnTo>
                  <a:pt x="611" y="10625"/>
                </a:lnTo>
                <a:lnTo>
                  <a:pt x="758" y="10967"/>
                </a:lnTo>
                <a:lnTo>
                  <a:pt x="929" y="11284"/>
                </a:lnTo>
                <a:lnTo>
                  <a:pt x="1100" y="11602"/>
                </a:lnTo>
                <a:lnTo>
                  <a:pt x="1295" y="11919"/>
                </a:lnTo>
                <a:lnTo>
                  <a:pt x="1515" y="12212"/>
                </a:lnTo>
                <a:lnTo>
                  <a:pt x="1735" y="12506"/>
                </a:lnTo>
                <a:lnTo>
                  <a:pt x="1979" y="12774"/>
                </a:lnTo>
                <a:lnTo>
                  <a:pt x="2247" y="13043"/>
                </a:lnTo>
                <a:lnTo>
                  <a:pt x="2516" y="13311"/>
                </a:lnTo>
                <a:lnTo>
                  <a:pt x="2785" y="13556"/>
                </a:lnTo>
                <a:lnTo>
                  <a:pt x="3078" y="13776"/>
                </a:lnTo>
                <a:lnTo>
                  <a:pt x="3371" y="13995"/>
                </a:lnTo>
                <a:lnTo>
                  <a:pt x="3688" y="14191"/>
                </a:lnTo>
                <a:lnTo>
                  <a:pt x="4006" y="14362"/>
                </a:lnTo>
                <a:lnTo>
                  <a:pt x="4323" y="14533"/>
                </a:lnTo>
                <a:lnTo>
                  <a:pt x="4665" y="14679"/>
                </a:lnTo>
                <a:lnTo>
                  <a:pt x="5007" y="14826"/>
                </a:lnTo>
                <a:lnTo>
                  <a:pt x="5374" y="14948"/>
                </a:lnTo>
                <a:lnTo>
                  <a:pt x="5740" y="15046"/>
                </a:lnTo>
                <a:lnTo>
                  <a:pt x="6106" y="15143"/>
                </a:lnTo>
                <a:lnTo>
                  <a:pt x="6473" y="15192"/>
                </a:lnTo>
                <a:lnTo>
                  <a:pt x="6863" y="15241"/>
                </a:lnTo>
                <a:lnTo>
                  <a:pt x="7254" y="15290"/>
                </a:lnTo>
                <a:lnTo>
                  <a:pt x="8036" y="15290"/>
                </a:lnTo>
                <a:lnTo>
                  <a:pt x="8426" y="15241"/>
                </a:lnTo>
                <a:lnTo>
                  <a:pt x="8817" y="15192"/>
                </a:lnTo>
                <a:lnTo>
                  <a:pt x="9184" y="15143"/>
                </a:lnTo>
                <a:lnTo>
                  <a:pt x="9550" y="15046"/>
                </a:lnTo>
                <a:lnTo>
                  <a:pt x="9916" y="14948"/>
                </a:lnTo>
                <a:lnTo>
                  <a:pt x="10283" y="14826"/>
                </a:lnTo>
                <a:lnTo>
                  <a:pt x="10625" y="14679"/>
                </a:lnTo>
                <a:lnTo>
                  <a:pt x="10966" y="14533"/>
                </a:lnTo>
                <a:lnTo>
                  <a:pt x="11284" y="14362"/>
                </a:lnTo>
                <a:lnTo>
                  <a:pt x="11601" y="14191"/>
                </a:lnTo>
                <a:lnTo>
                  <a:pt x="11919" y="13995"/>
                </a:lnTo>
                <a:lnTo>
                  <a:pt x="12212" y="13776"/>
                </a:lnTo>
                <a:lnTo>
                  <a:pt x="12505" y="13556"/>
                </a:lnTo>
                <a:lnTo>
                  <a:pt x="12774" y="13311"/>
                </a:lnTo>
                <a:lnTo>
                  <a:pt x="13042" y="13043"/>
                </a:lnTo>
                <a:lnTo>
                  <a:pt x="13311" y="12774"/>
                </a:lnTo>
                <a:lnTo>
                  <a:pt x="13555" y="12506"/>
                </a:lnTo>
                <a:lnTo>
                  <a:pt x="13775" y="12212"/>
                </a:lnTo>
                <a:lnTo>
                  <a:pt x="13995" y="11919"/>
                </a:lnTo>
                <a:lnTo>
                  <a:pt x="14190" y="11602"/>
                </a:lnTo>
                <a:lnTo>
                  <a:pt x="14361" y="11284"/>
                </a:lnTo>
                <a:lnTo>
                  <a:pt x="14532" y="10967"/>
                </a:lnTo>
                <a:lnTo>
                  <a:pt x="14679" y="10625"/>
                </a:lnTo>
                <a:lnTo>
                  <a:pt x="14825" y="10283"/>
                </a:lnTo>
                <a:lnTo>
                  <a:pt x="14947" y="9917"/>
                </a:lnTo>
                <a:lnTo>
                  <a:pt x="15045" y="9550"/>
                </a:lnTo>
                <a:lnTo>
                  <a:pt x="15143" y="9184"/>
                </a:lnTo>
                <a:lnTo>
                  <a:pt x="15192" y="8818"/>
                </a:lnTo>
                <a:lnTo>
                  <a:pt x="15241" y="8427"/>
                </a:lnTo>
                <a:lnTo>
                  <a:pt x="15289" y="8036"/>
                </a:lnTo>
                <a:lnTo>
                  <a:pt x="15289" y="7645"/>
                </a:lnTo>
                <a:lnTo>
                  <a:pt x="15289" y="7255"/>
                </a:lnTo>
                <a:lnTo>
                  <a:pt x="15241" y="6864"/>
                </a:lnTo>
                <a:lnTo>
                  <a:pt x="15192" y="6473"/>
                </a:lnTo>
                <a:lnTo>
                  <a:pt x="15143" y="6107"/>
                </a:lnTo>
                <a:lnTo>
                  <a:pt x="15045" y="5740"/>
                </a:lnTo>
                <a:lnTo>
                  <a:pt x="14947" y="5374"/>
                </a:lnTo>
                <a:lnTo>
                  <a:pt x="14825" y="5008"/>
                </a:lnTo>
                <a:lnTo>
                  <a:pt x="14679" y="4666"/>
                </a:lnTo>
                <a:lnTo>
                  <a:pt x="14532" y="4324"/>
                </a:lnTo>
                <a:lnTo>
                  <a:pt x="14361" y="4006"/>
                </a:lnTo>
                <a:lnTo>
                  <a:pt x="14190" y="3689"/>
                </a:lnTo>
                <a:lnTo>
                  <a:pt x="13995" y="3371"/>
                </a:lnTo>
                <a:lnTo>
                  <a:pt x="13775" y="3078"/>
                </a:lnTo>
                <a:lnTo>
                  <a:pt x="13555" y="2785"/>
                </a:lnTo>
                <a:lnTo>
                  <a:pt x="13311" y="2516"/>
                </a:lnTo>
                <a:lnTo>
                  <a:pt x="13042" y="2248"/>
                </a:lnTo>
                <a:lnTo>
                  <a:pt x="12774" y="1979"/>
                </a:lnTo>
                <a:lnTo>
                  <a:pt x="12505" y="1735"/>
                </a:lnTo>
                <a:lnTo>
                  <a:pt x="12212" y="1515"/>
                </a:lnTo>
                <a:lnTo>
                  <a:pt x="11919" y="1295"/>
                </a:lnTo>
                <a:lnTo>
                  <a:pt x="11601" y="1100"/>
                </a:lnTo>
                <a:lnTo>
                  <a:pt x="11284" y="929"/>
                </a:lnTo>
                <a:lnTo>
                  <a:pt x="10966" y="758"/>
                </a:lnTo>
                <a:lnTo>
                  <a:pt x="10625" y="611"/>
                </a:lnTo>
                <a:lnTo>
                  <a:pt x="10283" y="465"/>
                </a:lnTo>
                <a:lnTo>
                  <a:pt x="9916" y="343"/>
                </a:lnTo>
                <a:lnTo>
                  <a:pt x="9550" y="245"/>
                </a:lnTo>
                <a:lnTo>
                  <a:pt x="9184" y="147"/>
                </a:lnTo>
                <a:lnTo>
                  <a:pt x="8817" y="99"/>
                </a:lnTo>
                <a:lnTo>
                  <a:pt x="8426" y="50"/>
                </a:lnTo>
                <a:lnTo>
                  <a:pt x="8036" y="1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49" name="Google Shape;249;p59"/>
          <p:cNvSpPr/>
          <p:nvPr/>
        </p:nvSpPr>
        <p:spPr>
          <a:xfrm>
            <a:off x="7066099" y="3272716"/>
            <a:ext cx="319561" cy="319561"/>
          </a:xfrm>
          <a:custGeom>
            <a:rect b="b" l="l" r="r" t="t"/>
            <a:pathLst>
              <a:path extrusionOk="0" h="15290" w="15290">
                <a:moveTo>
                  <a:pt x="4519" y="6815"/>
                </a:moveTo>
                <a:lnTo>
                  <a:pt x="4690" y="6839"/>
                </a:lnTo>
                <a:lnTo>
                  <a:pt x="4861" y="6888"/>
                </a:lnTo>
                <a:lnTo>
                  <a:pt x="5007" y="6986"/>
                </a:lnTo>
                <a:lnTo>
                  <a:pt x="5154" y="7084"/>
                </a:lnTo>
                <a:lnTo>
                  <a:pt x="5252" y="7230"/>
                </a:lnTo>
                <a:lnTo>
                  <a:pt x="5325" y="7401"/>
                </a:lnTo>
                <a:lnTo>
                  <a:pt x="5374" y="7572"/>
                </a:lnTo>
                <a:lnTo>
                  <a:pt x="5398" y="7767"/>
                </a:lnTo>
                <a:lnTo>
                  <a:pt x="5374" y="7963"/>
                </a:lnTo>
                <a:lnTo>
                  <a:pt x="5325" y="8134"/>
                </a:lnTo>
                <a:lnTo>
                  <a:pt x="5252" y="8305"/>
                </a:lnTo>
                <a:lnTo>
                  <a:pt x="5154" y="8451"/>
                </a:lnTo>
                <a:lnTo>
                  <a:pt x="5007" y="8549"/>
                </a:lnTo>
                <a:lnTo>
                  <a:pt x="4861" y="8647"/>
                </a:lnTo>
                <a:lnTo>
                  <a:pt x="4690" y="8696"/>
                </a:lnTo>
                <a:lnTo>
                  <a:pt x="4519" y="8720"/>
                </a:lnTo>
                <a:lnTo>
                  <a:pt x="4348" y="8696"/>
                </a:lnTo>
                <a:lnTo>
                  <a:pt x="4177" y="8647"/>
                </a:lnTo>
                <a:lnTo>
                  <a:pt x="4030" y="8549"/>
                </a:lnTo>
                <a:lnTo>
                  <a:pt x="3884" y="8451"/>
                </a:lnTo>
                <a:lnTo>
                  <a:pt x="3786" y="8305"/>
                </a:lnTo>
                <a:lnTo>
                  <a:pt x="3713" y="8134"/>
                </a:lnTo>
                <a:lnTo>
                  <a:pt x="3664" y="7963"/>
                </a:lnTo>
                <a:lnTo>
                  <a:pt x="3640" y="7767"/>
                </a:lnTo>
                <a:lnTo>
                  <a:pt x="3664" y="7572"/>
                </a:lnTo>
                <a:lnTo>
                  <a:pt x="3713" y="7401"/>
                </a:lnTo>
                <a:lnTo>
                  <a:pt x="3786" y="7230"/>
                </a:lnTo>
                <a:lnTo>
                  <a:pt x="3884" y="7084"/>
                </a:lnTo>
                <a:lnTo>
                  <a:pt x="4030" y="6986"/>
                </a:lnTo>
                <a:lnTo>
                  <a:pt x="4177" y="6888"/>
                </a:lnTo>
                <a:lnTo>
                  <a:pt x="4348" y="6839"/>
                </a:lnTo>
                <a:lnTo>
                  <a:pt x="4519" y="6815"/>
                </a:lnTo>
                <a:close/>
                <a:moveTo>
                  <a:pt x="10771" y="6815"/>
                </a:moveTo>
                <a:lnTo>
                  <a:pt x="10942" y="6839"/>
                </a:lnTo>
                <a:lnTo>
                  <a:pt x="11113" y="6888"/>
                </a:lnTo>
                <a:lnTo>
                  <a:pt x="11260" y="6986"/>
                </a:lnTo>
                <a:lnTo>
                  <a:pt x="11406" y="7084"/>
                </a:lnTo>
                <a:lnTo>
                  <a:pt x="11504" y="7230"/>
                </a:lnTo>
                <a:lnTo>
                  <a:pt x="11577" y="7401"/>
                </a:lnTo>
                <a:lnTo>
                  <a:pt x="11626" y="7572"/>
                </a:lnTo>
                <a:lnTo>
                  <a:pt x="11650" y="7767"/>
                </a:lnTo>
                <a:lnTo>
                  <a:pt x="11626" y="7963"/>
                </a:lnTo>
                <a:lnTo>
                  <a:pt x="11577" y="8134"/>
                </a:lnTo>
                <a:lnTo>
                  <a:pt x="11504" y="8305"/>
                </a:lnTo>
                <a:lnTo>
                  <a:pt x="11406" y="8451"/>
                </a:lnTo>
                <a:lnTo>
                  <a:pt x="11260" y="8549"/>
                </a:lnTo>
                <a:lnTo>
                  <a:pt x="11113" y="8647"/>
                </a:lnTo>
                <a:lnTo>
                  <a:pt x="10942" y="8696"/>
                </a:lnTo>
                <a:lnTo>
                  <a:pt x="10771" y="8720"/>
                </a:lnTo>
                <a:lnTo>
                  <a:pt x="10600" y="8696"/>
                </a:lnTo>
                <a:lnTo>
                  <a:pt x="10429" y="8647"/>
                </a:lnTo>
                <a:lnTo>
                  <a:pt x="10283" y="8549"/>
                </a:lnTo>
                <a:lnTo>
                  <a:pt x="10136" y="8451"/>
                </a:lnTo>
                <a:lnTo>
                  <a:pt x="10038" y="8305"/>
                </a:lnTo>
                <a:lnTo>
                  <a:pt x="9965" y="8134"/>
                </a:lnTo>
                <a:lnTo>
                  <a:pt x="9916" y="7963"/>
                </a:lnTo>
                <a:lnTo>
                  <a:pt x="9892" y="7767"/>
                </a:lnTo>
                <a:lnTo>
                  <a:pt x="9916" y="7572"/>
                </a:lnTo>
                <a:lnTo>
                  <a:pt x="9965" y="7401"/>
                </a:lnTo>
                <a:lnTo>
                  <a:pt x="10038" y="7230"/>
                </a:lnTo>
                <a:lnTo>
                  <a:pt x="10136" y="7084"/>
                </a:lnTo>
                <a:lnTo>
                  <a:pt x="10283" y="6986"/>
                </a:lnTo>
                <a:lnTo>
                  <a:pt x="10429" y="6888"/>
                </a:lnTo>
                <a:lnTo>
                  <a:pt x="10600" y="6839"/>
                </a:lnTo>
                <a:lnTo>
                  <a:pt x="10771" y="6815"/>
                </a:lnTo>
                <a:close/>
                <a:moveTo>
                  <a:pt x="11699" y="10503"/>
                </a:moveTo>
                <a:lnTo>
                  <a:pt x="11797" y="10527"/>
                </a:lnTo>
                <a:lnTo>
                  <a:pt x="11895" y="10576"/>
                </a:lnTo>
                <a:lnTo>
                  <a:pt x="11968" y="10625"/>
                </a:lnTo>
                <a:lnTo>
                  <a:pt x="12041" y="10674"/>
                </a:lnTo>
                <a:lnTo>
                  <a:pt x="12090" y="10771"/>
                </a:lnTo>
                <a:lnTo>
                  <a:pt x="12114" y="10845"/>
                </a:lnTo>
                <a:lnTo>
                  <a:pt x="12139" y="10942"/>
                </a:lnTo>
                <a:lnTo>
                  <a:pt x="12139" y="11040"/>
                </a:lnTo>
                <a:lnTo>
                  <a:pt x="12114" y="11138"/>
                </a:lnTo>
                <a:lnTo>
                  <a:pt x="12090" y="11236"/>
                </a:lnTo>
                <a:lnTo>
                  <a:pt x="12041" y="11309"/>
                </a:lnTo>
                <a:lnTo>
                  <a:pt x="11968" y="11382"/>
                </a:lnTo>
                <a:lnTo>
                  <a:pt x="11895" y="11431"/>
                </a:lnTo>
                <a:lnTo>
                  <a:pt x="11797" y="11455"/>
                </a:lnTo>
                <a:lnTo>
                  <a:pt x="7792" y="12701"/>
                </a:lnTo>
                <a:lnTo>
                  <a:pt x="7645" y="12725"/>
                </a:lnTo>
                <a:lnTo>
                  <a:pt x="7498" y="12701"/>
                </a:lnTo>
                <a:lnTo>
                  <a:pt x="7352" y="12628"/>
                </a:lnTo>
                <a:lnTo>
                  <a:pt x="7254" y="12530"/>
                </a:lnTo>
                <a:lnTo>
                  <a:pt x="7181" y="12383"/>
                </a:lnTo>
                <a:lnTo>
                  <a:pt x="7157" y="12286"/>
                </a:lnTo>
                <a:lnTo>
                  <a:pt x="7157" y="12188"/>
                </a:lnTo>
                <a:lnTo>
                  <a:pt x="7181" y="12090"/>
                </a:lnTo>
                <a:lnTo>
                  <a:pt x="7205" y="12017"/>
                </a:lnTo>
                <a:lnTo>
                  <a:pt x="7254" y="11919"/>
                </a:lnTo>
                <a:lnTo>
                  <a:pt x="7327" y="11871"/>
                </a:lnTo>
                <a:lnTo>
                  <a:pt x="7401" y="11797"/>
                </a:lnTo>
                <a:lnTo>
                  <a:pt x="7498" y="11773"/>
                </a:lnTo>
                <a:lnTo>
                  <a:pt x="11504" y="10527"/>
                </a:lnTo>
                <a:lnTo>
                  <a:pt x="11602" y="10503"/>
                </a:lnTo>
                <a:close/>
                <a:moveTo>
                  <a:pt x="7254" y="1"/>
                </a:moveTo>
                <a:lnTo>
                  <a:pt x="6863" y="50"/>
                </a:lnTo>
                <a:lnTo>
                  <a:pt x="6473" y="99"/>
                </a:lnTo>
                <a:lnTo>
                  <a:pt x="6106" y="147"/>
                </a:lnTo>
                <a:lnTo>
                  <a:pt x="5740" y="245"/>
                </a:lnTo>
                <a:lnTo>
                  <a:pt x="5374" y="343"/>
                </a:lnTo>
                <a:lnTo>
                  <a:pt x="5007" y="465"/>
                </a:lnTo>
                <a:lnTo>
                  <a:pt x="4665" y="611"/>
                </a:lnTo>
                <a:lnTo>
                  <a:pt x="4323" y="758"/>
                </a:lnTo>
                <a:lnTo>
                  <a:pt x="4006" y="929"/>
                </a:lnTo>
                <a:lnTo>
                  <a:pt x="3688" y="1100"/>
                </a:lnTo>
                <a:lnTo>
                  <a:pt x="3371" y="1295"/>
                </a:lnTo>
                <a:lnTo>
                  <a:pt x="3078" y="1515"/>
                </a:lnTo>
                <a:lnTo>
                  <a:pt x="2785" y="1735"/>
                </a:lnTo>
                <a:lnTo>
                  <a:pt x="2516" y="1979"/>
                </a:lnTo>
                <a:lnTo>
                  <a:pt x="2247" y="2248"/>
                </a:lnTo>
                <a:lnTo>
                  <a:pt x="1979" y="2516"/>
                </a:lnTo>
                <a:lnTo>
                  <a:pt x="1735" y="2785"/>
                </a:lnTo>
                <a:lnTo>
                  <a:pt x="1515" y="3078"/>
                </a:lnTo>
                <a:lnTo>
                  <a:pt x="1295" y="3371"/>
                </a:lnTo>
                <a:lnTo>
                  <a:pt x="1100" y="3689"/>
                </a:lnTo>
                <a:lnTo>
                  <a:pt x="929" y="4006"/>
                </a:lnTo>
                <a:lnTo>
                  <a:pt x="758" y="4324"/>
                </a:lnTo>
                <a:lnTo>
                  <a:pt x="611" y="4666"/>
                </a:lnTo>
                <a:lnTo>
                  <a:pt x="465" y="5008"/>
                </a:lnTo>
                <a:lnTo>
                  <a:pt x="342" y="5374"/>
                </a:lnTo>
                <a:lnTo>
                  <a:pt x="245" y="5740"/>
                </a:lnTo>
                <a:lnTo>
                  <a:pt x="147" y="6107"/>
                </a:lnTo>
                <a:lnTo>
                  <a:pt x="98" y="6473"/>
                </a:lnTo>
                <a:lnTo>
                  <a:pt x="49" y="6864"/>
                </a:lnTo>
                <a:lnTo>
                  <a:pt x="1" y="7255"/>
                </a:lnTo>
                <a:lnTo>
                  <a:pt x="1" y="7645"/>
                </a:lnTo>
                <a:lnTo>
                  <a:pt x="1" y="8036"/>
                </a:lnTo>
                <a:lnTo>
                  <a:pt x="49" y="8427"/>
                </a:lnTo>
                <a:lnTo>
                  <a:pt x="98" y="8818"/>
                </a:lnTo>
                <a:lnTo>
                  <a:pt x="147" y="9184"/>
                </a:lnTo>
                <a:lnTo>
                  <a:pt x="245" y="9550"/>
                </a:lnTo>
                <a:lnTo>
                  <a:pt x="342" y="9917"/>
                </a:lnTo>
                <a:lnTo>
                  <a:pt x="465" y="10283"/>
                </a:lnTo>
                <a:lnTo>
                  <a:pt x="611" y="10625"/>
                </a:lnTo>
                <a:lnTo>
                  <a:pt x="758" y="10967"/>
                </a:lnTo>
                <a:lnTo>
                  <a:pt x="929" y="11284"/>
                </a:lnTo>
                <a:lnTo>
                  <a:pt x="1100" y="11602"/>
                </a:lnTo>
                <a:lnTo>
                  <a:pt x="1295" y="11919"/>
                </a:lnTo>
                <a:lnTo>
                  <a:pt x="1515" y="12212"/>
                </a:lnTo>
                <a:lnTo>
                  <a:pt x="1735" y="12506"/>
                </a:lnTo>
                <a:lnTo>
                  <a:pt x="1979" y="12774"/>
                </a:lnTo>
                <a:lnTo>
                  <a:pt x="2247" y="13043"/>
                </a:lnTo>
                <a:lnTo>
                  <a:pt x="2516" y="13311"/>
                </a:lnTo>
                <a:lnTo>
                  <a:pt x="2785" y="13556"/>
                </a:lnTo>
                <a:lnTo>
                  <a:pt x="3078" y="13776"/>
                </a:lnTo>
                <a:lnTo>
                  <a:pt x="3371" y="13995"/>
                </a:lnTo>
                <a:lnTo>
                  <a:pt x="3688" y="14191"/>
                </a:lnTo>
                <a:lnTo>
                  <a:pt x="4006" y="14362"/>
                </a:lnTo>
                <a:lnTo>
                  <a:pt x="4323" y="14533"/>
                </a:lnTo>
                <a:lnTo>
                  <a:pt x="4665" y="14679"/>
                </a:lnTo>
                <a:lnTo>
                  <a:pt x="5007" y="14826"/>
                </a:lnTo>
                <a:lnTo>
                  <a:pt x="5374" y="14948"/>
                </a:lnTo>
                <a:lnTo>
                  <a:pt x="5740" y="15046"/>
                </a:lnTo>
                <a:lnTo>
                  <a:pt x="6106" y="15143"/>
                </a:lnTo>
                <a:lnTo>
                  <a:pt x="6473" y="15192"/>
                </a:lnTo>
                <a:lnTo>
                  <a:pt x="6863" y="15241"/>
                </a:lnTo>
                <a:lnTo>
                  <a:pt x="7254" y="15290"/>
                </a:lnTo>
                <a:lnTo>
                  <a:pt x="8036" y="15290"/>
                </a:lnTo>
                <a:lnTo>
                  <a:pt x="8427" y="15241"/>
                </a:lnTo>
                <a:lnTo>
                  <a:pt x="8817" y="15192"/>
                </a:lnTo>
                <a:lnTo>
                  <a:pt x="9184" y="15143"/>
                </a:lnTo>
                <a:lnTo>
                  <a:pt x="9550" y="15046"/>
                </a:lnTo>
                <a:lnTo>
                  <a:pt x="9916" y="14948"/>
                </a:lnTo>
                <a:lnTo>
                  <a:pt x="10283" y="14826"/>
                </a:lnTo>
                <a:lnTo>
                  <a:pt x="10625" y="14679"/>
                </a:lnTo>
                <a:lnTo>
                  <a:pt x="10967" y="14533"/>
                </a:lnTo>
                <a:lnTo>
                  <a:pt x="11284" y="14362"/>
                </a:lnTo>
                <a:lnTo>
                  <a:pt x="11602" y="14191"/>
                </a:lnTo>
                <a:lnTo>
                  <a:pt x="11919" y="13995"/>
                </a:lnTo>
                <a:lnTo>
                  <a:pt x="12212" y="13776"/>
                </a:lnTo>
                <a:lnTo>
                  <a:pt x="12505" y="13556"/>
                </a:lnTo>
                <a:lnTo>
                  <a:pt x="12774" y="13311"/>
                </a:lnTo>
                <a:lnTo>
                  <a:pt x="13042" y="13043"/>
                </a:lnTo>
                <a:lnTo>
                  <a:pt x="13311" y="12774"/>
                </a:lnTo>
                <a:lnTo>
                  <a:pt x="13555" y="12506"/>
                </a:lnTo>
                <a:lnTo>
                  <a:pt x="13775" y="12212"/>
                </a:lnTo>
                <a:lnTo>
                  <a:pt x="13995" y="11919"/>
                </a:lnTo>
                <a:lnTo>
                  <a:pt x="14190" y="11602"/>
                </a:lnTo>
                <a:lnTo>
                  <a:pt x="14361" y="11284"/>
                </a:lnTo>
                <a:lnTo>
                  <a:pt x="14532" y="10967"/>
                </a:lnTo>
                <a:lnTo>
                  <a:pt x="14679" y="10625"/>
                </a:lnTo>
                <a:lnTo>
                  <a:pt x="14825" y="10283"/>
                </a:lnTo>
                <a:lnTo>
                  <a:pt x="14947" y="9917"/>
                </a:lnTo>
                <a:lnTo>
                  <a:pt x="15045" y="9550"/>
                </a:lnTo>
                <a:lnTo>
                  <a:pt x="15143" y="9184"/>
                </a:lnTo>
                <a:lnTo>
                  <a:pt x="15192" y="8818"/>
                </a:lnTo>
                <a:lnTo>
                  <a:pt x="15241" y="8427"/>
                </a:lnTo>
                <a:lnTo>
                  <a:pt x="15289" y="8036"/>
                </a:lnTo>
                <a:lnTo>
                  <a:pt x="15289" y="7645"/>
                </a:lnTo>
                <a:lnTo>
                  <a:pt x="15289" y="7255"/>
                </a:lnTo>
                <a:lnTo>
                  <a:pt x="15241" y="6864"/>
                </a:lnTo>
                <a:lnTo>
                  <a:pt x="15192" y="6473"/>
                </a:lnTo>
                <a:lnTo>
                  <a:pt x="15143" y="6107"/>
                </a:lnTo>
                <a:lnTo>
                  <a:pt x="15045" y="5740"/>
                </a:lnTo>
                <a:lnTo>
                  <a:pt x="14947" y="5374"/>
                </a:lnTo>
                <a:lnTo>
                  <a:pt x="14825" y="5008"/>
                </a:lnTo>
                <a:lnTo>
                  <a:pt x="14679" y="4666"/>
                </a:lnTo>
                <a:lnTo>
                  <a:pt x="14532" y="4324"/>
                </a:lnTo>
                <a:lnTo>
                  <a:pt x="14361" y="4006"/>
                </a:lnTo>
                <a:lnTo>
                  <a:pt x="14190" y="3689"/>
                </a:lnTo>
                <a:lnTo>
                  <a:pt x="13995" y="3371"/>
                </a:lnTo>
                <a:lnTo>
                  <a:pt x="13775" y="3078"/>
                </a:lnTo>
                <a:lnTo>
                  <a:pt x="13555" y="2785"/>
                </a:lnTo>
                <a:lnTo>
                  <a:pt x="13311" y="2516"/>
                </a:lnTo>
                <a:lnTo>
                  <a:pt x="13042" y="2248"/>
                </a:lnTo>
                <a:lnTo>
                  <a:pt x="12774" y="1979"/>
                </a:lnTo>
                <a:lnTo>
                  <a:pt x="12505" y="1735"/>
                </a:lnTo>
                <a:lnTo>
                  <a:pt x="12212" y="1515"/>
                </a:lnTo>
                <a:lnTo>
                  <a:pt x="11919" y="1295"/>
                </a:lnTo>
                <a:lnTo>
                  <a:pt x="11602" y="1100"/>
                </a:lnTo>
                <a:lnTo>
                  <a:pt x="11284" y="929"/>
                </a:lnTo>
                <a:lnTo>
                  <a:pt x="10967" y="758"/>
                </a:lnTo>
                <a:lnTo>
                  <a:pt x="10625" y="611"/>
                </a:lnTo>
                <a:lnTo>
                  <a:pt x="10283" y="465"/>
                </a:lnTo>
                <a:lnTo>
                  <a:pt x="9916" y="343"/>
                </a:lnTo>
                <a:lnTo>
                  <a:pt x="9550" y="245"/>
                </a:lnTo>
                <a:lnTo>
                  <a:pt x="9184" y="147"/>
                </a:lnTo>
                <a:lnTo>
                  <a:pt x="8817" y="99"/>
                </a:lnTo>
                <a:lnTo>
                  <a:pt x="8427" y="50"/>
                </a:lnTo>
                <a:lnTo>
                  <a:pt x="8036" y="1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grpSp>
        <p:nvGrpSpPr>
          <p:cNvPr id="250" name="Google Shape;250;p59"/>
          <p:cNvGrpSpPr/>
          <p:nvPr/>
        </p:nvGrpSpPr>
        <p:grpSpPr>
          <a:xfrm>
            <a:off x="7704071" y="3217527"/>
            <a:ext cx="170502" cy="425733"/>
            <a:chOff x="3386850" y="2264625"/>
            <a:chExt cx="203950" cy="509250"/>
          </a:xfrm>
        </p:grpSpPr>
        <p:sp>
          <p:nvSpPr>
            <p:cNvPr id="251" name="Google Shape;251;p59"/>
            <p:cNvSpPr/>
            <p:nvPr/>
          </p:nvSpPr>
          <p:spPr>
            <a:xfrm>
              <a:off x="3386850" y="2370850"/>
              <a:ext cx="203950" cy="403025"/>
            </a:xfrm>
            <a:custGeom>
              <a:rect b="b" l="l" r="r" t="t"/>
              <a:pathLst>
                <a:path extrusionOk="0" h="16121" w="8158">
                  <a:moveTo>
                    <a:pt x="3249" y="1"/>
                  </a:moveTo>
                  <a:lnTo>
                    <a:pt x="3004" y="50"/>
                  </a:lnTo>
                  <a:lnTo>
                    <a:pt x="2785" y="99"/>
                  </a:lnTo>
                  <a:lnTo>
                    <a:pt x="2565" y="172"/>
                  </a:lnTo>
                  <a:lnTo>
                    <a:pt x="2369" y="269"/>
                  </a:lnTo>
                  <a:lnTo>
                    <a:pt x="2174" y="367"/>
                  </a:lnTo>
                  <a:lnTo>
                    <a:pt x="1979" y="465"/>
                  </a:lnTo>
                  <a:lnTo>
                    <a:pt x="1808" y="587"/>
                  </a:lnTo>
                  <a:lnTo>
                    <a:pt x="1637" y="734"/>
                  </a:lnTo>
                  <a:lnTo>
                    <a:pt x="1490" y="880"/>
                  </a:lnTo>
                  <a:lnTo>
                    <a:pt x="1344" y="1027"/>
                  </a:lnTo>
                  <a:lnTo>
                    <a:pt x="1075" y="1369"/>
                  </a:lnTo>
                  <a:lnTo>
                    <a:pt x="855" y="1784"/>
                  </a:lnTo>
                  <a:lnTo>
                    <a:pt x="660" y="2199"/>
                  </a:lnTo>
                  <a:lnTo>
                    <a:pt x="489" y="2687"/>
                  </a:lnTo>
                  <a:lnTo>
                    <a:pt x="342" y="3176"/>
                  </a:lnTo>
                  <a:lnTo>
                    <a:pt x="245" y="3738"/>
                  </a:lnTo>
                  <a:lnTo>
                    <a:pt x="147" y="4299"/>
                  </a:lnTo>
                  <a:lnTo>
                    <a:pt x="74" y="4910"/>
                  </a:lnTo>
                  <a:lnTo>
                    <a:pt x="49" y="5545"/>
                  </a:lnTo>
                  <a:lnTo>
                    <a:pt x="25" y="6204"/>
                  </a:lnTo>
                  <a:lnTo>
                    <a:pt x="0" y="6888"/>
                  </a:lnTo>
                  <a:lnTo>
                    <a:pt x="25" y="7035"/>
                  </a:lnTo>
                  <a:lnTo>
                    <a:pt x="49" y="7181"/>
                  </a:lnTo>
                  <a:lnTo>
                    <a:pt x="98" y="7328"/>
                  </a:lnTo>
                  <a:lnTo>
                    <a:pt x="171" y="7425"/>
                  </a:lnTo>
                  <a:lnTo>
                    <a:pt x="269" y="7523"/>
                  </a:lnTo>
                  <a:lnTo>
                    <a:pt x="391" y="7596"/>
                  </a:lnTo>
                  <a:lnTo>
                    <a:pt x="513" y="7645"/>
                  </a:lnTo>
                  <a:lnTo>
                    <a:pt x="660" y="7670"/>
                  </a:lnTo>
                  <a:lnTo>
                    <a:pt x="806" y="7645"/>
                  </a:lnTo>
                  <a:lnTo>
                    <a:pt x="928" y="7596"/>
                  </a:lnTo>
                  <a:lnTo>
                    <a:pt x="1051" y="7523"/>
                  </a:lnTo>
                  <a:lnTo>
                    <a:pt x="1148" y="7425"/>
                  </a:lnTo>
                  <a:lnTo>
                    <a:pt x="1222" y="7328"/>
                  </a:lnTo>
                  <a:lnTo>
                    <a:pt x="1270" y="7181"/>
                  </a:lnTo>
                  <a:lnTo>
                    <a:pt x="1295" y="7035"/>
                  </a:lnTo>
                  <a:lnTo>
                    <a:pt x="1319" y="6888"/>
                  </a:lnTo>
                  <a:lnTo>
                    <a:pt x="1344" y="6278"/>
                  </a:lnTo>
                  <a:lnTo>
                    <a:pt x="1417" y="5569"/>
                  </a:lnTo>
                  <a:lnTo>
                    <a:pt x="1515" y="4861"/>
                  </a:lnTo>
                  <a:lnTo>
                    <a:pt x="1637" y="4153"/>
                  </a:lnTo>
                  <a:lnTo>
                    <a:pt x="1759" y="3542"/>
                  </a:lnTo>
                  <a:lnTo>
                    <a:pt x="1881" y="3029"/>
                  </a:lnTo>
                  <a:lnTo>
                    <a:pt x="2003" y="2687"/>
                  </a:lnTo>
                  <a:lnTo>
                    <a:pt x="2052" y="2614"/>
                  </a:lnTo>
                  <a:lnTo>
                    <a:pt x="2101" y="2590"/>
                  </a:lnTo>
                  <a:lnTo>
                    <a:pt x="2101" y="2639"/>
                  </a:lnTo>
                  <a:lnTo>
                    <a:pt x="2125" y="2736"/>
                  </a:lnTo>
                  <a:lnTo>
                    <a:pt x="2125" y="3151"/>
                  </a:lnTo>
                  <a:lnTo>
                    <a:pt x="2076" y="4568"/>
                  </a:lnTo>
                  <a:lnTo>
                    <a:pt x="1954" y="6595"/>
                  </a:lnTo>
                  <a:lnTo>
                    <a:pt x="1832" y="8866"/>
                  </a:lnTo>
                  <a:lnTo>
                    <a:pt x="1539" y="13165"/>
                  </a:lnTo>
                  <a:lnTo>
                    <a:pt x="1392" y="15119"/>
                  </a:lnTo>
                  <a:lnTo>
                    <a:pt x="1392" y="15290"/>
                  </a:lnTo>
                  <a:lnTo>
                    <a:pt x="1417" y="15461"/>
                  </a:lnTo>
                  <a:lnTo>
                    <a:pt x="1466" y="15607"/>
                  </a:lnTo>
                  <a:lnTo>
                    <a:pt x="1563" y="15754"/>
                  </a:lnTo>
                  <a:lnTo>
                    <a:pt x="1661" y="15900"/>
                  </a:lnTo>
                  <a:lnTo>
                    <a:pt x="1783" y="15998"/>
                  </a:lnTo>
                  <a:lnTo>
                    <a:pt x="1930" y="16071"/>
                  </a:lnTo>
                  <a:lnTo>
                    <a:pt x="2101" y="16120"/>
                  </a:lnTo>
                  <a:lnTo>
                    <a:pt x="2394" y="16120"/>
                  </a:lnTo>
                  <a:lnTo>
                    <a:pt x="2516" y="16071"/>
                  </a:lnTo>
                  <a:lnTo>
                    <a:pt x="2662" y="15998"/>
                  </a:lnTo>
                  <a:lnTo>
                    <a:pt x="2785" y="15925"/>
                  </a:lnTo>
                  <a:lnTo>
                    <a:pt x="2882" y="15803"/>
                  </a:lnTo>
                  <a:lnTo>
                    <a:pt x="2956" y="15680"/>
                  </a:lnTo>
                  <a:lnTo>
                    <a:pt x="3029" y="15534"/>
                  </a:lnTo>
                  <a:lnTo>
                    <a:pt x="3053" y="15387"/>
                  </a:lnTo>
                  <a:lnTo>
                    <a:pt x="3713" y="8549"/>
                  </a:lnTo>
                  <a:lnTo>
                    <a:pt x="3737" y="8476"/>
                  </a:lnTo>
                  <a:lnTo>
                    <a:pt x="3786" y="8354"/>
                  </a:lnTo>
                  <a:lnTo>
                    <a:pt x="3835" y="8305"/>
                  </a:lnTo>
                  <a:lnTo>
                    <a:pt x="3884" y="8231"/>
                  </a:lnTo>
                  <a:lnTo>
                    <a:pt x="3981" y="8207"/>
                  </a:lnTo>
                  <a:lnTo>
                    <a:pt x="4079" y="8183"/>
                  </a:lnTo>
                  <a:lnTo>
                    <a:pt x="4177" y="8207"/>
                  </a:lnTo>
                  <a:lnTo>
                    <a:pt x="4274" y="8231"/>
                  </a:lnTo>
                  <a:lnTo>
                    <a:pt x="4323" y="8305"/>
                  </a:lnTo>
                  <a:lnTo>
                    <a:pt x="4372" y="8354"/>
                  </a:lnTo>
                  <a:lnTo>
                    <a:pt x="4421" y="8476"/>
                  </a:lnTo>
                  <a:lnTo>
                    <a:pt x="4445" y="8549"/>
                  </a:lnTo>
                  <a:lnTo>
                    <a:pt x="5105" y="15387"/>
                  </a:lnTo>
                  <a:lnTo>
                    <a:pt x="5129" y="15534"/>
                  </a:lnTo>
                  <a:lnTo>
                    <a:pt x="5202" y="15680"/>
                  </a:lnTo>
                  <a:lnTo>
                    <a:pt x="5276" y="15803"/>
                  </a:lnTo>
                  <a:lnTo>
                    <a:pt x="5373" y="15925"/>
                  </a:lnTo>
                  <a:lnTo>
                    <a:pt x="5496" y="15998"/>
                  </a:lnTo>
                  <a:lnTo>
                    <a:pt x="5642" y="16071"/>
                  </a:lnTo>
                  <a:lnTo>
                    <a:pt x="5764" y="16120"/>
                  </a:lnTo>
                  <a:lnTo>
                    <a:pt x="6057" y="16120"/>
                  </a:lnTo>
                  <a:lnTo>
                    <a:pt x="6228" y="16071"/>
                  </a:lnTo>
                  <a:lnTo>
                    <a:pt x="6375" y="15998"/>
                  </a:lnTo>
                  <a:lnTo>
                    <a:pt x="6497" y="15900"/>
                  </a:lnTo>
                  <a:lnTo>
                    <a:pt x="6595" y="15754"/>
                  </a:lnTo>
                  <a:lnTo>
                    <a:pt x="6692" y="15607"/>
                  </a:lnTo>
                  <a:lnTo>
                    <a:pt x="6741" y="15461"/>
                  </a:lnTo>
                  <a:lnTo>
                    <a:pt x="6766" y="15290"/>
                  </a:lnTo>
                  <a:lnTo>
                    <a:pt x="6766" y="15119"/>
                  </a:lnTo>
                  <a:lnTo>
                    <a:pt x="6619" y="13165"/>
                  </a:lnTo>
                  <a:lnTo>
                    <a:pt x="6350" y="8915"/>
                  </a:lnTo>
                  <a:lnTo>
                    <a:pt x="6204" y="6619"/>
                  </a:lnTo>
                  <a:lnTo>
                    <a:pt x="6106" y="4617"/>
                  </a:lnTo>
                  <a:lnTo>
                    <a:pt x="6057" y="3176"/>
                  </a:lnTo>
                  <a:lnTo>
                    <a:pt x="6057" y="2761"/>
                  </a:lnTo>
                  <a:lnTo>
                    <a:pt x="6057" y="2590"/>
                  </a:lnTo>
                  <a:lnTo>
                    <a:pt x="6106" y="2590"/>
                  </a:lnTo>
                  <a:lnTo>
                    <a:pt x="6155" y="2687"/>
                  </a:lnTo>
                  <a:lnTo>
                    <a:pt x="6253" y="3005"/>
                  </a:lnTo>
                  <a:lnTo>
                    <a:pt x="6399" y="3493"/>
                  </a:lnTo>
                  <a:lnTo>
                    <a:pt x="6521" y="4128"/>
                  </a:lnTo>
                  <a:lnTo>
                    <a:pt x="6643" y="4837"/>
                  </a:lnTo>
                  <a:lnTo>
                    <a:pt x="6741" y="5569"/>
                  </a:lnTo>
                  <a:lnTo>
                    <a:pt x="6814" y="6278"/>
                  </a:lnTo>
                  <a:lnTo>
                    <a:pt x="6839" y="6888"/>
                  </a:lnTo>
                  <a:lnTo>
                    <a:pt x="6863" y="7035"/>
                  </a:lnTo>
                  <a:lnTo>
                    <a:pt x="6888" y="7181"/>
                  </a:lnTo>
                  <a:lnTo>
                    <a:pt x="6936" y="7328"/>
                  </a:lnTo>
                  <a:lnTo>
                    <a:pt x="7010" y="7425"/>
                  </a:lnTo>
                  <a:lnTo>
                    <a:pt x="7107" y="7523"/>
                  </a:lnTo>
                  <a:lnTo>
                    <a:pt x="7230" y="7596"/>
                  </a:lnTo>
                  <a:lnTo>
                    <a:pt x="7352" y="7645"/>
                  </a:lnTo>
                  <a:lnTo>
                    <a:pt x="7498" y="7670"/>
                  </a:lnTo>
                  <a:lnTo>
                    <a:pt x="7645" y="7645"/>
                  </a:lnTo>
                  <a:lnTo>
                    <a:pt x="7767" y="7596"/>
                  </a:lnTo>
                  <a:lnTo>
                    <a:pt x="7889" y="7523"/>
                  </a:lnTo>
                  <a:lnTo>
                    <a:pt x="7987" y="7425"/>
                  </a:lnTo>
                  <a:lnTo>
                    <a:pt x="8060" y="7328"/>
                  </a:lnTo>
                  <a:lnTo>
                    <a:pt x="8109" y="7181"/>
                  </a:lnTo>
                  <a:lnTo>
                    <a:pt x="8133" y="7035"/>
                  </a:lnTo>
                  <a:lnTo>
                    <a:pt x="8158" y="6888"/>
                  </a:lnTo>
                  <a:lnTo>
                    <a:pt x="8133" y="5520"/>
                  </a:lnTo>
                  <a:lnTo>
                    <a:pt x="8109" y="4885"/>
                  </a:lnTo>
                  <a:lnTo>
                    <a:pt x="8060" y="4299"/>
                  </a:lnTo>
                  <a:lnTo>
                    <a:pt x="7987" y="3713"/>
                  </a:lnTo>
                  <a:lnTo>
                    <a:pt x="7889" y="3176"/>
                  </a:lnTo>
                  <a:lnTo>
                    <a:pt x="7767" y="2663"/>
                  </a:lnTo>
                  <a:lnTo>
                    <a:pt x="7620" y="2174"/>
                  </a:lnTo>
                  <a:lnTo>
                    <a:pt x="7425" y="1759"/>
                  </a:lnTo>
                  <a:lnTo>
                    <a:pt x="7205" y="1369"/>
                  </a:lnTo>
                  <a:lnTo>
                    <a:pt x="7083" y="1173"/>
                  </a:lnTo>
                  <a:lnTo>
                    <a:pt x="6936" y="1002"/>
                  </a:lnTo>
                  <a:lnTo>
                    <a:pt x="6790" y="856"/>
                  </a:lnTo>
                  <a:lnTo>
                    <a:pt x="6643" y="709"/>
                  </a:lnTo>
                  <a:lnTo>
                    <a:pt x="6472" y="563"/>
                  </a:lnTo>
                  <a:lnTo>
                    <a:pt x="6277" y="440"/>
                  </a:lnTo>
                  <a:lnTo>
                    <a:pt x="6082" y="343"/>
                  </a:lnTo>
                  <a:lnTo>
                    <a:pt x="5886" y="245"/>
                  </a:lnTo>
                  <a:lnTo>
                    <a:pt x="5666" y="172"/>
                  </a:lnTo>
                  <a:lnTo>
                    <a:pt x="5422" y="99"/>
                  </a:lnTo>
                  <a:lnTo>
                    <a:pt x="5178" y="50"/>
                  </a:lnTo>
                  <a:lnTo>
                    <a:pt x="4909" y="1"/>
                  </a:lnTo>
                  <a:lnTo>
                    <a:pt x="4714" y="74"/>
                  </a:lnTo>
                  <a:lnTo>
                    <a:pt x="4519" y="147"/>
                  </a:lnTo>
                  <a:lnTo>
                    <a:pt x="4299" y="196"/>
                  </a:lnTo>
                  <a:lnTo>
                    <a:pt x="3859" y="196"/>
                  </a:lnTo>
                  <a:lnTo>
                    <a:pt x="3664" y="147"/>
                  </a:lnTo>
                  <a:lnTo>
                    <a:pt x="3444" y="99"/>
                  </a:lnTo>
                  <a:lnTo>
                    <a:pt x="3249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52" name="Google Shape;252;p59"/>
            <p:cNvSpPr/>
            <p:nvPr/>
          </p:nvSpPr>
          <p:spPr>
            <a:xfrm>
              <a:off x="3446075" y="2264625"/>
              <a:ext cx="85500" cy="94050"/>
            </a:xfrm>
            <a:custGeom>
              <a:rect b="b" l="l" r="r" t="t"/>
              <a:pathLst>
                <a:path extrusionOk="0" h="3762" w="3420">
                  <a:moveTo>
                    <a:pt x="1539" y="0"/>
                  </a:moveTo>
                  <a:lnTo>
                    <a:pt x="1368" y="25"/>
                  </a:lnTo>
                  <a:lnTo>
                    <a:pt x="1197" y="49"/>
                  </a:lnTo>
                  <a:lnTo>
                    <a:pt x="1051" y="122"/>
                  </a:lnTo>
                  <a:lnTo>
                    <a:pt x="904" y="171"/>
                  </a:lnTo>
                  <a:lnTo>
                    <a:pt x="757" y="269"/>
                  </a:lnTo>
                  <a:lnTo>
                    <a:pt x="611" y="342"/>
                  </a:lnTo>
                  <a:lnTo>
                    <a:pt x="489" y="464"/>
                  </a:lnTo>
                  <a:lnTo>
                    <a:pt x="391" y="586"/>
                  </a:lnTo>
                  <a:lnTo>
                    <a:pt x="293" y="708"/>
                  </a:lnTo>
                  <a:lnTo>
                    <a:pt x="196" y="855"/>
                  </a:lnTo>
                  <a:lnTo>
                    <a:pt x="122" y="1002"/>
                  </a:lnTo>
                  <a:lnTo>
                    <a:pt x="74" y="1148"/>
                  </a:lnTo>
                  <a:lnTo>
                    <a:pt x="25" y="1319"/>
                  </a:lnTo>
                  <a:lnTo>
                    <a:pt x="0" y="1514"/>
                  </a:lnTo>
                  <a:lnTo>
                    <a:pt x="0" y="1710"/>
                  </a:lnTo>
                  <a:lnTo>
                    <a:pt x="0" y="1905"/>
                  </a:lnTo>
                  <a:lnTo>
                    <a:pt x="25" y="2101"/>
                  </a:lnTo>
                  <a:lnTo>
                    <a:pt x="74" y="2272"/>
                  </a:lnTo>
                  <a:lnTo>
                    <a:pt x="122" y="2467"/>
                  </a:lnTo>
                  <a:lnTo>
                    <a:pt x="196" y="2638"/>
                  </a:lnTo>
                  <a:lnTo>
                    <a:pt x="293" y="2809"/>
                  </a:lnTo>
                  <a:lnTo>
                    <a:pt x="391" y="2980"/>
                  </a:lnTo>
                  <a:lnTo>
                    <a:pt x="489" y="3126"/>
                  </a:lnTo>
                  <a:lnTo>
                    <a:pt x="611" y="3273"/>
                  </a:lnTo>
                  <a:lnTo>
                    <a:pt x="757" y="3395"/>
                  </a:lnTo>
                  <a:lnTo>
                    <a:pt x="904" y="3493"/>
                  </a:lnTo>
                  <a:lnTo>
                    <a:pt x="1051" y="3590"/>
                  </a:lnTo>
                  <a:lnTo>
                    <a:pt x="1197" y="3664"/>
                  </a:lnTo>
                  <a:lnTo>
                    <a:pt x="1368" y="3713"/>
                  </a:lnTo>
                  <a:lnTo>
                    <a:pt x="1539" y="3761"/>
                  </a:lnTo>
                  <a:lnTo>
                    <a:pt x="1881" y="3761"/>
                  </a:lnTo>
                  <a:lnTo>
                    <a:pt x="2052" y="3713"/>
                  </a:lnTo>
                  <a:lnTo>
                    <a:pt x="2223" y="3664"/>
                  </a:lnTo>
                  <a:lnTo>
                    <a:pt x="2369" y="3590"/>
                  </a:lnTo>
                  <a:lnTo>
                    <a:pt x="2516" y="3493"/>
                  </a:lnTo>
                  <a:lnTo>
                    <a:pt x="2662" y="3395"/>
                  </a:lnTo>
                  <a:lnTo>
                    <a:pt x="2809" y="3273"/>
                  </a:lnTo>
                  <a:lnTo>
                    <a:pt x="2931" y="3126"/>
                  </a:lnTo>
                  <a:lnTo>
                    <a:pt x="3029" y="2980"/>
                  </a:lnTo>
                  <a:lnTo>
                    <a:pt x="3127" y="2809"/>
                  </a:lnTo>
                  <a:lnTo>
                    <a:pt x="3224" y="2638"/>
                  </a:lnTo>
                  <a:lnTo>
                    <a:pt x="3297" y="2467"/>
                  </a:lnTo>
                  <a:lnTo>
                    <a:pt x="3346" y="2272"/>
                  </a:lnTo>
                  <a:lnTo>
                    <a:pt x="3395" y="2101"/>
                  </a:lnTo>
                  <a:lnTo>
                    <a:pt x="3420" y="1905"/>
                  </a:lnTo>
                  <a:lnTo>
                    <a:pt x="3420" y="1710"/>
                  </a:lnTo>
                  <a:lnTo>
                    <a:pt x="3420" y="1514"/>
                  </a:lnTo>
                  <a:lnTo>
                    <a:pt x="3395" y="1319"/>
                  </a:lnTo>
                  <a:lnTo>
                    <a:pt x="3346" y="1148"/>
                  </a:lnTo>
                  <a:lnTo>
                    <a:pt x="3297" y="1002"/>
                  </a:lnTo>
                  <a:lnTo>
                    <a:pt x="3224" y="855"/>
                  </a:lnTo>
                  <a:lnTo>
                    <a:pt x="3127" y="708"/>
                  </a:lnTo>
                  <a:lnTo>
                    <a:pt x="3029" y="586"/>
                  </a:lnTo>
                  <a:lnTo>
                    <a:pt x="2931" y="464"/>
                  </a:lnTo>
                  <a:lnTo>
                    <a:pt x="2809" y="342"/>
                  </a:lnTo>
                  <a:lnTo>
                    <a:pt x="2662" y="269"/>
                  </a:lnTo>
                  <a:lnTo>
                    <a:pt x="2516" y="171"/>
                  </a:lnTo>
                  <a:lnTo>
                    <a:pt x="2369" y="122"/>
                  </a:lnTo>
                  <a:lnTo>
                    <a:pt x="2223" y="49"/>
                  </a:lnTo>
                  <a:lnTo>
                    <a:pt x="2052" y="25"/>
                  </a:lnTo>
                  <a:lnTo>
                    <a:pt x="1881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253" name="Google Shape;253;p59"/>
          <p:cNvGrpSpPr/>
          <p:nvPr/>
        </p:nvGrpSpPr>
        <p:grpSpPr>
          <a:xfrm>
            <a:off x="8846444" y="3271637"/>
            <a:ext cx="139863" cy="317513"/>
            <a:chOff x="4753325" y="2329350"/>
            <a:chExt cx="167300" cy="379800"/>
          </a:xfrm>
        </p:grpSpPr>
        <p:sp>
          <p:nvSpPr>
            <p:cNvPr id="254" name="Google Shape;254;p59"/>
            <p:cNvSpPr/>
            <p:nvPr/>
          </p:nvSpPr>
          <p:spPr>
            <a:xfrm>
              <a:off x="4753325" y="2424600"/>
              <a:ext cx="167300" cy="284550"/>
            </a:xfrm>
            <a:custGeom>
              <a:rect b="b" l="l" r="r" t="t"/>
              <a:pathLst>
                <a:path extrusionOk="0" h="11382" w="6692">
                  <a:moveTo>
                    <a:pt x="4030" y="0"/>
                  </a:moveTo>
                  <a:lnTo>
                    <a:pt x="3883" y="73"/>
                  </a:lnTo>
                  <a:lnTo>
                    <a:pt x="3712" y="122"/>
                  </a:lnTo>
                  <a:lnTo>
                    <a:pt x="3517" y="171"/>
                  </a:lnTo>
                  <a:lnTo>
                    <a:pt x="3175" y="171"/>
                  </a:lnTo>
                  <a:lnTo>
                    <a:pt x="3004" y="147"/>
                  </a:lnTo>
                  <a:lnTo>
                    <a:pt x="2833" y="73"/>
                  </a:lnTo>
                  <a:lnTo>
                    <a:pt x="2662" y="24"/>
                  </a:lnTo>
                  <a:lnTo>
                    <a:pt x="2418" y="24"/>
                  </a:lnTo>
                  <a:lnTo>
                    <a:pt x="2174" y="98"/>
                  </a:lnTo>
                  <a:lnTo>
                    <a:pt x="1954" y="171"/>
                  </a:lnTo>
                  <a:lnTo>
                    <a:pt x="1710" y="318"/>
                  </a:lnTo>
                  <a:lnTo>
                    <a:pt x="1490" y="489"/>
                  </a:lnTo>
                  <a:lnTo>
                    <a:pt x="1246" y="684"/>
                  </a:lnTo>
                  <a:lnTo>
                    <a:pt x="1050" y="928"/>
                  </a:lnTo>
                  <a:lnTo>
                    <a:pt x="855" y="1197"/>
                  </a:lnTo>
                  <a:lnTo>
                    <a:pt x="660" y="1514"/>
                  </a:lnTo>
                  <a:lnTo>
                    <a:pt x="513" y="1856"/>
                  </a:lnTo>
                  <a:lnTo>
                    <a:pt x="366" y="2223"/>
                  </a:lnTo>
                  <a:lnTo>
                    <a:pt x="244" y="2638"/>
                  </a:lnTo>
                  <a:lnTo>
                    <a:pt x="122" y="3102"/>
                  </a:lnTo>
                  <a:lnTo>
                    <a:pt x="49" y="3590"/>
                  </a:lnTo>
                  <a:lnTo>
                    <a:pt x="0" y="4103"/>
                  </a:lnTo>
                  <a:lnTo>
                    <a:pt x="0" y="4665"/>
                  </a:lnTo>
                  <a:lnTo>
                    <a:pt x="0" y="4787"/>
                  </a:lnTo>
                  <a:lnTo>
                    <a:pt x="25" y="4909"/>
                  </a:lnTo>
                  <a:lnTo>
                    <a:pt x="73" y="5007"/>
                  </a:lnTo>
                  <a:lnTo>
                    <a:pt x="147" y="5104"/>
                  </a:lnTo>
                  <a:lnTo>
                    <a:pt x="220" y="5178"/>
                  </a:lnTo>
                  <a:lnTo>
                    <a:pt x="318" y="5251"/>
                  </a:lnTo>
                  <a:lnTo>
                    <a:pt x="415" y="5275"/>
                  </a:lnTo>
                  <a:lnTo>
                    <a:pt x="537" y="5300"/>
                  </a:lnTo>
                  <a:lnTo>
                    <a:pt x="660" y="5275"/>
                  </a:lnTo>
                  <a:lnTo>
                    <a:pt x="757" y="5251"/>
                  </a:lnTo>
                  <a:lnTo>
                    <a:pt x="855" y="5178"/>
                  </a:lnTo>
                  <a:lnTo>
                    <a:pt x="928" y="5104"/>
                  </a:lnTo>
                  <a:lnTo>
                    <a:pt x="1001" y="5007"/>
                  </a:lnTo>
                  <a:lnTo>
                    <a:pt x="1026" y="4909"/>
                  </a:lnTo>
                  <a:lnTo>
                    <a:pt x="1050" y="4787"/>
                  </a:lnTo>
                  <a:lnTo>
                    <a:pt x="1075" y="4665"/>
                  </a:lnTo>
                  <a:lnTo>
                    <a:pt x="1099" y="4201"/>
                  </a:lnTo>
                  <a:lnTo>
                    <a:pt x="1148" y="3737"/>
                  </a:lnTo>
                  <a:lnTo>
                    <a:pt x="1221" y="3322"/>
                  </a:lnTo>
                  <a:lnTo>
                    <a:pt x="1319" y="2931"/>
                  </a:lnTo>
                  <a:lnTo>
                    <a:pt x="1441" y="2589"/>
                  </a:lnTo>
                  <a:lnTo>
                    <a:pt x="1539" y="2345"/>
                  </a:lnTo>
                  <a:lnTo>
                    <a:pt x="1636" y="2174"/>
                  </a:lnTo>
                  <a:lnTo>
                    <a:pt x="1685" y="2149"/>
                  </a:lnTo>
                  <a:lnTo>
                    <a:pt x="1710" y="2149"/>
                  </a:lnTo>
                  <a:lnTo>
                    <a:pt x="1734" y="2247"/>
                  </a:lnTo>
                  <a:lnTo>
                    <a:pt x="1734" y="2516"/>
                  </a:lnTo>
                  <a:lnTo>
                    <a:pt x="1685" y="3493"/>
                  </a:lnTo>
                  <a:lnTo>
                    <a:pt x="1612" y="4836"/>
                  </a:lnTo>
                  <a:lnTo>
                    <a:pt x="1490" y="6374"/>
                  </a:lnTo>
                  <a:lnTo>
                    <a:pt x="1246" y="9256"/>
                  </a:lnTo>
                  <a:lnTo>
                    <a:pt x="1148" y="10551"/>
                  </a:lnTo>
                  <a:lnTo>
                    <a:pt x="1148" y="10697"/>
                  </a:lnTo>
                  <a:lnTo>
                    <a:pt x="1148" y="10844"/>
                  </a:lnTo>
                  <a:lnTo>
                    <a:pt x="1197" y="10966"/>
                  </a:lnTo>
                  <a:lnTo>
                    <a:pt x="1270" y="11088"/>
                  </a:lnTo>
                  <a:lnTo>
                    <a:pt x="1343" y="11186"/>
                  </a:lnTo>
                  <a:lnTo>
                    <a:pt x="1465" y="11284"/>
                  </a:lnTo>
                  <a:lnTo>
                    <a:pt x="1588" y="11357"/>
                  </a:lnTo>
                  <a:lnTo>
                    <a:pt x="1710" y="11381"/>
                  </a:lnTo>
                  <a:lnTo>
                    <a:pt x="1954" y="11381"/>
                  </a:lnTo>
                  <a:lnTo>
                    <a:pt x="2076" y="11357"/>
                  </a:lnTo>
                  <a:lnTo>
                    <a:pt x="2174" y="11284"/>
                  </a:lnTo>
                  <a:lnTo>
                    <a:pt x="2271" y="11210"/>
                  </a:lnTo>
                  <a:lnTo>
                    <a:pt x="2345" y="11137"/>
                  </a:lnTo>
                  <a:lnTo>
                    <a:pt x="2418" y="11039"/>
                  </a:lnTo>
                  <a:lnTo>
                    <a:pt x="2467" y="10917"/>
                  </a:lnTo>
                  <a:lnTo>
                    <a:pt x="2516" y="10795"/>
                  </a:lnTo>
                  <a:lnTo>
                    <a:pt x="3053" y="7034"/>
                  </a:lnTo>
                  <a:lnTo>
                    <a:pt x="3053" y="6985"/>
                  </a:lnTo>
                  <a:lnTo>
                    <a:pt x="3102" y="6887"/>
                  </a:lnTo>
                  <a:lnTo>
                    <a:pt x="3151" y="6839"/>
                  </a:lnTo>
                  <a:lnTo>
                    <a:pt x="3200" y="6790"/>
                  </a:lnTo>
                  <a:lnTo>
                    <a:pt x="3273" y="6765"/>
                  </a:lnTo>
                  <a:lnTo>
                    <a:pt x="3346" y="6741"/>
                  </a:lnTo>
                  <a:lnTo>
                    <a:pt x="3419" y="6765"/>
                  </a:lnTo>
                  <a:lnTo>
                    <a:pt x="3493" y="6790"/>
                  </a:lnTo>
                  <a:lnTo>
                    <a:pt x="3541" y="6839"/>
                  </a:lnTo>
                  <a:lnTo>
                    <a:pt x="3590" y="6887"/>
                  </a:lnTo>
                  <a:lnTo>
                    <a:pt x="3639" y="6985"/>
                  </a:lnTo>
                  <a:lnTo>
                    <a:pt x="3639" y="7034"/>
                  </a:lnTo>
                  <a:lnTo>
                    <a:pt x="4176" y="10795"/>
                  </a:lnTo>
                  <a:lnTo>
                    <a:pt x="4225" y="10917"/>
                  </a:lnTo>
                  <a:lnTo>
                    <a:pt x="4274" y="11039"/>
                  </a:lnTo>
                  <a:lnTo>
                    <a:pt x="4347" y="11137"/>
                  </a:lnTo>
                  <a:lnTo>
                    <a:pt x="4421" y="11210"/>
                  </a:lnTo>
                  <a:lnTo>
                    <a:pt x="4518" y="11284"/>
                  </a:lnTo>
                  <a:lnTo>
                    <a:pt x="4616" y="11357"/>
                  </a:lnTo>
                  <a:lnTo>
                    <a:pt x="4738" y="11381"/>
                  </a:lnTo>
                  <a:lnTo>
                    <a:pt x="4982" y="11381"/>
                  </a:lnTo>
                  <a:lnTo>
                    <a:pt x="5104" y="11357"/>
                  </a:lnTo>
                  <a:lnTo>
                    <a:pt x="5227" y="11284"/>
                  </a:lnTo>
                  <a:lnTo>
                    <a:pt x="5349" y="11186"/>
                  </a:lnTo>
                  <a:lnTo>
                    <a:pt x="5422" y="11088"/>
                  </a:lnTo>
                  <a:lnTo>
                    <a:pt x="5495" y="10966"/>
                  </a:lnTo>
                  <a:lnTo>
                    <a:pt x="5544" y="10844"/>
                  </a:lnTo>
                  <a:lnTo>
                    <a:pt x="5544" y="10697"/>
                  </a:lnTo>
                  <a:lnTo>
                    <a:pt x="5544" y="10551"/>
                  </a:lnTo>
                  <a:lnTo>
                    <a:pt x="5202" y="6399"/>
                  </a:lnTo>
                  <a:lnTo>
                    <a:pt x="5007" y="3517"/>
                  </a:lnTo>
                  <a:lnTo>
                    <a:pt x="4958" y="2540"/>
                  </a:lnTo>
                  <a:lnTo>
                    <a:pt x="4958" y="2247"/>
                  </a:lnTo>
                  <a:lnTo>
                    <a:pt x="4982" y="2149"/>
                  </a:lnTo>
                  <a:lnTo>
                    <a:pt x="5007" y="2149"/>
                  </a:lnTo>
                  <a:lnTo>
                    <a:pt x="5056" y="2174"/>
                  </a:lnTo>
                  <a:lnTo>
                    <a:pt x="5153" y="2320"/>
                  </a:lnTo>
                  <a:lnTo>
                    <a:pt x="5251" y="2564"/>
                  </a:lnTo>
                  <a:lnTo>
                    <a:pt x="5349" y="2906"/>
                  </a:lnTo>
                  <a:lnTo>
                    <a:pt x="5446" y="3297"/>
                  </a:lnTo>
                  <a:lnTo>
                    <a:pt x="5544" y="3737"/>
                  </a:lnTo>
                  <a:lnTo>
                    <a:pt x="5593" y="4201"/>
                  </a:lnTo>
                  <a:lnTo>
                    <a:pt x="5617" y="4665"/>
                  </a:lnTo>
                  <a:lnTo>
                    <a:pt x="5642" y="4787"/>
                  </a:lnTo>
                  <a:lnTo>
                    <a:pt x="5666" y="4909"/>
                  </a:lnTo>
                  <a:lnTo>
                    <a:pt x="5691" y="5007"/>
                  </a:lnTo>
                  <a:lnTo>
                    <a:pt x="5764" y="5104"/>
                  </a:lnTo>
                  <a:lnTo>
                    <a:pt x="5837" y="5178"/>
                  </a:lnTo>
                  <a:lnTo>
                    <a:pt x="5935" y="5251"/>
                  </a:lnTo>
                  <a:lnTo>
                    <a:pt x="6033" y="5275"/>
                  </a:lnTo>
                  <a:lnTo>
                    <a:pt x="6155" y="5300"/>
                  </a:lnTo>
                  <a:lnTo>
                    <a:pt x="6277" y="5275"/>
                  </a:lnTo>
                  <a:lnTo>
                    <a:pt x="6374" y="5251"/>
                  </a:lnTo>
                  <a:lnTo>
                    <a:pt x="6472" y="5178"/>
                  </a:lnTo>
                  <a:lnTo>
                    <a:pt x="6545" y="5104"/>
                  </a:lnTo>
                  <a:lnTo>
                    <a:pt x="6619" y="5007"/>
                  </a:lnTo>
                  <a:lnTo>
                    <a:pt x="6668" y="4909"/>
                  </a:lnTo>
                  <a:lnTo>
                    <a:pt x="6692" y="4787"/>
                  </a:lnTo>
                  <a:lnTo>
                    <a:pt x="6692" y="4665"/>
                  </a:lnTo>
                  <a:lnTo>
                    <a:pt x="6692" y="4103"/>
                  </a:lnTo>
                  <a:lnTo>
                    <a:pt x="6643" y="3566"/>
                  </a:lnTo>
                  <a:lnTo>
                    <a:pt x="6570" y="3077"/>
                  </a:lnTo>
                  <a:lnTo>
                    <a:pt x="6472" y="2638"/>
                  </a:lnTo>
                  <a:lnTo>
                    <a:pt x="6374" y="2223"/>
                  </a:lnTo>
                  <a:lnTo>
                    <a:pt x="6228" y="1832"/>
                  </a:lnTo>
                  <a:lnTo>
                    <a:pt x="6081" y="1490"/>
                  </a:lnTo>
                  <a:lnTo>
                    <a:pt x="5910" y="1172"/>
                  </a:lnTo>
                  <a:lnTo>
                    <a:pt x="5715" y="904"/>
                  </a:lnTo>
                  <a:lnTo>
                    <a:pt x="5520" y="659"/>
                  </a:lnTo>
                  <a:lnTo>
                    <a:pt x="5300" y="464"/>
                  </a:lnTo>
                  <a:lnTo>
                    <a:pt x="5056" y="293"/>
                  </a:lnTo>
                  <a:lnTo>
                    <a:pt x="4811" y="171"/>
                  </a:lnTo>
                  <a:lnTo>
                    <a:pt x="4567" y="73"/>
                  </a:lnTo>
                  <a:lnTo>
                    <a:pt x="4299" y="24"/>
                  </a:lnTo>
                  <a:lnTo>
                    <a:pt x="4030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55" name="Google Shape;255;p59"/>
            <p:cNvSpPr/>
            <p:nvPr/>
          </p:nvSpPr>
          <p:spPr>
            <a:xfrm>
              <a:off x="4798500" y="2329350"/>
              <a:ext cx="76950" cy="84275"/>
            </a:xfrm>
            <a:custGeom>
              <a:rect b="b" l="l" r="r" t="t"/>
              <a:pathLst>
                <a:path extrusionOk="0" h="3371" w="3078">
                  <a:moveTo>
                    <a:pt x="1539" y="0"/>
                  </a:moveTo>
                  <a:lnTo>
                    <a:pt x="1222" y="24"/>
                  </a:lnTo>
                  <a:lnTo>
                    <a:pt x="953" y="98"/>
                  </a:lnTo>
                  <a:lnTo>
                    <a:pt x="684" y="220"/>
                  </a:lnTo>
                  <a:lnTo>
                    <a:pt x="464" y="415"/>
                  </a:lnTo>
                  <a:lnTo>
                    <a:pt x="367" y="513"/>
                  </a:lnTo>
                  <a:lnTo>
                    <a:pt x="269" y="635"/>
                  </a:lnTo>
                  <a:lnTo>
                    <a:pt x="196" y="757"/>
                  </a:lnTo>
                  <a:lnTo>
                    <a:pt x="123" y="879"/>
                  </a:lnTo>
                  <a:lnTo>
                    <a:pt x="74" y="1026"/>
                  </a:lnTo>
                  <a:lnTo>
                    <a:pt x="49" y="1172"/>
                  </a:lnTo>
                  <a:lnTo>
                    <a:pt x="25" y="1343"/>
                  </a:lnTo>
                  <a:lnTo>
                    <a:pt x="0" y="1514"/>
                  </a:lnTo>
                  <a:lnTo>
                    <a:pt x="25" y="1685"/>
                  </a:lnTo>
                  <a:lnTo>
                    <a:pt x="49" y="1856"/>
                  </a:lnTo>
                  <a:lnTo>
                    <a:pt x="123" y="2198"/>
                  </a:lnTo>
                  <a:lnTo>
                    <a:pt x="269" y="2516"/>
                  </a:lnTo>
                  <a:lnTo>
                    <a:pt x="464" y="2784"/>
                  </a:lnTo>
                  <a:lnTo>
                    <a:pt x="562" y="2906"/>
                  </a:lnTo>
                  <a:lnTo>
                    <a:pt x="684" y="3029"/>
                  </a:lnTo>
                  <a:lnTo>
                    <a:pt x="806" y="3126"/>
                  </a:lnTo>
                  <a:lnTo>
                    <a:pt x="953" y="3199"/>
                  </a:lnTo>
                  <a:lnTo>
                    <a:pt x="1075" y="3273"/>
                  </a:lnTo>
                  <a:lnTo>
                    <a:pt x="1222" y="3322"/>
                  </a:lnTo>
                  <a:lnTo>
                    <a:pt x="1393" y="3346"/>
                  </a:lnTo>
                  <a:lnTo>
                    <a:pt x="1539" y="3370"/>
                  </a:lnTo>
                  <a:lnTo>
                    <a:pt x="1686" y="3346"/>
                  </a:lnTo>
                  <a:lnTo>
                    <a:pt x="1857" y="3322"/>
                  </a:lnTo>
                  <a:lnTo>
                    <a:pt x="2003" y="3273"/>
                  </a:lnTo>
                  <a:lnTo>
                    <a:pt x="2125" y="3199"/>
                  </a:lnTo>
                  <a:lnTo>
                    <a:pt x="2272" y="3126"/>
                  </a:lnTo>
                  <a:lnTo>
                    <a:pt x="2394" y="3029"/>
                  </a:lnTo>
                  <a:lnTo>
                    <a:pt x="2516" y="2906"/>
                  </a:lnTo>
                  <a:lnTo>
                    <a:pt x="2614" y="2784"/>
                  </a:lnTo>
                  <a:lnTo>
                    <a:pt x="2809" y="2516"/>
                  </a:lnTo>
                  <a:lnTo>
                    <a:pt x="2956" y="2198"/>
                  </a:lnTo>
                  <a:lnTo>
                    <a:pt x="3029" y="1856"/>
                  </a:lnTo>
                  <a:lnTo>
                    <a:pt x="3053" y="1685"/>
                  </a:lnTo>
                  <a:lnTo>
                    <a:pt x="3078" y="1514"/>
                  </a:lnTo>
                  <a:lnTo>
                    <a:pt x="3053" y="1343"/>
                  </a:lnTo>
                  <a:lnTo>
                    <a:pt x="3029" y="1172"/>
                  </a:lnTo>
                  <a:lnTo>
                    <a:pt x="3004" y="1026"/>
                  </a:lnTo>
                  <a:lnTo>
                    <a:pt x="2956" y="879"/>
                  </a:lnTo>
                  <a:lnTo>
                    <a:pt x="2882" y="757"/>
                  </a:lnTo>
                  <a:lnTo>
                    <a:pt x="2809" y="635"/>
                  </a:lnTo>
                  <a:lnTo>
                    <a:pt x="2711" y="513"/>
                  </a:lnTo>
                  <a:lnTo>
                    <a:pt x="2614" y="415"/>
                  </a:lnTo>
                  <a:lnTo>
                    <a:pt x="2394" y="220"/>
                  </a:lnTo>
                  <a:lnTo>
                    <a:pt x="2125" y="98"/>
                  </a:lnTo>
                  <a:lnTo>
                    <a:pt x="1857" y="24"/>
                  </a:lnTo>
                  <a:lnTo>
                    <a:pt x="1539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256" name="Google Shape;256;p59"/>
          <p:cNvGrpSpPr/>
          <p:nvPr/>
        </p:nvGrpSpPr>
        <p:grpSpPr>
          <a:xfrm>
            <a:off x="8280347" y="3219554"/>
            <a:ext cx="145004" cy="421658"/>
            <a:chOff x="4076175" y="2267050"/>
            <a:chExt cx="173450" cy="504375"/>
          </a:xfrm>
        </p:grpSpPr>
        <p:sp>
          <p:nvSpPr>
            <p:cNvPr id="257" name="Google Shape;257;p59"/>
            <p:cNvSpPr/>
            <p:nvPr/>
          </p:nvSpPr>
          <p:spPr>
            <a:xfrm>
              <a:off x="4122600" y="2267050"/>
              <a:ext cx="80600" cy="91625"/>
            </a:xfrm>
            <a:custGeom>
              <a:rect b="b" l="l" r="r" t="t"/>
              <a:pathLst>
                <a:path extrusionOk="0" h="3665" w="3224">
                  <a:moveTo>
                    <a:pt x="1441" y="1"/>
                  </a:moveTo>
                  <a:lnTo>
                    <a:pt x="1295" y="25"/>
                  </a:lnTo>
                  <a:lnTo>
                    <a:pt x="1124" y="74"/>
                  </a:lnTo>
                  <a:lnTo>
                    <a:pt x="977" y="123"/>
                  </a:lnTo>
                  <a:lnTo>
                    <a:pt x="855" y="172"/>
                  </a:lnTo>
                  <a:lnTo>
                    <a:pt x="708" y="245"/>
                  </a:lnTo>
                  <a:lnTo>
                    <a:pt x="586" y="343"/>
                  </a:lnTo>
                  <a:lnTo>
                    <a:pt x="464" y="441"/>
                  </a:lnTo>
                  <a:lnTo>
                    <a:pt x="366" y="563"/>
                  </a:lnTo>
                  <a:lnTo>
                    <a:pt x="269" y="685"/>
                  </a:lnTo>
                  <a:lnTo>
                    <a:pt x="195" y="831"/>
                  </a:lnTo>
                  <a:lnTo>
                    <a:pt x="122" y="978"/>
                  </a:lnTo>
                  <a:lnTo>
                    <a:pt x="73" y="1124"/>
                  </a:lnTo>
                  <a:lnTo>
                    <a:pt x="25" y="1295"/>
                  </a:lnTo>
                  <a:lnTo>
                    <a:pt x="0" y="1466"/>
                  </a:lnTo>
                  <a:lnTo>
                    <a:pt x="0" y="1662"/>
                  </a:lnTo>
                  <a:lnTo>
                    <a:pt x="0" y="1833"/>
                  </a:lnTo>
                  <a:lnTo>
                    <a:pt x="25" y="2028"/>
                  </a:lnTo>
                  <a:lnTo>
                    <a:pt x="73" y="2223"/>
                  </a:lnTo>
                  <a:lnTo>
                    <a:pt x="122" y="2394"/>
                  </a:lnTo>
                  <a:lnTo>
                    <a:pt x="195" y="2565"/>
                  </a:lnTo>
                  <a:lnTo>
                    <a:pt x="269" y="2736"/>
                  </a:lnTo>
                  <a:lnTo>
                    <a:pt x="366" y="2883"/>
                  </a:lnTo>
                  <a:lnTo>
                    <a:pt x="464" y="3029"/>
                  </a:lnTo>
                  <a:lnTo>
                    <a:pt x="586" y="3176"/>
                  </a:lnTo>
                  <a:lnTo>
                    <a:pt x="708" y="3298"/>
                  </a:lnTo>
                  <a:lnTo>
                    <a:pt x="855" y="3396"/>
                  </a:lnTo>
                  <a:lnTo>
                    <a:pt x="977" y="3493"/>
                  </a:lnTo>
                  <a:lnTo>
                    <a:pt x="1124" y="3567"/>
                  </a:lnTo>
                  <a:lnTo>
                    <a:pt x="1295" y="3616"/>
                  </a:lnTo>
                  <a:lnTo>
                    <a:pt x="1441" y="3640"/>
                  </a:lnTo>
                  <a:lnTo>
                    <a:pt x="1612" y="3664"/>
                  </a:lnTo>
                  <a:lnTo>
                    <a:pt x="1783" y="3640"/>
                  </a:lnTo>
                  <a:lnTo>
                    <a:pt x="1930" y="3616"/>
                  </a:lnTo>
                  <a:lnTo>
                    <a:pt x="2100" y="3567"/>
                  </a:lnTo>
                  <a:lnTo>
                    <a:pt x="2247" y="3493"/>
                  </a:lnTo>
                  <a:lnTo>
                    <a:pt x="2369" y="3396"/>
                  </a:lnTo>
                  <a:lnTo>
                    <a:pt x="2516" y="3298"/>
                  </a:lnTo>
                  <a:lnTo>
                    <a:pt x="2638" y="3176"/>
                  </a:lnTo>
                  <a:lnTo>
                    <a:pt x="2760" y="3029"/>
                  </a:lnTo>
                  <a:lnTo>
                    <a:pt x="2858" y="2883"/>
                  </a:lnTo>
                  <a:lnTo>
                    <a:pt x="2955" y="2736"/>
                  </a:lnTo>
                  <a:lnTo>
                    <a:pt x="3029" y="2565"/>
                  </a:lnTo>
                  <a:lnTo>
                    <a:pt x="3102" y="2394"/>
                  </a:lnTo>
                  <a:lnTo>
                    <a:pt x="3151" y="2223"/>
                  </a:lnTo>
                  <a:lnTo>
                    <a:pt x="3200" y="2028"/>
                  </a:lnTo>
                  <a:lnTo>
                    <a:pt x="3224" y="1833"/>
                  </a:lnTo>
                  <a:lnTo>
                    <a:pt x="3224" y="1662"/>
                  </a:lnTo>
                  <a:lnTo>
                    <a:pt x="3224" y="1466"/>
                  </a:lnTo>
                  <a:lnTo>
                    <a:pt x="3200" y="1295"/>
                  </a:lnTo>
                  <a:lnTo>
                    <a:pt x="3151" y="1124"/>
                  </a:lnTo>
                  <a:lnTo>
                    <a:pt x="3102" y="978"/>
                  </a:lnTo>
                  <a:lnTo>
                    <a:pt x="3029" y="831"/>
                  </a:lnTo>
                  <a:lnTo>
                    <a:pt x="2955" y="685"/>
                  </a:lnTo>
                  <a:lnTo>
                    <a:pt x="2858" y="563"/>
                  </a:lnTo>
                  <a:lnTo>
                    <a:pt x="2760" y="441"/>
                  </a:lnTo>
                  <a:lnTo>
                    <a:pt x="2638" y="343"/>
                  </a:lnTo>
                  <a:lnTo>
                    <a:pt x="2516" y="245"/>
                  </a:lnTo>
                  <a:lnTo>
                    <a:pt x="2369" y="172"/>
                  </a:lnTo>
                  <a:lnTo>
                    <a:pt x="2247" y="123"/>
                  </a:lnTo>
                  <a:lnTo>
                    <a:pt x="2100" y="74"/>
                  </a:lnTo>
                  <a:lnTo>
                    <a:pt x="1930" y="25"/>
                  </a:lnTo>
                  <a:lnTo>
                    <a:pt x="1783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58" name="Google Shape;258;p59"/>
            <p:cNvSpPr/>
            <p:nvPr/>
          </p:nvSpPr>
          <p:spPr>
            <a:xfrm>
              <a:off x="4076175" y="2370250"/>
              <a:ext cx="173450" cy="401175"/>
            </a:xfrm>
            <a:custGeom>
              <a:rect b="b" l="l" r="r" t="t"/>
              <a:pathLst>
                <a:path extrusionOk="0" h="16047" w="6938">
                  <a:moveTo>
                    <a:pt x="2736" y="0"/>
                  </a:moveTo>
                  <a:lnTo>
                    <a:pt x="2541" y="49"/>
                  </a:lnTo>
                  <a:lnTo>
                    <a:pt x="2346" y="123"/>
                  </a:lnTo>
                  <a:lnTo>
                    <a:pt x="2175" y="196"/>
                  </a:lnTo>
                  <a:lnTo>
                    <a:pt x="2028" y="293"/>
                  </a:lnTo>
                  <a:lnTo>
                    <a:pt x="1711" y="489"/>
                  </a:lnTo>
                  <a:lnTo>
                    <a:pt x="1442" y="758"/>
                  </a:lnTo>
                  <a:lnTo>
                    <a:pt x="1173" y="1075"/>
                  </a:lnTo>
                  <a:lnTo>
                    <a:pt x="953" y="1417"/>
                  </a:lnTo>
                  <a:lnTo>
                    <a:pt x="758" y="1808"/>
                  </a:lnTo>
                  <a:lnTo>
                    <a:pt x="587" y="2223"/>
                  </a:lnTo>
                  <a:lnTo>
                    <a:pt x="441" y="2711"/>
                  </a:lnTo>
                  <a:lnTo>
                    <a:pt x="318" y="3200"/>
                  </a:lnTo>
                  <a:lnTo>
                    <a:pt x="221" y="3737"/>
                  </a:lnTo>
                  <a:lnTo>
                    <a:pt x="147" y="4323"/>
                  </a:lnTo>
                  <a:lnTo>
                    <a:pt x="74" y="4909"/>
                  </a:lnTo>
                  <a:lnTo>
                    <a:pt x="25" y="5544"/>
                  </a:lnTo>
                  <a:lnTo>
                    <a:pt x="1" y="6204"/>
                  </a:lnTo>
                  <a:lnTo>
                    <a:pt x="1" y="6888"/>
                  </a:lnTo>
                  <a:lnTo>
                    <a:pt x="25" y="7034"/>
                  </a:lnTo>
                  <a:lnTo>
                    <a:pt x="50" y="7181"/>
                  </a:lnTo>
                  <a:lnTo>
                    <a:pt x="99" y="7327"/>
                  </a:lnTo>
                  <a:lnTo>
                    <a:pt x="172" y="7425"/>
                  </a:lnTo>
                  <a:lnTo>
                    <a:pt x="245" y="7523"/>
                  </a:lnTo>
                  <a:lnTo>
                    <a:pt x="318" y="7596"/>
                  </a:lnTo>
                  <a:lnTo>
                    <a:pt x="416" y="7645"/>
                  </a:lnTo>
                  <a:lnTo>
                    <a:pt x="636" y="7645"/>
                  </a:lnTo>
                  <a:lnTo>
                    <a:pt x="734" y="7596"/>
                  </a:lnTo>
                  <a:lnTo>
                    <a:pt x="807" y="7523"/>
                  </a:lnTo>
                  <a:lnTo>
                    <a:pt x="880" y="7425"/>
                  </a:lnTo>
                  <a:lnTo>
                    <a:pt x="929" y="7327"/>
                  </a:lnTo>
                  <a:lnTo>
                    <a:pt x="953" y="7181"/>
                  </a:lnTo>
                  <a:lnTo>
                    <a:pt x="978" y="6888"/>
                  </a:lnTo>
                  <a:lnTo>
                    <a:pt x="1002" y="6521"/>
                  </a:lnTo>
                  <a:lnTo>
                    <a:pt x="1027" y="6106"/>
                  </a:lnTo>
                  <a:lnTo>
                    <a:pt x="1149" y="5105"/>
                  </a:lnTo>
                  <a:lnTo>
                    <a:pt x="1295" y="4103"/>
                  </a:lnTo>
                  <a:lnTo>
                    <a:pt x="1369" y="3664"/>
                  </a:lnTo>
                  <a:lnTo>
                    <a:pt x="1466" y="3298"/>
                  </a:lnTo>
                  <a:lnTo>
                    <a:pt x="1417" y="3102"/>
                  </a:lnTo>
                  <a:lnTo>
                    <a:pt x="1393" y="2907"/>
                  </a:lnTo>
                  <a:lnTo>
                    <a:pt x="1393" y="2711"/>
                  </a:lnTo>
                  <a:lnTo>
                    <a:pt x="1417" y="2540"/>
                  </a:lnTo>
                  <a:lnTo>
                    <a:pt x="1442" y="2394"/>
                  </a:lnTo>
                  <a:lnTo>
                    <a:pt x="1515" y="2247"/>
                  </a:lnTo>
                  <a:lnTo>
                    <a:pt x="1588" y="2125"/>
                  </a:lnTo>
                  <a:lnTo>
                    <a:pt x="1662" y="2052"/>
                  </a:lnTo>
                  <a:lnTo>
                    <a:pt x="1588" y="2150"/>
                  </a:lnTo>
                  <a:lnTo>
                    <a:pt x="1540" y="2296"/>
                  </a:lnTo>
                  <a:lnTo>
                    <a:pt x="1491" y="2492"/>
                  </a:lnTo>
                  <a:lnTo>
                    <a:pt x="1491" y="2687"/>
                  </a:lnTo>
                  <a:lnTo>
                    <a:pt x="1515" y="2882"/>
                  </a:lnTo>
                  <a:lnTo>
                    <a:pt x="1564" y="3078"/>
                  </a:lnTo>
                  <a:lnTo>
                    <a:pt x="1613" y="3175"/>
                  </a:lnTo>
                  <a:lnTo>
                    <a:pt x="1686" y="3273"/>
                  </a:lnTo>
                  <a:lnTo>
                    <a:pt x="1759" y="3346"/>
                  </a:lnTo>
                  <a:lnTo>
                    <a:pt x="1857" y="3420"/>
                  </a:lnTo>
                  <a:lnTo>
                    <a:pt x="1906" y="3786"/>
                  </a:lnTo>
                  <a:lnTo>
                    <a:pt x="1930" y="3981"/>
                  </a:lnTo>
                  <a:lnTo>
                    <a:pt x="1955" y="4201"/>
                  </a:lnTo>
                  <a:lnTo>
                    <a:pt x="1930" y="4445"/>
                  </a:lnTo>
                  <a:lnTo>
                    <a:pt x="1906" y="4738"/>
                  </a:lnTo>
                  <a:lnTo>
                    <a:pt x="1833" y="5032"/>
                  </a:lnTo>
                  <a:lnTo>
                    <a:pt x="1711" y="5398"/>
                  </a:lnTo>
                  <a:lnTo>
                    <a:pt x="1515" y="5911"/>
                  </a:lnTo>
                  <a:lnTo>
                    <a:pt x="1369" y="6399"/>
                  </a:lnTo>
                  <a:lnTo>
                    <a:pt x="1271" y="6839"/>
                  </a:lnTo>
                  <a:lnTo>
                    <a:pt x="1222" y="7230"/>
                  </a:lnTo>
                  <a:lnTo>
                    <a:pt x="1173" y="7620"/>
                  </a:lnTo>
                  <a:lnTo>
                    <a:pt x="1173" y="8011"/>
                  </a:lnTo>
                  <a:lnTo>
                    <a:pt x="1198" y="8817"/>
                  </a:lnTo>
                  <a:lnTo>
                    <a:pt x="1247" y="9989"/>
                  </a:lnTo>
                  <a:lnTo>
                    <a:pt x="1295" y="11162"/>
                  </a:lnTo>
                  <a:lnTo>
                    <a:pt x="1320" y="13238"/>
                  </a:lnTo>
                  <a:lnTo>
                    <a:pt x="1344" y="14728"/>
                  </a:lnTo>
                  <a:lnTo>
                    <a:pt x="1344" y="15314"/>
                  </a:lnTo>
                  <a:lnTo>
                    <a:pt x="1369" y="15533"/>
                  </a:lnTo>
                  <a:lnTo>
                    <a:pt x="1417" y="15704"/>
                  </a:lnTo>
                  <a:lnTo>
                    <a:pt x="1491" y="15827"/>
                  </a:lnTo>
                  <a:lnTo>
                    <a:pt x="1588" y="15924"/>
                  </a:lnTo>
                  <a:lnTo>
                    <a:pt x="1662" y="15998"/>
                  </a:lnTo>
                  <a:lnTo>
                    <a:pt x="1735" y="16022"/>
                  </a:lnTo>
                  <a:lnTo>
                    <a:pt x="1833" y="16046"/>
                  </a:lnTo>
                  <a:lnTo>
                    <a:pt x="1955" y="16046"/>
                  </a:lnTo>
                  <a:lnTo>
                    <a:pt x="2077" y="15998"/>
                  </a:lnTo>
                  <a:lnTo>
                    <a:pt x="2175" y="15949"/>
                  </a:lnTo>
                  <a:lnTo>
                    <a:pt x="2248" y="15875"/>
                  </a:lnTo>
                  <a:lnTo>
                    <a:pt x="2321" y="15802"/>
                  </a:lnTo>
                  <a:lnTo>
                    <a:pt x="2394" y="15680"/>
                  </a:lnTo>
                  <a:lnTo>
                    <a:pt x="2419" y="15533"/>
                  </a:lnTo>
                  <a:lnTo>
                    <a:pt x="2468" y="15387"/>
                  </a:lnTo>
                  <a:lnTo>
                    <a:pt x="3152" y="8548"/>
                  </a:lnTo>
                  <a:lnTo>
                    <a:pt x="3152" y="8451"/>
                  </a:lnTo>
                  <a:lnTo>
                    <a:pt x="3200" y="8280"/>
                  </a:lnTo>
                  <a:lnTo>
                    <a:pt x="3249" y="8182"/>
                  </a:lnTo>
                  <a:lnTo>
                    <a:pt x="3298" y="8084"/>
                  </a:lnTo>
                  <a:lnTo>
                    <a:pt x="3371" y="8011"/>
                  </a:lnTo>
                  <a:lnTo>
                    <a:pt x="3469" y="7987"/>
                  </a:lnTo>
                  <a:lnTo>
                    <a:pt x="3567" y="8011"/>
                  </a:lnTo>
                  <a:lnTo>
                    <a:pt x="3640" y="8084"/>
                  </a:lnTo>
                  <a:lnTo>
                    <a:pt x="3689" y="8182"/>
                  </a:lnTo>
                  <a:lnTo>
                    <a:pt x="3738" y="8280"/>
                  </a:lnTo>
                  <a:lnTo>
                    <a:pt x="3787" y="8451"/>
                  </a:lnTo>
                  <a:lnTo>
                    <a:pt x="3787" y="8548"/>
                  </a:lnTo>
                  <a:lnTo>
                    <a:pt x="4470" y="15387"/>
                  </a:lnTo>
                  <a:lnTo>
                    <a:pt x="4519" y="15533"/>
                  </a:lnTo>
                  <a:lnTo>
                    <a:pt x="4544" y="15680"/>
                  </a:lnTo>
                  <a:lnTo>
                    <a:pt x="4617" y="15802"/>
                  </a:lnTo>
                  <a:lnTo>
                    <a:pt x="4690" y="15875"/>
                  </a:lnTo>
                  <a:lnTo>
                    <a:pt x="4763" y="15949"/>
                  </a:lnTo>
                  <a:lnTo>
                    <a:pt x="4861" y="15998"/>
                  </a:lnTo>
                  <a:lnTo>
                    <a:pt x="4983" y="16046"/>
                  </a:lnTo>
                  <a:lnTo>
                    <a:pt x="5105" y="16046"/>
                  </a:lnTo>
                  <a:lnTo>
                    <a:pt x="5203" y="16022"/>
                  </a:lnTo>
                  <a:lnTo>
                    <a:pt x="5276" y="15998"/>
                  </a:lnTo>
                  <a:lnTo>
                    <a:pt x="5350" y="15924"/>
                  </a:lnTo>
                  <a:lnTo>
                    <a:pt x="5447" y="15827"/>
                  </a:lnTo>
                  <a:lnTo>
                    <a:pt x="5521" y="15704"/>
                  </a:lnTo>
                  <a:lnTo>
                    <a:pt x="5569" y="15533"/>
                  </a:lnTo>
                  <a:lnTo>
                    <a:pt x="5594" y="15314"/>
                  </a:lnTo>
                  <a:lnTo>
                    <a:pt x="5594" y="14728"/>
                  </a:lnTo>
                  <a:lnTo>
                    <a:pt x="5618" y="13238"/>
                  </a:lnTo>
                  <a:lnTo>
                    <a:pt x="5643" y="11162"/>
                  </a:lnTo>
                  <a:lnTo>
                    <a:pt x="5692" y="9989"/>
                  </a:lnTo>
                  <a:lnTo>
                    <a:pt x="5740" y="8817"/>
                  </a:lnTo>
                  <a:lnTo>
                    <a:pt x="5765" y="8011"/>
                  </a:lnTo>
                  <a:lnTo>
                    <a:pt x="5765" y="7620"/>
                  </a:lnTo>
                  <a:lnTo>
                    <a:pt x="5716" y="7230"/>
                  </a:lnTo>
                  <a:lnTo>
                    <a:pt x="5667" y="6839"/>
                  </a:lnTo>
                  <a:lnTo>
                    <a:pt x="5569" y="6399"/>
                  </a:lnTo>
                  <a:lnTo>
                    <a:pt x="5423" y="5911"/>
                  </a:lnTo>
                  <a:lnTo>
                    <a:pt x="5227" y="5398"/>
                  </a:lnTo>
                  <a:lnTo>
                    <a:pt x="5105" y="5032"/>
                  </a:lnTo>
                  <a:lnTo>
                    <a:pt x="5032" y="4738"/>
                  </a:lnTo>
                  <a:lnTo>
                    <a:pt x="5008" y="4445"/>
                  </a:lnTo>
                  <a:lnTo>
                    <a:pt x="4983" y="4201"/>
                  </a:lnTo>
                  <a:lnTo>
                    <a:pt x="5008" y="3981"/>
                  </a:lnTo>
                  <a:lnTo>
                    <a:pt x="5032" y="3786"/>
                  </a:lnTo>
                  <a:lnTo>
                    <a:pt x="5081" y="3420"/>
                  </a:lnTo>
                  <a:lnTo>
                    <a:pt x="5179" y="3346"/>
                  </a:lnTo>
                  <a:lnTo>
                    <a:pt x="5252" y="3273"/>
                  </a:lnTo>
                  <a:lnTo>
                    <a:pt x="5325" y="3175"/>
                  </a:lnTo>
                  <a:lnTo>
                    <a:pt x="5374" y="3078"/>
                  </a:lnTo>
                  <a:lnTo>
                    <a:pt x="5423" y="2882"/>
                  </a:lnTo>
                  <a:lnTo>
                    <a:pt x="5447" y="2687"/>
                  </a:lnTo>
                  <a:lnTo>
                    <a:pt x="5447" y="2492"/>
                  </a:lnTo>
                  <a:lnTo>
                    <a:pt x="5398" y="2296"/>
                  </a:lnTo>
                  <a:lnTo>
                    <a:pt x="5350" y="2150"/>
                  </a:lnTo>
                  <a:lnTo>
                    <a:pt x="5276" y="2052"/>
                  </a:lnTo>
                  <a:lnTo>
                    <a:pt x="5350" y="2125"/>
                  </a:lnTo>
                  <a:lnTo>
                    <a:pt x="5423" y="2247"/>
                  </a:lnTo>
                  <a:lnTo>
                    <a:pt x="5496" y="2394"/>
                  </a:lnTo>
                  <a:lnTo>
                    <a:pt x="5521" y="2540"/>
                  </a:lnTo>
                  <a:lnTo>
                    <a:pt x="5545" y="2711"/>
                  </a:lnTo>
                  <a:lnTo>
                    <a:pt x="5545" y="2907"/>
                  </a:lnTo>
                  <a:lnTo>
                    <a:pt x="5521" y="3102"/>
                  </a:lnTo>
                  <a:lnTo>
                    <a:pt x="5472" y="3298"/>
                  </a:lnTo>
                  <a:lnTo>
                    <a:pt x="5569" y="3664"/>
                  </a:lnTo>
                  <a:lnTo>
                    <a:pt x="5643" y="4103"/>
                  </a:lnTo>
                  <a:lnTo>
                    <a:pt x="5789" y="5105"/>
                  </a:lnTo>
                  <a:lnTo>
                    <a:pt x="5911" y="6106"/>
                  </a:lnTo>
                  <a:lnTo>
                    <a:pt x="5936" y="6521"/>
                  </a:lnTo>
                  <a:lnTo>
                    <a:pt x="5960" y="6888"/>
                  </a:lnTo>
                  <a:lnTo>
                    <a:pt x="5985" y="7181"/>
                  </a:lnTo>
                  <a:lnTo>
                    <a:pt x="6009" y="7327"/>
                  </a:lnTo>
                  <a:lnTo>
                    <a:pt x="6058" y="7425"/>
                  </a:lnTo>
                  <a:lnTo>
                    <a:pt x="6131" y="7523"/>
                  </a:lnTo>
                  <a:lnTo>
                    <a:pt x="6204" y="7596"/>
                  </a:lnTo>
                  <a:lnTo>
                    <a:pt x="6302" y="7645"/>
                  </a:lnTo>
                  <a:lnTo>
                    <a:pt x="6522" y="7645"/>
                  </a:lnTo>
                  <a:lnTo>
                    <a:pt x="6620" y="7596"/>
                  </a:lnTo>
                  <a:lnTo>
                    <a:pt x="6693" y="7523"/>
                  </a:lnTo>
                  <a:lnTo>
                    <a:pt x="6766" y="7425"/>
                  </a:lnTo>
                  <a:lnTo>
                    <a:pt x="6839" y="7327"/>
                  </a:lnTo>
                  <a:lnTo>
                    <a:pt x="6888" y="7181"/>
                  </a:lnTo>
                  <a:lnTo>
                    <a:pt x="6913" y="7034"/>
                  </a:lnTo>
                  <a:lnTo>
                    <a:pt x="6937" y="6888"/>
                  </a:lnTo>
                  <a:lnTo>
                    <a:pt x="6937" y="6204"/>
                  </a:lnTo>
                  <a:lnTo>
                    <a:pt x="6913" y="5544"/>
                  </a:lnTo>
                  <a:lnTo>
                    <a:pt x="6864" y="4909"/>
                  </a:lnTo>
                  <a:lnTo>
                    <a:pt x="6791" y="4323"/>
                  </a:lnTo>
                  <a:lnTo>
                    <a:pt x="6717" y="3737"/>
                  </a:lnTo>
                  <a:lnTo>
                    <a:pt x="6620" y="3200"/>
                  </a:lnTo>
                  <a:lnTo>
                    <a:pt x="6497" y="2711"/>
                  </a:lnTo>
                  <a:lnTo>
                    <a:pt x="6351" y="2223"/>
                  </a:lnTo>
                  <a:lnTo>
                    <a:pt x="6180" y="1808"/>
                  </a:lnTo>
                  <a:lnTo>
                    <a:pt x="5985" y="1417"/>
                  </a:lnTo>
                  <a:lnTo>
                    <a:pt x="5765" y="1075"/>
                  </a:lnTo>
                  <a:lnTo>
                    <a:pt x="5496" y="758"/>
                  </a:lnTo>
                  <a:lnTo>
                    <a:pt x="5227" y="489"/>
                  </a:lnTo>
                  <a:lnTo>
                    <a:pt x="4910" y="293"/>
                  </a:lnTo>
                  <a:lnTo>
                    <a:pt x="4763" y="196"/>
                  </a:lnTo>
                  <a:lnTo>
                    <a:pt x="4592" y="123"/>
                  </a:lnTo>
                  <a:lnTo>
                    <a:pt x="4397" y="49"/>
                  </a:lnTo>
                  <a:lnTo>
                    <a:pt x="4202" y="0"/>
                  </a:lnTo>
                  <a:lnTo>
                    <a:pt x="4031" y="98"/>
                  </a:lnTo>
                  <a:lnTo>
                    <a:pt x="3860" y="147"/>
                  </a:lnTo>
                  <a:lnTo>
                    <a:pt x="3664" y="196"/>
                  </a:lnTo>
                  <a:lnTo>
                    <a:pt x="3469" y="220"/>
                  </a:lnTo>
                  <a:lnTo>
                    <a:pt x="3274" y="196"/>
                  </a:lnTo>
                  <a:lnTo>
                    <a:pt x="3078" y="147"/>
                  </a:lnTo>
                  <a:lnTo>
                    <a:pt x="2907" y="98"/>
                  </a:lnTo>
                  <a:lnTo>
                    <a:pt x="2736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259" name="Google Shape;259;p59"/>
          <p:cNvSpPr/>
          <p:nvPr/>
        </p:nvSpPr>
        <p:spPr>
          <a:xfrm>
            <a:off x="9320292" y="3264042"/>
            <a:ext cx="319561" cy="336908"/>
          </a:xfrm>
          <a:custGeom>
            <a:rect b="b" l="l" r="r" t="t"/>
            <a:pathLst>
              <a:path extrusionOk="0" h="16120" w="15290">
                <a:moveTo>
                  <a:pt x="7645" y="1"/>
                </a:moveTo>
                <a:lnTo>
                  <a:pt x="7303" y="25"/>
                </a:lnTo>
                <a:lnTo>
                  <a:pt x="7010" y="98"/>
                </a:lnTo>
                <a:lnTo>
                  <a:pt x="6766" y="172"/>
                </a:lnTo>
                <a:lnTo>
                  <a:pt x="6546" y="294"/>
                </a:lnTo>
                <a:lnTo>
                  <a:pt x="6351" y="391"/>
                </a:lnTo>
                <a:lnTo>
                  <a:pt x="6204" y="538"/>
                </a:lnTo>
                <a:lnTo>
                  <a:pt x="6058" y="660"/>
                </a:lnTo>
                <a:lnTo>
                  <a:pt x="5960" y="782"/>
                </a:lnTo>
                <a:lnTo>
                  <a:pt x="5569" y="856"/>
                </a:lnTo>
                <a:lnTo>
                  <a:pt x="5203" y="978"/>
                </a:lnTo>
                <a:lnTo>
                  <a:pt x="4885" y="1149"/>
                </a:lnTo>
                <a:lnTo>
                  <a:pt x="4617" y="1320"/>
                </a:lnTo>
                <a:lnTo>
                  <a:pt x="4372" y="1539"/>
                </a:lnTo>
                <a:lnTo>
                  <a:pt x="4177" y="1759"/>
                </a:lnTo>
                <a:lnTo>
                  <a:pt x="4030" y="2028"/>
                </a:lnTo>
                <a:lnTo>
                  <a:pt x="3908" y="2296"/>
                </a:lnTo>
                <a:lnTo>
                  <a:pt x="3811" y="2565"/>
                </a:lnTo>
                <a:lnTo>
                  <a:pt x="3737" y="2834"/>
                </a:lnTo>
                <a:lnTo>
                  <a:pt x="3689" y="3127"/>
                </a:lnTo>
                <a:lnTo>
                  <a:pt x="3640" y="3420"/>
                </a:lnTo>
                <a:lnTo>
                  <a:pt x="3640" y="3713"/>
                </a:lnTo>
                <a:lnTo>
                  <a:pt x="3640" y="3982"/>
                </a:lnTo>
                <a:lnTo>
                  <a:pt x="3689" y="4495"/>
                </a:lnTo>
                <a:lnTo>
                  <a:pt x="3689" y="4519"/>
                </a:lnTo>
                <a:lnTo>
                  <a:pt x="3566" y="4568"/>
                </a:lnTo>
                <a:lnTo>
                  <a:pt x="3469" y="4666"/>
                </a:lnTo>
                <a:lnTo>
                  <a:pt x="3395" y="4812"/>
                </a:lnTo>
                <a:lnTo>
                  <a:pt x="3322" y="4983"/>
                </a:lnTo>
                <a:lnTo>
                  <a:pt x="3273" y="5178"/>
                </a:lnTo>
                <a:lnTo>
                  <a:pt x="3249" y="5398"/>
                </a:lnTo>
                <a:lnTo>
                  <a:pt x="3224" y="5642"/>
                </a:lnTo>
                <a:lnTo>
                  <a:pt x="3249" y="5887"/>
                </a:lnTo>
                <a:lnTo>
                  <a:pt x="3298" y="6155"/>
                </a:lnTo>
                <a:lnTo>
                  <a:pt x="3347" y="6400"/>
                </a:lnTo>
                <a:lnTo>
                  <a:pt x="3444" y="6619"/>
                </a:lnTo>
                <a:lnTo>
                  <a:pt x="3542" y="6790"/>
                </a:lnTo>
                <a:lnTo>
                  <a:pt x="3640" y="6961"/>
                </a:lnTo>
                <a:lnTo>
                  <a:pt x="3762" y="7059"/>
                </a:lnTo>
                <a:lnTo>
                  <a:pt x="3884" y="7132"/>
                </a:lnTo>
                <a:lnTo>
                  <a:pt x="4030" y="7132"/>
                </a:lnTo>
                <a:lnTo>
                  <a:pt x="4104" y="7108"/>
                </a:lnTo>
                <a:lnTo>
                  <a:pt x="4275" y="7523"/>
                </a:lnTo>
                <a:lnTo>
                  <a:pt x="4494" y="7889"/>
                </a:lnTo>
                <a:lnTo>
                  <a:pt x="4714" y="8256"/>
                </a:lnTo>
                <a:lnTo>
                  <a:pt x="4983" y="8598"/>
                </a:lnTo>
                <a:lnTo>
                  <a:pt x="5252" y="8891"/>
                </a:lnTo>
                <a:lnTo>
                  <a:pt x="5545" y="9159"/>
                </a:lnTo>
                <a:lnTo>
                  <a:pt x="5862" y="9404"/>
                </a:lnTo>
                <a:lnTo>
                  <a:pt x="6180" y="9623"/>
                </a:lnTo>
                <a:lnTo>
                  <a:pt x="6180" y="10698"/>
                </a:lnTo>
                <a:lnTo>
                  <a:pt x="5667" y="10747"/>
                </a:lnTo>
                <a:lnTo>
                  <a:pt x="5081" y="10845"/>
                </a:lnTo>
                <a:lnTo>
                  <a:pt x="4519" y="10967"/>
                </a:lnTo>
                <a:lnTo>
                  <a:pt x="3957" y="11089"/>
                </a:lnTo>
                <a:lnTo>
                  <a:pt x="3420" y="11260"/>
                </a:lnTo>
                <a:lnTo>
                  <a:pt x="2931" y="11455"/>
                </a:lnTo>
                <a:lnTo>
                  <a:pt x="2467" y="11675"/>
                </a:lnTo>
                <a:lnTo>
                  <a:pt x="2028" y="11919"/>
                </a:lnTo>
                <a:lnTo>
                  <a:pt x="1637" y="12188"/>
                </a:lnTo>
                <a:lnTo>
                  <a:pt x="1271" y="12456"/>
                </a:lnTo>
                <a:lnTo>
                  <a:pt x="953" y="12774"/>
                </a:lnTo>
                <a:lnTo>
                  <a:pt x="684" y="13116"/>
                </a:lnTo>
                <a:lnTo>
                  <a:pt x="440" y="13458"/>
                </a:lnTo>
                <a:lnTo>
                  <a:pt x="269" y="13849"/>
                </a:lnTo>
                <a:lnTo>
                  <a:pt x="123" y="14239"/>
                </a:lnTo>
                <a:lnTo>
                  <a:pt x="49" y="14679"/>
                </a:lnTo>
                <a:lnTo>
                  <a:pt x="1" y="15119"/>
                </a:lnTo>
                <a:lnTo>
                  <a:pt x="49" y="15167"/>
                </a:lnTo>
                <a:lnTo>
                  <a:pt x="245" y="15265"/>
                </a:lnTo>
                <a:lnTo>
                  <a:pt x="416" y="15338"/>
                </a:lnTo>
                <a:lnTo>
                  <a:pt x="636" y="15436"/>
                </a:lnTo>
                <a:lnTo>
                  <a:pt x="904" y="15534"/>
                </a:lnTo>
                <a:lnTo>
                  <a:pt x="1271" y="15607"/>
                </a:lnTo>
                <a:lnTo>
                  <a:pt x="1710" y="15705"/>
                </a:lnTo>
                <a:lnTo>
                  <a:pt x="2223" y="15802"/>
                </a:lnTo>
                <a:lnTo>
                  <a:pt x="2834" y="15876"/>
                </a:lnTo>
                <a:lnTo>
                  <a:pt x="3566" y="15973"/>
                </a:lnTo>
                <a:lnTo>
                  <a:pt x="4397" y="16022"/>
                </a:lnTo>
                <a:lnTo>
                  <a:pt x="5325" y="16071"/>
                </a:lnTo>
                <a:lnTo>
                  <a:pt x="6399" y="16096"/>
                </a:lnTo>
                <a:lnTo>
                  <a:pt x="7621" y="16120"/>
                </a:lnTo>
                <a:lnTo>
                  <a:pt x="8817" y="16096"/>
                </a:lnTo>
                <a:lnTo>
                  <a:pt x="9892" y="16071"/>
                </a:lnTo>
                <a:lnTo>
                  <a:pt x="10844" y="16022"/>
                </a:lnTo>
                <a:lnTo>
                  <a:pt x="11675" y="15973"/>
                </a:lnTo>
                <a:lnTo>
                  <a:pt x="12408" y="15876"/>
                </a:lnTo>
                <a:lnTo>
                  <a:pt x="13018" y="15802"/>
                </a:lnTo>
                <a:lnTo>
                  <a:pt x="13555" y="15705"/>
                </a:lnTo>
                <a:lnTo>
                  <a:pt x="13995" y="15607"/>
                </a:lnTo>
                <a:lnTo>
                  <a:pt x="14361" y="15534"/>
                </a:lnTo>
                <a:lnTo>
                  <a:pt x="14654" y="15436"/>
                </a:lnTo>
                <a:lnTo>
                  <a:pt x="14874" y="15338"/>
                </a:lnTo>
                <a:lnTo>
                  <a:pt x="15045" y="15265"/>
                </a:lnTo>
                <a:lnTo>
                  <a:pt x="15216" y="15167"/>
                </a:lnTo>
                <a:lnTo>
                  <a:pt x="15289" y="15119"/>
                </a:lnTo>
                <a:lnTo>
                  <a:pt x="15241" y="14655"/>
                </a:lnTo>
                <a:lnTo>
                  <a:pt x="15167" y="14215"/>
                </a:lnTo>
                <a:lnTo>
                  <a:pt x="15045" y="13800"/>
                </a:lnTo>
                <a:lnTo>
                  <a:pt x="14874" y="13409"/>
                </a:lnTo>
                <a:lnTo>
                  <a:pt x="14630" y="13043"/>
                </a:lnTo>
                <a:lnTo>
                  <a:pt x="14361" y="12701"/>
                </a:lnTo>
                <a:lnTo>
                  <a:pt x="14044" y="12408"/>
                </a:lnTo>
                <a:lnTo>
                  <a:pt x="13678" y="12115"/>
                </a:lnTo>
                <a:lnTo>
                  <a:pt x="13287" y="11846"/>
                </a:lnTo>
                <a:lnTo>
                  <a:pt x="12847" y="11626"/>
                </a:lnTo>
                <a:lnTo>
                  <a:pt x="12359" y="11406"/>
                </a:lnTo>
                <a:lnTo>
                  <a:pt x="11846" y="11235"/>
                </a:lnTo>
                <a:lnTo>
                  <a:pt x="11284" y="11064"/>
                </a:lnTo>
                <a:lnTo>
                  <a:pt x="10698" y="10942"/>
                </a:lnTo>
                <a:lnTo>
                  <a:pt x="10063" y="10820"/>
                </a:lnTo>
                <a:lnTo>
                  <a:pt x="9428" y="10747"/>
                </a:lnTo>
                <a:lnTo>
                  <a:pt x="9110" y="10722"/>
                </a:lnTo>
                <a:lnTo>
                  <a:pt x="9110" y="9623"/>
                </a:lnTo>
                <a:lnTo>
                  <a:pt x="9428" y="9404"/>
                </a:lnTo>
                <a:lnTo>
                  <a:pt x="9745" y="9159"/>
                </a:lnTo>
                <a:lnTo>
                  <a:pt x="10039" y="8891"/>
                </a:lnTo>
                <a:lnTo>
                  <a:pt x="10332" y="8598"/>
                </a:lnTo>
                <a:lnTo>
                  <a:pt x="10576" y="8256"/>
                </a:lnTo>
                <a:lnTo>
                  <a:pt x="10796" y="7889"/>
                </a:lnTo>
                <a:lnTo>
                  <a:pt x="11015" y="7523"/>
                </a:lnTo>
                <a:lnTo>
                  <a:pt x="11186" y="7108"/>
                </a:lnTo>
                <a:lnTo>
                  <a:pt x="11260" y="7132"/>
                </a:lnTo>
                <a:lnTo>
                  <a:pt x="11406" y="7132"/>
                </a:lnTo>
                <a:lnTo>
                  <a:pt x="11528" y="7059"/>
                </a:lnTo>
                <a:lnTo>
                  <a:pt x="11650" y="6961"/>
                </a:lnTo>
                <a:lnTo>
                  <a:pt x="11748" y="6790"/>
                </a:lnTo>
                <a:lnTo>
                  <a:pt x="11846" y="6619"/>
                </a:lnTo>
                <a:lnTo>
                  <a:pt x="11944" y="6400"/>
                </a:lnTo>
                <a:lnTo>
                  <a:pt x="11992" y="6155"/>
                </a:lnTo>
                <a:lnTo>
                  <a:pt x="12041" y="5887"/>
                </a:lnTo>
                <a:lnTo>
                  <a:pt x="12066" y="5642"/>
                </a:lnTo>
                <a:lnTo>
                  <a:pt x="12041" y="5398"/>
                </a:lnTo>
                <a:lnTo>
                  <a:pt x="12017" y="5203"/>
                </a:lnTo>
                <a:lnTo>
                  <a:pt x="11968" y="5007"/>
                </a:lnTo>
                <a:lnTo>
                  <a:pt x="11919" y="4836"/>
                </a:lnTo>
                <a:lnTo>
                  <a:pt x="11846" y="4690"/>
                </a:lnTo>
                <a:lnTo>
                  <a:pt x="11748" y="4592"/>
                </a:lnTo>
                <a:lnTo>
                  <a:pt x="11626" y="4519"/>
                </a:lnTo>
                <a:lnTo>
                  <a:pt x="11699" y="4153"/>
                </a:lnTo>
                <a:lnTo>
                  <a:pt x="11724" y="3811"/>
                </a:lnTo>
                <a:lnTo>
                  <a:pt x="11724" y="3493"/>
                </a:lnTo>
                <a:lnTo>
                  <a:pt x="11724" y="3200"/>
                </a:lnTo>
                <a:lnTo>
                  <a:pt x="11699" y="2907"/>
                </a:lnTo>
                <a:lnTo>
                  <a:pt x="11650" y="2638"/>
                </a:lnTo>
                <a:lnTo>
                  <a:pt x="11577" y="2394"/>
                </a:lnTo>
                <a:lnTo>
                  <a:pt x="11504" y="2150"/>
                </a:lnTo>
                <a:lnTo>
                  <a:pt x="11406" y="1930"/>
                </a:lnTo>
                <a:lnTo>
                  <a:pt x="11309" y="1710"/>
                </a:lnTo>
                <a:lnTo>
                  <a:pt x="11186" y="1515"/>
                </a:lnTo>
                <a:lnTo>
                  <a:pt x="11040" y="1344"/>
                </a:lnTo>
                <a:lnTo>
                  <a:pt x="10893" y="1173"/>
                </a:lnTo>
                <a:lnTo>
                  <a:pt x="10747" y="1026"/>
                </a:lnTo>
                <a:lnTo>
                  <a:pt x="10429" y="758"/>
                </a:lnTo>
                <a:lnTo>
                  <a:pt x="10063" y="562"/>
                </a:lnTo>
                <a:lnTo>
                  <a:pt x="9697" y="367"/>
                </a:lnTo>
                <a:lnTo>
                  <a:pt x="9330" y="245"/>
                </a:lnTo>
                <a:lnTo>
                  <a:pt x="8964" y="147"/>
                </a:lnTo>
                <a:lnTo>
                  <a:pt x="8598" y="74"/>
                </a:lnTo>
                <a:lnTo>
                  <a:pt x="8256" y="25"/>
                </a:lnTo>
                <a:lnTo>
                  <a:pt x="7938" y="1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grpSp>
        <p:nvGrpSpPr>
          <p:cNvPr id="260" name="Google Shape;260;p59"/>
          <p:cNvGrpSpPr/>
          <p:nvPr/>
        </p:nvGrpSpPr>
        <p:grpSpPr>
          <a:xfrm>
            <a:off x="9867827" y="3270091"/>
            <a:ext cx="351204" cy="324661"/>
            <a:chOff x="5975075" y="2327500"/>
            <a:chExt cx="420100" cy="388350"/>
          </a:xfrm>
        </p:grpSpPr>
        <p:sp>
          <p:nvSpPr>
            <p:cNvPr id="261" name="Google Shape;261;p59"/>
            <p:cNvSpPr/>
            <p:nvPr/>
          </p:nvSpPr>
          <p:spPr>
            <a:xfrm>
              <a:off x="5975075" y="2474650"/>
              <a:ext cx="98325" cy="220450"/>
            </a:xfrm>
            <a:custGeom>
              <a:rect b="b" l="l" r="r" t="t"/>
              <a:pathLst>
                <a:path extrusionOk="0" h="8818" w="3933">
                  <a:moveTo>
                    <a:pt x="2418" y="1002"/>
                  </a:moveTo>
                  <a:lnTo>
                    <a:pt x="2565" y="1027"/>
                  </a:lnTo>
                  <a:lnTo>
                    <a:pt x="2687" y="1075"/>
                  </a:lnTo>
                  <a:lnTo>
                    <a:pt x="2809" y="1124"/>
                  </a:lnTo>
                  <a:lnTo>
                    <a:pt x="2907" y="1222"/>
                  </a:lnTo>
                  <a:lnTo>
                    <a:pt x="3005" y="1320"/>
                  </a:lnTo>
                  <a:lnTo>
                    <a:pt x="3078" y="1442"/>
                  </a:lnTo>
                  <a:lnTo>
                    <a:pt x="3102" y="1564"/>
                  </a:lnTo>
                  <a:lnTo>
                    <a:pt x="3127" y="1710"/>
                  </a:lnTo>
                  <a:lnTo>
                    <a:pt x="3102" y="1857"/>
                  </a:lnTo>
                  <a:lnTo>
                    <a:pt x="3078" y="1979"/>
                  </a:lnTo>
                  <a:lnTo>
                    <a:pt x="3005" y="2101"/>
                  </a:lnTo>
                  <a:lnTo>
                    <a:pt x="2907" y="2223"/>
                  </a:lnTo>
                  <a:lnTo>
                    <a:pt x="2809" y="2297"/>
                  </a:lnTo>
                  <a:lnTo>
                    <a:pt x="2687" y="2370"/>
                  </a:lnTo>
                  <a:lnTo>
                    <a:pt x="2565" y="2394"/>
                  </a:lnTo>
                  <a:lnTo>
                    <a:pt x="2418" y="2419"/>
                  </a:lnTo>
                  <a:lnTo>
                    <a:pt x="2272" y="2394"/>
                  </a:lnTo>
                  <a:lnTo>
                    <a:pt x="2150" y="2370"/>
                  </a:lnTo>
                  <a:lnTo>
                    <a:pt x="2028" y="2297"/>
                  </a:lnTo>
                  <a:lnTo>
                    <a:pt x="1930" y="2223"/>
                  </a:lnTo>
                  <a:lnTo>
                    <a:pt x="1832" y="2101"/>
                  </a:lnTo>
                  <a:lnTo>
                    <a:pt x="1759" y="1979"/>
                  </a:lnTo>
                  <a:lnTo>
                    <a:pt x="1735" y="1857"/>
                  </a:lnTo>
                  <a:lnTo>
                    <a:pt x="1710" y="1710"/>
                  </a:lnTo>
                  <a:lnTo>
                    <a:pt x="1735" y="1564"/>
                  </a:lnTo>
                  <a:lnTo>
                    <a:pt x="1759" y="1442"/>
                  </a:lnTo>
                  <a:lnTo>
                    <a:pt x="1832" y="1320"/>
                  </a:lnTo>
                  <a:lnTo>
                    <a:pt x="1930" y="1222"/>
                  </a:lnTo>
                  <a:lnTo>
                    <a:pt x="2028" y="1124"/>
                  </a:lnTo>
                  <a:lnTo>
                    <a:pt x="2150" y="1075"/>
                  </a:lnTo>
                  <a:lnTo>
                    <a:pt x="2272" y="1027"/>
                  </a:lnTo>
                  <a:lnTo>
                    <a:pt x="2418" y="1002"/>
                  </a:lnTo>
                  <a:close/>
                  <a:moveTo>
                    <a:pt x="1" y="1"/>
                  </a:moveTo>
                  <a:lnTo>
                    <a:pt x="1" y="8817"/>
                  </a:lnTo>
                  <a:lnTo>
                    <a:pt x="3933" y="8817"/>
                  </a:lnTo>
                  <a:lnTo>
                    <a:pt x="3933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62" name="Google Shape;262;p59"/>
            <p:cNvSpPr/>
            <p:nvPr/>
          </p:nvSpPr>
          <p:spPr>
            <a:xfrm>
              <a:off x="6088025" y="2327500"/>
              <a:ext cx="307150" cy="388350"/>
            </a:xfrm>
            <a:custGeom>
              <a:rect b="b" l="l" r="r" t="t"/>
              <a:pathLst>
                <a:path extrusionOk="0" h="15534" w="12286">
                  <a:moveTo>
                    <a:pt x="6326" y="1"/>
                  </a:moveTo>
                  <a:lnTo>
                    <a:pt x="5960" y="25"/>
                  </a:lnTo>
                  <a:lnTo>
                    <a:pt x="5716" y="74"/>
                  </a:lnTo>
                  <a:lnTo>
                    <a:pt x="5520" y="147"/>
                  </a:lnTo>
                  <a:lnTo>
                    <a:pt x="5374" y="221"/>
                  </a:lnTo>
                  <a:lnTo>
                    <a:pt x="4983" y="1466"/>
                  </a:lnTo>
                  <a:lnTo>
                    <a:pt x="4788" y="2028"/>
                  </a:lnTo>
                  <a:lnTo>
                    <a:pt x="4592" y="2541"/>
                  </a:lnTo>
                  <a:lnTo>
                    <a:pt x="4397" y="3005"/>
                  </a:lnTo>
                  <a:lnTo>
                    <a:pt x="4202" y="3396"/>
                  </a:lnTo>
                  <a:lnTo>
                    <a:pt x="4031" y="3689"/>
                  </a:lnTo>
                  <a:lnTo>
                    <a:pt x="3884" y="3933"/>
                  </a:lnTo>
                  <a:lnTo>
                    <a:pt x="3664" y="4153"/>
                  </a:lnTo>
                  <a:lnTo>
                    <a:pt x="3322" y="4495"/>
                  </a:lnTo>
                  <a:lnTo>
                    <a:pt x="2516" y="5252"/>
                  </a:lnTo>
                  <a:lnTo>
                    <a:pt x="1442" y="6229"/>
                  </a:lnTo>
                  <a:lnTo>
                    <a:pt x="1" y="6229"/>
                  </a:lnTo>
                  <a:lnTo>
                    <a:pt x="1" y="13433"/>
                  </a:lnTo>
                  <a:lnTo>
                    <a:pt x="1515" y="13433"/>
                  </a:lnTo>
                  <a:lnTo>
                    <a:pt x="2004" y="13678"/>
                  </a:lnTo>
                  <a:lnTo>
                    <a:pt x="2687" y="13971"/>
                  </a:lnTo>
                  <a:lnTo>
                    <a:pt x="3567" y="14313"/>
                  </a:lnTo>
                  <a:lnTo>
                    <a:pt x="4544" y="14679"/>
                  </a:lnTo>
                  <a:lnTo>
                    <a:pt x="5594" y="14997"/>
                  </a:lnTo>
                  <a:lnTo>
                    <a:pt x="6131" y="15143"/>
                  </a:lnTo>
                  <a:lnTo>
                    <a:pt x="6668" y="15265"/>
                  </a:lnTo>
                  <a:lnTo>
                    <a:pt x="7181" y="15387"/>
                  </a:lnTo>
                  <a:lnTo>
                    <a:pt x="7694" y="15461"/>
                  </a:lnTo>
                  <a:lnTo>
                    <a:pt x="8158" y="15509"/>
                  </a:lnTo>
                  <a:lnTo>
                    <a:pt x="8622" y="15534"/>
                  </a:lnTo>
                  <a:lnTo>
                    <a:pt x="9404" y="15534"/>
                  </a:lnTo>
                  <a:lnTo>
                    <a:pt x="9819" y="15509"/>
                  </a:lnTo>
                  <a:lnTo>
                    <a:pt x="10210" y="15461"/>
                  </a:lnTo>
                  <a:lnTo>
                    <a:pt x="10552" y="15363"/>
                  </a:lnTo>
                  <a:lnTo>
                    <a:pt x="10723" y="15314"/>
                  </a:lnTo>
                  <a:lnTo>
                    <a:pt x="10845" y="15265"/>
                  </a:lnTo>
                  <a:lnTo>
                    <a:pt x="10967" y="15192"/>
                  </a:lnTo>
                  <a:lnTo>
                    <a:pt x="11064" y="15094"/>
                  </a:lnTo>
                  <a:lnTo>
                    <a:pt x="11113" y="14997"/>
                  </a:lnTo>
                  <a:lnTo>
                    <a:pt x="11162" y="14874"/>
                  </a:lnTo>
                  <a:lnTo>
                    <a:pt x="11235" y="14166"/>
                  </a:lnTo>
                  <a:lnTo>
                    <a:pt x="11211" y="13995"/>
                  </a:lnTo>
                  <a:lnTo>
                    <a:pt x="11162" y="13849"/>
                  </a:lnTo>
                  <a:lnTo>
                    <a:pt x="11064" y="13702"/>
                  </a:lnTo>
                  <a:lnTo>
                    <a:pt x="10918" y="13580"/>
                  </a:lnTo>
                  <a:lnTo>
                    <a:pt x="11040" y="13556"/>
                  </a:lnTo>
                  <a:lnTo>
                    <a:pt x="11162" y="13507"/>
                  </a:lnTo>
                  <a:lnTo>
                    <a:pt x="11284" y="13458"/>
                  </a:lnTo>
                  <a:lnTo>
                    <a:pt x="11382" y="13360"/>
                  </a:lnTo>
                  <a:lnTo>
                    <a:pt x="11455" y="13263"/>
                  </a:lnTo>
                  <a:lnTo>
                    <a:pt x="11528" y="13140"/>
                  </a:lnTo>
                  <a:lnTo>
                    <a:pt x="11577" y="12994"/>
                  </a:lnTo>
                  <a:lnTo>
                    <a:pt x="11602" y="12872"/>
                  </a:lnTo>
                  <a:lnTo>
                    <a:pt x="11675" y="11993"/>
                  </a:lnTo>
                  <a:lnTo>
                    <a:pt x="11675" y="11870"/>
                  </a:lnTo>
                  <a:lnTo>
                    <a:pt x="11675" y="11773"/>
                  </a:lnTo>
                  <a:lnTo>
                    <a:pt x="11651" y="11651"/>
                  </a:lnTo>
                  <a:lnTo>
                    <a:pt x="11602" y="11553"/>
                  </a:lnTo>
                  <a:lnTo>
                    <a:pt x="11480" y="11382"/>
                  </a:lnTo>
                  <a:lnTo>
                    <a:pt x="11406" y="11309"/>
                  </a:lnTo>
                  <a:lnTo>
                    <a:pt x="11333" y="11235"/>
                  </a:lnTo>
                  <a:lnTo>
                    <a:pt x="11455" y="11211"/>
                  </a:lnTo>
                  <a:lnTo>
                    <a:pt x="11553" y="11162"/>
                  </a:lnTo>
                  <a:lnTo>
                    <a:pt x="11651" y="11089"/>
                  </a:lnTo>
                  <a:lnTo>
                    <a:pt x="11748" y="10991"/>
                  </a:lnTo>
                  <a:lnTo>
                    <a:pt x="11822" y="10893"/>
                  </a:lnTo>
                  <a:lnTo>
                    <a:pt x="11870" y="10796"/>
                  </a:lnTo>
                  <a:lnTo>
                    <a:pt x="11919" y="10674"/>
                  </a:lnTo>
                  <a:lnTo>
                    <a:pt x="11944" y="10527"/>
                  </a:lnTo>
                  <a:lnTo>
                    <a:pt x="12017" y="9672"/>
                  </a:lnTo>
                  <a:lnTo>
                    <a:pt x="12017" y="9550"/>
                  </a:lnTo>
                  <a:lnTo>
                    <a:pt x="12017" y="9428"/>
                  </a:lnTo>
                  <a:lnTo>
                    <a:pt x="11993" y="9306"/>
                  </a:lnTo>
                  <a:lnTo>
                    <a:pt x="11944" y="9208"/>
                  </a:lnTo>
                  <a:lnTo>
                    <a:pt x="11895" y="9111"/>
                  </a:lnTo>
                  <a:lnTo>
                    <a:pt x="11822" y="9037"/>
                  </a:lnTo>
                  <a:lnTo>
                    <a:pt x="11748" y="8964"/>
                  </a:lnTo>
                  <a:lnTo>
                    <a:pt x="11651" y="8891"/>
                  </a:lnTo>
                  <a:lnTo>
                    <a:pt x="11748" y="8866"/>
                  </a:lnTo>
                  <a:lnTo>
                    <a:pt x="11846" y="8793"/>
                  </a:lnTo>
                  <a:lnTo>
                    <a:pt x="11944" y="8720"/>
                  </a:lnTo>
                  <a:lnTo>
                    <a:pt x="12017" y="8647"/>
                  </a:lnTo>
                  <a:lnTo>
                    <a:pt x="12090" y="8549"/>
                  </a:lnTo>
                  <a:lnTo>
                    <a:pt x="12139" y="8451"/>
                  </a:lnTo>
                  <a:lnTo>
                    <a:pt x="12163" y="8329"/>
                  </a:lnTo>
                  <a:lnTo>
                    <a:pt x="12188" y="8207"/>
                  </a:lnTo>
                  <a:lnTo>
                    <a:pt x="12286" y="7328"/>
                  </a:lnTo>
                  <a:lnTo>
                    <a:pt x="12261" y="7206"/>
                  </a:lnTo>
                  <a:lnTo>
                    <a:pt x="12237" y="7083"/>
                  </a:lnTo>
                  <a:lnTo>
                    <a:pt x="12188" y="6986"/>
                  </a:lnTo>
                  <a:lnTo>
                    <a:pt x="12139" y="6888"/>
                  </a:lnTo>
                  <a:lnTo>
                    <a:pt x="12066" y="6790"/>
                  </a:lnTo>
                  <a:lnTo>
                    <a:pt x="11968" y="6717"/>
                  </a:lnTo>
                  <a:lnTo>
                    <a:pt x="11748" y="6571"/>
                  </a:lnTo>
                  <a:lnTo>
                    <a:pt x="11504" y="6448"/>
                  </a:lnTo>
                  <a:lnTo>
                    <a:pt x="11211" y="6351"/>
                  </a:lnTo>
                  <a:lnTo>
                    <a:pt x="10893" y="6278"/>
                  </a:lnTo>
                  <a:lnTo>
                    <a:pt x="10576" y="6229"/>
                  </a:lnTo>
                  <a:lnTo>
                    <a:pt x="9892" y="6131"/>
                  </a:lnTo>
                  <a:lnTo>
                    <a:pt x="8842" y="6033"/>
                  </a:lnTo>
                  <a:lnTo>
                    <a:pt x="7596" y="5960"/>
                  </a:lnTo>
                  <a:lnTo>
                    <a:pt x="6326" y="5887"/>
                  </a:lnTo>
                  <a:lnTo>
                    <a:pt x="6497" y="5594"/>
                  </a:lnTo>
                  <a:lnTo>
                    <a:pt x="6644" y="5252"/>
                  </a:lnTo>
                  <a:lnTo>
                    <a:pt x="6790" y="4885"/>
                  </a:lnTo>
                  <a:lnTo>
                    <a:pt x="6888" y="4495"/>
                  </a:lnTo>
                  <a:lnTo>
                    <a:pt x="6986" y="4104"/>
                  </a:lnTo>
                  <a:lnTo>
                    <a:pt x="7083" y="3689"/>
                  </a:lnTo>
                  <a:lnTo>
                    <a:pt x="7181" y="2883"/>
                  </a:lnTo>
                  <a:lnTo>
                    <a:pt x="7254" y="2150"/>
                  </a:lnTo>
                  <a:lnTo>
                    <a:pt x="7303" y="1539"/>
                  </a:lnTo>
                  <a:lnTo>
                    <a:pt x="7303" y="978"/>
                  </a:lnTo>
                  <a:lnTo>
                    <a:pt x="7303" y="807"/>
                  </a:lnTo>
                  <a:lnTo>
                    <a:pt x="7230" y="611"/>
                  </a:lnTo>
                  <a:lnTo>
                    <a:pt x="7157" y="465"/>
                  </a:lnTo>
                  <a:lnTo>
                    <a:pt x="7035" y="318"/>
                  </a:lnTo>
                  <a:lnTo>
                    <a:pt x="6888" y="172"/>
                  </a:lnTo>
                  <a:lnTo>
                    <a:pt x="6717" y="98"/>
                  </a:lnTo>
                  <a:lnTo>
                    <a:pt x="6522" y="25"/>
                  </a:lnTo>
                  <a:lnTo>
                    <a:pt x="6326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263" name="Google Shape;263;p59"/>
          <p:cNvGrpSpPr/>
          <p:nvPr/>
        </p:nvGrpSpPr>
        <p:grpSpPr>
          <a:xfrm>
            <a:off x="10499237" y="3260393"/>
            <a:ext cx="215437" cy="351204"/>
            <a:chOff x="6730350" y="2315900"/>
            <a:chExt cx="257700" cy="420100"/>
          </a:xfrm>
        </p:grpSpPr>
        <p:sp>
          <p:nvSpPr>
            <p:cNvPr id="264" name="Google Shape;264;p59"/>
            <p:cNvSpPr/>
            <p:nvPr/>
          </p:nvSpPr>
          <p:spPr>
            <a:xfrm>
              <a:off x="6807900" y="2671250"/>
              <a:ext cx="102600" cy="22625"/>
            </a:xfrm>
            <a:custGeom>
              <a:rect b="b" l="l" r="r" t="t"/>
              <a:pathLst>
                <a:path extrusionOk="0" h="905" w="4104">
                  <a:moveTo>
                    <a:pt x="1" y="1"/>
                  </a:moveTo>
                  <a:lnTo>
                    <a:pt x="1" y="905"/>
                  </a:lnTo>
                  <a:lnTo>
                    <a:pt x="4104" y="905"/>
                  </a:lnTo>
                  <a:lnTo>
                    <a:pt x="4104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65" name="Google Shape;265;p59"/>
            <p:cNvSpPr/>
            <p:nvPr/>
          </p:nvSpPr>
          <p:spPr>
            <a:xfrm>
              <a:off x="6807900" y="2636450"/>
              <a:ext cx="102600" cy="22625"/>
            </a:xfrm>
            <a:custGeom>
              <a:rect b="b" l="l" r="r" t="t"/>
              <a:pathLst>
                <a:path extrusionOk="0" h="905" w="4104">
                  <a:moveTo>
                    <a:pt x="1" y="1"/>
                  </a:moveTo>
                  <a:lnTo>
                    <a:pt x="1" y="905"/>
                  </a:lnTo>
                  <a:lnTo>
                    <a:pt x="4104" y="905"/>
                  </a:lnTo>
                  <a:lnTo>
                    <a:pt x="4104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66" name="Google Shape;266;p59"/>
            <p:cNvSpPr/>
            <p:nvPr/>
          </p:nvSpPr>
          <p:spPr>
            <a:xfrm>
              <a:off x="6807900" y="2706075"/>
              <a:ext cx="102600" cy="29925"/>
            </a:xfrm>
            <a:custGeom>
              <a:rect b="b" l="l" r="r" t="t"/>
              <a:pathLst>
                <a:path extrusionOk="0" h="1197" w="4104">
                  <a:moveTo>
                    <a:pt x="1" y="0"/>
                  </a:moveTo>
                  <a:lnTo>
                    <a:pt x="1" y="171"/>
                  </a:lnTo>
                  <a:lnTo>
                    <a:pt x="25" y="318"/>
                  </a:lnTo>
                  <a:lnTo>
                    <a:pt x="98" y="464"/>
                  </a:lnTo>
                  <a:lnTo>
                    <a:pt x="196" y="586"/>
                  </a:lnTo>
                  <a:lnTo>
                    <a:pt x="343" y="660"/>
                  </a:lnTo>
                  <a:lnTo>
                    <a:pt x="1881" y="1172"/>
                  </a:lnTo>
                  <a:lnTo>
                    <a:pt x="2052" y="1197"/>
                  </a:lnTo>
                  <a:lnTo>
                    <a:pt x="2223" y="1172"/>
                  </a:lnTo>
                  <a:lnTo>
                    <a:pt x="3762" y="660"/>
                  </a:lnTo>
                  <a:lnTo>
                    <a:pt x="3908" y="586"/>
                  </a:lnTo>
                  <a:lnTo>
                    <a:pt x="4006" y="464"/>
                  </a:lnTo>
                  <a:lnTo>
                    <a:pt x="4079" y="318"/>
                  </a:lnTo>
                  <a:lnTo>
                    <a:pt x="4104" y="171"/>
                  </a:lnTo>
                  <a:lnTo>
                    <a:pt x="4104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67" name="Google Shape;267;p59"/>
            <p:cNvSpPr/>
            <p:nvPr/>
          </p:nvSpPr>
          <p:spPr>
            <a:xfrm>
              <a:off x="6811575" y="2463675"/>
              <a:ext cx="95275" cy="160600"/>
            </a:xfrm>
            <a:custGeom>
              <a:rect b="b" l="l" r="r" t="t"/>
              <a:pathLst>
                <a:path extrusionOk="0" h="6424" w="3811">
                  <a:moveTo>
                    <a:pt x="1905" y="0"/>
                  </a:moveTo>
                  <a:lnTo>
                    <a:pt x="928" y="831"/>
                  </a:lnTo>
                  <a:lnTo>
                    <a:pt x="855" y="879"/>
                  </a:lnTo>
                  <a:lnTo>
                    <a:pt x="782" y="904"/>
                  </a:lnTo>
                  <a:lnTo>
                    <a:pt x="684" y="879"/>
                  </a:lnTo>
                  <a:lnTo>
                    <a:pt x="611" y="831"/>
                  </a:lnTo>
                  <a:lnTo>
                    <a:pt x="0" y="318"/>
                  </a:lnTo>
                  <a:lnTo>
                    <a:pt x="1319" y="6423"/>
                  </a:lnTo>
                  <a:lnTo>
                    <a:pt x="2491" y="6423"/>
                  </a:lnTo>
                  <a:lnTo>
                    <a:pt x="3810" y="318"/>
                  </a:lnTo>
                  <a:lnTo>
                    <a:pt x="3200" y="831"/>
                  </a:lnTo>
                  <a:lnTo>
                    <a:pt x="3126" y="879"/>
                  </a:lnTo>
                  <a:lnTo>
                    <a:pt x="3029" y="904"/>
                  </a:lnTo>
                  <a:lnTo>
                    <a:pt x="2955" y="879"/>
                  </a:lnTo>
                  <a:lnTo>
                    <a:pt x="2882" y="831"/>
                  </a:lnTo>
                  <a:lnTo>
                    <a:pt x="1905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68" name="Google Shape;268;p59"/>
            <p:cNvSpPr/>
            <p:nvPr/>
          </p:nvSpPr>
          <p:spPr>
            <a:xfrm>
              <a:off x="6730350" y="2315900"/>
              <a:ext cx="257700" cy="308375"/>
            </a:xfrm>
            <a:custGeom>
              <a:rect b="b" l="l" r="r" t="t"/>
              <a:pathLst>
                <a:path extrusionOk="0" h="12335" w="10308">
                  <a:moveTo>
                    <a:pt x="5154" y="1"/>
                  </a:moveTo>
                  <a:lnTo>
                    <a:pt x="4617" y="25"/>
                  </a:lnTo>
                  <a:lnTo>
                    <a:pt x="4128" y="98"/>
                  </a:lnTo>
                  <a:lnTo>
                    <a:pt x="3615" y="245"/>
                  </a:lnTo>
                  <a:lnTo>
                    <a:pt x="3151" y="416"/>
                  </a:lnTo>
                  <a:lnTo>
                    <a:pt x="2712" y="636"/>
                  </a:lnTo>
                  <a:lnTo>
                    <a:pt x="2272" y="880"/>
                  </a:lnTo>
                  <a:lnTo>
                    <a:pt x="1881" y="1173"/>
                  </a:lnTo>
                  <a:lnTo>
                    <a:pt x="1515" y="1515"/>
                  </a:lnTo>
                  <a:lnTo>
                    <a:pt x="1198" y="1881"/>
                  </a:lnTo>
                  <a:lnTo>
                    <a:pt x="880" y="2272"/>
                  </a:lnTo>
                  <a:lnTo>
                    <a:pt x="636" y="2687"/>
                  </a:lnTo>
                  <a:lnTo>
                    <a:pt x="416" y="3151"/>
                  </a:lnTo>
                  <a:lnTo>
                    <a:pt x="245" y="3615"/>
                  </a:lnTo>
                  <a:lnTo>
                    <a:pt x="123" y="4104"/>
                  </a:lnTo>
                  <a:lnTo>
                    <a:pt x="50" y="4617"/>
                  </a:lnTo>
                  <a:lnTo>
                    <a:pt x="1" y="5154"/>
                  </a:lnTo>
                  <a:lnTo>
                    <a:pt x="25" y="5423"/>
                  </a:lnTo>
                  <a:lnTo>
                    <a:pt x="50" y="5691"/>
                  </a:lnTo>
                  <a:lnTo>
                    <a:pt x="123" y="6204"/>
                  </a:lnTo>
                  <a:lnTo>
                    <a:pt x="245" y="6693"/>
                  </a:lnTo>
                  <a:lnTo>
                    <a:pt x="416" y="7132"/>
                  </a:lnTo>
                  <a:lnTo>
                    <a:pt x="636" y="7572"/>
                  </a:lnTo>
                  <a:lnTo>
                    <a:pt x="856" y="7963"/>
                  </a:lnTo>
                  <a:lnTo>
                    <a:pt x="1100" y="8353"/>
                  </a:lnTo>
                  <a:lnTo>
                    <a:pt x="1369" y="8744"/>
                  </a:lnTo>
                  <a:lnTo>
                    <a:pt x="1906" y="9526"/>
                  </a:lnTo>
                  <a:lnTo>
                    <a:pt x="2150" y="9941"/>
                  </a:lnTo>
                  <a:lnTo>
                    <a:pt x="2394" y="10356"/>
                  </a:lnTo>
                  <a:lnTo>
                    <a:pt x="2614" y="10796"/>
                  </a:lnTo>
                  <a:lnTo>
                    <a:pt x="2810" y="11284"/>
                  </a:lnTo>
                  <a:lnTo>
                    <a:pt x="2980" y="11797"/>
                  </a:lnTo>
                  <a:lnTo>
                    <a:pt x="3103" y="12334"/>
                  </a:lnTo>
                  <a:lnTo>
                    <a:pt x="4079" y="12334"/>
                  </a:lnTo>
                  <a:lnTo>
                    <a:pt x="3249" y="8500"/>
                  </a:lnTo>
                  <a:lnTo>
                    <a:pt x="2663" y="5642"/>
                  </a:lnTo>
                  <a:lnTo>
                    <a:pt x="2663" y="5520"/>
                  </a:lnTo>
                  <a:lnTo>
                    <a:pt x="2712" y="5423"/>
                  </a:lnTo>
                  <a:lnTo>
                    <a:pt x="2785" y="5374"/>
                  </a:lnTo>
                  <a:lnTo>
                    <a:pt x="2883" y="5349"/>
                  </a:lnTo>
                  <a:lnTo>
                    <a:pt x="2956" y="5349"/>
                  </a:lnTo>
                  <a:lnTo>
                    <a:pt x="3054" y="5398"/>
                  </a:lnTo>
                  <a:lnTo>
                    <a:pt x="4031" y="6253"/>
                  </a:lnTo>
                  <a:lnTo>
                    <a:pt x="4983" y="5398"/>
                  </a:lnTo>
                  <a:lnTo>
                    <a:pt x="5081" y="5349"/>
                  </a:lnTo>
                  <a:lnTo>
                    <a:pt x="5227" y="5349"/>
                  </a:lnTo>
                  <a:lnTo>
                    <a:pt x="5325" y="5398"/>
                  </a:lnTo>
                  <a:lnTo>
                    <a:pt x="6278" y="6253"/>
                  </a:lnTo>
                  <a:lnTo>
                    <a:pt x="7254" y="5398"/>
                  </a:lnTo>
                  <a:lnTo>
                    <a:pt x="7352" y="5349"/>
                  </a:lnTo>
                  <a:lnTo>
                    <a:pt x="7425" y="5349"/>
                  </a:lnTo>
                  <a:lnTo>
                    <a:pt x="7523" y="5374"/>
                  </a:lnTo>
                  <a:lnTo>
                    <a:pt x="7596" y="5423"/>
                  </a:lnTo>
                  <a:lnTo>
                    <a:pt x="7645" y="5520"/>
                  </a:lnTo>
                  <a:lnTo>
                    <a:pt x="7645" y="5642"/>
                  </a:lnTo>
                  <a:lnTo>
                    <a:pt x="7059" y="8500"/>
                  </a:lnTo>
                  <a:lnTo>
                    <a:pt x="6229" y="12334"/>
                  </a:lnTo>
                  <a:lnTo>
                    <a:pt x="7206" y="12334"/>
                  </a:lnTo>
                  <a:lnTo>
                    <a:pt x="7328" y="11797"/>
                  </a:lnTo>
                  <a:lnTo>
                    <a:pt x="7499" y="11284"/>
                  </a:lnTo>
                  <a:lnTo>
                    <a:pt x="7694" y="10796"/>
                  </a:lnTo>
                  <a:lnTo>
                    <a:pt x="7914" y="10356"/>
                  </a:lnTo>
                  <a:lnTo>
                    <a:pt x="8158" y="9941"/>
                  </a:lnTo>
                  <a:lnTo>
                    <a:pt x="8402" y="9526"/>
                  </a:lnTo>
                  <a:lnTo>
                    <a:pt x="8940" y="8744"/>
                  </a:lnTo>
                  <a:lnTo>
                    <a:pt x="9208" y="8353"/>
                  </a:lnTo>
                  <a:lnTo>
                    <a:pt x="9453" y="7963"/>
                  </a:lnTo>
                  <a:lnTo>
                    <a:pt x="9672" y="7572"/>
                  </a:lnTo>
                  <a:lnTo>
                    <a:pt x="9892" y="7132"/>
                  </a:lnTo>
                  <a:lnTo>
                    <a:pt x="10063" y="6693"/>
                  </a:lnTo>
                  <a:lnTo>
                    <a:pt x="10185" y="6204"/>
                  </a:lnTo>
                  <a:lnTo>
                    <a:pt x="10259" y="5691"/>
                  </a:lnTo>
                  <a:lnTo>
                    <a:pt x="10283" y="5423"/>
                  </a:lnTo>
                  <a:lnTo>
                    <a:pt x="10307" y="5154"/>
                  </a:lnTo>
                  <a:lnTo>
                    <a:pt x="10259" y="4617"/>
                  </a:lnTo>
                  <a:lnTo>
                    <a:pt x="10185" y="4104"/>
                  </a:lnTo>
                  <a:lnTo>
                    <a:pt x="10063" y="3615"/>
                  </a:lnTo>
                  <a:lnTo>
                    <a:pt x="9892" y="3151"/>
                  </a:lnTo>
                  <a:lnTo>
                    <a:pt x="9672" y="2687"/>
                  </a:lnTo>
                  <a:lnTo>
                    <a:pt x="9428" y="2272"/>
                  </a:lnTo>
                  <a:lnTo>
                    <a:pt x="9111" y="1881"/>
                  </a:lnTo>
                  <a:lnTo>
                    <a:pt x="8793" y="1515"/>
                  </a:lnTo>
                  <a:lnTo>
                    <a:pt x="8427" y="1173"/>
                  </a:lnTo>
                  <a:lnTo>
                    <a:pt x="8036" y="880"/>
                  </a:lnTo>
                  <a:lnTo>
                    <a:pt x="7596" y="636"/>
                  </a:lnTo>
                  <a:lnTo>
                    <a:pt x="7157" y="416"/>
                  </a:lnTo>
                  <a:lnTo>
                    <a:pt x="6693" y="245"/>
                  </a:lnTo>
                  <a:lnTo>
                    <a:pt x="6180" y="98"/>
                  </a:lnTo>
                  <a:lnTo>
                    <a:pt x="5691" y="25"/>
                  </a:lnTo>
                  <a:lnTo>
                    <a:pt x="5154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269" name="Google Shape;269;p59"/>
          <p:cNvGrpSpPr/>
          <p:nvPr/>
        </p:nvGrpSpPr>
        <p:grpSpPr>
          <a:xfrm>
            <a:off x="5480582" y="3796875"/>
            <a:ext cx="109265" cy="398166"/>
            <a:chOff x="727175" y="2957625"/>
            <a:chExt cx="130700" cy="476275"/>
          </a:xfrm>
        </p:grpSpPr>
        <p:sp>
          <p:nvSpPr>
            <p:cNvPr id="270" name="Google Shape;270;p59"/>
            <p:cNvSpPr/>
            <p:nvPr/>
          </p:nvSpPr>
          <p:spPr>
            <a:xfrm>
              <a:off x="727175" y="2957625"/>
              <a:ext cx="130700" cy="476275"/>
            </a:xfrm>
            <a:custGeom>
              <a:rect b="b" l="l" r="r" t="t"/>
              <a:pathLst>
                <a:path extrusionOk="0" h="19051" w="5228">
                  <a:moveTo>
                    <a:pt x="2614" y="489"/>
                  </a:moveTo>
                  <a:lnTo>
                    <a:pt x="2858" y="538"/>
                  </a:lnTo>
                  <a:lnTo>
                    <a:pt x="3102" y="611"/>
                  </a:lnTo>
                  <a:lnTo>
                    <a:pt x="3322" y="709"/>
                  </a:lnTo>
                  <a:lnTo>
                    <a:pt x="3493" y="880"/>
                  </a:lnTo>
                  <a:lnTo>
                    <a:pt x="3664" y="1051"/>
                  </a:lnTo>
                  <a:lnTo>
                    <a:pt x="3762" y="1270"/>
                  </a:lnTo>
                  <a:lnTo>
                    <a:pt x="3835" y="1490"/>
                  </a:lnTo>
                  <a:lnTo>
                    <a:pt x="3859" y="1759"/>
                  </a:lnTo>
                  <a:lnTo>
                    <a:pt x="3859" y="14483"/>
                  </a:lnTo>
                  <a:lnTo>
                    <a:pt x="3884" y="14581"/>
                  </a:lnTo>
                  <a:lnTo>
                    <a:pt x="3908" y="14679"/>
                  </a:lnTo>
                  <a:lnTo>
                    <a:pt x="3957" y="14776"/>
                  </a:lnTo>
                  <a:lnTo>
                    <a:pt x="4030" y="14850"/>
                  </a:lnTo>
                  <a:lnTo>
                    <a:pt x="4177" y="14996"/>
                  </a:lnTo>
                  <a:lnTo>
                    <a:pt x="4324" y="15167"/>
                  </a:lnTo>
                  <a:lnTo>
                    <a:pt x="4446" y="15363"/>
                  </a:lnTo>
                  <a:lnTo>
                    <a:pt x="4543" y="15558"/>
                  </a:lnTo>
                  <a:lnTo>
                    <a:pt x="4641" y="15778"/>
                  </a:lnTo>
                  <a:lnTo>
                    <a:pt x="4690" y="15973"/>
                  </a:lnTo>
                  <a:lnTo>
                    <a:pt x="4714" y="16193"/>
                  </a:lnTo>
                  <a:lnTo>
                    <a:pt x="4739" y="16437"/>
                  </a:lnTo>
                  <a:lnTo>
                    <a:pt x="4714" y="16633"/>
                  </a:lnTo>
                  <a:lnTo>
                    <a:pt x="4690" y="16852"/>
                  </a:lnTo>
                  <a:lnTo>
                    <a:pt x="4641" y="17048"/>
                  </a:lnTo>
                  <a:lnTo>
                    <a:pt x="4568" y="17243"/>
                  </a:lnTo>
                  <a:lnTo>
                    <a:pt x="4470" y="17438"/>
                  </a:lnTo>
                  <a:lnTo>
                    <a:pt x="4372" y="17609"/>
                  </a:lnTo>
                  <a:lnTo>
                    <a:pt x="4250" y="17780"/>
                  </a:lnTo>
                  <a:lnTo>
                    <a:pt x="4104" y="17927"/>
                  </a:lnTo>
                  <a:lnTo>
                    <a:pt x="3957" y="18073"/>
                  </a:lnTo>
                  <a:lnTo>
                    <a:pt x="3811" y="18196"/>
                  </a:lnTo>
                  <a:lnTo>
                    <a:pt x="3615" y="18293"/>
                  </a:lnTo>
                  <a:lnTo>
                    <a:pt x="3444" y="18391"/>
                  </a:lnTo>
                  <a:lnTo>
                    <a:pt x="3249" y="18464"/>
                  </a:lnTo>
                  <a:lnTo>
                    <a:pt x="3029" y="18513"/>
                  </a:lnTo>
                  <a:lnTo>
                    <a:pt x="2834" y="18538"/>
                  </a:lnTo>
                  <a:lnTo>
                    <a:pt x="2614" y="18562"/>
                  </a:lnTo>
                  <a:lnTo>
                    <a:pt x="2394" y="18538"/>
                  </a:lnTo>
                  <a:lnTo>
                    <a:pt x="2174" y="18513"/>
                  </a:lnTo>
                  <a:lnTo>
                    <a:pt x="1979" y="18464"/>
                  </a:lnTo>
                  <a:lnTo>
                    <a:pt x="1784" y="18391"/>
                  </a:lnTo>
                  <a:lnTo>
                    <a:pt x="1613" y="18293"/>
                  </a:lnTo>
                  <a:lnTo>
                    <a:pt x="1417" y="18196"/>
                  </a:lnTo>
                  <a:lnTo>
                    <a:pt x="1271" y="18073"/>
                  </a:lnTo>
                  <a:lnTo>
                    <a:pt x="1124" y="17927"/>
                  </a:lnTo>
                  <a:lnTo>
                    <a:pt x="978" y="17780"/>
                  </a:lnTo>
                  <a:lnTo>
                    <a:pt x="855" y="17609"/>
                  </a:lnTo>
                  <a:lnTo>
                    <a:pt x="758" y="17438"/>
                  </a:lnTo>
                  <a:lnTo>
                    <a:pt x="660" y="17243"/>
                  </a:lnTo>
                  <a:lnTo>
                    <a:pt x="587" y="17048"/>
                  </a:lnTo>
                  <a:lnTo>
                    <a:pt x="538" y="16852"/>
                  </a:lnTo>
                  <a:lnTo>
                    <a:pt x="514" y="16633"/>
                  </a:lnTo>
                  <a:lnTo>
                    <a:pt x="489" y="16437"/>
                  </a:lnTo>
                  <a:lnTo>
                    <a:pt x="514" y="16193"/>
                  </a:lnTo>
                  <a:lnTo>
                    <a:pt x="538" y="15973"/>
                  </a:lnTo>
                  <a:lnTo>
                    <a:pt x="587" y="15778"/>
                  </a:lnTo>
                  <a:lnTo>
                    <a:pt x="684" y="15558"/>
                  </a:lnTo>
                  <a:lnTo>
                    <a:pt x="782" y="15363"/>
                  </a:lnTo>
                  <a:lnTo>
                    <a:pt x="904" y="15167"/>
                  </a:lnTo>
                  <a:lnTo>
                    <a:pt x="1051" y="14996"/>
                  </a:lnTo>
                  <a:lnTo>
                    <a:pt x="1197" y="14850"/>
                  </a:lnTo>
                  <a:lnTo>
                    <a:pt x="1271" y="14776"/>
                  </a:lnTo>
                  <a:lnTo>
                    <a:pt x="1319" y="14679"/>
                  </a:lnTo>
                  <a:lnTo>
                    <a:pt x="1344" y="14581"/>
                  </a:lnTo>
                  <a:lnTo>
                    <a:pt x="1368" y="14483"/>
                  </a:lnTo>
                  <a:lnTo>
                    <a:pt x="1368" y="1759"/>
                  </a:lnTo>
                  <a:lnTo>
                    <a:pt x="1393" y="1490"/>
                  </a:lnTo>
                  <a:lnTo>
                    <a:pt x="1466" y="1270"/>
                  </a:lnTo>
                  <a:lnTo>
                    <a:pt x="1564" y="1051"/>
                  </a:lnTo>
                  <a:lnTo>
                    <a:pt x="1735" y="880"/>
                  </a:lnTo>
                  <a:lnTo>
                    <a:pt x="1906" y="709"/>
                  </a:lnTo>
                  <a:lnTo>
                    <a:pt x="2125" y="611"/>
                  </a:lnTo>
                  <a:lnTo>
                    <a:pt x="2370" y="538"/>
                  </a:lnTo>
                  <a:lnTo>
                    <a:pt x="2614" y="489"/>
                  </a:lnTo>
                  <a:close/>
                  <a:moveTo>
                    <a:pt x="2614" y="0"/>
                  </a:moveTo>
                  <a:lnTo>
                    <a:pt x="2443" y="25"/>
                  </a:lnTo>
                  <a:lnTo>
                    <a:pt x="2272" y="49"/>
                  </a:lnTo>
                  <a:lnTo>
                    <a:pt x="2101" y="98"/>
                  </a:lnTo>
                  <a:lnTo>
                    <a:pt x="1930" y="147"/>
                  </a:lnTo>
                  <a:lnTo>
                    <a:pt x="1784" y="220"/>
                  </a:lnTo>
                  <a:lnTo>
                    <a:pt x="1637" y="318"/>
                  </a:lnTo>
                  <a:lnTo>
                    <a:pt x="1515" y="416"/>
                  </a:lnTo>
                  <a:lnTo>
                    <a:pt x="1393" y="513"/>
                  </a:lnTo>
                  <a:lnTo>
                    <a:pt x="1271" y="635"/>
                  </a:lnTo>
                  <a:lnTo>
                    <a:pt x="1173" y="782"/>
                  </a:lnTo>
                  <a:lnTo>
                    <a:pt x="1075" y="928"/>
                  </a:lnTo>
                  <a:lnTo>
                    <a:pt x="1002" y="1075"/>
                  </a:lnTo>
                  <a:lnTo>
                    <a:pt x="953" y="1246"/>
                  </a:lnTo>
                  <a:lnTo>
                    <a:pt x="904" y="1393"/>
                  </a:lnTo>
                  <a:lnTo>
                    <a:pt x="880" y="1588"/>
                  </a:lnTo>
                  <a:lnTo>
                    <a:pt x="880" y="1759"/>
                  </a:lnTo>
                  <a:lnTo>
                    <a:pt x="880" y="14483"/>
                  </a:lnTo>
                  <a:lnTo>
                    <a:pt x="684" y="14679"/>
                  </a:lnTo>
                  <a:lnTo>
                    <a:pt x="514" y="14874"/>
                  </a:lnTo>
                  <a:lnTo>
                    <a:pt x="367" y="15094"/>
                  </a:lnTo>
                  <a:lnTo>
                    <a:pt x="245" y="15338"/>
                  </a:lnTo>
                  <a:lnTo>
                    <a:pt x="147" y="15607"/>
                  </a:lnTo>
                  <a:lnTo>
                    <a:pt x="74" y="15875"/>
                  </a:lnTo>
                  <a:lnTo>
                    <a:pt x="25" y="16144"/>
                  </a:lnTo>
                  <a:lnTo>
                    <a:pt x="1" y="16437"/>
                  </a:lnTo>
                  <a:lnTo>
                    <a:pt x="25" y="16681"/>
                  </a:lnTo>
                  <a:lnTo>
                    <a:pt x="49" y="16950"/>
                  </a:lnTo>
                  <a:lnTo>
                    <a:pt x="123" y="17194"/>
                  </a:lnTo>
                  <a:lnTo>
                    <a:pt x="196" y="17438"/>
                  </a:lnTo>
                  <a:lnTo>
                    <a:pt x="318" y="17683"/>
                  </a:lnTo>
                  <a:lnTo>
                    <a:pt x="440" y="17878"/>
                  </a:lnTo>
                  <a:lnTo>
                    <a:pt x="611" y="18098"/>
                  </a:lnTo>
                  <a:lnTo>
                    <a:pt x="758" y="18269"/>
                  </a:lnTo>
                  <a:lnTo>
                    <a:pt x="953" y="18440"/>
                  </a:lnTo>
                  <a:lnTo>
                    <a:pt x="1149" y="18586"/>
                  </a:lnTo>
                  <a:lnTo>
                    <a:pt x="1368" y="18733"/>
                  </a:lnTo>
                  <a:lnTo>
                    <a:pt x="1588" y="18831"/>
                  </a:lnTo>
                  <a:lnTo>
                    <a:pt x="1832" y="18928"/>
                  </a:lnTo>
                  <a:lnTo>
                    <a:pt x="2077" y="18977"/>
                  </a:lnTo>
                  <a:lnTo>
                    <a:pt x="2345" y="19026"/>
                  </a:lnTo>
                  <a:lnTo>
                    <a:pt x="2614" y="19050"/>
                  </a:lnTo>
                  <a:lnTo>
                    <a:pt x="2883" y="19026"/>
                  </a:lnTo>
                  <a:lnTo>
                    <a:pt x="3151" y="18977"/>
                  </a:lnTo>
                  <a:lnTo>
                    <a:pt x="3395" y="18928"/>
                  </a:lnTo>
                  <a:lnTo>
                    <a:pt x="3640" y="18831"/>
                  </a:lnTo>
                  <a:lnTo>
                    <a:pt x="3859" y="18733"/>
                  </a:lnTo>
                  <a:lnTo>
                    <a:pt x="4079" y="18586"/>
                  </a:lnTo>
                  <a:lnTo>
                    <a:pt x="4275" y="18440"/>
                  </a:lnTo>
                  <a:lnTo>
                    <a:pt x="4470" y="18269"/>
                  </a:lnTo>
                  <a:lnTo>
                    <a:pt x="4617" y="18098"/>
                  </a:lnTo>
                  <a:lnTo>
                    <a:pt x="4788" y="17878"/>
                  </a:lnTo>
                  <a:lnTo>
                    <a:pt x="4910" y="17683"/>
                  </a:lnTo>
                  <a:lnTo>
                    <a:pt x="5032" y="17438"/>
                  </a:lnTo>
                  <a:lnTo>
                    <a:pt x="5105" y="17194"/>
                  </a:lnTo>
                  <a:lnTo>
                    <a:pt x="5178" y="16950"/>
                  </a:lnTo>
                  <a:lnTo>
                    <a:pt x="5203" y="16681"/>
                  </a:lnTo>
                  <a:lnTo>
                    <a:pt x="5227" y="16437"/>
                  </a:lnTo>
                  <a:lnTo>
                    <a:pt x="5203" y="16144"/>
                  </a:lnTo>
                  <a:lnTo>
                    <a:pt x="5154" y="15875"/>
                  </a:lnTo>
                  <a:lnTo>
                    <a:pt x="5081" y="15607"/>
                  </a:lnTo>
                  <a:lnTo>
                    <a:pt x="4983" y="15338"/>
                  </a:lnTo>
                  <a:lnTo>
                    <a:pt x="4861" y="15094"/>
                  </a:lnTo>
                  <a:lnTo>
                    <a:pt x="4714" y="14874"/>
                  </a:lnTo>
                  <a:lnTo>
                    <a:pt x="4543" y="14679"/>
                  </a:lnTo>
                  <a:lnTo>
                    <a:pt x="4348" y="14483"/>
                  </a:lnTo>
                  <a:lnTo>
                    <a:pt x="4348" y="1759"/>
                  </a:lnTo>
                  <a:lnTo>
                    <a:pt x="4348" y="1588"/>
                  </a:lnTo>
                  <a:lnTo>
                    <a:pt x="4324" y="1393"/>
                  </a:lnTo>
                  <a:lnTo>
                    <a:pt x="4275" y="1246"/>
                  </a:lnTo>
                  <a:lnTo>
                    <a:pt x="4226" y="1075"/>
                  </a:lnTo>
                  <a:lnTo>
                    <a:pt x="4153" y="928"/>
                  </a:lnTo>
                  <a:lnTo>
                    <a:pt x="4055" y="782"/>
                  </a:lnTo>
                  <a:lnTo>
                    <a:pt x="3957" y="635"/>
                  </a:lnTo>
                  <a:lnTo>
                    <a:pt x="3835" y="513"/>
                  </a:lnTo>
                  <a:lnTo>
                    <a:pt x="3713" y="416"/>
                  </a:lnTo>
                  <a:lnTo>
                    <a:pt x="3591" y="318"/>
                  </a:lnTo>
                  <a:lnTo>
                    <a:pt x="3444" y="220"/>
                  </a:lnTo>
                  <a:lnTo>
                    <a:pt x="3298" y="147"/>
                  </a:lnTo>
                  <a:lnTo>
                    <a:pt x="3127" y="98"/>
                  </a:lnTo>
                  <a:lnTo>
                    <a:pt x="2956" y="49"/>
                  </a:lnTo>
                  <a:lnTo>
                    <a:pt x="2785" y="25"/>
                  </a:lnTo>
                  <a:lnTo>
                    <a:pt x="2614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71" name="Google Shape;271;p59"/>
            <p:cNvSpPr/>
            <p:nvPr/>
          </p:nvSpPr>
          <p:spPr>
            <a:xfrm>
              <a:off x="751600" y="3090125"/>
              <a:ext cx="81850" cy="319350"/>
            </a:xfrm>
            <a:custGeom>
              <a:rect b="b" l="l" r="r" t="t"/>
              <a:pathLst>
                <a:path extrusionOk="0" h="12774" w="3274">
                  <a:moveTo>
                    <a:pt x="880" y="0"/>
                  </a:moveTo>
                  <a:lnTo>
                    <a:pt x="880" y="9183"/>
                  </a:lnTo>
                  <a:lnTo>
                    <a:pt x="855" y="9379"/>
                  </a:lnTo>
                  <a:lnTo>
                    <a:pt x="782" y="9574"/>
                  </a:lnTo>
                  <a:lnTo>
                    <a:pt x="684" y="9745"/>
                  </a:lnTo>
                  <a:lnTo>
                    <a:pt x="538" y="9916"/>
                  </a:lnTo>
                  <a:lnTo>
                    <a:pt x="416" y="10038"/>
                  </a:lnTo>
                  <a:lnTo>
                    <a:pt x="318" y="10160"/>
                  </a:lnTo>
                  <a:lnTo>
                    <a:pt x="220" y="10307"/>
                  </a:lnTo>
                  <a:lnTo>
                    <a:pt x="147" y="10453"/>
                  </a:lnTo>
                  <a:lnTo>
                    <a:pt x="74" y="10624"/>
                  </a:lnTo>
                  <a:lnTo>
                    <a:pt x="49" y="10795"/>
                  </a:lnTo>
                  <a:lnTo>
                    <a:pt x="1" y="10966"/>
                  </a:lnTo>
                  <a:lnTo>
                    <a:pt x="1" y="11137"/>
                  </a:lnTo>
                  <a:lnTo>
                    <a:pt x="1" y="11284"/>
                  </a:lnTo>
                  <a:lnTo>
                    <a:pt x="25" y="11455"/>
                  </a:lnTo>
                  <a:lnTo>
                    <a:pt x="74" y="11601"/>
                  </a:lnTo>
                  <a:lnTo>
                    <a:pt x="123" y="11772"/>
                  </a:lnTo>
                  <a:lnTo>
                    <a:pt x="196" y="11894"/>
                  </a:lnTo>
                  <a:lnTo>
                    <a:pt x="294" y="12041"/>
                  </a:lnTo>
                  <a:lnTo>
                    <a:pt x="367" y="12163"/>
                  </a:lnTo>
                  <a:lnTo>
                    <a:pt x="489" y="12285"/>
                  </a:lnTo>
                  <a:lnTo>
                    <a:pt x="587" y="12383"/>
                  </a:lnTo>
                  <a:lnTo>
                    <a:pt x="733" y="12480"/>
                  </a:lnTo>
                  <a:lnTo>
                    <a:pt x="855" y="12554"/>
                  </a:lnTo>
                  <a:lnTo>
                    <a:pt x="1002" y="12627"/>
                  </a:lnTo>
                  <a:lnTo>
                    <a:pt x="1148" y="12700"/>
                  </a:lnTo>
                  <a:lnTo>
                    <a:pt x="1319" y="12725"/>
                  </a:lnTo>
                  <a:lnTo>
                    <a:pt x="1466" y="12749"/>
                  </a:lnTo>
                  <a:lnTo>
                    <a:pt x="1637" y="12773"/>
                  </a:lnTo>
                  <a:lnTo>
                    <a:pt x="1808" y="12749"/>
                  </a:lnTo>
                  <a:lnTo>
                    <a:pt x="1954" y="12725"/>
                  </a:lnTo>
                  <a:lnTo>
                    <a:pt x="2125" y="12700"/>
                  </a:lnTo>
                  <a:lnTo>
                    <a:pt x="2272" y="12627"/>
                  </a:lnTo>
                  <a:lnTo>
                    <a:pt x="2418" y="12554"/>
                  </a:lnTo>
                  <a:lnTo>
                    <a:pt x="2541" y="12480"/>
                  </a:lnTo>
                  <a:lnTo>
                    <a:pt x="2687" y="12383"/>
                  </a:lnTo>
                  <a:lnTo>
                    <a:pt x="2785" y="12285"/>
                  </a:lnTo>
                  <a:lnTo>
                    <a:pt x="2907" y="12163"/>
                  </a:lnTo>
                  <a:lnTo>
                    <a:pt x="2980" y="12041"/>
                  </a:lnTo>
                  <a:lnTo>
                    <a:pt x="3078" y="11894"/>
                  </a:lnTo>
                  <a:lnTo>
                    <a:pt x="3151" y="11772"/>
                  </a:lnTo>
                  <a:lnTo>
                    <a:pt x="3200" y="11601"/>
                  </a:lnTo>
                  <a:lnTo>
                    <a:pt x="3249" y="11455"/>
                  </a:lnTo>
                  <a:lnTo>
                    <a:pt x="3273" y="11284"/>
                  </a:lnTo>
                  <a:lnTo>
                    <a:pt x="3273" y="11137"/>
                  </a:lnTo>
                  <a:lnTo>
                    <a:pt x="3273" y="10966"/>
                  </a:lnTo>
                  <a:lnTo>
                    <a:pt x="3224" y="10795"/>
                  </a:lnTo>
                  <a:lnTo>
                    <a:pt x="3200" y="10624"/>
                  </a:lnTo>
                  <a:lnTo>
                    <a:pt x="3127" y="10453"/>
                  </a:lnTo>
                  <a:lnTo>
                    <a:pt x="3053" y="10307"/>
                  </a:lnTo>
                  <a:lnTo>
                    <a:pt x="2956" y="10160"/>
                  </a:lnTo>
                  <a:lnTo>
                    <a:pt x="2858" y="10038"/>
                  </a:lnTo>
                  <a:lnTo>
                    <a:pt x="2736" y="9916"/>
                  </a:lnTo>
                  <a:lnTo>
                    <a:pt x="2589" y="9745"/>
                  </a:lnTo>
                  <a:lnTo>
                    <a:pt x="2492" y="9574"/>
                  </a:lnTo>
                  <a:lnTo>
                    <a:pt x="2418" y="9379"/>
                  </a:lnTo>
                  <a:lnTo>
                    <a:pt x="2394" y="9183"/>
                  </a:lnTo>
                  <a:lnTo>
                    <a:pt x="2394" y="8255"/>
                  </a:lnTo>
                  <a:lnTo>
                    <a:pt x="2052" y="8255"/>
                  </a:lnTo>
                  <a:lnTo>
                    <a:pt x="1954" y="8231"/>
                  </a:lnTo>
                  <a:lnTo>
                    <a:pt x="1881" y="8182"/>
                  </a:lnTo>
                  <a:lnTo>
                    <a:pt x="1832" y="8109"/>
                  </a:lnTo>
                  <a:lnTo>
                    <a:pt x="1808" y="8011"/>
                  </a:lnTo>
                  <a:lnTo>
                    <a:pt x="1832" y="7913"/>
                  </a:lnTo>
                  <a:lnTo>
                    <a:pt x="1881" y="7840"/>
                  </a:lnTo>
                  <a:lnTo>
                    <a:pt x="1954" y="7791"/>
                  </a:lnTo>
                  <a:lnTo>
                    <a:pt x="2052" y="7767"/>
                  </a:lnTo>
                  <a:lnTo>
                    <a:pt x="2394" y="7767"/>
                  </a:lnTo>
                  <a:lnTo>
                    <a:pt x="2394" y="6912"/>
                  </a:lnTo>
                  <a:lnTo>
                    <a:pt x="2052" y="6912"/>
                  </a:lnTo>
                  <a:lnTo>
                    <a:pt x="1954" y="6888"/>
                  </a:lnTo>
                  <a:lnTo>
                    <a:pt x="1881" y="6839"/>
                  </a:lnTo>
                  <a:lnTo>
                    <a:pt x="1832" y="6765"/>
                  </a:lnTo>
                  <a:lnTo>
                    <a:pt x="1808" y="6668"/>
                  </a:lnTo>
                  <a:lnTo>
                    <a:pt x="1832" y="6570"/>
                  </a:lnTo>
                  <a:lnTo>
                    <a:pt x="1881" y="6497"/>
                  </a:lnTo>
                  <a:lnTo>
                    <a:pt x="1954" y="6448"/>
                  </a:lnTo>
                  <a:lnTo>
                    <a:pt x="2052" y="6423"/>
                  </a:lnTo>
                  <a:lnTo>
                    <a:pt x="2394" y="6423"/>
                  </a:lnTo>
                  <a:lnTo>
                    <a:pt x="2394" y="5569"/>
                  </a:lnTo>
                  <a:lnTo>
                    <a:pt x="2052" y="5569"/>
                  </a:lnTo>
                  <a:lnTo>
                    <a:pt x="1954" y="5544"/>
                  </a:lnTo>
                  <a:lnTo>
                    <a:pt x="1881" y="5495"/>
                  </a:lnTo>
                  <a:lnTo>
                    <a:pt x="1832" y="5422"/>
                  </a:lnTo>
                  <a:lnTo>
                    <a:pt x="1808" y="5324"/>
                  </a:lnTo>
                  <a:lnTo>
                    <a:pt x="1832" y="5227"/>
                  </a:lnTo>
                  <a:lnTo>
                    <a:pt x="1881" y="5153"/>
                  </a:lnTo>
                  <a:lnTo>
                    <a:pt x="1954" y="5105"/>
                  </a:lnTo>
                  <a:lnTo>
                    <a:pt x="2052" y="5080"/>
                  </a:lnTo>
                  <a:lnTo>
                    <a:pt x="2394" y="5080"/>
                  </a:lnTo>
                  <a:lnTo>
                    <a:pt x="2394" y="4225"/>
                  </a:lnTo>
                  <a:lnTo>
                    <a:pt x="2052" y="4225"/>
                  </a:lnTo>
                  <a:lnTo>
                    <a:pt x="1954" y="4201"/>
                  </a:lnTo>
                  <a:lnTo>
                    <a:pt x="1881" y="4152"/>
                  </a:lnTo>
                  <a:lnTo>
                    <a:pt x="1832" y="4079"/>
                  </a:lnTo>
                  <a:lnTo>
                    <a:pt x="1808" y="3981"/>
                  </a:lnTo>
                  <a:lnTo>
                    <a:pt x="1832" y="3883"/>
                  </a:lnTo>
                  <a:lnTo>
                    <a:pt x="1881" y="3810"/>
                  </a:lnTo>
                  <a:lnTo>
                    <a:pt x="1954" y="3761"/>
                  </a:lnTo>
                  <a:lnTo>
                    <a:pt x="2052" y="3737"/>
                  </a:lnTo>
                  <a:lnTo>
                    <a:pt x="2394" y="3737"/>
                  </a:lnTo>
                  <a:lnTo>
                    <a:pt x="2394" y="2882"/>
                  </a:lnTo>
                  <a:lnTo>
                    <a:pt x="2052" y="2882"/>
                  </a:lnTo>
                  <a:lnTo>
                    <a:pt x="1954" y="2858"/>
                  </a:lnTo>
                  <a:lnTo>
                    <a:pt x="1881" y="2809"/>
                  </a:lnTo>
                  <a:lnTo>
                    <a:pt x="1832" y="2736"/>
                  </a:lnTo>
                  <a:lnTo>
                    <a:pt x="1808" y="2638"/>
                  </a:lnTo>
                  <a:lnTo>
                    <a:pt x="1832" y="2540"/>
                  </a:lnTo>
                  <a:lnTo>
                    <a:pt x="1881" y="2467"/>
                  </a:lnTo>
                  <a:lnTo>
                    <a:pt x="1954" y="2418"/>
                  </a:lnTo>
                  <a:lnTo>
                    <a:pt x="2052" y="2394"/>
                  </a:lnTo>
                  <a:lnTo>
                    <a:pt x="2394" y="2394"/>
                  </a:lnTo>
                  <a:lnTo>
                    <a:pt x="2394" y="1539"/>
                  </a:lnTo>
                  <a:lnTo>
                    <a:pt x="2052" y="1539"/>
                  </a:lnTo>
                  <a:lnTo>
                    <a:pt x="1954" y="1514"/>
                  </a:lnTo>
                  <a:lnTo>
                    <a:pt x="1881" y="1466"/>
                  </a:lnTo>
                  <a:lnTo>
                    <a:pt x="1832" y="1392"/>
                  </a:lnTo>
                  <a:lnTo>
                    <a:pt x="1808" y="1295"/>
                  </a:lnTo>
                  <a:lnTo>
                    <a:pt x="1832" y="1197"/>
                  </a:lnTo>
                  <a:lnTo>
                    <a:pt x="1881" y="1124"/>
                  </a:lnTo>
                  <a:lnTo>
                    <a:pt x="1954" y="1075"/>
                  </a:lnTo>
                  <a:lnTo>
                    <a:pt x="2052" y="1050"/>
                  </a:lnTo>
                  <a:lnTo>
                    <a:pt x="2394" y="1050"/>
                  </a:lnTo>
                  <a:lnTo>
                    <a:pt x="2394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272" name="Google Shape;272;p59"/>
          <p:cNvSpPr/>
          <p:nvPr/>
        </p:nvSpPr>
        <p:spPr>
          <a:xfrm>
            <a:off x="6494901" y="3781149"/>
            <a:ext cx="334860" cy="429809"/>
          </a:xfrm>
          <a:custGeom>
            <a:rect b="b" l="l" r="r" t="t"/>
            <a:pathLst>
              <a:path extrusionOk="0" h="20565" w="16022">
                <a:moveTo>
                  <a:pt x="14434" y="1588"/>
                </a:moveTo>
                <a:lnTo>
                  <a:pt x="14434" y="17683"/>
                </a:lnTo>
                <a:lnTo>
                  <a:pt x="1588" y="17683"/>
                </a:lnTo>
                <a:lnTo>
                  <a:pt x="1588" y="1588"/>
                </a:lnTo>
                <a:close/>
                <a:moveTo>
                  <a:pt x="8011" y="18293"/>
                </a:moveTo>
                <a:lnTo>
                  <a:pt x="8182" y="18318"/>
                </a:lnTo>
                <a:lnTo>
                  <a:pt x="8328" y="18366"/>
                </a:lnTo>
                <a:lnTo>
                  <a:pt x="8475" y="18440"/>
                </a:lnTo>
                <a:lnTo>
                  <a:pt x="8597" y="18537"/>
                </a:lnTo>
                <a:lnTo>
                  <a:pt x="8695" y="18660"/>
                </a:lnTo>
                <a:lnTo>
                  <a:pt x="8768" y="18806"/>
                </a:lnTo>
                <a:lnTo>
                  <a:pt x="8817" y="18953"/>
                </a:lnTo>
                <a:lnTo>
                  <a:pt x="8841" y="19124"/>
                </a:lnTo>
                <a:lnTo>
                  <a:pt x="8817" y="19295"/>
                </a:lnTo>
                <a:lnTo>
                  <a:pt x="8768" y="19441"/>
                </a:lnTo>
                <a:lnTo>
                  <a:pt x="8695" y="19588"/>
                </a:lnTo>
                <a:lnTo>
                  <a:pt x="8597" y="19710"/>
                </a:lnTo>
                <a:lnTo>
                  <a:pt x="8475" y="19807"/>
                </a:lnTo>
                <a:lnTo>
                  <a:pt x="8328" y="19881"/>
                </a:lnTo>
                <a:lnTo>
                  <a:pt x="8182" y="19930"/>
                </a:lnTo>
                <a:lnTo>
                  <a:pt x="8011" y="19954"/>
                </a:lnTo>
                <a:lnTo>
                  <a:pt x="7840" y="19930"/>
                </a:lnTo>
                <a:lnTo>
                  <a:pt x="7693" y="19881"/>
                </a:lnTo>
                <a:lnTo>
                  <a:pt x="7547" y="19807"/>
                </a:lnTo>
                <a:lnTo>
                  <a:pt x="7425" y="19710"/>
                </a:lnTo>
                <a:lnTo>
                  <a:pt x="7327" y="19588"/>
                </a:lnTo>
                <a:lnTo>
                  <a:pt x="7254" y="19441"/>
                </a:lnTo>
                <a:lnTo>
                  <a:pt x="7205" y="19295"/>
                </a:lnTo>
                <a:lnTo>
                  <a:pt x="7181" y="19124"/>
                </a:lnTo>
                <a:lnTo>
                  <a:pt x="7205" y="18953"/>
                </a:lnTo>
                <a:lnTo>
                  <a:pt x="7254" y="18806"/>
                </a:lnTo>
                <a:lnTo>
                  <a:pt x="7327" y="18660"/>
                </a:lnTo>
                <a:lnTo>
                  <a:pt x="7425" y="18537"/>
                </a:lnTo>
                <a:lnTo>
                  <a:pt x="7547" y="18440"/>
                </a:lnTo>
                <a:lnTo>
                  <a:pt x="7693" y="18366"/>
                </a:lnTo>
                <a:lnTo>
                  <a:pt x="7840" y="18318"/>
                </a:lnTo>
                <a:lnTo>
                  <a:pt x="8011" y="18293"/>
                </a:lnTo>
                <a:close/>
                <a:moveTo>
                  <a:pt x="1270" y="0"/>
                </a:moveTo>
                <a:lnTo>
                  <a:pt x="1026" y="25"/>
                </a:lnTo>
                <a:lnTo>
                  <a:pt x="782" y="98"/>
                </a:lnTo>
                <a:lnTo>
                  <a:pt x="562" y="220"/>
                </a:lnTo>
                <a:lnTo>
                  <a:pt x="367" y="367"/>
                </a:lnTo>
                <a:lnTo>
                  <a:pt x="220" y="562"/>
                </a:lnTo>
                <a:lnTo>
                  <a:pt x="98" y="782"/>
                </a:lnTo>
                <a:lnTo>
                  <a:pt x="25" y="1026"/>
                </a:lnTo>
                <a:lnTo>
                  <a:pt x="0" y="1295"/>
                </a:lnTo>
                <a:lnTo>
                  <a:pt x="0" y="19270"/>
                </a:lnTo>
                <a:lnTo>
                  <a:pt x="25" y="19539"/>
                </a:lnTo>
                <a:lnTo>
                  <a:pt x="98" y="19783"/>
                </a:lnTo>
                <a:lnTo>
                  <a:pt x="220" y="20003"/>
                </a:lnTo>
                <a:lnTo>
                  <a:pt x="367" y="20198"/>
                </a:lnTo>
                <a:lnTo>
                  <a:pt x="562" y="20345"/>
                </a:lnTo>
                <a:lnTo>
                  <a:pt x="782" y="20467"/>
                </a:lnTo>
                <a:lnTo>
                  <a:pt x="1026" y="20540"/>
                </a:lnTo>
                <a:lnTo>
                  <a:pt x="1270" y="20565"/>
                </a:lnTo>
                <a:lnTo>
                  <a:pt x="14752" y="20565"/>
                </a:lnTo>
                <a:lnTo>
                  <a:pt x="14996" y="20540"/>
                </a:lnTo>
                <a:lnTo>
                  <a:pt x="15240" y="20467"/>
                </a:lnTo>
                <a:lnTo>
                  <a:pt x="15460" y="20345"/>
                </a:lnTo>
                <a:lnTo>
                  <a:pt x="15655" y="20198"/>
                </a:lnTo>
                <a:lnTo>
                  <a:pt x="15802" y="20003"/>
                </a:lnTo>
                <a:lnTo>
                  <a:pt x="15924" y="19783"/>
                </a:lnTo>
                <a:lnTo>
                  <a:pt x="15997" y="19539"/>
                </a:lnTo>
                <a:lnTo>
                  <a:pt x="16022" y="19270"/>
                </a:lnTo>
                <a:lnTo>
                  <a:pt x="16022" y="1295"/>
                </a:lnTo>
                <a:lnTo>
                  <a:pt x="15997" y="1026"/>
                </a:lnTo>
                <a:lnTo>
                  <a:pt x="15924" y="782"/>
                </a:lnTo>
                <a:lnTo>
                  <a:pt x="15802" y="562"/>
                </a:lnTo>
                <a:lnTo>
                  <a:pt x="15655" y="367"/>
                </a:lnTo>
                <a:lnTo>
                  <a:pt x="15460" y="220"/>
                </a:lnTo>
                <a:lnTo>
                  <a:pt x="15240" y="98"/>
                </a:lnTo>
                <a:lnTo>
                  <a:pt x="14996" y="25"/>
                </a:lnTo>
                <a:lnTo>
                  <a:pt x="14752" y="0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73" name="Google Shape;273;p59"/>
          <p:cNvSpPr/>
          <p:nvPr/>
        </p:nvSpPr>
        <p:spPr>
          <a:xfrm>
            <a:off x="5974742" y="3781149"/>
            <a:ext cx="248083" cy="429809"/>
          </a:xfrm>
          <a:custGeom>
            <a:rect b="b" l="l" r="r" t="t"/>
            <a:pathLst>
              <a:path extrusionOk="0" h="20565" w="11870">
                <a:moveTo>
                  <a:pt x="6301" y="977"/>
                </a:moveTo>
                <a:lnTo>
                  <a:pt x="6423" y="1002"/>
                </a:lnTo>
                <a:lnTo>
                  <a:pt x="6497" y="1075"/>
                </a:lnTo>
                <a:lnTo>
                  <a:pt x="6570" y="1148"/>
                </a:lnTo>
                <a:lnTo>
                  <a:pt x="6594" y="1270"/>
                </a:lnTo>
                <a:lnTo>
                  <a:pt x="6570" y="1368"/>
                </a:lnTo>
                <a:lnTo>
                  <a:pt x="6497" y="1466"/>
                </a:lnTo>
                <a:lnTo>
                  <a:pt x="6423" y="1515"/>
                </a:lnTo>
                <a:lnTo>
                  <a:pt x="6301" y="1539"/>
                </a:lnTo>
                <a:lnTo>
                  <a:pt x="5569" y="1539"/>
                </a:lnTo>
                <a:lnTo>
                  <a:pt x="5446" y="1515"/>
                </a:lnTo>
                <a:lnTo>
                  <a:pt x="5373" y="1466"/>
                </a:lnTo>
                <a:lnTo>
                  <a:pt x="5300" y="1368"/>
                </a:lnTo>
                <a:lnTo>
                  <a:pt x="5276" y="1270"/>
                </a:lnTo>
                <a:lnTo>
                  <a:pt x="5300" y="1148"/>
                </a:lnTo>
                <a:lnTo>
                  <a:pt x="5373" y="1075"/>
                </a:lnTo>
                <a:lnTo>
                  <a:pt x="5446" y="1002"/>
                </a:lnTo>
                <a:lnTo>
                  <a:pt x="5569" y="977"/>
                </a:lnTo>
                <a:close/>
                <a:moveTo>
                  <a:pt x="10575" y="2565"/>
                </a:moveTo>
                <a:lnTo>
                  <a:pt x="10575" y="16706"/>
                </a:lnTo>
                <a:lnTo>
                  <a:pt x="1295" y="16706"/>
                </a:lnTo>
                <a:lnTo>
                  <a:pt x="1295" y="2565"/>
                </a:lnTo>
                <a:close/>
                <a:moveTo>
                  <a:pt x="5935" y="17780"/>
                </a:moveTo>
                <a:lnTo>
                  <a:pt x="6106" y="17805"/>
                </a:lnTo>
                <a:lnTo>
                  <a:pt x="6277" y="17854"/>
                </a:lnTo>
                <a:lnTo>
                  <a:pt x="6423" y="17927"/>
                </a:lnTo>
                <a:lnTo>
                  <a:pt x="6545" y="18025"/>
                </a:lnTo>
                <a:lnTo>
                  <a:pt x="6643" y="18147"/>
                </a:lnTo>
                <a:lnTo>
                  <a:pt x="6716" y="18293"/>
                </a:lnTo>
                <a:lnTo>
                  <a:pt x="6765" y="18464"/>
                </a:lnTo>
                <a:lnTo>
                  <a:pt x="6790" y="18635"/>
                </a:lnTo>
                <a:lnTo>
                  <a:pt x="6765" y="18806"/>
                </a:lnTo>
                <a:lnTo>
                  <a:pt x="6716" y="18977"/>
                </a:lnTo>
                <a:lnTo>
                  <a:pt x="6643" y="19124"/>
                </a:lnTo>
                <a:lnTo>
                  <a:pt x="6545" y="19246"/>
                </a:lnTo>
                <a:lnTo>
                  <a:pt x="6423" y="19343"/>
                </a:lnTo>
                <a:lnTo>
                  <a:pt x="6277" y="19417"/>
                </a:lnTo>
                <a:lnTo>
                  <a:pt x="6106" y="19465"/>
                </a:lnTo>
                <a:lnTo>
                  <a:pt x="5935" y="19490"/>
                </a:lnTo>
                <a:lnTo>
                  <a:pt x="5764" y="19465"/>
                </a:lnTo>
                <a:lnTo>
                  <a:pt x="5593" y="19417"/>
                </a:lnTo>
                <a:lnTo>
                  <a:pt x="5446" y="19343"/>
                </a:lnTo>
                <a:lnTo>
                  <a:pt x="5324" y="19246"/>
                </a:lnTo>
                <a:lnTo>
                  <a:pt x="5227" y="19124"/>
                </a:lnTo>
                <a:lnTo>
                  <a:pt x="5153" y="18977"/>
                </a:lnTo>
                <a:lnTo>
                  <a:pt x="5105" y="18806"/>
                </a:lnTo>
                <a:lnTo>
                  <a:pt x="5080" y="18635"/>
                </a:lnTo>
                <a:lnTo>
                  <a:pt x="5105" y="18464"/>
                </a:lnTo>
                <a:lnTo>
                  <a:pt x="5153" y="18293"/>
                </a:lnTo>
                <a:lnTo>
                  <a:pt x="5227" y="18147"/>
                </a:lnTo>
                <a:lnTo>
                  <a:pt x="5324" y="18025"/>
                </a:lnTo>
                <a:lnTo>
                  <a:pt x="5446" y="17927"/>
                </a:lnTo>
                <a:lnTo>
                  <a:pt x="5593" y="17854"/>
                </a:lnTo>
                <a:lnTo>
                  <a:pt x="5764" y="17805"/>
                </a:lnTo>
                <a:lnTo>
                  <a:pt x="5935" y="17780"/>
                </a:lnTo>
                <a:close/>
                <a:moveTo>
                  <a:pt x="1295" y="0"/>
                </a:moveTo>
                <a:lnTo>
                  <a:pt x="1026" y="25"/>
                </a:lnTo>
                <a:lnTo>
                  <a:pt x="782" y="98"/>
                </a:lnTo>
                <a:lnTo>
                  <a:pt x="562" y="220"/>
                </a:lnTo>
                <a:lnTo>
                  <a:pt x="366" y="367"/>
                </a:lnTo>
                <a:lnTo>
                  <a:pt x="220" y="562"/>
                </a:lnTo>
                <a:lnTo>
                  <a:pt x="98" y="782"/>
                </a:lnTo>
                <a:lnTo>
                  <a:pt x="25" y="1026"/>
                </a:lnTo>
                <a:lnTo>
                  <a:pt x="0" y="1295"/>
                </a:lnTo>
                <a:lnTo>
                  <a:pt x="0" y="19270"/>
                </a:lnTo>
                <a:lnTo>
                  <a:pt x="25" y="19539"/>
                </a:lnTo>
                <a:lnTo>
                  <a:pt x="98" y="19783"/>
                </a:lnTo>
                <a:lnTo>
                  <a:pt x="220" y="20003"/>
                </a:lnTo>
                <a:lnTo>
                  <a:pt x="366" y="20198"/>
                </a:lnTo>
                <a:lnTo>
                  <a:pt x="562" y="20345"/>
                </a:lnTo>
                <a:lnTo>
                  <a:pt x="782" y="20467"/>
                </a:lnTo>
                <a:lnTo>
                  <a:pt x="1026" y="20540"/>
                </a:lnTo>
                <a:lnTo>
                  <a:pt x="1295" y="20565"/>
                </a:lnTo>
                <a:lnTo>
                  <a:pt x="10575" y="20565"/>
                </a:lnTo>
                <a:lnTo>
                  <a:pt x="10844" y="20540"/>
                </a:lnTo>
                <a:lnTo>
                  <a:pt x="11088" y="20467"/>
                </a:lnTo>
                <a:lnTo>
                  <a:pt x="11308" y="20345"/>
                </a:lnTo>
                <a:lnTo>
                  <a:pt x="11503" y="20198"/>
                </a:lnTo>
                <a:lnTo>
                  <a:pt x="11650" y="20003"/>
                </a:lnTo>
                <a:lnTo>
                  <a:pt x="11772" y="19783"/>
                </a:lnTo>
                <a:lnTo>
                  <a:pt x="11845" y="19539"/>
                </a:lnTo>
                <a:lnTo>
                  <a:pt x="11870" y="19270"/>
                </a:lnTo>
                <a:lnTo>
                  <a:pt x="11870" y="1295"/>
                </a:lnTo>
                <a:lnTo>
                  <a:pt x="11845" y="1026"/>
                </a:lnTo>
                <a:lnTo>
                  <a:pt x="11772" y="782"/>
                </a:lnTo>
                <a:lnTo>
                  <a:pt x="11650" y="562"/>
                </a:lnTo>
                <a:lnTo>
                  <a:pt x="11503" y="367"/>
                </a:lnTo>
                <a:lnTo>
                  <a:pt x="11308" y="220"/>
                </a:lnTo>
                <a:lnTo>
                  <a:pt x="11088" y="98"/>
                </a:lnTo>
                <a:lnTo>
                  <a:pt x="10844" y="25"/>
                </a:lnTo>
                <a:lnTo>
                  <a:pt x="10575" y="0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grpSp>
        <p:nvGrpSpPr>
          <p:cNvPr id="274" name="Google Shape;274;p59"/>
          <p:cNvGrpSpPr/>
          <p:nvPr/>
        </p:nvGrpSpPr>
        <p:grpSpPr>
          <a:xfrm>
            <a:off x="7032324" y="3809624"/>
            <a:ext cx="386943" cy="372647"/>
            <a:chOff x="2583325" y="2972875"/>
            <a:chExt cx="462850" cy="445750"/>
          </a:xfrm>
        </p:grpSpPr>
        <p:sp>
          <p:nvSpPr>
            <p:cNvPr id="275" name="Google Shape;275;p59"/>
            <p:cNvSpPr/>
            <p:nvPr/>
          </p:nvSpPr>
          <p:spPr>
            <a:xfrm>
              <a:off x="2701775" y="3323350"/>
              <a:ext cx="225950" cy="95275"/>
            </a:xfrm>
            <a:custGeom>
              <a:rect b="b" l="l" r="r" t="t"/>
              <a:pathLst>
                <a:path extrusionOk="0" h="3811" w="9038">
                  <a:moveTo>
                    <a:pt x="2956" y="1"/>
                  </a:moveTo>
                  <a:lnTo>
                    <a:pt x="2956" y="2956"/>
                  </a:lnTo>
                  <a:lnTo>
                    <a:pt x="685" y="2956"/>
                  </a:lnTo>
                  <a:lnTo>
                    <a:pt x="514" y="3005"/>
                  </a:lnTo>
                  <a:lnTo>
                    <a:pt x="367" y="3103"/>
                  </a:lnTo>
                  <a:lnTo>
                    <a:pt x="245" y="3200"/>
                  </a:lnTo>
                  <a:lnTo>
                    <a:pt x="147" y="3322"/>
                  </a:lnTo>
                  <a:lnTo>
                    <a:pt x="50" y="3469"/>
                  </a:lnTo>
                  <a:lnTo>
                    <a:pt x="1" y="3640"/>
                  </a:lnTo>
                  <a:lnTo>
                    <a:pt x="1" y="3811"/>
                  </a:lnTo>
                  <a:lnTo>
                    <a:pt x="9037" y="3811"/>
                  </a:lnTo>
                  <a:lnTo>
                    <a:pt x="9037" y="3640"/>
                  </a:lnTo>
                  <a:lnTo>
                    <a:pt x="8988" y="3469"/>
                  </a:lnTo>
                  <a:lnTo>
                    <a:pt x="8891" y="3322"/>
                  </a:lnTo>
                  <a:lnTo>
                    <a:pt x="8793" y="3200"/>
                  </a:lnTo>
                  <a:lnTo>
                    <a:pt x="8671" y="3103"/>
                  </a:lnTo>
                  <a:lnTo>
                    <a:pt x="8524" y="3005"/>
                  </a:lnTo>
                  <a:lnTo>
                    <a:pt x="8353" y="2956"/>
                  </a:lnTo>
                  <a:lnTo>
                    <a:pt x="6082" y="2956"/>
                  </a:lnTo>
                  <a:lnTo>
                    <a:pt x="6082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76" name="Google Shape;276;p59"/>
            <p:cNvSpPr/>
            <p:nvPr/>
          </p:nvSpPr>
          <p:spPr>
            <a:xfrm>
              <a:off x="2583325" y="2972875"/>
              <a:ext cx="462850" cy="337075"/>
            </a:xfrm>
            <a:custGeom>
              <a:rect b="b" l="l" r="r" t="t"/>
              <a:pathLst>
                <a:path extrusionOk="0" h="13483" w="18514">
                  <a:moveTo>
                    <a:pt x="17048" y="1466"/>
                  </a:moveTo>
                  <a:lnTo>
                    <a:pt x="17048" y="12017"/>
                  </a:lnTo>
                  <a:lnTo>
                    <a:pt x="1466" y="12017"/>
                  </a:lnTo>
                  <a:lnTo>
                    <a:pt x="1466" y="1466"/>
                  </a:lnTo>
                  <a:close/>
                  <a:moveTo>
                    <a:pt x="391" y="1"/>
                  </a:moveTo>
                  <a:lnTo>
                    <a:pt x="318" y="50"/>
                  </a:lnTo>
                  <a:lnTo>
                    <a:pt x="220" y="74"/>
                  </a:lnTo>
                  <a:lnTo>
                    <a:pt x="147" y="148"/>
                  </a:lnTo>
                  <a:lnTo>
                    <a:pt x="98" y="221"/>
                  </a:lnTo>
                  <a:lnTo>
                    <a:pt x="49" y="294"/>
                  </a:lnTo>
                  <a:lnTo>
                    <a:pt x="25" y="392"/>
                  </a:lnTo>
                  <a:lnTo>
                    <a:pt x="1" y="489"/>
                  </a:lnTo>
                  <a:lnTo>
                    <a:pt x="1" y="12994"/>
                  </a:lnTo>
                  <a:lnTo>
                    <a:pt x="25" y="13092"/>
                  </a:lnTo>
                  <a:lnTo>
                    <a:pt x="49" y="13189"/>
                  </a:lnTo>
                  <a:lnTo>
                    <a:pt x="98" y="13263"/>
                  </a:lnTo>
                  <a:lnTo>
                    <a:pt x="147" y="13336"/>
                  </a:lnTo>
                  <a:lnTo>
                    <a:pt x="220" y="13409"/>
                  </a:lnTo>
                  <a:lnTo>
                    <a:pt x="318" y="13434"/>
                  </a:lnTo>
                  <a:lnTo>
                    <a:pt x="391" y="13483"/>
                  </a:lnTo>
                  <a:lnTo>
                    <a:pt x="18123" y="13483"/>
                  </a:lnTo>
                  <a:lnTo>
                    <a:pt x="18196" y="13434"/>
                  </a:lnTo>
                  <a:lnTo>
                    <a:pt x="18293" y="13409"/>
                  </a:lnTo>
                  <a:lnTo>
                    <a:pt x="18367" y="13336"/>
                  </a:lnTo>
                  <a:lnTo>
                    <a:pt x="18416" y="13263"/>
                  </a:lnTo>
                  <a:lnTo>
                    <a:pt x="18464" y="13189"/>
                  </a:lnTo>
                  <a:lnTo>
                    <a:pt x="18489" y="13092"/>
                  </a:lnTo>
                  <a:lnTo>
                    <a:pt x="18513" y="12994"/>
                  </a:lnTo>
                  <a:lnTo>
                    <a:pt x="18513" y="489"/>
                  </a:lnTo>
                  <a:lnTo>
                    <a:pt x="18489" y="392"/>
                  </a:lnTo>
                  <a:lnTo>
                    <a:pt x="18464" y="294"/>
                  </a:lnTo>
                  <a:lnTo>
                    <a:pt x="18416" y="221"/>
                  </a:lnTo>
                  <a:lnTo>
                    <a:pt x="18367" y="148"/>
                  </a:lnTo>
                  <a:lnTo>
                    <a:pt x="18293" y="74"/>
                  </a:lnTo>
                  <a:lnTo>
                    <a:pt x="18196" y="50"/>
                  </a:lnTo>
                  <a:lnTo>
                    <a:pt x="18123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277" name="Google Shape;277;p59"/>
          <p:cNvGrpSpPr/>
          <p:nvPr/>
        </p:nvGrpSpPr>
        <p:grpSpPr>
          <a:xfrm>
            <a:off x="7582579" y="3865281"/>
            <a:ext cx="413486" cy="261355"/>
            <a:chOff x="3241525" y="3039450"/>
            <a:chExt cx="494600" cy="312625"/>
          </a:xfrm>
        </p:grpSpPr>
        <p:sp>
          <p:nvSpPr>
            <p:cNvPr id="278" name="Google Shape;278;p59"/>
            <p:cNvSpPr/>
            <p:nvPr/>
          </p:nvSpPr>
          <p:spPr>
            <a:xfrm>
              <a:off x="3241525" y="3039450"/>
              <a:ext cx="494600" cy="312625"/>
            </a:xfrm>
            <a:custGeom>
              <a:rect b="b" l="l" r="r" t="t"/>
              <a:pathLst>
                <a:path extrusionOk="0" h="12505" w="19784">
                  <a:moveTo>
                    <a:pt x="9892" y="977"/>
                  </a:moveTo>
                  <a:lnTo>
                    <a:pt x="10356" y="1001"/>
                  </a:lnTo>
                  <a:lnTo>
                    <a:pt x="10796" y="1050"/>
                  </a:lnTo>
                  <a:lnTo>
                    <a:pt x="11235" y="1124"/>
                  </a:lnTo>
                  <a:lnTo>
                    <a:pt x="11675" y="1221"/>
                  </a:lnTo>
                  <a:lnTo>
                    <a:pt x="12090" y="1343"/>
                  </a:lnTo>
                  <a:lnTo>
                    <a:pt x="12505" y="1490"/>
                  </a:lnTo>
                  <a:lnTo>
                    <a:pt x="12920" y="1661"/>
                  </a:lnTo>
                  <a:lnTo>
                    <a:pt x="13311" y="1832"/>
                  </a:lnTo>
                  <a:lnTo>
                    <a:pt x="13702" y="2027"/>
                  </a:lnTo>
                  <a:lnTo>
                    <a:pt x="14068" y="2223"/>
                  </a:lnTo>
                  <a:lnTo>
                    <a:pt x="14752" y="2662"/>
                  </a:lnTo>
                  <a:lnTo>
                    <a:pt x="15412" y="3126"/>
                  </a:lnTo>
                  <a:lnTo>
                    <a:pt x="15973" y="3590"/>
                  </a:lnTo>
                  <a:lnTo>
                    <a:pt x="16462" y="4005"/>
                  </a:lnTo>
                  <a:lnTo>
                    <a:pt x="16901" y="4421"/>
                  </a:lnTo>
                  <a:lnTo>
                    <a:pt x="17292" y="4811"/>
                  </a:lnTo>
                  <a:lnTo>
                    <a:pt x="17634" y="5178"/>
                  </a:lnTo>
                  <a:lnTo>
                    <a:pt x="18196" y="5813"/>
                  </a:lnTo>
                  <a:lnTo>
                    <a:pt x="18562" y="6252"/>
                  </a:lnTo>
                  <a:lnTo>
                    <a:pt x="18196" y="6692"/>
                  </a:lnTo>
                  <a:lnTo>
                    <a:pt x="17634" y="7327"/>
                  </a:lnTo>
                  <a:lnTo>
                    <a:pt x="17292" y="7693"/>
                  </a:lnTo>
                  <a:lnTo>
                    <a:pt x="16901" y="8084"/>
                  </a:lnTo>
                  <a:lnTo>
                    <a:pt x="16462" y="8499"/>
                  </a:lnTo>
                  <a:lnTo>
                    <a:pt x="15973" y="8915"/>
                  </a:lnTo>
                  <a:lnTo>
                    <a:pt x="15412" y="9379"/>
                  </a:lnTo>
                  <a:lnTo>
                    <a:pt x="14752" y="9843"/>
                  </a:lnTo>
                  <a:lnTo>
                    <a:pt x="14068" y="10282"/>
                  </a:lnTo>
                  <a:lnTo>
                    <a:pt x="13702" y="10478"/>
                  </a:lnTo>
                  <a:lnTo>
                    <a:pt x="13311" y="10673"/>
                  </a:lnTo>
                  <a:lnTo>
                    <a:pt x="12920" y="10844"/>
                  </a:lnTo>
                  <a:lnTo>
                    <a:pt x="12505" y="11015"/>
                  </a:lnTo>
                  <a:lnTo>
                    <a:pt x="12090" y="11161"/>
                  </a:lnTo>
                  <a:lnTo>
                    <a:pt x="11675" y="11284"/>
                  </a:lnTo>
                  <a:lnTo>
                    <a:pt x="11235" y="11381"/>
                  </a:lnTo>
                  <a:lnTo>
                    <a:pt x="10796" y="11455"/>
                  </a:lnTo>
                  <a:lnTo>
                    <a:pt x="10356" y="11503"/>
                  </a:lnTo>
                  <a:lnTo>
                    <a:pt x="9892" y="11528"/>
                  </a:lnTo>
                  <a:lnTo>
                    <a:pt x="9477" y="11528"/>
                  </a:lnTo>
                  <a:lnTo>
                    <a:pt x="9086" y="11479"/>
                  </a:lnTo>
                  <a:lnTo>
                    <a:pt x="8695" y="11430"/>
                  </a:lnTo>
                  <a:lnTo>
                    <a:pt x="8304" y="11332"/>
                  </a:lnTo>
                  <a:lnTo>
                    <a:pt x="7914" y="11235"/>
                  </a:lnTo>
                  <a:lnTo>
                    <a:pt x="7523" y="11113"/>
                  </a:lnTo>
                  <a:lnTo>
                    <a:pt x="7157" y="10990"/>
                  </a:lnTo>
                  <a:lnTo>
                    <a:pt x="6790" y="10844"/>
                  </a:lnTo>
                  <a:lnTo>
                    <a:pt x="6448" y="10673"/>
                  </a:lnTo>
                  <a:lnTo>
                    <a:pt x="6082" y="10502"/>
                  </a:lnTo>
                  <a:lnTo>
                    <a:pt x="5423" y="10111"/>
                  </a:lnTo>
                  <a:lnTo>
                    <a:pt x="4788" y="9696"/>
                  </a:lnTo>
                  <a:lnTo>
                    <a:pt x="4201" y="9232"/>
                  </a:lnTo>
                  <a:lnTo>
                    <a:pt x="3640" y="8792"/>
                  </a:lnTo>
                  <a:lnTo>
                    <a:pt x="3127" y="8328"/>
                  </a:lnTo>
                  <a:lnTo>
                    <a:pt x="2663" y="7889"/>
                  </a:lnTo>
                  <a:lnTo>
                    <a:pt x="2272" y="7474"/>
                  </a:lnTo>
                  <a:lnTo>
                    <a:pt x="1613" y="6741"/>
                  </a:lnTo>
                  <a:lnTo>
                    <a:pt x="1222" y="6252"/>
                  </a:lnTo>
                  <a:lnTo>
                    <a:pt x="1613" y="5764"/>
                  </a:lnTo>
                  <a:lnTo>
                    <a:pt x="2272" y="5031"/>
                  </a:lnTo>
                  <a:lnTo>
                    <a:pt x="2663" y="4616"/>
                  </a:lnTo>
                  <a:lnTo>
                    <a:pt x="3127" y="4176"/>
                  </a:lnTo>
                  <a:lnTo>
                    <a:pt x="3640" y="3712"/>
                  </a:lnTo>
                  <a:lnTo>
                    <a:pt x="4201" y="3273"/>
                  </a:lnTo>
                  <a:lnTo>
                    <a:pt x="4788" y="2833"/>
                  </a:lnTo>
                  <a:lnTo>
                    <a:pt x="5423" y="2394"/>
                  </a:lnTo>
                  <a:lnTo>
                    <a:pt x="6082" y="2003"/>
                  </a:lnTo>
                  <a:lnTo>
                    <a:pt x="6448" y="1832"/>
                  </a:lnTo>
                  <a:lnTo>
                    <a:pt x="6790" y="1661"/>
                  </a:lnTo>
                  <a:lnTo>
                    <a:pt x="7157" y="1514"/>
                  </a:lnTo>
                  <a:lnTo>
                    <a:pt x="7523" y="1392"/>
                  </a:lnTo>
                  <a:lnTo>
                    <a:pt x="7914" y="1270"/>
                  </a:lnTo>
                  <a:lnTo>
                    <a:pt x="8304" y="1172"/>
                  </a:lnTo>
                  <a:lnTo>
                    <a:pt x="8695" y="1075"/>
                  </a:lnTo>
                  <a:lnTo>
                    <a:pt x="9086" y="1026"/>
                  </a:lnTo>
                  <a:lnTo>
                    <a:pt x="9477" y="977"/>
                  </a:lnTo>
                  <a:close/>
                  <a:moveTo>
                    <a:pt x="9892" y="0"/>
                  </a:moveTo>
                  <a:lnTo>
                    <a:pt x="9404" y="25"/>
                  </a:lnTo>
                  <a:lnTo>
                    <a:pt x="8915" y="73"/>
                  </a:lnTo>
                  <a:lnTo>
                    <a:pt x="8451" y="147"/>
                  </a:lnTo>
                  <a:lnTo>
                    <a:pt x="7963" y="244"/>
                  </a:lnTo>
                  <a:lnTo>
                    <a:pt x="7523" y="366"/>
                  </a:lnTo>
                  <a:lnTo>
                    <a:pt x="7059" y="513"/>
                  </a:lnTo>
                  <a:lnTo>
                    <a:pt x="6619" y="684"/>
                  </a:lnTo>
                  <a:lnTo>
                    <a:pt x="6204" y="879"/>
                  </a:lnTo>
                  <a:lnTo>
                    <a:pt x="5765" y="1075"/>
                  </a:lnTo>
                  <a:lnTo>
                    <a:pt x="5374" y="1295"/>
                  </a:lnTo>
                  <a:lnTo>
                    <a:pt x="4959" y="1539"/>
                  </a:lnTo>
                  <a:lnTo>
                    <a:pt x="4592" y="1783"/>
                  </a:lnTo>
                  <a:lnTo>
                    <a:pt x="3860" y="2296"/>
                  </a:lnTo>
                  <a:lnTo>
                    <a:pt x="3176" y="2833"/>
                  </a:lnTo>
                  <a:lnTo>
                    <a:pt x="2565" y="3370"/>
                  </a:lnTo>
                  <a:lnTo>
                    <a:pt x="2028" y="3883"/>
                  </a:lnTo>
                  <a:lnTo>
                    <a:pt x="1539" y="4372"/>
                  </a:lnTo>
                  <a:lnTo>
                    <a:pt x="1149" y="4836"/>
                  </a:lnTo>
                  <a:lnTo>
                    <a:pt x="562" y="5520"/>
                  </a:lnTo>
                  <a:lnTo>
                    <a:pt x="318" y="5837"/>
                  </a:lnTo>
                  <a:lnTo>
                    <a:pt x="1" y="6252"/>
                  </a:lnTo>
                  <a:lnTo>
                    <a:pt x="318" y="6668"/>
                  </a:lnTo>
                  <a:lnTo>
                    <a:pt x="562" y="6985"/>
                  </a:lnTo>
                  <a:lnTo>
                    <a:pt x="1149" y="7669"/>
                  </a:lnTo>
                  <a:lnTo>
                    <a:pt x="1539" y="8133"/>
                  </a:lnTo>
                  <a:lnTo>
                    <a:pt x="2028" y="8621"/>
                  </a:lnTo>
                  <a:lnTo>
                    <a:pt x="2565" y="9134"/>
                  </a:lnTo>
                  <a:lnTo>
                    <a:pt x="3176" y="9672"/>
                  </a:lnTo>
                  <a:lnTo>
                    <a:pt x="3860" y="10209"/>
                  </a:lnTo>
                  <a:lnTo>
                    <a:pt x="4592" y="10722"/>
                  </a:lnTo>
                  <a:lnTo>
                    <a:pt x="4959" y="10966"/>
                  </a:lnTo>
                  <a:lnTo>
                    <a:pt x="5374" y="11210"/>
                  </a:lnTo>
                  <a:lnTo>
                    <a:pt x="5765" y="11430"/>
                  </a:lnTo>
                  <a:lnTo>
                    <a:pt x="6204" y="11625"/>
                  </a:lnTo>
                  <a:lnTo>
                    <a:pt x="6619" y="11821"/>
                  </a:lnTo>
                  <a:lnTo>
                    <a:pt x="7059" y="11992"/>
                  </a:lnTo>
                  <a:lnTo>
                    <a:pt x="7523" y="12138"/>
                  </a:lnTo>
                  <a:lnTo>
                    <a:pt x="7963" y="12260"/>
                  </a:lnTo>
                  <a:lnTo>
                    <a:pt x="8451" y="12358"/>
                  </a:lnTo>
                  <a:lnTo>
                    <a:pt x="8915" y="12431"/>
                  </a:lnTo>
                  <a:lnTo>
                    <a:pt x="9404" y="12480"/>
                  </a:lnTo>
                  <a:lnTo>
                    <a:pt x="9892" y="12505"/>
                  </a:lnTo>
                  <a:lnTo>
                    <a:pt x="10380" y="12480"/>
                  </a:lnTo>
                  <a:lnTo>
                    <a:pt x="10869" y="12431"/>
                  </a:lnTo>
                  <a:lnTo>
                    <a:pt x="11333" y="12358"/>
                  </a:lnTo>
                  <a:lnTo>
                    <a:pt x="11821" y="12260"/>
                  </a:lnTo>
                  <a:lnTo>
                    <a:pt x="12261" y="12138"/>
                  </a:lnTo>
                  <a:lnTo>
                    <a:pt x="12725" y="11992"/>
                  </a:lnTo>
                  <a:lnTo>
                    <a:pt x="13165" y="11821"/>
                  </a:lnTo>
                  <a:lnTo>
                    <a:pt x="13580" y="11625"/>
                  </a:lnTo>
                  <a:lnTo>
                    <a:pt x="14019" y="11430"/>
                  </a:lnTo>
                  <a:lnTo>
                    <a:pt x="14410" y="11210"/>
                  </a:lnTo>
                  <a:lnTo>
                    <a:pt x="14825" y="10966"/>
                  </a:lnTo>
                  <a:lnTo>
                    <a:pt x="15192" y="10722"/>
                  </a:lnTo>
                  <a:lnTo>
                    <a:pt x="15924" y="10209"/>
                  </a:lnTo>
                  <a:lnTo>
                    <a:pt x="16608" y="9672"/>
                  </a:lnTo>
                  <a:lnTo>
                    <a:pt x="17219" y="9134"/>
                  </a:lnTo>
                  <a:lnTo>
                    <a:pt x="17756" y="8621"/>
                  </a:lnTo>
                  <a:lnTo>
                    <a:pt x="18245" y="8133"/>
                  </a:lnTo>
                  <a:lnTo>
                    <a:pt x="18635" y="7669"/>
                  </a:lnTo>
                  <a:lnTo>
                    <a:pt x="19222" y="6985"/>
                  </a:lnTo>
                  <a:lnTo>
                    <a:pt x="19466" y="6668"/>
                  </a:lnTo>
                  <a:lnTo>
                    <a:pt x="19783" y="6252"/>
                  </a:lnTo>
                  <a:lnTo>
                    <a:pt x="19466" y="5837"/>
                  </a:lnTo>
                  <a:lnTo>
                    <a:pt x="19222" y="5520"/>
                  </a:lnTo>
                  <a:lnTo>
                    <a:pt x="18635" y="4836"/>
                  </a:lnTo>
                  <a:lnTo>
                    <a:pt x="18245" y="4372"/>
                  </a:lnTo>
                  <a:lnTo>
                    <a:pt x="17756" y="3883"/>
                  </a:lnTo>
                  <a:lnTo>
                    <a:pt x="17219" y="3370"/>
                  </a:lnTo>
                  <a:lnTo>
                    <a:pt x="16608" y="2833"/>
                  </a:lnTo>
                  <a:lnTo>
                    <a:pt x="15924" y="2296"/>
                  </a:lnTo>
                  <a:lnTo>
                    <a:pt x="15192" y="1783"/>
                  </a:lnTo>
                  <a:lnTo>
                    <a:pt x="14825" y="1539"/>
                  </a:lnTo>
                  <a:lnTo>
                    <a:pt x="14410" y="1295"/>
                  </a:lnTo>
                  <a:lnTo>
                    <a:pt x="14019" y="1075"/>
                  </a:lnTo>
                  <a:lnTo>
                    <a:pt x="13580" y="879"/>
                  </a:lnTo>
                  <a:lnTo>
                    <a:pt x="13165" y="684"/>
                  </a:lnTo>
                  <a:lnTo>
                    <a:pt x="12725" y="513"/>
                  </a:lnTo>
                  <a:lnTo>
                    <a:pt x="12261" y="366"/>
                  </a:lnTo>
                  <a:lnTo>
                    <a:pt x="11821" y="244"/>
                  </a:lnTo>
                  <a:lnTo>
                    <a:pt x="11333" y="147"/>
                  </a:lnTo>
                  <a:lnTo>
                    <a:pt x="10869" y="73"/>
                  </a:lnTo>
                  <a:lnTo>
                    <a:pt x="10380" y="25"/>
                  </a:lnTo>
                  <a:lnTo>
                    <a:pt x="9892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79" name="Google Shape;279;p59"/>
            <p:cNvSpPr/>
            <p:nvPr/>
          </p:nvSpPr>
          <p:spPr>
            <a:xfrm>
              <a:off x="3384400" y="3091350"/>
              <a:ext cx="208850" cy="208825"/>
            </a:xfrm>
            <a:custGeom>
              <a:rect b="b" l="l" r="r" t="t"/>
              <a:pathLst>
                <a:path extrusionOk="0" h="8353" w="8354">
                  <a:moveTo>
                    <a:pt x="4177" y="0"/>
                  </a:moveTo>
                  <a:lnTo>
                    <a:pt x="3762" y="24"/>
                  </a:lnTo>
                  <a:lnTo>
                    <a:pt x="3347" y="73"/>
                  </a:lnTo>
                  <a:lnTo>
                    <a:pt x="2931" y="195"/>
                  </a:lnTo>
                  <a:lnTo>
                    <a:pt x="2541" y="318"/>
                  </a:lnTo>
                  <a:lnTo>
                    <a:pt x="2174" y="513"/>
                  </a:lnTo>
                  <a:lnTo>
                    <a:pt x="1832" y="708"/>
                  </a:lnTo>
                  <a:lnTo>
                    <a:pt x="1515" y="953"/>
                  </a:lnTo>
                  <a:lnTo>
                    <a:pt x="1222" y="1221"/>
                  </a:lnTo>
                  <a:lnTo>
                    <a:pt x="953" y="1514"/>
                  </a:lnTo>
                  <a:lnTo>
                    <a:pt x="709" y="1832"/>
                  </a:lnTo>
                  <a:lnTo>
                    <a:pt x="514" y="2174"/>
                  </a:lnTo>
                  <a:lnTo>
                    <a:pt x="318" y="2540"/>
                  </a:lnTo>
                  <a:lnTo>
                    <a:pt x="196" y="2931"/>
                  </a:lnTo>
                  <a:lnTo>
                    <a:pt x="74" y="3346"/>
                  </a:lnTo>
                  <a:lnTo>
                    <a:pt x="25" y="3761"/>
                  </a:lnTo>
                  <a:lnTo>
                    <a:pt x="1" y="4176"/>
                  </a:lnTo>
                  <a:lnTo>
                    <a:pt x="25" y="4592"/>
                  </a:lnTo>
                  <a:lnTo>
                    <a:pt x="74" y="5007"/>
                  </a:lnTo>
                  <a:lnTo>
                    <a:pt x="196" y="5422"/>
                  </a:lnTo>
                  <a:lnTo>
                    <a:pt x="318" y="5813"/>
                  </a:lnTo>
                  <a:lnTo>
                    <a:pt x="514" y="6179"/>
                  </a:lnTo>
                  <a:lnTo>
                    <a:pt x="709" y="6521"/>
                  </a:lnTo>
                  <a:lnTo>
                    <a:pt x="953" y="6839"/>
                  </a:lnTo>
                  <a:lnTo>
                    <a:pt x="1222" y="7132"/>
                  </a:lnTo>
                  <a:lnTo>
                    <a:pt x="1515" y="7400"/>
                  </a:lnTo>
                  <a:lnTo>
                    <a:pt x="1832" y="7644"/>
                  </a:lnTo>
                  <a:lnTo>
                    <a:pt x="2174" y="7840"/>
                  </a:lnTo>
                  <a:lnTo>
                    <a:pt x="2541" y="8035"/>
                  </a:lnTo>
                  <a:lnTo>
                    <a:pt x="2931" y="8157"/>
                  </a:lnTo>
                  <a:lnTo>
                    <a:pt x="3347" y="8279"/>
                  </a:lnTo>
                  <a:lnTo>
                    <a:pt x="3762" y="8328"/>
                  </a:lnTo>
                  <a:lnTo>
                    <a:pt x="4177" y="8353"/>
                  </a:lnTo>
                  <a:lnTo>
                    <a:pt x="4592" y="8328"/>
                  </a:lnTo>
                  <a:lnTo>
                    <a:pt x="5007" y="8279"/>
                  </a:lnTo>
                  <a:lnTo>
                    <a:pt x="5423" y="8157"/>
                  </a:lnTo>
                  <a:lnTo>
                    <a:pt x="5813" y="8035"/>
                  </a:lnTo>
                  <a:lnTo>
                    <a:pt x="6180" y="7840"/>
                  </a:lnTo>
                  <a:lnTo>
                    <a:pt x="6522" y="7644"/>
                  </a:lnTo>
                  <a:lnTo>
                    <a:pt x="6839" y="7400"/>
                  </a:lnTo>
                  <a:lnTo>
                    <a:pt x="7132" y="7132"/>
                  </a:lnTo>
                  <a:lnTo>
                    <a:pt x="7401" y="6839"/>
                  </a:lnTo>
                  <a:lnTo>
                    <a:pt x="7645" y="6521"/>
                  </a:lnTo>
                  <a:lnTo>
                    <a:pt x="7840" y="6179"/>
                  </a:lnTo>
                  <a:lnTo>
                    <a:pt x="8036" y="5813"/>
                  </a:lnTo>
                  <a:lnTo>
                    <a:pt x="8158" y="5422"/>
                  </a:lnTo>
                  <a:lnTo>
                    <a:pt x="8280" y="5007"/>
                  </a:lnTo>
                  <a:lnTo>
                    <a:pt x="8329" y="4592"/>
                  </a:lnTo>
                  <a:lnTo>
                    <a:pt x="8353" y="4176"/>
                  </a:lnTo>
                  <a:lnTo>
                    <a:pt x="8329" y="3737"/>
                  </a:lnTo>
                  <a:lnTo>
                    <a:pt x="8256" y="3297"/>
                  </a:lnTo>
                  <a:lnTo>
                    <a:pt x="8134" y="3517"/>
                  </a:lnTo>
                  <a:lnTo>
                    <a:pt x="8011" y="3688"/>
                  </a:lnTo>
                  <a:lnTo>
                    <a:pt x="7840" y="3859"/>
                  </a:lnTo>
                  <a:lnTo>
                    <a:pt x="7645" y="4005"/>
                  </a:lnTo>
                  <a:lnTo>
                    <a:pt x="7425" y="4128"/>
                  </a:lnTo>
                  <a:lnTo>
                    <a:pt x="7205" y="4201"/>
                  </a:lnTo>
                  <a:lnTo>
                    <a:pt x="6961" y="4250"/>
                  </a:lnTo>
                  <a:lnTo>
                    <a:pt x="6717" y="4274"/>
                  </a:lnTo>
                  <a:lnTo>
                    <a:pt x="6546" y="4274"/>
                  </a:lnTo>
                  <a:lnTo>
                    <a:pt x="6375" y="4250"/>
                  </a:lnTo>
                  <a:lnTo>
                    <a:pt x="6204" y="4201"/>
                  </a:lnTo>
                  <a:lnTo>
                    <a:pt x="6058" y="4152"/>
                  </a:lnTo>
                  <a:lnTo>
                    <a:pt x="5887" y="4079"/>
                  </a:lnTo>
                  <a:lnTo>
                    <a:pt x="5764" y="3981"/>
                  </a:lnTo>
                  <a:lnTo>
                    <a:pt x="5618" y="3883"/>
                  </a:lnTo>
                  <a:lnTo>
                    <a:pt x="5496" y="3786"/>
                  </a:lnTo>
                  <a:lnTo>
                    <a:pt x="5398" y="3664"/>
                  </a:lnTo>
                  <a:lnTo>
                    <a:pt x="5300" y="3517"/>
                  </a:lnTo>
                  <a:lnTo>
                    <a:pt x="5203" y="3395"/>
                  </a:lnTo>
                  <a:lnTo>
                    <a:pt x="5129" y="3224"/>
                  </a:lnTo>
                  <a:lnTo>
                    <a:pt x="5081" y="3077"/>
                  </a:lnTo>
                  <a:lnTo>
                    <a:pt x="5032" y="2906"/>
                  </a:lnTo>
                  <a:lnTo>
                    <a:pt x="5007" y="2735"/>
                  </a:lnTo>
                  <a:lnTo>
                    <a:pt x="5007" y="2564"/>
                  </a:lnTo>
                  <a:lnTo>
                    <a:pt x="5007" y="2394"/>
                  </a:lnTo>
                  <a:lnTo>
                    <a:pt x="5032" y="2223"/>
                  </a:lnTo>
                  <a:lnTo>
                    <a:pt x="5081" y="2052"/>
                  </a:lnTo>
                  <a:lnTo>
                    <a:pt x="5129" y="1905"/>
                  </a:lnTo>
                  <a:lnTo>
                    <a:pt x="5203" y="1759"/>
                  </a:lnTo>
                  <a:lnTo>
                    <a:pt x="5300" y="1612"/>
                  </a:lnTo>
                  <a:lnTo>
                    <a:pt x="5398" y="1490"/>
                  </a:lnTo>
                  <a:lnTo>
                    <a:pt x="5496" y="1368"/>
                  </a:lnTo>
                  <a:lnTo>
                    <a:pt x="5618" y="1246"/>
                  </a:lnTo>
                  <a:lnTo>
                    <a:pt x="5764" y="1148"/>
                  </a:lnTo>
                  <a:lnTo>
                    <a:pt x="5887" y="1075"/>
                  </a:lnTo>
                  <a:lnTo>
                    <a:pt x="6033" y="1001"/>
                  </a:lnTo>
                  <a:lnTo>
                    <a:pt x="6204" y="928"/>
                  </a:lnTo>
                  <a:lnTo>
                    <a:pt x="6375" y="879"/>
                  </a:lnTo>
                  <a:lnTo>
                    <a:pt x="6522" y="855"/>
                  </a:lnTo>
                  <a:lnTo>
                    <a:pt x="6717" y="855"/>
                  </a:lnTo>
                  <a:lnTo>
                    <a:pt x="6448" y="659"/>
                  </a:lnTo>
                  <a:lnTo>
                    <a:pt x="6155" y="489"/>
                  </a:lnTo>
                  <a:lnTo>
                    <a:pt x="5838" y="342"/>
                  </a:lnTo>
                  <a:lnTo>
                    <a:pt x="5545" y="220"/>
                  </a:lnTo>
                  <a:lnTo>
                    <a:pt x="5203" y="122"/>
                  </a:lnTo>
                  <a:lnTo>
                    <a:pt x="4885" y="49"/>
                  </a:lnTo>
                  <a:lnTo>
                    <a:pt x="4519" y="24"/>
                  </a:lnTo>
                  <a:lnTo>
                    <a:pt x="4177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280" name="Google Shape;280;p59"/>
          <p:cNvSpPr/>
          <p:nvPr/>
        </p:nvSpPr>
        <p:spPr>
          <a:xfrm>
            <a:off x="8738873" y="3818415"/>
            <a:ext cx="355300" cy="355279"/>
          </a:xfrm>
          <a:custGeom>
            <a:rect b="b" l="l" r="r" t="t"/>
            <a:pathLst>
              <a:path extrusionOk="0" h="16999" w="17000">
                <a:moveTo>
                  <a:pt x="8769" y="5740"/>
                </a:moveTo>
                <a:lnTo>
                  <a:pt x="9037" y="5788"/>
                </a:lnTo>
                <a:lnTo>
                  <a:pt x="9282" y="5862"/>
                </a:lnTo>
                <a:lnTo>
                  <a:pt x="9550" y="5935"/>
                </a:lnTo>
                <a:lnTo>
                  <a:pt x="9794" y="6057"/>
                </a:lnTo>
                <a:lnTo>
                  <a:pt x="10014" y="6204"/>
                </a:lnTo>
                <a:lnTo>
                  <a:pt x="10234" y="6350"/>
                </a:lnTo>
                <a:lnTo>
                  <a:pt x="10454" y="6546"/>
                </a:lnTo>
                <a:lnTo>
                  <a:pt x="10649" y="6765"/>
                </a:lnTo>
                <a:lnTo>
                  <a:pt x="10796" y="6985"/>
                </a:lnTo>
                <a:lnTo>
                  <a:pt x="10942" y="7205"/>
                </a:lnTo>
                <a:lnTo>
                  <a:pt x="11064" y="7449"/>
                </a:lnTo>
                <a:lnTo>
                  <a:pt x="11138" y="7718"/>
                </a:lnTo>
                <a:lnTo>
                  <a:pt x="11211" y="7962"/>
                </a:lnTo>
                <a:lnTo>
                  <a:pt x="11260" y="8231"/>
                </a:lnTo>
                <a:lnTo>
                  <a:pt x="11260" y="8499"/>
                </a:lnTo>
                <a:lnTo>
                  <a:pt x="11260" y="8768"/>
                </a:lnTo>
                <a:lnTo>
                  <a:pt x="11211" y="9037"/>
                </a:lnTo>
                <a:lnTo>
                  <a:pt x="11138" y="9281"/>
                </a:lnTo>
                <a:lnTo>
                  <a:pt x="11064" y="9550"/>
                </a:lnTo>
                <a:lnTo>
                  <a:pt x="10942" y="9794"/>
                </a:lnTo>
                <a:lnTo>
                  <a:pt x="10796" y="10014"/>
                </a:lnTo>
                <a:lnTo>
                  <a:pt x="10649" y="10233"/>
                </a:lnTo>
                <a:lnTo>
                  <a:pt x="10454" y="10453"/>
                </a:lnTo>
                <a:lnTo>
                  <a:pt x="10234" y="10649"/>
                </a:lnTo>
                <a:lnTo>
                  <a:pt x="10014" y="10795"/>
                </a:lnTo>
                <a:lnTo>
                  <a:pt x="9794" y="10942"/>
                </a:lnTo>
                <a:lnTo>
                  <a:pt x="9550" y="11064"/>
                </a:lnTo>
                <a:lnTo>
                  <a:pt x="9282" y="11137"/>
                </a:lnTo>
                <a:lnTo>
                  <a:pt x="9037" y="11210"/>
                </a:lnTo>
                <a:lnTo>
                  <a:pt x="8769" y="11259"/>
                </a:lnTo>
                <a:lnTo>
                  <a:pt x="8231" y="11259"/>
                </a:lnTo>
                <a:lnTo>
                  <a:pt x="7963" y="11210"/>
                </a:lnTo>
                <a:lnTo>
                  <a:pt x="7719" y="11137"/>
                </a:lnTo>
                <a:lnTo>
                  <a:pt x="7450" y="11064"/>
                </a:lnTo>
                <a:lnTo>
                  <a:pt x="7206" y="10942"/>
                </a:lnTo>
                <a:lnTo>
                  <a:pt x="6986" y="10795"/>
                </a:lnTo>
                <a:lnTo>
                  <a:pt x="6766" y="10649"/>
                </a:lnTo>
                <a:lnTo>
                  <a:pt x="6546" y="10453"/>
                </a:lnTo>
                <a:lnTo>
                  <a:pt x="6351" y="10233"/>
                </a:lnTo>
                <a:lnTo>
                  <a:pt x="6204" y="10014"/>
                </a:lnTo>
                <a:lnTo>
                  <a:pt x="6058" y="9794"/>
                </a:lnTo>
                <a:lnTo>
                  <a:pt x="5936" y="9550"/>
                </a:lnTo>
                <a:lnTo>
                  <a:pt x="5862" y="9281"/>
                </a:lnTo>
                <a:lnTo>
                  <a:pt x="5789" y="9037"/>
                </a:lnTo>
                <a:lnTo>
                  <a:pt x="5740" y="8768"/>
                </a:lnTo>
                <a:lnTo>
                  <a:pt x="5740" y="8499"/>
                </a:lnTo>
                <a:lnTo>
                  <a:pt x="5740" y="8231"/>
                </a:lnTo>
                <a:lnTo>
                  <a:pt x="5789" y="7962"/>
                </a:lnTo>
                <a:lnTo>
                  <a:pt x="5862" y="7718"/>
                </a:lnTo>
                <a:lnTo>
                  <a:pt x="5936" y="7449"/>
                </a:lnTo>
                <a:lnTo>
                  <a:pt x="6058" y="7205"/>
                </a:lnTo>
                <a:lnTo>
                  <a:pt x="6204" y="6985"/>
                </a:lnTo>
                <a:lnTo>
                  <a:pt x="6351" y="6765"/>
                </a:lnTo>
                <a:lnTo>
                  <a:pt x="6546" y="6546"/>
                </a:lnTo>
                <a:lnTo>
                  <a:pt x="6766" y="6350"/>
                </a:lnTo>
                <a:lnTo>
                  <a:pt x="6986" y="6204"/>
                </a:lnTo>
                <a:lnTo>
                  <a:pt x="7206" y="6057"/>
                </a:lnTo>
                <a:lnTo>
                  <a:pt x="7450" y="5935"/>
                </a:lnTo>
                <a:lnTo>
                  <a:pt x="7719" y="5862"/>
                </a:lnTo>
                <a:lnTo>
                  <a:pt x="7963" y="5788"/>
                </a:lnTo>
                <a:lnTo>
                  <a:pt x="8231" y="5740"/>
                </a:lnTo>
                <a:close/>
                <a:moveTo>
                  <a:pt x="7914" y="0"/>
                </a:moveTo>
                <a:lnTo>
                  <a:pt x="7743" y="25"/>
                </a:lnTo>
                <a:lnTo>
                  <a:pt x="7596" y="73"/>
                </a:lnTo>
                <a:lnTo>
                  <a:pt x="7474" y="147"/>
                </a:lnTo>
                <a:lnTo>
                  <a:pt x="7328" y="244"/>
                </a:lnTo>
                <a:lnTo>
                  <a:pt x="7230" y="342"/>
                </a:lnTo>
                <a:lnTo>
                  <a:pt x="7132" y="489"/>
                </a:lnTo>
                <a:lnTo>
                  <a:pt x="7084" y="635"/>
                </a:lnTo>
                <a:lnTo>
                  <a:pt x="7035" y="782"/>
                </a:lnTo>
                <a:lnTo>
                  <a:pt x="6839" y="2540"/>
                </a:lnTo>
                <a:lnTo>
                  <a:pt x="6497" y="2638"/>
                </a:lnTo>
                <a:lnTo>
                  <a:pt x="6131" y="2784"/>
                </a:lnTo>
                <a:lnTo>
                  <a:pt x="5789" y="2931"/>
                </a:lnTo>
                <a:lnTo>
                  <a:pt x="5447" y="3102"/>
                </a:lnTo>
                <a:lnTo>
                  <a:pt x="4079" y="2027"/>
                </a:lnTo>
                <a:lnTo>
                  <a:pt x="3933" y="1930"/>
                </a:lnTo>
                <a:lnTo>
                  <a:pt x="3786" y="1881"/>
                </a:lnTo>
                <a:lnTo>
                  <a:pt x="3640" y="1832"/>
                </a:lnTo>
                <a:lnTo>
                  <a:pt x="3493" y="1832"/>
                </a:lnTo>
                <a:lnTo>
                  <a:pt x="3322" y="1856"/>
                </a:lnTo>
                <a:lnTo>
                  <a:pt x="3176" y="1905"/>
                </a:lnTo>
                <a:lnTo>
                  <a:pt x="3029" y="1978"/>
                </a:lnTo>
                <a:lnTo>
                  <a:pt x="2907" y="2076"/>
                </a:lnTo>
                <a:lnTo>
                  <a:pt x="2077" y="2907"/>
                </a:lnTo>
                <a:lnTo>
                  <a:pt x="1979" y="3029"/>
                </a:lnTo>
                <a:lnTo>
                  <a:pt x="1906" y="3175"/>
                </a:lnTo>
                <a:lnTo>
                  <a:pt x="1857" y="3322"/>
                </a:lnTo>
                <a:lnTo>
                  <a:pt x="1833" y="3493"/>
                </a:lnTo>
                <a:lnTo>
                  <a:pt x="1833" y="3639"/>
                </a:lnTo>
                <a:lnTo>
                  <a:pt x="1881" y="3786"/>
                </a:lnTo>
                <a:lnTo>
                  <a:pt x="1930" y="3932"/>
                </a:lnTo>
                <a:lnTo>
                  <a:pt x="2028" y="4079"/>
                </a:lnTo>
                <a:lnTo>
                  <a:pt x="3103" y="5447"/>
                </a:lnTo>
                <a:lnTo>
                  <a:pt x="2932" y="5788"/>
                </a:lnTo>
                <a:lnTo>
                  <a:pt x="2785" y="6130"/>
                </a:lnTo>
                <a:lnTo>
                  <a:pt x="2639" y="6497"/>
                </a:lnTo>
                <a:lnTo>
                  <a:pt x="2541" y="6839"/>
                </a:lnTo>
                <a:lnTo>
                  <a:pt x="782" y="7034"/>
                </a:lnTo>
                <a:lnTo>
                  <a:pt x="636" y="7083"/>
                </a:lnTo>
                <a:lnTo>
                  <a:pt x="489" y="7132"/>
                </a:lnTo>
                <a:lnTo>
                  <a:pt x="343" y="7229"/>
                </a:lnTo>
                <a:lnTo>
                  <a:pt x="245" y="7327"/>
                </a:lnTo>
                <a:lnTo>
                  <a:pt x="147" y="7474"/>
                </a:lnTo>
                <a:lnTo>
                  <a:pt x="74" y="7596"/>
                </a:lnTo>
                <a:lnTo>
                  <a:pt x="25" y="7742"/>
                </a:lnTo>
                <a:lnTo>
                  <a:pt x="1" y="7913"/>
                </a:lnTo>
                <a:lnTo>
                  <a:pt x="1" y="9086"/>
                </a:lnTo>
                <a:lnTo>
                  <a:pt x="25" y="9257"/>
                </a:lnTo>
                <a:lnTo>
                  <a:pt x="74" y="9403"/>
                </a:lnTo>
                <a:lnTo>
                  <a:pt x="147" y="9525"/>
                </a:lnTo>
                <a:lnTo>
                  <a:pt x="245" y="9672"/>
                </a:lnTo>
                <a:lnTo>
                  <a:pt x="343" y="9769"/>
                </a:lnTo>
                <a:lnTo>
                  <a:pt x="489" y="9867"/>
                </a:lnTo>
                <a:lnTo>
                  <a:pt x="636" y="9916"/>
                </a:lnTo>
                <a:lnTo>
                  <a:pt x="782" y="9965"/>
                </a:lnTo>
                <a:lnTo>
                  <a:pt x="2541" y="10160"/>
                </a:lnTo>
                <a:lnTo>
                  <a:pt x="2639" y="10502"/>
                </a:lnTo>
                <a:lnTo>
                  <a:pt x="2785" y="10868"/>
                </a:lnTo>
                <a:lnTo>
                  <a:pt x="2932" y="11210"/>
                </a:lnTo>
                <a:lnTo>
                  <a:pt x="3103" y="11552"/>
                </a:lnTo>
                <a:lnTo>
                  <a:pt x="2028" y="12920"/>
                </a:lnTo>
                <a:lnTo>
                  <a:pt x="1930" y="13067"/>
                </a:lnTo>
                <a:lnTo>
                  <a:pt x="1881" y="13213"/>
                </a:lnTo>
                <a:lnTo>
                  <a:pt x="1833" y="13360"/>
                </a:lnTo>
                <a:lnTo>
                  <a:pt x="1833" y="13506"/>
                </a:lnTo>
                <a:lnTo>
                  <a:pt x="1857" y="13677"/>
                </a:lnTo>
                <a:lnTo>
                  <a:pt x="1906" y="13824"/>
                </a:lnTo>
                <a:lnTo>
                  <a:pt x="1979" y="13970"/>
                </a:lnTo>
                <a:lnTo>
                  <a:pt x="2077" y="14092"/>
                </a:lnTo>
                <a:lnTo>
                  <a:pt x="2907" y="14923"/>
                </a:lnTo>
                <a:lnTo>
                  <a:pt x="3029" y="15020"/>
                </a:lnTo>
                <a:lnTo>
                  <a:pt x="3176" y="15094"/>
                </a:lnTo>
                <a:lnTo>
                  <a:pt x="3322" y="15142"/>
                </a:lnTo>
                <a:lnTo>
                  <a:pt x="3493" y="15167"/>
                </a:lnTo>
                <a:lnTo>
                  <a:pt x="3640" y="15167"/>
                </a:lnTo>
                <a:lnTo>
                  <a:pt x="3786" y="15118"/>
                </a:lnTo>
                <a:lnTo>
                  <a:pt x="3933" y="15069"/>
                </a:lnTo>
                <a:lnTo>
                  <a:pt x="4079" y="14996"/>
                </a:lnTo>
                <a:lnTo>
                  <a:pt x="5447" y="13897"/>
                </a:lnTo>
                <a:lnTo>
                  <a:pt x="5789" y="14068"/>
                </a:lnTo>
                <a:lnTo>
                  <a:pt x="6131" y="14214"/>
                </a:lnTo>
                <a:lnTo>
                  <a:pt x="6497" y="14361"/>
                </a:lnTo>
                <a:lnTo>
                  <a:pt x="6839" y="14459"/>
                </a:lnTo>
                <a:lnTo>
                  <a:pt x="7035" y="16217"/>
                </a:lnTo>
                <a:lnTo>
                  <a:pt x="7084" y="16364"/>
                </a:lnTo>
                <a:lnTo>
                  <a:pt x="7132" y="16510"/>
                </a:lnTo>
                <a:lnTo>
                  <a:pt x="7230" y="16657"/>
                </a:lnTo>
                <a:lnTo>
                  <a:pt x="7328" y="16754"/>
                </a:lnTo>
                <a:lnTo>
                  <a:pt x="7474" y="16852"/>
                </a:lnTo>
                <a:lnTo>
                  <a:pt x="7596" y="16925"/>
                </a:lnTo>
                <a:lnTo>
                  <a:pt x="7743" y="16974"/>
                </a:lnTo>
                <a:lnTo>
                  <a:pt x="7914" y="16999"/>
                </a:lnTo>
                <a:lnTo>
                  <a:pt x="9086" y="16999"/>
                </a:lnTo>
                <a:lnTo>
                  <a:pt x="9257" y="16974"/>
                </a:lnTo>
                <a:lnTo>
                  <a:pt x="9404" y="16925"/>
                </a:lnTo>
                <a:lnTo>
                  <a:pt x="9526" y="16852"/>
                </a:lnTo>
                <a:lnTo>
                  <a:pt x="9672" y="16754"/>
                </a:lnTo>
                <a:lnTo>
                  <a:pt x="9770" y="16657"/>
                </a:lnTo>
                <a:lnTo>
                  <a:pt x="9868" y="16510"/>
                </a:lnTo>
                <a:lnTo>
                  <a:pt x="9917" y="16364"/>
                </a:lnTo>
                <a:lnTo>
                  <a:pt x="9965" y="16217"/>
                </a:lnTo>
                <a:lnTo>
                  <a:pt x="10161" y="14459"/>
                </a:lnTo>
                <a:lnTo>
                  <a:pt x="10503" y="14361"/>
                </a:lnTo>
                <a:lnTo>
                  <a:pt x="10869" y="14214"/>
                </a:lnTo>
                <a:lnTo>
                  <a:pt x="11211" y="14068"/>
                </a:lnTo>
                <a:lnTo>
                  <a:pt x="11553" y="13897"/>
                </a:lnTo>
                <a:lnTo>
                  <a:pt x="12921" y="14996"/>
                </a:lnTo>
                <a:lnTo>
                  <a:pt x="13067" y="15069"/>
                </a:lnTo>
                <a:lnTo>
                  <a:pt x="13214" y="15118"/>
                </a:lnTo>
                <a:lnTo>
                  <a:pt x="13360" y="15167"/>
                </a:lnTo>
                <a:lnTo>
                  <a:pt x="13507" y="15167"/>
                </a:lnTo>
                <a:lnTo>
                  <a:pt x="13678" y="15142"/>
                </a:lnTo>
                <a:lnTo>
                  <a:pt x="13824" y="15094"/>
                </a:lnTo>
                <a:lnTo>
                  <a:pt x="13971" y="15020"/>
                </a:lnTo>
                <a:lnTo>
                  <a:pt x="14093" y="14923"/>
                </a:lnTo>
                <a:lnTo>
                  <a:pt x="14923" y="14092"/>
                </a:lnTo>
                <a:lnTo>
                  <a:pt x="15021" y="13970"/>
                </a:lnTo>
                <a:lnTo>
                  <a:pt x="15094" y="13824"/>
                </a:lnTo>
                <a:lnTo>
                  <a:pt x="15143" y="13677"/>
                </a:lnTo>
                <a:lnTo>
                  <a:pt x="15168" y="13506"/>
                </a:lnTo>
                <a:lnTo>
                  <a:pt x="15168" y="13360"/>
                </a:lnTo>
                <a:lnTo>
                  <a:pt x="15119" y="13213"/>
                </a:lnTo>
                <a:lnTo>
                  <a:pt x="15070" y="13067"/>
                </a:lnTo>
                <a:lnTo>
                  <a:pt x="14997" y="12920"/>
                </a:lnTo>
                <a:lnTo>
                  <a:pt x="13898" y="11552"/>
                </a:lnTo>
                <a:lnTo>
                  <a:pt x="14068" y="11210"/>
                </a:lnTo>
                <a:lnTo>
                  <a:pt x="14215" y="10868"/>
                </a:lnTo>
                <a:lnTo>
                  <a:pt x="14362" y="10502"/>
                </a:lnTo>
                <a:lnTo>
                  <a:pt x="14459" y="10160"/>
                </a:lnTo>
                <a:lnTo>
                  <a:pt x="16218" y="9965"/>
                </a:lnTo>
                <a:lnTo>
                  <a:pt x="16364" y="9916"/>
                </a:lnTo>
                <a:lnTo>
                  <a:pt x="16511" y="9867"/>
                </a:lnTo>
                <a:lnTo>
                  <a:pt x="16657" y="9769"/>
                </a:lnTo>
                <a:lnTo>
                  <a:pt x="16755" y="9672"/>
                </a:lnTo>
                <a:lnTo>
                  <a:pt x="16853" y="9525"/>
                </a:lnTo>
                <a:lnTo>
                  <a:pt x="16926" y="9403"/>
                </a:lnTo>
                <a:lnTo>
                  <a:pt x="16975" y="9257"/>
                </a:lnTo>
                <a:lnTo>
                  <a:pt x="16999" y="9086"/>
                </a:lnTo>
                <a:lnTo>
                  <a:pt x="16999" y="7913"/>
                </a:lnTo>
                <a:lnTo>
                  <a:pt x="16975" y="7742"/>
                </a:lnTo>
                <a:lnTo>
                  <a:pt x="16926" y="7596"/>
                </a:lnTo>
                <a:lnTo>
                  <a:pt x="16853" y="7474"/>
                </a:lnTo>
                <a:lnTo>
                  <a:pt x="16755" y="7327"/>
                </a:lnTo>
                <a:lnTo>
                  <a:pt x="16657" y="7229"/>
                </a:lnTo>
                <a:lnTo>
                  <a:pt x="16511" y="7132"/>
                </a:lnTo>
                <a:lnTo>
                  <a:pt x="16364" y="7083"/>
                </a:lnTo>
                <a:lnTo>
                  <a:pt x="16218" y="7034"/>
                </a:lnTo>
                <a:lnTo>
                  <a:pt x="14459" y="6839"/>
                </a:lnTo>
                <a:lnTo>
                  <a:pt x="14362" y="6497"/>
                </a:lnTo>
                <a:lnTo>
                  <a:pt x="14215" y="6130"/>
                </a:lnTo>
                <a:lnTo>
                  <a:pt x="14068" y="5788"/>
                </a:lnTo>
                <a:lnTo>
                  <a:pt x="13898" y="5447"/>
                </a:lnTo>
                <a:lnTo>
                  <a:pt x="14997" y="4079"/>
                </a:lnTo>
                <a:lnTo>
                  <a:pt x="15070" y="3932"/>
                </a:lnTo>
                <a:lnTo>
                  <a:pt x="15119" y="3786"/>
                </a:lnTo>
                <a:lnTo>
                  <a:pt x="15168" y="3639"/>
                </a:lnTo>
                <a:lnTo>
                  <a:pt x="15168" y="3493"/>
                </a:lnTo>
                <a:lnTo>
                  <a:pt x="15143" y="3322"/>
                </a:lnTo>
                <a:lnTo>
                  <a:pt x="15094" y="3175"/>
                </a:lnTo>
                <a:lnTo>
                  <a:pt x="15021" y="3029"/>
                </a:lnTo>
                <a:lnTo>
                  <a:pt x="14923" y="2907"/>
                </a:lnTo>
                <a:lnTo>
                  <a:pt x="14093" y="2076"/>
                </a:lnTo>
                <a:lnTo>
                  <a:pt x="13971" y="1978"/>
                </a:lnTo>
                <a:lnTo>
                  <a:pt x="13824" y="1905"/>
                </a:lnTo>
                <a:lnTo>
                  <a:pt x="13678" y="1856"/>
                </a:lnTo>
                <a:lnTo>
                  <a:pt x="13507" y="1832"/>
                </a:lnTo>
                <a:lnTo>
                  <a:pt x="13360" y="1832"/>
                </a:lnTo>
                <a:lnTo>
                  <a:pt x="13214" y="1881"/>
                </a:lnTo>
                <a:lnTo>
                  <a:pt x="13067" y="1930"/>
                </a:lnTo>
                <a:lnTo>
                  <a:pt x="12921" y="2027"/>
                </a:lnTo>
                <a:lnTo>
                  <a:pt x="11553" y="3102"/>
                </a:lnTo>
                <a:lnTo>
                  <a:pt x="11211" y="2931"/>
                </a:lnTo>
                <a:lnTo>
                  <a:pt x="10869" y="2784"/>
                </a:lnTo>
                <a:lnTo>
                  <a:pt x="10503" y="2638"/>
                </a:lnTo>
                <a:lnTo>
                  <a:pt x="10161" y="2540"/>
                </a:lnTo>
                <a:lnTo>
                  <a:pt x="9965" y="782"/>
                </a:lnTo>
                <a:lnTo>
                  <a:pt x="9917" y="635"/>
                </a:lnTo>
                <a:lnTo>
                  <a:pt x="9868" y="489"/>
                </a:lnTo>
                <a:lnTo>
                  <a:pt x="9770" y="342"/>
                </a:lnTo>
                <a:lnTo>
                  <a:pt x="9672" y="244"/>
                </a:lnTo>
                <a:lnTo>
                  <a:pt x="9526" y="147"/>
                </a:lnTo>
                <a:lnTo>
                  <a:pt x="9404" y="73"/>
                </a:lnTo>
                <a:lnTo>
                  <a:pt x="9257" y="25"/>
                </a:lnTo>
                <a:lnTo>
                  <a:pt x="9086" y="0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grpSp>
        <p:nvGrpSpPr>
          <p:cNvPr id="281" name="Google Shape;281;p59"/>
          <p:cNvGrpSpPr/>
          <p:nvPr/>
        </p:nvGrpSpPr>
        <p:grpSpPr>
          <a:xfrm>
            <a:off x="9266011" y="3837714"/>
            <a:ext cx="427781" cy="316489"/>
            <a:chOff x="5255200" y="3006475"/>
            <a:chExt cx="511700" cy="378575"/>
          </a:xfrm>
        </p:grpSpPr>
        <p:sp>
          <p:nvSpPr>
            <p:cNvPr id="282" name="Google Shape;282;p59"/>
            <p:cNvSpPr/>
            <p:nvPr/>
          </p:nvSpPr>
          <p:spPr>
            <a:xfrm>
              <a:off x="5255200" y="3006475"/>
              <a:ext cx="349900" cy="349875"/>
            </a:xfrm>
            <a:custGeom>
              <a:rect b="b" l="l" r="r" t="t"/>
              <a:pathLst>
                <a:path extrusionOk="0" h="13995" w="13996">
                  <a:moveTo>
                    <a:pt x="6986" y="4714"/>
                  </a:moveTo>
                  <a:lnTo>
                    <a:pt x="7206" y="4738"/>
                  </a:lnTo>
                  <a:lnTo>
                    <a:pt x="7425" y="4763"/>
                  </a:lnTo>
                  <a:lnTo>
                    <a:pt x="7645" y="4812"/>
                  </a:lnTo>
                  <a:lnTo>
                    <a:pt x="7841" y="4885"/>
                  </a:lnTo>
                  <a:lnTo>
                    <a:pt x="8060" y="4983"/>
                  </a:lnTo>
                  <a:lnTo>
                    <a:pt x="8256" y="5105"/>
                  </a:lnTo>
                  <a:lnTo>
                    <a:pt x="8427" y="5227"/>
                  </a:lnTo>
                  <a:lnTo>
                    <a:pt x="8598" y="5398"/>
                  </a:lnTo>
                  <a:lnTo>
                    <a:pt x="8769" y="5569"/>
                  </a:lnTo>
                  <a:lnTo>
                    <a:pt x="8891" y="5740"/>
                  </a:lnTo>
                  <a:lnTo>
                    <a:pt x="9013" y="5935"/>
                  </a:lnTo>
                  <a:lnTo>
                    <a:pt x="9111" y="6155"/>
                  </a:lnTo>
                  <a:lnTo>
                    <a:pt x="9184" y="6350"/>
                  </a:lnTo>
                  <a:lnTo>
                    <a:pt x="9233" y="6570"/>
                  </a:lnTo>
                  <a:lnTo>
                    <a:pt x="9257" y="6790"/>
                  </a:lnTo>
                  <a:lnTo>
                    <a:pt x="9257" y="7010"/>
                  </a:lnTo>
                  <a:lnTo>
                    <a:pt x="9257" y="7229"/>
                  </a:lnTo>
                  <a:lnTo>
                    <a:pt x="9233" y="7425"/>
                  </a:lnTo>
                  <a:lnTo>
                    <a:pt x="9184" y="7645"/>
                  </a:lnTo>
                  <a:lnTo>
                    <a:pt x="9111" y="7864"/>
                  </a:lnTo>
                  <a:lnTo>
                    <a:pt x="9013" y="8060"/>
                  </a:lnTo>
                  <a:lnTo>
                    <a:pt x="8891" y="8255"/>
                  </a:lnTo>
                  <a:lnTo>
                    <a:pt x="8769" y="8451"/>
                  </a:lnTo>
                  <a:lnTo>
                    <a:pt x="8598" y="8622"/>
                  </a:lnTo>
                  <a:lnTo>
                    <a:pt x="8427" y="8768"/>
                  </a:lnTo>
                  <a:lnTo>
                    <a:pt x="8256" y="8915"/>
                  </a:lnTo>
                  <a:lnTo>
                    <a:pt x="8060" y="9012"/>
                  </a:lnTo>
                  <a:lnTo>
                    <a:pt x="7841" y="9110"/>
                  </a:lnTo>
                  <a:lnTo>
                    <a:pt x="7645" y="9183"/>
                  </a:lnTo>
                  <a:lnTo>
                    <a:pt x="7425" y="9232"/>
                  </a:lnTo>
                  <a:lnTo>
                    <a:pt x="7206" y="9257"/>
                  </a:lnTo>
                  <a:lnTo>
                    <a:pt x="6986" y="9281"/>
                  </a:lnTo>
                  <a:lnTo>
                    <a:pt x="6766" y="9257"/>
                  </a:lnTo>
                  <a:lnTo>
                    <a:pt x="6546" y="9232"/>
                  </a:lnTo>
                  <a:lnTo>
                    <a:pt x="6351" y="9183"/>
                  </a:lnTo>
                  <a:lnTo>
                    <a:pt x="6131" y="9110"/>
                  </a:lnTo>
                  <a:lnTo>
                    <a:pt x="5936" y="9012"/>
                  </a:lnTo>
                  <a:lnTo>
                    <a:pt x="5740" y="8915"/>
                  </a:lnTo>
                  <a:lnTo>
                    <a:pt x="5545" y="8768"/>
                  </a:lnTo>
                  <a:lnTo>
                    <a:pt x="5374" y="8622"/>
                  </a:lnTo>
                  <a:lnTo>
                    <a:pt x="5227" y="8451"/>
                  </a:lnTo>
                  <a:lnTo>
                    <a:pt x="5081" y="8255"/>
                  </a:lnTo>
                  <a:lnTo>
                    <a:pt x="4983" y="8060"/>
                  </a:lnTo>
                  <a:lnTo>
                    <a:pt x="4885" y="7864"/>
                  </a:lnTo>
                  <a:lnTo>
                    <a:pt x="4812" y="7645"/>
                  </a:lnTo>
                  <a:lnTo>
                    <a:pt x="4763" y="7425"/>
                  </a:lnTo>
                  <a:lnTo>
                    <a:pt x="4714" y="7229"/>
                  </a:lnTo>
                  <a:lnTo>
                    <a:pt x="4714" y="7010"/>
                  </a:lnTo>
                  <a:lnTo>
                    <a:pt x="4714" y="6790"/>
                  </a:lnTo>
                  <a:lnTo>
                    <a:pt x="4763" y="6570"/>
                  </a:lnTo>
                  <a:lnTo>
                    <a:pt x="4812" y="6350"/>
                  </a:lnTo>
                  <a:lnTo>
                    <a:pt x="4885" y="6155"/>
                  </a:lnTo>
                  <a:lnTo>
                    <a:pt x="4983" y="5935"/>
                  </a:lnTo>
                  <a:lnTo>
                    <a:pt x="5081" y="5740"/>
                  </a:lnTo>
                  <a:lnTo>
                    <a:pt x="5227" y="5569"/>
                  </a:lnTo>
                  <a:lnTo>
                    <a:pt x="5374" y="5398"/>
                  </a:lnTo>
                  <a:lnTo>
                    <a:pt x="5545" y="5227"/>
                  </a:lnTo>
                  <a:lnTo>
                    <a:pt x="5740" y="5105"/>
                  </a:lnTo>
                  <a:lnTo>
                    <a:pt x="5936" y="4983"/>
                  </a:lnTo>
                  <a:lnTo>
                    <a:pt x="6131" y="4885"/>
                  </a:lnTo>
                  <a:lnTo>
                    <a:pt x="6351" y="4812"/>
                  </a:lnTo>
                  <a:lnTo>
                    <a:pt x="6546" y="4763"/>
                  </a:lnTo>
                  <a:lnTo>
                    <a:pt x="6766" y="4738"/>
                  </a:lnTo>
                  <a:lnTo>
                    <a:pt x="6986" y="4714"/>
                  </a:lnTo>
                  <a:close/>
                  <a:moveTo>
                    <a:pt x="6497" y="0"/>
                  </a:moveTo>
                  <a:lnTo>
                    <a:pt x="6375" y="25"/>
                  </a:lnTo>
                  <a:lnTo>
                    <a:pt x="6253" y="49"/>
                  </a:lnTo>
                  <a:lnTo>
                    <a:pt x="6131" y="122"/>
                  </a:lnTo>
                  <a:lnTo>
                    <a:pt x="6033" y="196"/>
                  </a:lnTo>
                  <a:lnTo>
                    <a:pt x="5936" y="293"/>
                  </a:lnTo>
                  <a:lnTo>
                    <a:pt x="5862" y="391"/>
                  </a:lnTo>
                  <a:lnTo>
                    <a:pt x="5813" y="513"/>
                  </a:lnTo>
                  <a:lnTo>
                    <a:pt x="5789" y="635"/>
                  </a:lnTo>
                  <a:lnTo>
                    <a:pt x="5618" y="2076"/>
                  </a:lnTo>
                  <a:lnTo>
                    <a:pt x="5325" y="2174"/>
                  </a:lnTo>
                  <a:lnTo>
                    <a:pt x="5032" y="2296"/>
                  </a:lnTo>
                  <a:lnTo>
                    <a:pt x="4763" y="2418"/>
                  </a:lnTo>
                  <a:lnTo>
                    <a:pt x="4495" y="2565"/>
                  </a:lnTo>
                  <a:lnTo>
                    <a:pt x="3347" y="1661"/>
                  </a:lnTo>
                  <a:lnTo>
                    <a:pt x="3225" y="1588"/>
                  </a:lnTo>
                  <a:lnTo>
                    <a:pt x="3103" y="1539"/>
                  </a:lnTo>
                  <a:lnTo>
                    <a:pt x="2980" y="1514"/>
                  </a:lnTo>
                  <a:lnTo>
                    <a:pt x="2736" y="1514"/>
                  </a:lnTo>
                  <a:lnTo>
                    <a:pt x="2590" y="1563"/>
                  </a:lnTo>
                  <a:lnTo>
                    <a:pt x="2492" y="1637"/>
                  </a:lnTo>
                  <a:lnTo>
                    <a:pt x="2394" y="1710"/>
                  </a:lnTo>
                  <a:lnTo>
                    <a:pt x="1710" y="2394"/>
                  </a:lnTo>
                  <a:lnTo>
                    <a:pt x="1613" y="2491"/>
                  </a:lnTo>
                  <a:lnTo>
                    <a:pt x="1564" y="2614"/>
                  </a:lnTo>
                  <a:lnTo>
                    <a:pt x="1515" y="2736"/>
                  </a:lnTo>
                  <a:lnTo>
                    <a:pt x="1491" y="2858"/>
                  </a:lnTo>
                  <a:lnTo>
                    <a:pt x="1491" y="3004"/>
                  </a:lnTo>
                  <a:lnTo>
                    <a:pt x="1515" y="3126"/>
                  </a:lnTo>
                  <a:lnTo>
                    <a:pt x="1564" y="3249"/>
                  </a:lnTo>
                  <a:lnTo>
                    <a:pt x="1637" y="3346"/>
                  </a:lnTo>
                  <a:lnTo>
                    <a:pt x="2541" y="4494"/>
                  </a:lnTo>
                  <a:lnTo>
                    <a:pt x="2394" y="4763"/>
                  </a:lnTo>
                  <a:lnTo>
                    <a:pt x="2272" y="5056"/>
                  </a:lnTo>
                  <a:lnTo>
                    <a:pt x="2174" y="5349"/>
                  </a:lnTo>
                  <a:lnTo>
                    <a:pt x="2077" y="5642"/>
                  </a:lnTo>
                  <a:lnTo>
                    <a:pt x="636" y="5789"/>
                  </a:lnTo>
                  <a:lnTo>
                    <a:pt x="514" y="5837"/>
                  </a:lnTo>
                  <a:lnTo>
                    <a:pt x="392" y="5886"/>
                  </a:lnTo>
                  <a:lnTo>
                    <a:pt x="269" y="5959"/>
                  </a:lnTo>
                  <a:lnTo>
                    <a:pt x="172" y="6033"/>
                  </a:lnTo>
                  <a:lnTo>
                    <a:pt x="99" y="6155"/>
                  </a:lnTo>
                  <a:lnTo>
                    <a:pt x="50" y="6253"/>
                  </a:lnTo>
                  <a:lnTo>
                    <a:pt x="1" y="6399"/>
                  </a:lnTo>
                  <a:lnTo>
                    <a:pt x="1" y="6521"/>
                  </a:lnTo>
                  <a:lnTo>
                    <a:pt x="1" y="7474"/>
                  </a:lnTo>
                  <a:lnTo>
                    <a:pt x="1" y="7620"/>
                  </a:lnTo>
                  <a:lnTo>
                    <a:pt x="50" y="7742"/>
                  </a:lnTo>
                  <a:lnTo>
                    <a:pt x="99" y="7864"/>
                  </a:lnTo>
                  <a:lnTo>
                    <a:pt x="172" y="7962"/>
                  </a:lnTo>
                  <a:lnTo>
                    <a:pt x="269" y="8060"/>
                  </a:lnTo>
                  <a:lnTo>
                    <a:pt x="392" y="8133"/>
                  </a:lnTo>
                  <a:lnTo>
                    <a:pt x="514" y="8182"/>
                  </a:lnTo>
                  <a:lnTo>
                    <a:pt x="636" y="8206"/>
                  </a:lnTo>
                  <a:lnTo>
                    <a:pt x="2077" y="8377"/>
                  </a:lnTo>
                  <a:lnTo>
                    <a:pt x="2174" y="8670"/>
                  </a:lnTo>
                  <a:lnTo>
                    <a:pt x="2272" y="8939"/>
                  </a:lnTo>
                  <a:lnTo>
                    <a:pt x="2394" y="9232"/>
                  </a:lnTo>
                  <a:lnTo>
                    <a:pt x="2541" y="9501"/>
                  </a:lnTo>
                  <a:lnTo>
                    <a:pt x="1637" y="10649"/>
                  </a:lnTo>
                  <a:lnTo>
                    <a:pt x="1564" y="10771"/>
                  </a:lnTo>
                  <a:lnTo>
                    <a:pt x="1515" y="10893"/>
                  </a:lnTo>
                  <a:lnTo>
                    <a:pt x="1491" y="11015"/>
                  </a:lnTo>
                  <a:lnTo>
                    <a:pt x="1491" y="11137"/>
                  </a:lnTo>
                  <a:lnTo>
                    <a:pt x="1515" y="11259"/>
                  </a:lnTo>
                  <a:lnTo>
                    <a:pt x="1564" y="11381"/>
                  </a:lnTo>
                  <a:lnTo>
                    <a:pt x="1613" y="11504"/>
                  </a:lnTo>
                  <a:lnTo>
                    <a:pt x="1710" y="11601"/>
                  </a:lnTo>
                  <a:lnTo>
                    <a:pt x="2394" y="12285"/>
                  </a:lnTo>
                  <a:lnTo>
                    <a:pt x="2492" y="12383"/>
                  </a:lnTo>
                  <a:lnTo>
                    <a:pt x="2590" y="12432"/>
                  </a:lnTo>
                  <a:lnTo>
                    <a:pt x="2736" y="12480"/>
                  </a:lnTo>
                  <a:lnTo>
                    <a:pt x="2858" y="12505"/>
                  </a:lnTo>
                  <a:lnTo>
                    <a:pt x="2980" y="12505"/>
                  </a:lnTo>
                  <a:lnTo>
                    <a:pt x="3103" y="12456"/>
                  </a:lnTo>
                  <a:lnTo>
                    <a:pt x="3225" y="12407"/>
                  </a:lnTo>
                  <a:lnTo>
                    <a:pt x="3347" y="12358"/>
                  </a:lnTo>
                  <a:lnTo>
                    <a:pt x="4495" y="11455"/>
                  </a:lnTo>
                  <a:lnTo>
                    <a:pt x="4763" y="11577"/>
                  </a:lnTo>
                  <a:lnTo>
                    <a:pt x="5032" y="11723"/>
                  </a:lnTo>
                  <a:lnTo>
                    <a:pt x="5325" y="11821"/>
                  </a:lnTo>
                  <a:lnTo>
                    <a:pt x="5618" y="11919"/>
                  </a:lnTo>
                  <a:lnTo>
                    <a:pt x="5789" y="13360"/>
                  </a:lnTo>
                  <a:lnTo>
                    <a:pt x="5813" y="13482"/>
                  </a:lnTo>
                  <a:lnTo>
                    <a:pt x="5862" y="13604"/>
                  </a:lnTo>
                  <a:lnTo>
                    <a:pt x="5936" y="13726"/>
                  </a:lnTo>
                  <a:lnTo>
                    <a:pt x="6033" y="13824"/>
                  </a:lnTo>
                  <a:lnTo>
                    <a:pt x="6131" y="13897"/>
                  </a:lnTo>
                  <a:lnTo>
                    <a:pt x="6253" y="13946"/>
                  </a:lnTo>
                  <a:lnTo>
                    <a:pt x="6375" y="13995"/>
                  </a:lnTo>
                  <a:lnTo>
                    <a:pt x="7596" y="13995"/>
                  </a:lnTo>
                  <a:lnTo>
                    <a:pt x="7743" y="13946"/>
                  </a:lnTo>
                  <a:lnTo>
                    <a:pt x="7841" y="13897"/>
                  </a:lnTo>
                  <a:lnTo>
                    <a:pt x="7963" y="13824"/>
                  </a:lnTo>
                  <a:lnTo>
                    <a:pt x="8036" y="13726"/>
                  </a:lnTo>
                  <a:lnTo>
                    <a:pt x="8109" y="13604"/>
                  </a:lnTo>
                  <a:lnTo>
                    <a:pt x="8158" y="13482"/>
                  </a:lnTo>
                  <a:lnTo>
                    <a:pt x="8183" y="13360"/>
                  </a:lnTo>
                  <a:lnTo>
                    <a:pt x="8353" y="11919"/>
                  </a:lnTo>
                  <a:lnTo>
                    <a:pt x="8647" y="11821"/>
                  </a:lnTo>
                  <a:lnTo>
                    <a:pt x="8940" y="11723"/>
                  </a:lnTo>
                  <a:lnTo>
                    <a:pt x="9233" y="11577"/>
                  </a:lnTo>
                  <a:lnTo>
                    <a:pt x="9501" y="11455"/>
                  </a:lnTo>
                  <a:lnTo>
                    <a:pt x="10649" y="12358"/>
                  </a:lnTo>
                  <a:lnTo>
                    <a:pt x="10747" y="12407"/>
                  </a:lnTo>
                  <a:lnTo>
                    <a:pt x="10869" y="12456"/>
                  </a:lnTo>
                  <a:lnTo>
                    <a:pt x="10991" y="12505"/>
                  </a:lnTo>
                  <a:lnTo>
                    <a:pt x="11138" y="12505"/>
                  </a:lnTo>
                  <a:lnTo>
                    <a:pt x="11260" y="12480"/>
                  </a:lnTo>
                  <a:lnTo>
                    <a:pt x="11382" y="12432"/>
                  </a:lnTo>
                  <a:lnTo>
                    <a:pt x="11504" y="12383"/>
                  </a:lnTo>
                  <a:lnTo>
                    <a:pt x="11602" y="12285"/>
                  </a:lnTo>
                  <a:lnTo>
                    <a:pt x="12286" y="11601"/>
                  </a:lnTo>
                  <a:lnTo>
                    <a:pt x="12359" y="11504"/>
                  </a:lnTo>
                  <a:lnTo>
                    <a:pt x="12432" y="11381"/>
                  </a:lnTo>
                  <a:lnTo>
                    <a:pt x="12457" y="11259"/>
                  </a:lnTo>
                  <a:lnTo>
                    <a:pt x="12481" y="11137"/>
                  </a:lnTo>
                  <a:lnTo>
                    <a:pt x="12481" y="11015"/>
                  </a:lnTo>
                  <a:lnTo>
                    <a:pt x="12457" y="10893"/>
                  </a:lnTo>
                  <a:lnTo>
                    <a:pt x="12408" y="10771"/>
                  </a:lnTo>
                  <a:lnTo>
                    <a:pt x="12334" y="10649"/>
                  </a:lnTo>
                  <a:lnTo>
                    <a:pt x="11431" y="9501"/>
                  </a:lnTo>
                  <a:lnTo>
                    <a:pt x="11577" y="9232"/>
                  </a:lnTo>
                  <a:lnTo>
                    <a:pt x="11699" y="8939"/>
                  </a:lnTo>
                  <a:lnTo>
                    <a:pt x="11822" y="8670"/>
                  </a:lnTo>
                  <a:lnTo>
                    <a:pt x="11895" y="8377"/>
                  </a:lnTo>
                  <a:lnTo>
                    <a:pt x="13360" y="8206"/>
                  </a:lnTo>
                  <a:lnTo>
                    <a:pt x="13482" y="8182"/>
                  </a:lnTo>
                  <a:lnTo>
                    <a:pt x="13604" y="8133"/>
                  </a:lnTo>
                  <a:lnTo>
                    <a:pt x="13702" y="8060"/>
                  </a:lnTo>
                  <a:lnTo>
                    <a:pt x="13800" y="7962"/>
                  </a:lnTo>
                  <a:lnTo>
                    <a:pt x="13873" y="7864"/>
                  </a:lnTo>
                  <a:lnTo>
                    <a:pt x="13946" y="7742"/>
                  </a:lnTo>
                  <a:lnTo>
                    <a:pt x="13971" y="7620"/>
                  </a:lnTo>
                  <a:lnTo>
                    <a:pt x="13995" y="7474"/>
                  </a:lnTo>
                  <a:lnTo>
                    <a:pt x="13995" y="6521"/>
                  </a:lnTo>
                  <a:lnTo>
                    <a:pt x="13971" y="6399"/>
                  </a:lnTo>
                  <a:lnTo>
                    <a:pt x="13946" y="6253"/>
                  </a:lnTo>
                  <a:lnTo>
                    <a:pt x="13873" y="6155"/>
                  </a:lnTo>
                  <a:lnTo>
                    <a:pt x="13800" y="6033"/>
                  </a:lnTo>
                  <a:lnTo>
                    <a:pt x="13702" y="5959"/>
                  </a:lnTo>
                  <a:lnTo>
                    <a:pt x="13604" y="5886"/>
                  </a:lnTo>
                  <a:lnTo>
                    <a:pt x="13482" y="5837"/>
                  </a:lnTo>
                  <a:lnTo>
                    <a:pt x="13360" y="5789"/>
                  </a:lnTo>
                  <a:lnTo>
                    <a:pt x="11895" y="5642"/>
                  </a:lnTo>
                  <a:lnTo>
                    <a:pt x="11822" y="5349"/>
                  </a:lnTo>
                  <a:lnTo>
                    <a:pt x="11699" y="5056"/>
                  </a:lnTo>
                  <a:lnTo>
                    <a:pt x="11577" y="4763"/>
                  </a:lnTo>
                  <a:lnTo>
                    <a:pt x="11431" y="4494"/>
                  </a:lnTo>
                  <a:lnTo>
                    <a:pt x="12334" y="3346"/>
                  </a:lnTo>
                  <a:lnTo>
                    <a:pt x="12408" y="3249"/>
                  </a:lnTo>
                  <a:lnTo>
                    <a:pt x="12457" y="3126"/>
                  </a:lnTo>
                  <a:lnTo>
                    <a:pt x="12481" y="3004"/>
                  </a:lnTo>
                  <a:lnTo>
                    <a:pt x="12481" y="2858"/>
                  </a:lnTo>
                  <a:lnTo>
                    <a:pt x="12457" y="2736"/>
                  </a:lnTo>
                  <a:lnTo>
                    <a:pt x="12432" y="2614"/>
                  </a:lnTo>
                  <a:lnTo>
                    <a:pt x="12359" y="2491"/>
                  </a:lnTo>
                  <a:lnTo>
                    <a:pt x="12286" y="2394"/>
                  </a:lnTo>
                  <a:lnTo>
                    <a:pt x="11602" y="1710"/>
                  </a:lnTo>
                  <a:lnTo>
                    <a:pt x="11504" y="1637"/>
                  </a:lnTo>
                  <a:lnTo>
                    <a:pt x="11382" y="1563"/>
                  </a:lnTo>
                  <a:lnTo>
                    <a:pt x="11260" y="1514"/>
                  </a:lnTo>
                  <a:lnTo>
                    <a:pt x="10991" y="1514"/>
                  </a:lnTo>
                  <a:lnTo>
                    <a:pt x="10869" y="1539"/>
                  </a:lnTo>
                  <a:lnTo>
                    <a:pt x="10747" y="1588"/>
                  </a:lnTo>
                  <a:lnTo>
                    <a:pt x="10649" y="1661"/>
                  </a:lnTo>
                  <a:lnTo>
                    <a:pt x="9501" y="2565"/>
                  </a:lnTo>
                  <a:lnTo>
                    <a:pt x="9233" y="2418"/>
                  </a:lnTo>
                  <a:lnTo>
                    <a:pt x="8940" y="2296"/>
                  </a:lnTo>
                  <a:lnTo>
                    <a:pt x="8647" y="2174"/>
                  </a:lnTo>
                  <a:lnTo>
                    <a:pt x="8353" y="2076"/>
                  </a:lnTo>
                  <a:lnTo>
                    <a:pt x="8183" y="635"/>
                  </a:lnTo>
                  <a:lnTo>
                    <a:pt x="8158" y="513"/>
                  </a:lnTo>
                  <a:lnTo>
                    <a:pt x="8109" y="391"/>
                  </a:lnTo>
                  <a:lnTo>
                    <a:pt x="8036" y="293"/>
                  </a:lnTo>
                  <a:lnTo>
                    <a:pt x="7963" y="196"/>
                  </a:lnTo>
                  <a:lnTo>
                    <a:pt x="7841" y="122"/>
                  </a:lnTo>
                  <a:lnTo>
                    <a:pt x="7743" y="49"/>
                  </a:lnTo>
                  <a:lnTo>
                    <a:pt x="7596" y="25"/>
                  </a:lnTo>
                  <a:lnTo>
                    <a:pt x="7474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83" name="Google Shape;283;p59"/>
            <p:cNvSpPr/>
            <p:nvPr/>
          </p:nvSpPr>
          <p:spPr>
            <a:xfrm>
              <a:off x="5567825" y="3185975"/>
              <a:ext cx="199075" cy="199075"/>
            </a:xfrm>
            <a:custGeom>
              <a:rect b="b" l="l" r="r" t="t"/>
              <a:pathLst>
                <a:path extrusionOk="0" h="7963" w="7963">
                  <a:moveTo>
                    <a:pt x="3933" y="2296"/>
                  </a:moveTo>
                  <a:lnTo>
                    <a:pt x="4103" y="2321"/>
                  </a:lnTo>
                  <a:lnTo>
                    <a:pt x="4274" y="2321"/>
                  </a:lnTo>
                  <a:lnTo>
                    <a:pt x="4421" y="2370"/>
                  </a:lnTo>
                  <a:lnTo>
                    <a:pt x="4592" y="2419"/>
                  </a:lnTo>
                  <a:lnTo>
                    <a:pt x="4738" y="2492"/>
                  </a:lnTo>
                  <a:lnTo>
                    <a:pt x="4885" y="2565"/>
                  </a:lnTo>
                  <a:lnTo>
                    <a:pt x="5032" y="2663"/>
                  </a:lnTo>
                  <a:lnTo>
                    <a:pt x="5154" y="2785"/>
                  </a:lnTo>
                  <a:lnTo>
                    <a:pt x="5276" y="2883"/>
                  </a:lnTo>
                  <a:lnTo>
                    <a:pt x="5373" y="3029"/>
                  </a:lnTo>
                  <a:lnTo>
                    <a:pt x="5447" y="3151"/>
                  </a:lnTo>
                  <a:lnTo>
                    <a:pt x="5520" y="3298"/>
                  </a:lnTo>
                  <a:lnTo>
                    <a:pt x="5593" y="3444"/>
                  </a:lnTo>
                  <a:lnTo>
                    <a:pt x="5618" y="3615"/>
                  </a:lnTo>
                  <a:lnTo>
                    <a:pt x="5642" y="3762"/>
                  </a:lnTo>
                  <a:lnTo>
                    <a:pt x="5667" y="3933"/>
                  </a:lnTo>
                  <a:lnTo>
                    <a:pt x="5667" y="4079"/>
                  </a:lnTo>
                  <a:lnTo>
                    <a:pt x="5642" y="4250"/>
                  </a:lnTo>
                  <a:lnTo>
                    <a:pt x="5618" y="4421"/>
                  </a:lnTo>
                  <a:lnTo>
                    <a:pt x="5569" y="4568"/>
                  </a:lnTo>
                  <a:lnTo>
                    <a:pt x="5496" y="4739"/>
                  </a:lnTo>
                  <a:lnTo>
                    <a:pt x="5398" y="4885"/>
                  </a:lnTo>
                  <a:lnTo>
                    <a:pt x="5300" y="5007"/>
                  </a:lnTo>
                  <a:lnTo>
                    <a:pt x="5203" y="5154"/>
                  </a:lnTo>
                  <a:lnTo>
                    <a:pt x="5080" y="5252"/>
                  </a:lnTo>
                  <a:lnTo>
                    <a:pt x="4958" y="5349"/>
                  </a:lnTo>
                  <a:lnTo>
                    <a:pt x="4812" y="5447"/>
                  </a:lnTo>
                  <a:lnTo>
                    <a:pt x="4665" y="5520"/>
                  </a:lnTo>
                  <a:lnTo>
                    <a:pt x="4519" y="5569"/>
                  </a:lnTo>
                  <a:lnTo>
                    <a:pt x="4372" y="5618"/>
                  </a:lnTo>
                  <a:lnTo>
                    <a:pt x="4201" y="5642"/>
                  </a:lnTo>
                  <a:lnTo>
                    <a:pt x="4055" y="5667"/>
                  </a:lnTo>
                  <a:lnTo>
                    <a:pt x="3884" y="5642"/>
                  </a:lnTo>
                  <a:lnTo>
                    <a:pt x="3713" y="5642"/>
                  </a:lnTo>
                  <a:lnTo>
                    <a:pt x="3566" y="5594"/>
                  </a:lnTo>
                  <a:lnTo>
                    <a:pt x="3395" y="5545"/>
                  </a:lnTo>
                  <a:lnTo>
                    <a:pt x="3249" y="5471"/>
                  </a:lnTo>
                  <a:lnTo>
                    <a:pt x="3102" y="5398"/>
                  </a:lnTo>
                  <a:lnTo>
                    <a:pt x="2956" y="5300"/>
                  </a:lnTo>
                  <a:lnTo>
                    <a:pt x="2833" y="5178"/>
                  </a:lnTo>
                  <a:lnTo>
                    <a:pt x="2711" y="5081"/>
                  </a:lnTo>
                  <a:lnTo>
                    <a:pt x="2614" y="4934"/>
                  </a:lnTo>
                  <a:lnTo>
                    <a:pt x="2540" y="4812"/>
                  </a:lnTo>
                  <a:lnTo>
                    <a:pt x="2467" y="4665"/>
                  </a:lnTo>
                  <a:lnTo>
                    <a:pt x="2394" y="4519"/>
                  </a:lnTo>
                  <a:lnTo>
                    <a:pt x="2369" y="4348"/>
                  </a:lnTo>
                  <a:lnTo>
                    <a:pt x="2321" y="4201"/>
                  </a:lnTo>
                  <a:lnTo>
                    <a:pt x="2321" y="4030"/>
                  </a:lnTo>
                  <a:lnTo>
                    <a:pt x="2321" y="3884"/>
                  </a:lnTo>
                  <a:lnTo>
                    <a:pt x="2345" y="3713"/>
                  </a:lnTo>
                  <a:lnTo>
                    <a:pt x="2369" y="3542"/>
                  </a:lnTo>
                  <a:lnTo>
                    <a:pt x="2418" y="3395"/>
                  </a:lnTo>
                  <a:lnTo>
                    <a:pt x="2492" y="3224"/>
                  </a:lnTo>
                  <a:lnTo>
                    <a:pt x="2589" y="3078"/>
                  </a:lnTo>
                  <a:lnTo>
                    <a:pt x="2687" y="2956"/>
                  </a:lnTo>
                  <a:lnTo>
                    <a:pt x="2785" y="2809"/>
                  </a:lnTo>
                  <a:lnTo>
                    <a:pt x="2907" y="2712"/>
                  </a:lnTo>
                  <a:lnTo>
                    <a:pt x="3029" y="2614"/>
                  </a:lnTo>
                  <a:lnTo>
                    <a:pt x="3175" y="2516"/>
                  </a:lnTo>
                  <a:lnTo>
                    <a:pt x="3322" y="2443"/>
                  </a:lnTo>
                  <a:lnTo>
                    <a:pt x="3468" y="2394"/>
                  </a:lnTo>
                  <a:lnTo>
                    <a:pt x="3615" y="2345"/>
                  </a:lnTo>
                  <a:lnTo>
                    <a:pt x="3786" y="2321"/>
                  </a:lnTo>
                  <a:lnTo>
                    <a:pt x="3933" y="2296"/>
                  </a:lnTo>
                  <a:close/>
                  <a:moveTo>
                    <a:pt x="3053" y="1"/>
                  </a:moveTo>
                  <a:lnTo>
                    <a:pt x="2980" y="25"/>
                  </a:lnTo>
                  <a:lnTo>
                    <a:pt x="2443" y="196"/>
                  </a:lnTo>
                  <a:lnTo>
                    <a:pt x="2369" y="220"/>
                  </a:lnTo>
                  <a:lnTo>
                    <a:pt x="2296" y="269"/>
                  </a:lnTo>
                  <a:lnTo>
                    <a:pt x="2198" y="391"/>
                  </a:lnTo>
                  <a:lnTo>
                    <a:pt x="2150" y="538"/>
                  </a:lnTo>
                  <a:lnTo>
                    <a:pt x="2150" y="611"/>
                  </a:lnTo>
                  <a:lnTo>
                    <a:pt x="2150" y="684"/>
                  </a:lnTo>
                  <a:lnTo>
                    <a:pt x="2394" y="1832"/>
                  </a:lnTo>
                  <a:lnTo>
                    <a:pt x="2223" y="1954"/>
                  </a:lnTo>
                  <a:lnTo>
                    <a:pt x="2076" y="2101"/>
                  </a:lnTo>
                  <a:lnTo>
                    <a:pt x="1002" y="1686"/>
                  </a:lnTo>
                  <a:lnTo>
                    <a:pt x="928" y="1686"/>
                  </a:lnTo>
                  <a:lnTo>
                    <a:pt x="831" y="1661"/>
                  </a:lnTo>
                  <a:lnTo>
                    <a:pt x="684" y="1710"/>
                  </a:lnTo>
                  <a:lnTo>
                    <a:pt x="562" y="1784"/>
                  </a:lnTo>
                  <a:lnTo>
                    <a:pt x="513" y="1832"/>
                  </a:lnTo>
                  <a:lnTo>
                    <a:pt x="464" y="1906"/>
                  </a:lnTo>
                  <a:lnTo>
                    <a:pt x="220" y="2394"/>
                  </a:lnTo>
                  <a:lnTo>
                    <a:pt x="196" y="2467"/>
                  </a:lnTo>
                  <a:lnTo>
                    <a:pt x="171" y="2541"/>
                  </a:lnTo>
                  <a:lnTo>
                    <a:pt x="196" y="2712"/>
                  </a:lnTo>
                  <a:lnTo>
                    <a:pt x="245" y="2834"/>
                  </a:lnTo>
                  <a:lnTo>
                    <a:pt x="293" y="2907"/>
                  </a:lnTo>
                  <a:lnTo>
                    <a:pt x="367" y="2956"/>
                  </a:lnTo>
                  <a:lnTo>
                    <a:pt x="1344" y="3591"/>
                  </a:lnTo>
                  <a:lnTo>
                    <a:pt x="1319" y="3786"/>
                  </a:lnTo>
                  <a:lnTo>
                    <a:pt x="1295" y="4006"/>
                  </a:lnTo>
                  <a:lnTo>
                    <a:pt x="245" y="4494"/>
                  </a:lnTo>
                  <a:lnTo>
                    <a:pt x="196" y="4519"/>
                  </a:lnTo>
                  <a:lnTo>
                    <a:pt x="123" y="4568"/>
                  </a:lnTo>
                  <a:lnTo>
                    <a:pt x="49" y="4714"/>
                  </a:lnTo>
                  <a:lnTo>
                    <a:pt x="0" y="4861"/>
                  </a:lnTo>
                  <a:lnTo>
                    <a:pt x="25" y="4934"/>
                  </a:lnTo>
                  <a:lnTo>
                    <a:pt x="25" y="5007"/>
                  </a:lnTo>
                  <a:lnTo>
                    <a:pt x="220" y="5545"/>
                  </a:lnTo>
                  <a:lnTo>
                    <a:pt x="245" y="5594"/>
                  </a:lnTo>
                  <a:lnTo>
                    <a:pt x="293" y="5667"/>
                  </a:lnTo>
                  <a:lnTo>
                    <a:pt x="391" y="5764"/>
                  </a:lnTo>
                  <a:lnTo>
                    <a:pt x="538" y="5813"/>
                  </a:lnTo>
                  <a:lnTo>
                    <a:pt x="684" y="5813"/>
                  </a:lnTo>
                  <a:lnTo>
                    <a:pt x="1832" y="5569"/>
                  </a:lnTo>
                  <a:lnTo>
                    <a:pt x="1954" y="5740"/>
                  </a:lnTo>
                  <a:lnTo>
                    <a:pt x="2101" y="5887"/>
                  </a:lnTo>
                  <a:lnTo>
                    <a:pt x="1710" y="6986"/>
                  </a:lnTo>
                  <a:lnTo>
                    <a:pt x="1686" y="7059"/>
                  </a:lnTo>
                  <a:lnTo>
                    <a:pt x="1686" y="7132"/>
                  </a:lnTo>
                  <a:lnTo>
                    <a:pt x="1710" y="7279"/>
                  </a:lnTo>
                  <a:lnTo>
                    <a:pt x="1783" y="7401"/>
                  </a:lnTo>
                  <a:lnTo>
                    <a:pt x="1857" y="7450"/>
                  </a:lnTo>
                  <a:lnTo>
                    <a:pt x="1905" y="7499"/>
                  </a:lnTo>
                  <a:lnTo>
                    <a:pt x="2418" y="7743"/>
                  </a:lnTo>
                  <a:lnTo>
                    <a:pt x="2492" y="7792"/>
                  </a:lnTo>
                  <a:lnTo>
                    <a:pt x="2711" y="7792"/>
                  </a:lnTo>
                  <a:lnTo>
                    <a:pt x="2858" y="7718"/>
                  </a:lnTo>
                  <a:lnTo>
                    <a:pt x="2907" y="7669"/>
                  </a:lnTo>
                  <a:lnTo>
                    <a:pt x="2956" y="7621"/>
                  </a:lnTo>
                  <a:lnTo>
                    <a:pt x="3591" y="6644"/>
                  </a:lnTo>
                  <a:lnTo>
                    <a:pt x="3810" y="6668"/>
                  </a:lnTo>
                  <a:lnTo>
                    <a:pt x="4006" y="6668"/>
                  </a:lnTo>
                  <a:lnTo>
                    <a:pt x="4494" y="7718"/>
                  </a:lnTo>
                  <a:lnTo>
                    <a:pt x="4543" y="7792"/>
                  </a:lnTo>
                  <a:lnTo>
                    <a:pt x="4592" y="7840"/>
                  </a:lnTo>
                  <a:lnTo>
                    <a:pt x="4714" y="7914"/>
                  </a:lnTo>
                  <a:lnTo>
                    <a:pt x="4861" y="7963"/>
                  </a:lnTo>
                  <a:lnTo>
                    <a:pt x="4934" y="7963"/>
                  </a:lnTo>
                  <a:lnTo>
                    <a:pt x="5007" y="7938"/>
                  </a:lnTo>
                  <a:lnTo>
                    <a:pt x="5544" y="7767"/>
                  </a:lnTo>
                  <a:lnTo>
                    <a:pt x="5618" y="7743"/>
                  </a:lnTo>
                  <a:lnTo>
                    <a:pt x="5667" y="7694"/>
                  </a:lnTo>
                  <a:lnTo>
                    <a:pt x="5764" y="7572"/>
                  </a:lnTo>
                  <a:lnTo>
                    <a:pt x="5838" y="7425"/>
                  </a:lnTo>
                  <a:lnTo>
                    <a:pt x="5838" y="7352"/>
                  </a:lnTo>
                  <a:lnTo>
                    <a:pt x="5838" y="7279"/>
                  </a:lnTo>
                  <a:lnTo>
                    <a:pt x="5593" y="6131"/>
                  </a:lnTo>
                  <a:lnTo>
                    <a:pt x="5740" y="6009"/>
                  </a:lnTo>
                  <a:lnTo>
                    <a:pt x="5911" y="5862"/>
                  </a:lnTo>
                  <a:lnTo>
                    <a:pt x="6985" y="6277"/>
                  </a:lnTo>
                  <a:lnTo>
                    <a:pt x="7059" y="6277"/>
                  </a:lnTo>
                  <a:lnTo>
                    <a:pt x="7132" y="6302"/>
                  </a:lnTo>
                  <a:lnTo>
                    <a:pt x="7278" y="6253"/>
                  </a:lnTo>
                  <a:lnTo>
                    <a:pt x="7425" y="6180"/>
                  </a:lnTo>
                  <a:lnTo>
                    <a:pt x="7474" y="6131"/>
                  </a:lnTo>
                  <a:lnTo>
                    <a:pt x="7523" y="6058"/>
                  </a:lnTo>
                  <a:lnTo>
                    <a:pt x="7767" y="5545"/>
                  </a:lnTo>
                  <a:lnTo>
                    <a:pt x="7791" y="5496"/>
                  </a:lnTo>
                  <a:lnTo>
                    <a:pt x="7816" y="5398"/>
                  </a:lnTo>
                  <a:lnTo>
                    <a:pt x="7791" y="5252"/>
                  </a:lnTo>
                  <a:lnTo>
                    <a:pt x="7718" y="5129"/>
                  </a:lnTo>
                  <a:lnTo>
                    <a:pt x="7669" y="5056"/>
                  </a:lnTo>
                  <a:lnTo>
                    <a:pt x="7620" y="5007"/>
                  </a:lnTo>
                  <a:lnTo>
                    <a:pt x="6643" y="4372"/>
                  </a:lnTo>
                  <a:lnTo>
                    <a:pt x="6668" y="4177"/>
                  </a:lnTo>
                  <a:lnTo>
                    <a:pt x="6668" y="3957"/>
                  </a:lnTo>
                  <a:lnTo>
                    <a:pt x="7718" y="3469"/>
                  </a:lnTo>
                  <a:lnTo>
                    <a:pt x="7791" y="3444"/>
                  </a:lnTo>
                  <a:lnTo>
                    <a:pt x="7865" y="3395"/>
                  </a:lnTo>
                  <a:lnTo>
                    <a:pt x="7938" y="3249"/>
                  </a:lnTo>
                  <a:lnTo>
                    <a:pt x="7962" y="3102"/>
                  </a:lnTo>
                  <a:lnTo>
                    <a:pt x="7962" y="3029"/>
                  </a:lnTo>
                  <a:lnTo>
                    <a:pt x="7962" y="2956"/>
                  </a:lnTo>
                  <a:lnTo>
                    <a:pt x="7767" y="2419"/>
                  </a:lnTo>
                  <a:lnTo>
                    <a:pt x="7743" y="2345"/>
                  </a:lnTo>
                  <a:lnTo>
                    <a:pt x="7694" y="2296"/>
                  </a:lnTo>
                  <a:lnTo>
                    <a:pt x="7572" y="2199"/>
                  </a:lnTo>
                  <a:lnTo>
                    <a:pt x="7449" y="2150"/>
                  </a:lnTo>
                  <a:lnTo>
                    <a:pt x="7278" y="2150"/>
                  </a:lnTo>
                  <a:lnTo>
                    <a:pt x="6155" y="2394"/>
                  </a:lnTo>
                  <a:lnTo>
                    <a:pt x="6033" y="2223"/>
                  </a:lnTo>
                  <a:lnTo>
                    <a:pt x="5886" y="2077"/>
                  </a:lnTo>
                  <a:lnTo>
                    <a:pt x="6277" y="978"/>
                  </a:lnTo>
                  <a:lnTo>
                    <a:pt x="6302" y="904"/>
                  </a:lnTo>
                  <a:lnTo>
                    <a:pt x="6302" y="831"/>
                  </a:lnTo>
                  <a:lnTo>
                    <a:pt x="6277" y="684"/>
                  </a:lnTo>
                  <a:lnTo>
                    <a:pt x="6179" y="562"/>
                  </a:lnTo>
                  <a:lnTo>
                    <a:pt x="6131" y="489"/>
                  </a:lnTo>
                  <a:lnTo>
                    <a:pt x="6082" y="465"/>
                  </a:lnTo>
                  <a:lnTo>
                    <a:pt x="5569" y="196"/>
                  </a:lnTo>
                  <a:lnTo>
                    <a:pt x="5496" y="172"/>
                  </a:lnTo>
                  <a:lnTo>
                    <a:pt x="5276" y="172"/>
                  </a:lnTo>
                  <a:lnTo>
                    <a:pt x="5129" y="245"/>
                  </a:lnTo>
                  <a:lnTo>
                    <a:pt x="5080" y="294"/>
                  </a:lnTo>
                  <a:lnTo>
                    <a:pt x="5032" y="343"/>
                  </a:lnTo>
                  <a:lnTo>
                    <a:pt x="4397" y="1319"/>
                  </a:lnTo>
                  <a:lnTo>
                    <a:pt x="4177" y="1295"/>
                  </a:lnTo>
                  <a:lnTo>
                    <a:pt x="3981" y="1295"/>
                  </a:lnTo>
                  <a:lnTo>
                    <a:pt x="3493" y="245"/>
                  </a:lnTo>
                  <a:lnTo>
                    <a:pt x="3444" y="172"/>
                  </a:lnTo>
                  <a:lnTo>
                    <a:pt x="3395" y="123"/>
                  </a:lnTo>
                  <a:lnTo>
                    <a:pt x="3273" y="49"/>
                  </a:lnTo>
                  <a:lnTo>
                    <a:pt x="3127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284" name="Google Shape;284;p59"/>
          <p:cNvGrpSpPr/>
          <p:nvPr/>
        </p:nvGrpSpPr>
        <p:grpSpPr>
          <a:xfrm>
            <a:off x="8179797" y="3819343"/>
            <a:ext cx="346104" cy="353231"/>
            <a:chOff x="3955900" y="2984500"/>
            <a:chExt cx="414000" cy="422525"/>
          </a:xfrm>
        </p:grpSpPr>
        <p:sp>
          <p:nvSpPr>
            <p:cNvPr id="285" name="Google Shape;285;p59"/>
            <p:cNvSpPr/>
            <p:nvPr/>
          </p:nvSpPr>
          <p:spPr>
            <a:xfrm>
              <a:off x="3955900" y="2984500"/>
              <a:ext cx="315700" cy="315675"/>
            </a:xfrm>
            <a:custGeom>
              <a:rect b="b" l="l" r="r" t="t"/>
              <a:pathLst>
                <a:path extrusionOk="0" h="12627" w="12628">
                  <a:moveTo>
                    <a:pt x="6302" y="977"/>
                  </a:moveTo>
                  <a:lnTo>
                    <a:pt x="6863" y="1026"/>
                  </a:lnTo>
                  <a:lnTo>
                    <a:pt x="7376" y="1099"/>
                  </a:lnTo>
                  <a:lnTo>
                    <a:pt x="7889" y="1221"/>
                  </a:lnTo>
                  <a:lnTo>
                    <a:pt x="8378" y="1417"/>
                  </a:lnTo>
                  <a:lnTo>
                    <a:pt x="8842" y="1636"/>
                  </a:lnTo>
                  <a:lnTo>
                    <a:pt x="9281" y="1905"/>
                  </a:lnTo>
                  <a:lnTo>
                    <a:pt x="9697" y="2198"/>
                  </a:lnTo>
                  <a:lnTo>
                    <a:pt x="10087" y="2540"/>
                  </a:lnTo>
                  <a:lnTo>
                    <a:pt x="10429" y="2931"/>
                  </a:lnTo>
                  <a:lnTo>
                    <a:pt x="10722" y="3346"/>
                  </a:lnTo>
                  <a:lnTo>
                    <a:pt x="10991" y="3786"/>
                  </a:lnTo>
                  <a:lnTo>
                    <a:pt x="11211" y="4250"/>
                  </a:lnTo>
                  <a:lnTo>
                    <a:pt x="11406" y="4738"/>
                  </a:lnTo>
                  <a:lnTo>
                    <a:pt x="11528" y="5251"/>
                  </a:lnTo>
                  <a:lnTo>
                    <a:pt x="11626" y="5764"/>
                  </a:lnTo>
                  <a:lnTo>
                    <a:pt x="11650" y="6326"/>
                  </a:lnTo>
                  <a:lnTo>
                    <a:pt x="11626" y="6863"/>
                  </a:lnTo>
                  <a:lnTo>
                    <a:pt x="11528" y="7400"/>
                  </a:lnTo>
                  <a:lnTo>
                    <a:pt x="11406" y="7913"/>
                  </a:lnTo>
                  <a:lnTo>
                    <a:pt x="11211" y="8402"/>
                  </a:lnTo>
                  <a:lnTo>
                    <a:pt x="10991" y="8866"/>
                  </a:lnTo>
                  <a:lnTo>
                    <a:pt x="10722" y="9305"/>
                  </a:lnTo>
                  <a:lnTo>
                    <a:pt x="10429" y="9696"/>
                  </a:lnTo>
                  <a:lnTo>
                    <a:pt x="10087" y="10087"/>
                  </a:lnTo>
                  <a:lnTo>
                    <a:pt x="9697" y="10429"/>
                  </a:lnTo>
                  <a:lnTo>
                    <a:pt x="9281" y="10746"/>
                  </a:lnTo>
                  <a:lnTo>
                    <a:pt x="8842" y="11015"/>
                  </a:lnTo>
                  <a:lnTo>
                    <a:pt x="8378" y="11235"/>
                  </a:lnTo>
                  <a:lnTo>
                    <a:pt x="7889" y="11406"/>
                  </a:lnTo>
                  <a:lnTo>
                    <a:pt x="7376" y="11552"/>
                  </a:lnTo>
                  <a:lnTo>
                    <a:pt x="6863" y="11625"/>
                  </a:lnTo>
                  <a:lnTo>
                    <a:pt x="6302" y="11650"/>
                  </a:lnTo>
                  <a:lnTo>
                    <a:pt x="5764" y="11625"/>
                  </a:lnTo>
                  <a:lnTo>
                    <a:pt x="5227" y="11552"/>
                  </a:lnTo>
                  <a:lnTo>
                    <a:pt x="4714" y="11406"/>
                  </a:lnTo>
                  <a:lnTo>
                    <a:pt x="4226" y="11235"/>
                  </a:lnTo>
                  <a:lnTo>
                    <a:pt x="3762" y="11015"/>
                  </a:lnTo>
                  <a:lnTo>
                    <a:pt x="3322" y="10746"/>
                  </a:lnTo>
                  <a:lnTo>
                    <a:pt x="2931" y="10429"/>
                  </a:lnTo>
                  <a:lnTo>
                    <a:pt x="2541" y="10087"/>
                  </a:lnTo>
                  <a:lnTo>
                    <a:pt x="2199" y="9696"/>
                  </a:lnTo>
                  <a:lnTo>
                    <a:pt x="1881" y="9305"/>
                  </a:lnTo>
                  <a:lnTo>
                    <a:pt x="1613" y="8866"/>
                  </a:lnTo>
                  <a:lnTo>
                    <a:pt x="1393" y="8402"/>
                  </a:lnTo>
                  <a:lnTo>
                    <a:pt x="1222" y="7913"/>
                  </a:lnTo>
                  <a:lnTo>
                    <a:pt x="1075" y="7400"/>
                  </a:lnTo>
                  <a:lnTo>
                    <a:pt x="1002" y="6863"/>
                  </a:lnTo>
                  <a:lnTo>
                    <a:pt x="978" y="6326"/>
                  </a:lnTo>
                  <a:lnTo>
                    <a:pt x="1002" y="5764"/>
                  </a:lnTo>
                  <a:lnTo>
                    <a:pt x="1075" y="5251"/>
                  </a:lnTo>
                  <a:lnTo>
                    <a:pt x="1222" y="4738"/>
                  </a:lnTo>
                  <a:lnTo>
                    <a:pt x="1393" y="4250"/>
                  </a:lnTo>
                  <a:lnTo>
                    <a:pt x="1613" y="3786"/>
                  </a:lnTo>
                  <a:lnTo>
                    <a:pt x="1881" y="3346"/>
                  </a:lnTo>
                  <a:lnTo>
                    <a:pt x="2199" y="2931"/>
                  </a:lnTo>
                  <a:lnTo>
                    <a:pt x="2541" y="2540"/>
                  </a:lnTo>
                  <a:lnTo>
                    <a:pt x="2931" y="2198"/>
                  </a:lnTo>
                  <a:lnTo>
                    <a:pt x="3322" y="1905"/>
                  </a:lnTo>
                  <a:lnTo>
                    <a:pt x="3762" y="1636"/>
                  </a:lnTo>
                  <a:lnTo>
                    <a:pt x="4226" y="1417"/>
                  </a:lnTo>
                  <a:lnTo>
                    <a:pt x="4714" y="1221"/>
                  </a:lnTo>
                  <a:lnTo>
                    <a:pt x="5227" y="1099"/>
                  </a:lnTo>
                  <a:lnTo>
                    <a:pt x="5764" y="1026"/>
                  </a:lnTo>
                  <a:lnTo>
                    <a:pt x="6302" y="977"/>
                  </a:lnTo>
                  <a:close/>
                  <a:moveTo>
                    <a:pt x="6302" y="0"/>
                  </a:moveTo>
                  <a:lnTo>
                    <a:pt x="5984" y="24"/>
                  </a:lnTo>
                  <a:lnTo>
                    <a:pt x="5667" y="49"/>
                  </a:lnTo>
                  <a:lnTo>
                    <a:pt x="5349" y="73"/>
                  </a:lnTo>
                  <a:lnTo>
                    <a:pt x="5032" y="147"/>
                  </a:lnTo>
                  <a:lnTo>
                    <a:pt x="4739" y="220"/>
                  </a:lnTo>
                  <a:lnTo>
                    <a:pt x="4446" y="293"/>
                  </a:lnTo>
                  <a:lnTo>
                    <a:pt x="4153" y="391"/>
                  </a:lnTo>
                  <a:lnTo>
                    <a:pt x="3859" y="513"/>
                  </a:lnTo>
                  <a:lnTo>
                    <a:pt x="3566" y="635"/>
                  </a:lnTo>
                  <a:lnTo>
                    <a:pt x="3298" y="782"/>
                  </a:lnTo>
                  <a:lnTo>
                    <a:pt x="3029" y="928"/>
                  </a:lnTo>
                  <a:lnTo>
                    <a:pt x="2785" y="1075"/>
                  </a:lnTo>
                  <a:lnTo>
                    <a:pt x="2296" y="1441"/>
                  </a:lnTo>
                  <a:lnTo>
                    <a:pt x="1857" y="1856"/>
                  </a:lnTo>
                  <a:lnTo>
                    <a:pt x="1442" y="2296"/>
                  </a:lnTo>
                  <a:lnTo>
                    <a:pt x="1075" y="2784"/>
                  </a:lnTo>
                  <a:lnTo>
                    <a:pt x="904" y="3053"/>
                  </a:lnTo>
                  <a:lnTo>
                    <a:pt x="758" y="3322"/>
                  </a:lnTo>
                  <a:lnTo>
                    <a:pt x="611" y="3590"/>
                  </a:lnTo>
                  <a:lnTo>
                    <a:pt x="489" y="3859"/>
                  </a:lnTo>
                  <a:lnTo>
                    <a:pt x="391" y="4152"/>
                  </a:lnTo>
                  <a:lnTo>
                    <a:pt x="294" y="4445"/>
                  </a:lnTo>
                  <a:lnTo>
                    <a:pt x="196" y="4738"/>
                  </a:lnTo>
                  <a:lnTo>
                    <a:pt x="123" y="5056"/>
                  </a:lnTo>
                  <a:lnTo>
                    <a:pt x="74" y="5349"/>
                  </a:lnTo>
                  <a:lnTo>
                    <a:pt x="25" y="5666"/>
                  </a:lnTo>
                  <a:lnTo>
                    <a:pt x="1" y="5984"/>
                  </a:lnTo>
                  <a:lnTo>
                    <a:pt x="1" y="6326"/>
                  </a:lnTo>
                  <a:lnTo>
                    <a:pt x="1" y="6643"/>
                  </a:lnTo>
                  <a:lnTo>
                    <a:pt x="25" y="6961"/>
                  </a:lnTo>
                  <a:lnTo>
                    <a:pt x="74" y="7278"/>
                  </a:lnTo>
                  <a:lnTo>
                    <a:pt x="123" y="7596"/>
                  </a:lnTo>
                  <a:lnTo>
                    <a:pt x="196" y="7889"/>
                  </a:lnTo>
                  <a:lnTo>
                    <a:pt x="294" y="8206"/>
                  </a:lnTo>
                  <a:lnTo>
                    <a:pt x="391" y="8499"/>
                  </a:lnTo>
                  <a:lnTo>
                    <a:pt x="489" y="8768"/>
                  </a:lnTo>
                  <a:lnTo>
                    <a:pt x="611" y="9061"/>
                  </a:lnTo>
                  <a:lnTo>
                    <a:pt x="758" y="9330"/>
                  </a:lnTo>
                  <a:lnTo>
                    <a:pt x="904" y="9598"/>
                  </a:lnTo>
                  <a:lnTo>
                    <a:pt x="1075" y="9843"/>
                  </a:lnTo>
                  <a:lnTo>
                    <a:pt x="1442" y="10331"/>
                  </a:lnTo>
                  <a:lnTo>
                    <a:pt x="1857" y="10771"/>
                  </a:lnTo>
                  <a:lnTo>
                    <a:pt x="2296" y="11186"/>
                  </a:lnTo>
                  <a:lnTo>
                    <a:pt x="2785" y="11552"/>
                  </a:lnTo>
                  <a:lnTo>
                    <a:pt x="3029" y="11723"/>
                  </a:lnTo>
                  <a:lnTo>
                    <a:pt x="3298" y="11870"/>
                  </a:lnTo>
                  <a:lnTo>
                    <a:pt x="3566" y="12016"/>
                  </a:lnTo>
                  <a:lnTo>
                    <a:pt x="3859" y="12138"/>
                  </a:lnTo>
                  <a:lnTo>
                    <a:pt x="4153" y="12236"/>
                  </a:lnTo>
                  <a:lnTo>
                    <a:pt x="4446" y="12334"/>
                  </a:lnTo>
                  <a:lnTo>
                    <a:pt x="4739" y="12431"/>
                  </a:lnTo>
                  <a:lnTo>
                    <a:pt x="5032" y="12505"/>
                  </a:lnTo>
                  <a:lnTo>
                    <a:pt x="5349" y="12553"/>
                  </a:lnTo>
                  <a:lnTo>
                    <a:pt x="5667" y="12602"/>
                  </a:lnTo>
                  <a:lnTo>
                    <a:pt x="5984" y="12627"/>
                  </a:lnTo>
                  <a:lnTo>
                    <a:pt x="6644" y="12627"/>
                  </a:lnTo>
                  <a:lnTo>
                    <a:pt x="6961" y="12602"/>
                  </a:lnTo>
                  <a:lnTo>
                    <a:pt x="7279" y="12553"/>
                  </a:lnTo>
                  <a:lnTo>
                    <a:pt x="7572" y="12505"/>
                  </a:lnTo>
                  <a:lnTo>
                    <a:pt x="7889" y="12431"/>
                  </a:lnTo>
                  <a:lnTo>
                    <a:pt x="8182" y="12334"/>
                  </a:lnTo>
                  <a:lnTo>
                    <a:pt x="8475" y="12236"/>
                  </a:lnTo>
                  <a:lnTo>
                    <a:pt x="8768" y="12138"/>
                  </a:lnTo>
                  <a:lnTo>
                    <a:pt x="9037" y="12016"/>
                  </a:lnTo>
                  <a:lnTo>
                    <a:pt x="9306" y="11870"/>
                  </a:lnTo>
                  <a:lnTo>
                    <a:pt x="9574" y="11723"/>
                  </a:lnTo>
                  <a:lnTo>
                    <a:pt x="9843" y="11552"/>
                  </a:lnTo>
                  <a:lnTo>
                    <a:pt x="10332" y="11186"/>
                  </a:lnTo>
                  <a:lnTo>
                    <a:pt x="10771" y="10771"/>
                  </a:lnTo>
                  <a:lnTo>
                    <a:pt x="11186" y="10331"/>
                  </a:lnTo>
                  <a:lnTo>
                    <a:pt x="11553" y="9843"/>
                  </a:lnTo>
                  <a:lnTo>
                    <a:pt x="11699" y="9598"/>
                  </a:lnTo>
                  <a:lnTo>
                    <a:pt x="11846" y="9330"/>
                  </a:lnTo>
                  <a:lnTo>
                    <a:pt x="11992" y="9061"/>
                  </a:lnTo>
                  <a:lnTo>
                    <a:pt x="12114" y="8768"/>
                  </a:lnTo>
                  <a:lnTo>
                    <a:pt x="12237" y="8499"/>
                  </a:lnTo>
                  <a:lnTo>
                    <a:pt x="12334" y="8206"/>
                  </a:lnTo>
                  <a:lnTo>
                    <a:pt x="12432" y="7889"/>
                  </a:lnTo>
                  <a:lnTo>
                    <a:pt x="12481" y="7596"/>
                  </a:lnTo>
                  <a:lnTo>
                    <a:pt x="12554" y="7278"/>
                  </a:lnTo>
                  <a:lnTo>
                    <a:pt x="12578" y="6961"/>
                  </a:lnTo>
                  <a:lnTo>
                    <a:pt x="12603" y="6643"/>
                  </a:lnTo>
                  <a:lnTo>
                    <a:pt x="12627" y="6326"/>
                  </a:lnTo>
                  <a:lnTo>
                    <a:pt x="12603" y="5984"/>
                  </a:lnTo>
                  <a:lnTo>
                    <a:pt x="12578" y="5666"/>
                  </a:lnTo>
                  <a:lnTo>
                    <a:pt x="12554" y="5349"/>
                  </a:lnTo>
                  <a:lnTo>
                    <a:pt x="12481" y="5056"/>
                  </a:lnTo>
                  <a:lnTo>
                    <a:pt x="12432" y="4738"/>
                  </a:lnTo>
                  <a:lnTo>
                    <a:pt x="12334" y="4445"/>
                  </a:lnTo>
                  <a:lnTo>
                    <a:pt x="12237" y="4152"/>
                  </a:lnTo>
                  <a:lnTo>
                    <a:pt x="12114" y="3859"/>
                  </a:lnTo>
                  <a:lnTo>
                    <a:pt x="11992" y="3590"/>
                  </a:lnTo>
                  <a:lnTo>
                    <a:pt x="11846" y="3322"/>
                  </a:lnTo>
                  <a:lnTo>
                    <a:pt x="11699" y="3053"/>
                  </a:lnTo>
                  <a:lnTo>
                    <a:pt x="11553" y="2784"/>
                  </a:lnTo>
                  <a:lnTo>
                    <a:pt x="11186" y="2296"/>
                  </a:lnTo>
                  <a:lnTo>
                    <a:pt x="10771" y="1856"/>
                  </a:lnTo>
                  <a:lnTo>
                    <a:pt x="10332" y="1441"/>
                  </a:lnTo>
                  <a:lnTo>
                    <a:pt x="9843" y="1075"/>
                  </a:lnTo>
                  <a:lnTo>
                    <a:pt x="9574" y="928"/>
                  </a:lnTo>
                  <a:lnTo>
                    <a:pt x="9306" y="782"/>
                  </a:lnTo>
                  <a:lnTo>
                    <a:pt x="9037" y="635"/>
                  </a:lnTo>
                  <a:lnTo>
                    <a:pt x="8768" y="513"/>
                  </a:lnTo>
                  <a:lnTo>
                    <a:pt x="8475" y="391"/>
                  </a:lnTo>
                  <a:lnTo>
                    <a:pt x="8182" y="293"/>
                  </a:lnTo>
                  <a:lnTo>
                    <a:pt x="7889" y="220"/>
                  </a:lnTo>
                  <a:lnTo>
                    <a:pt x="7572" y="147"/>
                  </a:lnTo>
                  <a:lnTo>
                    <a:pt x="7279" y="73"/>
                  </a:lnTo>
                  <a:lnTo>
                    <a:pt x="6961" y="49"/>
                  </a:lnTo>
                  <a:lnTo>
                    <a:pt x="6644" y="24"/>
                  </a:lnTo>
                  <a:lnTo>
                    <a:pt x="6302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86" name="Google Shape;286;p59"/>
            <p:cNvSpPr/>
            <p:nvPr/>
          </p:nvSpPr>
          <p:spPr>
            <a:xfrm>
              <a:off x="3992525" y="3021125"/>
              <a:ext cx="242425" cy="242425"/>
            </a:xfrm>
            <a:custGeom>
              <a:rect b="b" l="l" r="r" t="t"/>
              <a:pathLst>
                <a:path extrusionOk="0" h="9697" w="9697">
                  <a:moveTo>
                    <a:pt x="4934" y="1466"/>
                  </a:moveTo>
                  <a:lnTo>
                    <a:pt x="5008" y="1490"/>
                  </a:lnTo>
                  <a:lnTo>
                    <a:pt x="5081" y="1539"/>
                  </a:lnTo>
                  <a:lnTo>
                    <a:pt x="5154" y="1588"/>
                  </a:lnTo>
                  <a:lnTo>
                    <a:pt x="5203" y="1637"/>
                  </a:lnTo>
                  <a:lnTo>
                    <a:pt x="5252" y="1734"/>
                  </a:lnTo>
                  <a:lnTo>
                    <a:pt x="5276" y="1808"/>
                  </a:lnTo>
                  <a:lnTo>
                    <a:pt x="5276" y="1905"/>
                  </a:lnTo>
                  <a:lnTo>
                    <a:pt x="5276" y="1979"/>
                  </a:lnTo>
                  <a:lnTo>
                    <a:pt x="5252" y="2076"/>
                  </a:lnTo>
                  <a:lnTo>
                    <a:pt x="5203" y="2150"/>
                  </a:lnTo>
                  <a:lnTo>
                    <a:pt x="5154" y="2198"/>
                  </a:lnTo>
                  <a:lnTo>
                    <a:pt x="5081" y="2247"/>
                  </a:lnTo>
                  <a:lnTo>
                    <a:pt x="5008" y="2296"/>
                  </a:lnTo>
                  <a:lnTo>
                    <a:pt x="4934" y="2321"/>
                  </a:lnTo>
                  <a:lnTo>
                    <a:pt x="4837" y="2345"/>
                  </a:lnTo>
                  <a:lnTo>
                    <a:pt x="4593" y="2345"/>
                  </a:lnTo>
                  <a:lnTo>
                    <a:pt x="4348" y="2394"/>
                  </a:lnTo>
                  <a:lnTo>
                    <a:pt x="4104" y="2443"/>
                  </a:lnTo>
                  <a:lnTo>
                    <a:pt x="3860" y="2540"/>
                  </a:lnTo>
                  <a:lnTo>
                    <a:pt x="3640" y="2638"/>
                  </a:lnTo>
                  <a:lnTo>
                    <a:pt x="3445" y="2760"/>
                  </a:lnTo>
                  <a:lnTo>
                    <a:pt x="3249" y="2907"/>
                  </a:lnTo>
                  <a:lnTo>
                    <a:pt x="3054" y="3078"/>
                  </a:lnTo>
                  <a:lnTo>
                    <a:pt x="2907" y="3249"/>
                  </a:lnTo>
                  <a:lnTo>
                    <a:pt x="2761" y="3444"/>
                  </a:lnTo>
                  <a:lnTo>
                    <a:pt x="2639" y="3664"/>
                  </a:lnTo>
                  <a:lnTo>
                    <a:pt x="2517" y="3884"/>
                  </a:lnTo>
                  <a:lnTo>
                    <a:pt x="2443" y="4103"/>
                  </a:lnTo>
                  <a:lnTo>
                    <a:pt x="2370" y="4348"/>
                  </a:lnTo>
                  <a:lnTo>
                    <a:pt x="2346" y="4592"/>
                  </a:lnTo>
                  <a:lnTo>
                    <a:pt x="2321" y="4861"/>
                  </a:lnTo>
                  <a:lnTo>
                    <a:pt x="2321" y="4934"/>
                  </a:lnTo>
                  <a:lnTo>
                    <a:pt x="2297" y="5032"/>
                  </a:lnTo>
                  <a:lnTo>
                    <a:pt x="2248" y="5105"/>
                  </a:lnTo>
                  <a:lnTo>
                    <a:pt x="2199" y="5154"/>
                  </a:lnTo>
                  <a:lnTo>
                    <a:pt x="2126" y="5227"/>
                  </a:lnTo>
                  <a:lnTo>
                    <a:pt x="2053" y="5251"/>
                  </a:lnTo>
                  <a:lnTo>
                    <a:pt x="1979" y="5276"/>
                  </a:lnTo>
                  <a:lnTo>
                    <a:pt x="1882" y="5300"/>
                  </a:lnTo>
                  <a:lnTo>
                    <a:pt x="1808" y="5276"/>
                  </a:lnTo>
                  <a:lnTo>
                    <a:pt x="1711" y="5251"/>
                  </a:lnTo>
                  <a:lnTo>
                    <a:pt x="1637" y="5227"/>
                  </a:lnTo>
                  <a:lnTo>
                    <a:pt x="1564" y="5154"/>
                  </a:lnTo>
                  <a:lnTo>
                    <a:pt x="1515" y="5105"/>
                  </a:lnTo>
                  <a:lnTo>
                    <a:pt x="1491" y="5032"/>
                  </a:lnTo>
                  <a:lnTo>
                    <a:pt x="1466" y="4934"/>
                  </a:lnTo>
                  <a:lnTo>
                    <a:pt x="1442" y="4861"/>
                  </a:lnTo>
                  <a:lnTo>
                    <a:pt x="1466" y="4494"/>
                  </a:lnTo>
                  <a:lnTo>
                    <a:pt x="1515" y="4177"/>
                  </a:lnTo>
                  <a:lnTo>
                    <a:pt x="1588" y="3835"/>
                  </a:lnTo>
                  <a:lnTo>
                    <a:pt x="1711" y="3542"/>
                  </a:lnTo>
                  <a:lnTo>
                    <a:pt x="1857" y="3224"/>
                  </a:lnTo>
                  <a:lnTo>
                    <a:pt x="2028" y="2956"/>
                  </a:lnTo>
                  <a:lnTo>
                    <a:pt x="2223" y="2687"/>
                  </a:lnTo>
                  <a:lnTo>
                    <a:pt x="2443" y="2443"/>
                  </a:lnTo>
                  <a:lnTo>
                    <a:pt x="2688" y="2223"/>
                  </a:lnTo>
                  <a:lnTo>
                    <a:pt x="2956" y="2028"/>
                  </a:lnTo>
                  <a:lnTo>
                    <a:pt x="3225" y="1857"/>
                  </a:lnTo>
                  <a:lnTo>
                    <a:pt x="3518" y="1710"/>
                  </a:lnTo>
                  <a:lnTo>
                    <a:pt x="3835" y="1612"/>
                  </a:lnTo>
                  <a:lnTo>
                    <a:pt x="4153" y="1515"/>
                  </a:lnTo>
                  <a:lnTo>
                    <a:pt x="4495" y="1466"/>
                  </a:lnTo>
                  <a:close/>
                  <a:moveTo>
                    <a:pt x="4837" y="0"/>
                  </a:moveTo>
                  <a:lnTo>
                    <a:pt x="4348" y="25"/>
                  </a:lnTo>
                  <a:lnTo>
                    <a:pt x="3860" y="98"/>
                  </a:lnTo>
                  <a:lnTo>
                    <a:pt x="3396" y="220"/>
                  </a:lnTo>
                  <a:lnTo>
                    <a:pt x="2956" y="391"/>
                  </a:lnTo>
                  <a:lnTo>
                    <a:pt x="2541" y="587"/>
                  </a:lnTo>
                  <a:lnTo>
                    <a:pt x="2150" y="831"/>
                  </a:lnTo>
                  <a:lnTo>
                    <a:pt x="1759" y="1124"/>
                  </a:lnTo>
                  <a:lnTo>
                    <a:pt x="1418" y="1441"/>
                  </a:lnTo>
                  <a:lnTo>
                    <a:pt x="1100" y="1783"/>
                  </a:lnTo>
                  <a:lnTo>
                    <a:pt x="831" y="2150"/>
                  </a:lnTo>
                  <a:lnTo>
                    <a:pt x="587" y="2540"/>
                  </a:lnTo>
                  <a:lnTo>
                    <a:pt x="392" y="2980"/>
                  </a:lnTo>
                  <a:lnTo>
                    <a:pt x="221" y="3420"/>
                  </a:lnTo>
                  <a:lnTo>
                    <a:pt x="99" y="3884"/>
                  </a:lnTo>
                  <a:lnTo>
                    <a:pt x="25" y="4348"/>
                  </a:lnTo>
                  <a:lnTo>
                    <a:pt x="1" y="4861"/>
                  </a:lnTo>
                  <a:lnTo>
                    <a:pt x="25" y="5349"/>
                  </a:lnTo>
                  <a:lnTo>
                    <a:pt x="99" y="5838"/>
                  </a:lnTo>
                  <a:lnTo>
                    <a:pt x="221" y="6302"/>
                  </a:lnTo>
                  <a:lnTo>
                    <a:pt x="392" y="6741"/>
                  </a:lnTo>
                  <a:lnTo>
                    <a:pt x="587" y="7156"/>
                  </a:lnTo>
                  <a:lnTo>
                    <a:pt x="831" y="7547"/>
                  </a:lnTo>
                  <a:lnTo>
                    <a:pt x="1100" y="7938"/>
                  </a:lnTo>
                  <a:lnTo>
                    <a:pt x="1418" y="8280"/>
                  </a:lnTo>
                  <a:lnTo>
                    <a:pt x="1759" y="8597"/>
                  </a:lnTo>
                  <a:lnTo>
                    <a:pt x="2150" y="8866"/>
                  </a:lnTo>
                  <a:lnTo>
                    <a:pt x="2541" y="9110"/>
                  </a:lnTo>
                  <a:lnTo>
                    <a:pt x="2956" y="9306"/>
                  </a:lnTo>
                  <a:lnTo>
                    <a:pt x="3396" y="9477"/>
                  </a:lnTo>
                  <a:lnTo>
                    <a:pt x="3860" y="9599"/>
                  </a:lnTo>
                  <a:lnTo>
                    <a:pt x="4348" y="9672"/>
                  </a:lnTo>
                  <a:lnTo>
                    <a:pt x="4837" y="9696"/>
                  </a:lnTo>
                  <a:lnTo>
                    <a:pt x="5350" y="9672"/>
                  </a:lnTo>
                  <a:lnTo>
                    <a:pt x="5814" y="9599"/>
                  </a:lnTo>
                  <a:lnTo>
                    <a:pt x="6278" y="9477"/>
                  </a:lnTo>
                  <a:lnTo>
                    <a:pt x="6717" y="9306"/>
                  </a:lnTo>
                  <a:lnTo>
                    <a:pt x="7157" y="9110"/>
                  </a:lnTo>
                  <a:lnTo>
                    <a:pt x="7548" y="8866"/>
                  </a:lnTo>
                  <a:lnTo>
                    <a:pt x="7914" y="8597"/>
                  </a:lnTo>
                  <a:lnTo>
                    <a:pt x="8256" y="8280"/>
                  </a:lnTo>
                  <a:lnTo>
                    <a:pt x="8573" y="7938"/>
                  </a:lnTo>
                  <a:lnTo>
                    <a:pt x="8867" y="7547"/>
                  </a:lnTo>
                  <a:lnTo>
                    <a:pt x="9111" y="7156"/>
                  </a:lnTo>
                  <a:lnTo>
                    <a:pt x="9306" y="6741"/>
                  </a:lnTo>
                  <a:lnTo>
                    <a:pt x="9477" y="6302"/>
                  </a:lnTo>
                  <a:lnTo>
                    <a:pt x="9599" y="5838"/>
                  </a:lnTo>
                  <a:lnTo>
                    <a:pt x="9673" y="5349"/>
                  </a:lnTo>
                  <a:lnTo>
                    <a:pt x="9697" y="4861"/>
                  </a:lnTo>
                  <a:lnTo>
                    <a:pt x="9673" y="4348"/>
                  </a:lnTo>
                  <a:lnTo>
                    <a:pt x="9599" y="3884"/>
                  </a:lnTo>
                  <a:lnTo>
                    <a:pt x="9477" y="3420"/>
                  </a:lnTo>
                  <a:lnTo>
                    <a:pt x="9306" y="2980"/>
                  </a:lnTo>
                  <a:lnTo>
                    <a:pt x="9111" y="2540"/>
                  </a:lnTo>
                  <a:lnTo>
                    <a:pt x="8867" y="2150"/>
                  </a:lnTo>
                  <a:lnTo>
                    <a:pt x="8573" y="1783"/>
                  </a:lnTo>
                  <a:lnTo>
                    <a:pt x="8256" y="1441"/>
                  </a:lnTo>
                  <a:lnTo>
                    <a:pt x="7914" y="1124"/>
                  </a:lnTo>
                  <a:lnTo>
                    <a:pt x="7548" y="831"/>
                  </a:lnTo>
                  <a:lnTo>
                    <a:pt x="7157" y="587"/>
                  </a:lnTo>
                  <a:lnTo>
                    <a:pt x="6717" y="391"/>
                  </a:lnTo>
                  <a:lnTo>
                    <a:pt x="6278" y="220"/>
                  </a:lnTo>
                  <a:lnTo>
                    <a:pt x="5814" y="98"/>
                  </a:lnTo>
                  <a:lnTo>
                    <a:pt x="5350" y="25"/>
                  </a:lnTo>
                  <a:lnTo>
                    <a:pt x="4837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87" name="Google Shape;287;p59"/>
            <p:cNvSpPr/>
            <p:nvPr/>
          </p:nvSpPr>
          <p:spPr>
            <a:xfrm>
              <a:off x="4215400" y="3253150"/>
              <a:ext cx="154500" cy="153875"/>
            </a:xfrm>
            <a:custGeom>
              <a:rect b="b" l="l" r="r" t="t"/>
              <a:pathLst>
                <a:path extrusionOk="0" h="6155" w="6180">
                  <a:moveTo>
                    <a:pt x="1075" y="0"/>
                  </a:moveTo>
                  <a:lnTo>
                    <a:pt x="831" y="269"/>
                  </a:lnTo>
                  <a:lnTo>
                    <a:pt x="562" y="537"/>
                  </a:lnTo>
                  <a:lnTo>
                    <a:pt x="293" y="782"/>
                  </a:lnTo>
                  <a:lnTo>
                    <a:pt x="0" y="1026"/>
                  </a:lnTo>
                  <a:lnTo>
                    <a:pt x="4983" y="6008"/>
                  </a:lnTo>
                  <a:lnTo>
                    <a:pt x="5056" y="6057"/>
                  </a:lnTo>
                  <a:lnTo>
                    <a:pt x="5129" y="6106"/>
                  </a:lnTo>
                  <a:lnTo>
                    <a:pt x="5227" y="6130"/>
                  </a:lnTo>
                  <a:lnTo>
                    <a:pt x="5325" y="6155"/>
                  </a:lnTo>
                  <a:lnTo>
                    <a:pt x="5422" y="6130"/>
                  </a:lnTo>
                  <a:lnTo>
                    <a:pt x="5496" y="6106"/>
                  </a:lnTo>
                  <a:lnTo>
                    <a:pt x="5593" y="6057"/>
                  </a:lnTo>
                  <a:lnTo>
                    <a:pt x="5667" y="6008"/>
                  </a:lnTo>
                  <a:lnTo>
                    <a:pt x="6033" y="5642"/>
                  </a:lnTo>
                  <a:lnTo>
                    <a:pt x="6106" y="5569"/>
                  </a:lnTo>
                  <a:lnTo>
                    <a:pt x="6155" y="5471"/>
                  </a:lnTo>
                  <a:lnTo>
                    <a:pt x="6179" y="5373"/>
                  </a:lnTo>
                  <a:lnTo>
                    <a:pt x="6179" y="5300"/>
                  </a:lnTo>
                  <a:lnTo>
                    <a:pt x="6179" y="5202"/>
                  </a:lnTo>
                  <a:lnTo>
                    <a:pt x="6155" y="5105"/>
                  </a:lnTo>
                  <a:lnTo>
                    <a:pt x="6106" y="5031"/>
                  </a:lnTo>
                  <a:lnTo>
                    <a:pt x="6033" y="4934"/>
                  </a:lnTo>
                  <a:lnTo>
                    <a:pt x="1075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288" name="Google Shape;288;p59"/>
          <p:cNvSpPr/>
          <p:nvPr/>
        </p:nvSpPr>
        <p:spPr>
          <a:xfrm>
            <a:off x="5343810" y="4407484"/>
            <a:ext cx="386922" cy="304241"/>
          </a:xfrm>
          <a:custGeom>
            <a:rect b="b" l="l" r="r" t="t"/>
            <a:pathLst>
              <a:path extrusionOk="0" h="14557" w="18513">
                <a:moveTo>
                  <a:pt x="9159" y="2125"/>
                </a:moveTo>
                <a:lnTo>
                  <a:pt x="9403" y="2150"/>
                </a:lnTo>
                <a:lnTo>
                  <a:pt x="9672" y="2198"/>
                </a:lnTo>
                <a:lnTo>
                  <a:pt x="9916" y="2272"/>
                </a:lnTo>
                <a:lnTo>
                  <a:pt x="10160" y="2345"/>
                </a:lnTo>
                <a:lnTo>
                  <a:pt x="10404" y="2443"/>
                </a:lnTo>
                <a:lnTo>
                  <a:pt x="10624" y="2565"/>
                </a:lnTo>
                <a:lnTo>
                  <a:pt x="10820" y="2687"/>
                </a:lnTo>
                <a:lnTo>
                  <a:pt x="10893" y="2760"/>
                </a:lnTo>
                <a:lnTo>
                  <a:pt x="10942" y="2858"/>
                </a:lnTo>
                <a:lnTo>
                  <a:pt x="10942" y="2956"/>
                </a:lnTo>
                <a:lnTo>
                  <a:pt x="10917" y="3078"/>
                </a:lnTo>
                <a:lnTo>
                  <a:pt x="10844" y="3151"/>
                </a:lnTo>
                <a:lnTo>
                  <a:pt x="10771" y="3200"/>
                </a:lnTo>
                <a:lnTo>
                  <a:pt x="10698" y="3224"/>
                </a:lnTo>
                <a:lnTo>
                  <a:pt x="10600" y="3175"/>
                </a:lnTo>
                <a:lnTo>
                  <a:pt x="10404" y="3053"/>
                </a:lnTo>
                <a:lnTo>
                  <a:pt x="10209" y="2956"/>
                </a:lnTo>
                <a:lnTo>
                  <a:pt x="10014" y="2882"/>
                </a:lnTo>
                <a:lnTo>
                  <a:pt x="9794" y="2809"/>
                </a:lnTo>
                <a:lnTo>
                  <a:pt x="9574" y="2760"/>
                </a:lnTo>
                <a:lnTo>
                  <a:pt x="9354" y="2711"/>
                </a:lnTo>
                <a:lnTo>
                  <a:pt x="9110" y="2687"/>
                </a:lnTo>
                <a:lnTo>
                  <a:pt x="8646" y="2687"/>
                </a:lnTo>
                <a:lnTo>
                  <a:pt x="8426" y="2711"/>
                </a:lnTo>
                <a:lnTo>
                  <a:pt x="8206" y="2760"/>
                </a:lnTo>
                <a:lnTo>
                  <a:pt x="7987" y="2809"/>
                </a:lnTo>
                <a:lnTo>
                  <a:pt x="7767" y="2882"/>
                </a:lnTo>
                <a:lnTo>
                  <a:pt x="7547" y="2956"/>
                </a:lnTo>
                <a:lnTo>
                  <a:pt x="7352" y="3053"/>
                </a:lnTo>
                <a:lnTo>
                  <a:pt x="7181" y="3175"/>
                </a:lnTo>
                <a:lnTo>
                  <a:pt x="7107" y="3200"/>
                </a:lnTo>
                <a:lnTo>
                  <a:pt x="7059" y="3224"/>
                </a:lnTo>
                <a:lnTo>
                  <a:pt x="7010" y="3200"/>
                </a:lnTo>
                <a:lnTo>
                  <a:pt x="6936" y="3175"/>
                </a:lnTo>
                <a:lnTo>
                  <a:pt x="6888" y="3127"/>
                </a:lnTo>
                <a:lnTo>
                  <a:pt x="6863" y="3078"/>
                </a:lnTo>
                <a:lnTo>
                  <a:pt x="6839" y="2956"/>
                </a:lnTo>
                <a:lnTo>
                  <a:pt x="6839" y="2858"/>
                </a:lnTo>
                <a:lnTo>
                  <a:pt x="6888" y="2760"/>
                </a:lnTo>
                <a:lnTo>
                  <a:pt x="6936" y="2687"/>
                </a:lnTo>
                <a:lnTo>
                  <a:pt x="7156" y="2565"/>
                </a:lnTo>
                <a:lnTo>
                  <a:pt x="7376" y="2443"/>
                </a:lnTo>
                <a:lnTo>
                  <a:pt x="7620" y="2345"/>
                </a:lnTo>
                <a:lnTo>
                  <a:pt x="7864" y="2272"/>
                </a:lnTo>
                <a:lnTo>
                  <a:pt x="8109" y="2198"/>
                </a:lnTo>
                <a:lnTo>
                  <a:pt x="8377" y="2150"/>
                </a:lnTo>
                <a:lnTo>
                  <a:pt x="8622" y="2125"/>
                </a:lnTo>
                <a:close/>
                <a:moveTo>
                  <a:pt x="3761" y="5373"/>
                </a:moveTo>
                <a:lnTo>
                  <a:pt x="3884" y="5398"/>
                </a:lnTo>
                <a:lnTo>
                  <a:pt x="4030" y="5447"/>
                </a:lnTo>
                <a:lnTo>
                  <a:pt x="4128" y="5496"/>
                </a:lnTo>
                <a:lnTo>
                  <a:pt x="4250" y="5569"/>
                </a:lnTo>
                <a:lnTo>
                  <a:pt x="4323" y="5691"/>
                </a:lnTo>
                <a:lnTo>
                  <a:pt x="4372" y="5789"/>
                </a:lnTo>
                <a:lnTo>
                  <a:pt x="4421" y="5911"/>
                </a:lnTo>
                <a:lnTo>
                  <a:pt x="4445" y="6057"/>
                </a:lnTo>
                <a:lnTo>
                  <a:pt x="4421" y="6204"/>
                </a:lnTo>
                <a:lnTo>
                  <a:pt x="4372" y="6326"/>
                </a:lnTo>
                <a:lnTo>
                  <a:pt x="4323" y="6448"/>
                </a:lnTo>
                <a:lnTo>
                  <a:pt x="4250" y="6546"/>
                </a:lnTo>
                <a:lnTo>
                  <a:pt x="4128" y="6619"/>
                </a:lnTo>
                <a:lnTo>
                  <a:pt x="4030" y="6692"/>
                </a:lnTo>
                <a:lnTo>
                  <a:pt x="3884" y="6717"/>
                </a:lnTo>
                <a:lnTo>
                  <a:pt x="3761" y="6741"/>
                </a:lnTo>
                <a:lnTo>
                  <a:pt x="3615" y="6717"/>
                </a:lnTo>
                <a:lnTo>
                  <a:pt x="3493" y="6692"/>
                </a:lnTo>
                <a:lnTo>
                  <a:pt x="3371" y="6619"/>
                </a:lnTo>
                <a:lnTo>
                  <a:pt x="3273" y="6546"/>
                </a:lnTo>
                <a:lnTo>
                  <a:pt x="3200" y="6448"/>
                </a:lnTo>
                <a:lnTo>
                  <a:pt x="3126" y="6326"/>
                </a:lnTo>
                <a:lnTo>
                  <a:pt x="3102" y="6204"/>
                </a:lnTo>
                <a:lnTo>
                  <a:pt x="3078" y="6057"/>
                </a:lnTo>
                <a:lnTo>
                  <a:pt x="3102" y="5911"/>
                </a:lnTo>
                <a:lnTo>
                  <a:pt x="3126" y="5789"/>
                </a:lnTo>
                <a:lnTo>
                  <a:pt x="3200" y="5691"/>
                </a:lnTo>
                <a:lnTo>
                  <a:pt x="3273" y="5569"/>
                </a:lnTo>
                <a:lnTo>
                  <a:pt x="3371" y="5496"/>
                </a:lnTo>
                <a:lnTo>
                  <a:pt x="3493" y="5447"/>
                </a:lnTo>
                <a:lnTo>
                  <a:pt x="3615" y="5398"/>
                </a:lnTo>
                <a:lnTo>
                  <a:pt x="3761" y="5373"/>
                </a:lnTo>
                <a:close/>
                <a:moveTo>
                  <a:pt x="17609" y="6741"/>
                </a:moveTo>
                <a:lnTo>
                  <a:pt x="17609" y="6790"/>
                </a:lnTo>
                <a:lnTo>
                  <a:pt x="17585" y="6888"/>
                </a:lnTo>
                <a:lnTo>
                  <a:pt x="17560" y="6937"/>
                </a:lnTo>
                <a:lnTo>
                  <a:pt x="17512" y="7010"/>
                </a:lnTo>
                <a:lnTo>
                  <a:pt x="17365" y="7132"/>
                </a:lnTo>
                <a:lnTo>
                  <a:pt x="17365" y="7132"/>
                </a:lnTo>
                <a:lnTo>
                  <a:pt x="17389" y="7010"/>
                </a:lnTo>
                <a:lnTo>
                  <a:pt x="17414" y="6863"/>
                </a:lnTo>
                <a:lnTo>
                  <a:pt x="17463" y="6790"/>
                </a:lnTo>
                <a:lnTo>
                  <a:pt x="17512" y="6766"/>
                </a:lnTo>
                <a:lnTo>
                  <a:pt x="17560" y="6741"/>
                </a:lnTo>
                <a:close/>
                <a:moveTo>
                  <a:pt x="4836" y="0"/>
                </a:moveTo>
                <a:lnTo>
                  <a:pt x="4738" y="196"/>
                </a:lnTo>
                <a:lnTo>
                  <a:pt x="4641" y="391"/>
                </a:lnTo>
                <a:lnTo>
                  <a:pt x="4543" y="684"/>
                </a:lnTo>
                <a:lnTo>
                  <a:pt x="4445" y="1002"/>
                </a:lnTo>
                <a:lnTo>
                  <a:pt x="4396" y="1393"/>
                </a:lnTo>
                <a:lnTo>
                  <a:pt x="4372" y="1783"/>
                </a:lnTo>
                <a:lnTo>
                  <a:pt x="4372" y="2003"/>
                </a:lnTo>
                <a:lnTo>
                  <a:pt x="4421" y="2223"/>
                </a:lnTo>
                <a:lnTo>
                  <a:pt x="4079" y="2443"/>
                </a:lnTo>
                <a:lnTo>
                  <a:pt x="3688" y="2736"/>
                </a:lnTo>
                <a:lnTo>
                  <a:pt x="3273" y="3151"/>
                </a:lnTo>
                <a:lnTo>
                  <a:pt x="2833" y="3615"/>
                </a:lnTo>
                <a:lnTo>
                  <a:pt x="2418" y="4128"/>
                </a:lnTo>
                <a:lnTo>
                  <a:pt x="2027" y="4665"/>
                </a:lnTo>
                <a:lnTo>
                  <a:pt x="1856" y="4958"/>
                </a:lnTo>
                <a:lnTo>
                  <a:pt x="1710" y="5251"/>
                </a:lnTo>
                <a:lnTo>
                  <a:pt x="1563" y="5544"/>
                </a:lnTo>
                <a:lnTo>
                  <a:pt x="1466" y="5813"/>
                </a:lnTo>
                <a:lnTo>
                  <a:pt x="562" y="5813"/>
                </a:lnTo>
                <a:lnTo>
                  <a:pt x="464" y="5838"/>
                </a:lnTo>
                <a:lnTo>
                  <a:pt x="342" y="5862"/>
                </a:lnTo>
                <a:lnTo>
                  <a:pt x="244" y="5911"/>
                </a:lnTo>
                <a:lnTo>
                  <a:pt x="171" y="5984"/>
                </a:lnTo>
                <a:lnTo>
                  <a:pt x="98" y="6057"/>
                </a:lnTo>
                <a:lnTo>
                  <a:pt x="49" y="6155"/>
                </a:lnTo>
                <a:lnTo>
                  <a:pt x="25" y="6277"/>
                </a:lnTo>
                <a:lnTo>
                  <a:pt x="0" y="6375"/>
                </a:lnTo>
                <a:lnTo>
                  <a:pt x="0" y="8622"/>
                </a:lnTo>
                <a:lnTo>
                  <a:pt x="25" y="8744"/>
                </a:lnTo>
                <a:lnTo>
                  <a:pt x="49" y="8842"/>
                </a:lnTo>
                <a:lnTo>
                  <a:pt x="98" y="8939"/>
                </a:lnTo>
                <a:lnTo>
                  <a:pt x="171" y="9013"/>
                </a:lnTo>
                <a:lnTo>
                  <a:pt x="244" y="9086"/>
                </a:lnTo>
                <a:lnTo>
                  <a:pt x="342" y="9135"/>
                </a:lnTo>
                <a:lnTo>
                  <a:pt x="464" y="9183"/>
                </a:lnTo>
                <a:lnTo>
                  <a:pt x="1514" y="9183"/>
                </a:lnTo>
                <a:lnTo>
                  <a:pt x="1588" y="9379"/>
                </a:lnTo>
                <a:lnTo>
                  <a:pt x="1685" y="9599"/>
                </a:lnTo>
                <a:lnTo>
                  <a:pt x="1930" y="10014"/>
                </a:lnTo>
                <a:lnTo>
                  <a:pt x="2223" y="10405"/>
                </a:lnTo>
                <a:lnTo>
                  <a:pt x="2589" y="10795"/>
                </a:lnTo>
                <a:lnTo>
                  <a:pt x="2980" y="11162"/>
                </a:lnTo>
                <a:lnTo>
                  <a:pt x="3419" y="11504"/>
                </a:lnTo>
                <a:lnTo>
                  <a:pt x="3908" y="11821"/>
                </a:lnTo>
                <a:lnTo>
                  <a:pt x="4421" y="12065"/>
                </a:lnTo>
                <a:lnTo>
                  <a:pt x="4421" y="14557"/>
                </a:lnTo>
                <a:lnTo>
                  <a:pt x="5105" y="14557"/>
                </a:lnTo>
                <a:lnTo>
                  <a:pt x="6326" y="12896"/>
                </a:lnTo>
                <a:lnTo>
                  <a:pt x="6936" y="13067"/>
                </a:lnTo>
                <a:lnTo>
                  <a:pt x="7571" y="13164"/>
                </a:lnTo>
                <a:lnTo>
                  <a:pt x="8231" y="13238"/>
                </a:lnTo>
                <a:lnTo>
                  <a:pt x="8890" y="13262"/>
                </a:lnTo>
                <a:lnTo>
                  <a:pt x="9550" y="13238"/>
                </a:lnTo>
                <a:lnTo>
                  <a:pt x="10209" y="13164"/>
                </a:lnTo>
                <a:lnTo>
                  <a:pt x="10844" y="13067"/>
                </a:lnTo>
                <a:lnTo>
                  <a:pt x="11455" y="12896"/>
                </a:lnTo>
                <a:lnTo>
                  <a:pt x="12627" y="14557"/>
                </a:lnTo>
                <a:lnTo>
                  <a:pt x="13384" y="14557"/>
                </a:lnTo>
                <a:lnTo>
                  <a:pt x="13384" y="12065"/>
                </a:lnTo>
                <a:lnTo>
                  <a:pt x="13726" y="11919"/>
                </a:lnTo>
                <a:lnTo>
                  <a:pt x="14044" y="11748"/>
                </a:lnTo>
                <a:lnTo>
                  <a:pt x="14337" y="11577"/>
                </a:lnTo>
                <a:lnTo>
                  <a:pt x="14630" y="11382"/>
                </a:lnTo>
                <a:lnTo>
                  <a:pt x="14898" y="11162"/>
                </a:lnTo>
                <a:lnTo>
                  <a:pt x="15143" y="10942"/>
                </a:lnTo>
                <a:lnTo>
                  <a:pt x="15387" y="10698"/>
                </a:lnTo>
                <a:lnTo>
                  <a:pt x="15607" y="10429"/>
                </a:lnTo>
                <a:lnTo>
                  <a:pt x="15778" y="10160"/>
                </a:lnTo>
                <a:lnTo>
                  <a:pt x="15949" y="9892"/>
                </a:lnTo>
                <a:lnTo>
                  <a:pt x="16119" y="9599"/>
                </a:lnTo>
                <a:lnTo>
                  <a:pt x="16242" y="9281"/>
                </a:lnTo>
                <a:lnTo>
                  <a:pt x="16364" y="8964"/>
                </a:lnTo>
                <a:lnTo>
                  <a:pt x="16437" y="8622"/>
                </a:lnTo>
                <a:lnTo>
                  <a:pt x="16510" y="8280"/>
                </a:lnTo>
                <a:lnTo>
                  <a:pt x="16559" y="7938"/>
                </a:lnTo>
                <a:lnTo>
                  <a:pt x="16974" y="7938"/>
                </a:lnTo>
                <a:lnTo>
                  <a:pt x="17096" y="7913"/>
                </a:lnTo>
                <a:lnTo>
                  <a:pt x="17316" y="8109"/>
                </a:lnTo>
                <a:lnTo>
                  <a:pt x="17536" y="8231"/>
                </a:lnTo>
                <a:lnTo>
                  <a:pt x="17780" y="8329"/>
                </a:lnTo>
                <a:lnTo>
                  <a:pt x="18024" y="8353"/>
                </a:lnTo>
                <a:lnTo>
                  <a:pt x="18171" y="8353"/>
                </a:lnTo>
                <a:lnTo>
                  <a:pt x="18318" y="8304"/>
                </a:lnTo>
                <a:lnTo>
                  <a:pt x="18415" y="8255"/>
                </a:lnTo>
                <a:lnTo>
                  <a:pt x="18464" y="8158"/>
                </a:lnTo>
                <a:lnTo>
                  <a:pt x="18513" y="8060"/>
                </a:lnTo>
                <a:lnTo>
                  <a:pt x="18488" y="7962"/>
                </a:lnTo>
                <a:lnTo>
                  <a:pt x="18440" y="7865"/>
                </a:lnTo>
                <a:lnTo>
                  <a:pt x="18342" y="7791"/>
                </a:lnTo>
                <a:lnTo>
                  <a:pt x="18244" y="7767"/>
                </a:lnTo>
                <a:lnTo>
                  <a:pt x="18147" y="7767"/>
                </a:lnTo>
                <a:lnTo>
                  <a:pt x="18024" y="7791"/>
                </a:lnTo>
                <a:lnTo>
                  <a:pt x="17902" y="7767"/>
                </a:lnTo>
                <a:lnTo>
                  <a:pt x="17756" y="7718"/>
                </a:lnTo>
                <a:lnTo>
                  <a:pt x="17634" y="7645"/>
                </a:lnTo>
                <a:lnTo>
                  <a:pt x="17780" y="7523"/>
                </a:lnTo>
                <a:lnTo>
                  <a:pt x="17927" y="7376"/>
                </a:lnTo>
                <a:lnTo>
                  <a:pt x="18049" y="7230"/>
                </a:lnTo>
                <a:lnTo>
                  <a:pt x="18122" y="7059"/>
                </a:lnTo>
                <a:lnTo>
                  <a:pt x="18171" y="6888"/>
                </a:lnTo>
                <a:lnTo>
                  <a:pt x="18171" y="6717"/>
                </a:lnTo>
                <a:lnTo>
                  <a:pt x="18147" y="6546"/>
                </a:lnTo>
                <a:lnTo>
                  <a:pt x="18073" y="6424"/>
                </a:lnTo>
                <a:lnTo>
                  <a:pt x="18000" y="6326"/>
                </a:lnTo>
                <a:lnTo>
                  <a:pt x="17902" y="6253"/>
                </a:lnTo>
                <a:lnTo>
                  <a:pt x="17805" y="6204"/>
                </a:lnTo>
                <a:lnTo>
                  <a:pt x="17683" y="6179"/>
                </a:lnTo>
                <a:lnTo>
                  <a:pt x="17560" y="6179"/>
                </a:lnTo>
                <a:lnTo>
                  <a:pt x="17438" y="6204"/>
                </a:lnTo>
                <a:lnTo>
                  <a:pt x="17341" y="6228"/>
                </a:lnTo>
                <a:lnTo>
                  <a:pt x="17243" y="6277"/>
                </a:lnTo>
                <a:lnTo>
                  <a:pt x="17145" y="6326"/>
                </a:lnTo>
                <a:lnTo>
                  <a:pt x="17048" y="6424"/>
                </a:lnTo>
                <a:lnTo>
                  <a:pt x="16974" y="6497"/>
                </a:lnTo>
                <a:lnTo>
                  <a:pt x="16925" y="6619"/>
                </a:lnTo>
                <a:lnTo>
                  <a:pt x="16852" y="6790"/>
                </a:lnTo>
                <a:lnTo>
                  <a:pt x="16803" y="6985"/>
                </a:lnTo>
                <a:lnTo>
                  <a:pt x="16803" y="7181"/>
                </a:lnTo>
                <a:lnTo>
                  <a:pt x="16828" y="7376"/>
                </a:lnTo>
                <a:lnTo>
                  <a:pt x="16706" y="7376"/>
                </a:lnTo>
                <a:lnTo>
                  <a:pt x="16584" y="7352"/>
                </a:lnTo>
                <a:lnTo>
                  <a:pt x="16559" y="7034"/>
                </a:lnTo>
                <a:lnTo>
                  <a:pt x="16535" y="6717"/>
                </a:lnTo>
                <a:lnTo>
                  <a:pt x="16486" y="6399"/>
                </a:lnTo>
                <a:lnTo>
                  <a:pt x="16413" y="6082"/>
                </a:lnTo>
                <a:lnTo>
                  <a:pt x="16315" y="5764"/>
                </a:lnTo>
                <a:lnTo>
                  <a:pt x="16217" y="5471"/>
                </a:lnTo>
                <a:lnTo>
                  <a:pt x="16095" y="5178"/>
                </a:lnTo>
                <a:lnTo>
                  <a:pt x="15949" y="4885"/>
                </a:lnTo>
                <a:lnTo>
                  <a:pt x="15802" y="4616"/>
                </a:lnTo>
                <a:lnTo>
                  <a:pt x="15631" y="4323"/>
                </a:lnTo>
                <a:lnTo>
                  <a:pt x="15436" y="4079"/>
                </a:lnTo>
                <a:lnTo>
                  <a:pt x="15240" y="3810"/>
                </a:lnTo>
                <a:lnTo>
                  <a:pt x="15020" y="3566"/>
                </a:lnTo>
                <a:lnTo>
                  <a:pt x="14801" y="3322"/>
                </a:lnTo>
                <a:lnTo>
                  <a:pt x="14556" y="3102"/>
                </a:lnTo>
                <a:lnTo>
                  <a:pt x="14312" y="2882"/>
                </a:lnTo>
                <a:lnTo>
                  <a:pt x="14044" y="2663"/>
                </a:lnTo>
                <a:lnTo>
                  <a:pt x="13750" y="2467"/>
                </a:lnTo>
                <a:lnTo>
                  <a:pt x="13457" y="2272"/>
                </a:lnTo>
                <a:lnTo>
                  <a:pt x="13164" y="2101"/>
                </a:lnTo>
                <a:lnTo>
                  <a:pt x="12847" y="1930"/>
                </a:lnTo>
                <a:lnTo>
                  <a:pt x="12529" y="1783"/>
                </a:lnTo>
                <a:lnTo>
                  <a:pt x="12212" y="1637"/>
                </a:lnTo>
                <a:lnTo>
                  <a:pt x="11870" y="1515"/>
                </a:lnTo>
                <a:lnTo>
                  <a:pt x="11528" y="1393"/>
                </a:lnTo>
                <a:lnTo>
                  <a:pt x="11162" y="1295"/>
                </a:lnTo>
                <a:lnTo>
                  <a:pt x="10795" y="1222"/>
                </a:lnTo>
                <a:lnTo>
                  <a:pt x="10429" y="1148"/>
                </a:lnTo>
                <a:lnTo>
                  <a:pt x="10063" y="1099"/>
                </a:lnTo>
                <a:lnTo>
                  <a:pt x="9672" y="1051"/>
                </a:lnTo>
                <a:lnTo>
                  <a:pt x="9281" y="1026"/>
                </a:lnTo>
                <a:lnTo>
                  <a:pt x="8353" y="1026"/>
                </a:lnTo>
                <a:lnTo>
                  <a:pt x="7816" y="1075"/>
                </a:lnTo>
                <a:lnTo>
                  <a:pt x="7278" y="1148"/>
                </a:lnTo>
                <a:lnTo>
                  <a:pt x="6765" y="1270"/>
                </a:lnTo>
                <a:lnTo>
                  <a:pt x="6619" y="1051"/>
                </a:lnTo>
                <a:lnTo>
                  <a:pt x="6472" y="880"/>
                </a:lnTo>
                <a:lnTo>
                  <a:pt x="6301" y="709"/>
                </a:lnTo>
                <a:lnTo>
                  <a:pt x="6155" y="562"/>
                </a:lnTo>
                <a:lnTo>
                  <a:pt x="5984" y="440"/>
                </a:lnTo>
                <a:lnTo>
                  <a:pt x="5837" y="342"/>
                </a:lnTo>
                <a:lnTo>
                  <a:pt x="5520" y="196"/>
                </a:lnTo>
                <a:lnTo>
                  <a:pt x="5251" y="98"/>
                </a:lnTo>
                <a:lnTo>
                  <a:pt x="5031" y="49"/>
                </a:lnTo>
                <a:lnTo>
                  <a:pt x="4836" y="0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89" name="Google Shape;289;p59"/>
          <p:cNvSpPr/>
          <p:nvPr/>
        </p:nvSpPr>
        <p:spPr>
          <a:xfrm>
            <a:off x="9908858" y="3802071"/>
            <a:ext cx="269526" cy="387967"/>
          </a:xfrm>
          <a:custGeom>
            <a:rect b="b" l="l" r="r" t="t"/>
            <a:pathLst>
              <a:path extrusionOk="0" h="18563" w="12896">
                <a:moveTo>
                  <a:pt x="6448" y="1564"/>
                </a:moveTo>
                <a:lnTo>
                  <a:pt x="6814" y="1588"/>
                </a:lnTo>
                <a:lnTo>
                  <a:pt x="7181" y="1637"/>
                </a:lnTo>
                <a:lnTo>
                  <a:pt x="7523" y="1735"/>
                </a:lnTo>
                <a:lnTo>
                  <a:pt x="7865" y="1857"/>
                </a:lnTo>
                <a:lnTo>
                  <a:pt x="8182" y="2003"/>
                </a:lnTo>
                <a:lnTo>
                  <a:pt x="8475" y="2199"/>
                </a:lnTo>
                <a:lnTo>
                  <a:pt x="8768" y="2394"/>
                </a:lnTo>
                <a:lnTo>
                  <a:pt x="9013" y="2638"/>
                </a:lnTo>
                <a:lnTo>
                  <a:pt x="9257" y="2883"/>
                </a:lnTo>
                <a:lnTo>
                  <a:pt x="9477" y="3176"/>
                </a:lnTo>
                <a:lnTo>
                  <a:pt x="9647" y="3469"/>
                </a:lnTo>
                <a:lnTo>
                  <a:pt x="9794" y="3786"/>
                </a:lnTo>
                <a:lnTo>
                  <a:pt x="9916" y="4128"/>
                </a:lnTo>
                <a:lnTo>
                  <a:pt x="10014" y="4470"/>
                </a:lnTo>
                <a:lnTo>
                  <a:pt x="10063" y="4836"/>
                </a:lnTo>
                <a:lnTo>
                  <a:pt x="10087" y="5203"/>
                </a:lnTo>
                <a:lnTo>
                  <a:pt x="10087" y="7547"/>
                </a:lnTo>
                <a:lnTo>
                  <a:pt x="2809" y="7547"/>
                </a:lnTo>
                <a:lnTo>
                  <a:pt x="2809" y="5203"/>
                </a:lnTo>
                <a:lnTo>
                  <a:pt x="2833" y="4836"/>
                </a:lnTo>
                <a:lnTo>
                  <a:pt x="2882" y="4470"/>
                </a:lnTo>
                <a:lnTo>
                  <a:pt x="2980" y="4128"/>
                </a:lnTo>
                <a:lnTo>
                  <a:pt x="3102" y="3786"/>
                </a:lnTo>
                <a:lnTo>
                  <a:pt x="3249" y="3469"/>
                </a:lnTo>
                <a:lnTo>
                  <a:pt x="3420" y="3176"/>
                </a:lnTo>
                <a:lnTo>
                  <a:pt x="3639" y="2883"/>
                </a:lnTo>
                <a:lnTo>
                  <a:pt x="3884" y="2638"/>
                </a:lnTo>
                <a:lnTo>
                  <a:pt x="4128" y="2394"/>
                </a:lnTo>
                <a:lnTo>
                  <a:pt x="4421" y="2199"/>
                </a:lnTo>
                <a:lnTo>
                  <a:pt x="4714" y="2003"/>
                </a:lnTo>
                <a:lnTo>
                  <a:pt x="5032" y="1857"/>
                </a:lnTo>
                <a:lnTo>
                  <a:pt x="5373" y="1735"/>
                </a:lnTo>
                <a:lnTo>
                  <a:pt x="5715" y="1637"/>
                </a:lnTo>
                <a:lnTo>
                  <a:pt x="6082" y="1588"/>
                </a:lnTo>
                <a:lnTo>
                  <a:pt x="6448" y="1564"/>
                </a:lnTo>
                <a:close/>
                <a:moveTo>
                  <a:pt x="6448" y="10991"/>
                </a:moveTo>
                <a:lnTo>
                  <a:pt x="6692" y="11015"/>
                </a:lnTo>
                <a:lnTo>
                  <a:pt x="6937" y="11089"/>
                </a:lnTo>
                <a:lnTo>
                  <a:pt x="7132" y="11211"/>
                </a:lnTo>
                <a:lnTo>
                  <a:pt x="7327" y="11357"/>
                </a:lnTo>
                <a:lnTo>
                  <a:pt x="7474" y="11528"/>
                </a:lnTo>
                <a:lnTo>
                  <a:pt x="7572" y="11748"/>
                </a:lnTo>
                <a:lnTo>
                  <a:pt x="7645" y="11968"/>
                </a:lnTo>
                <a:lnTo>
                  <a:pt x="7669" y="12212"/>
                </a:lnTo>
                <a:lnTo>
                  <a:pt x="7669" y="12383"/>
                </a:lnTo>
                <a:lnTo>
                  <a:pt x="7645" y="12530"/>
                </a:lnTo>
                <a:lnTo>
                  <a:pt x="7596" y="12701"/>
                </a:lnTo>
                <a:lnTo>
                  <a:pt x="7523" y="12823"/>
                </a:lnTo>
                <a:lnTo>
                  <a:pt x="7425" y="12969"/>
                </a:lnTo>
                <a:lnTo>
                  <a:pt x="7327" y="13067"/>
                </a:lnTo>
                <a:lnTo>
                  <a:pt x="7205" y="13189"/>
                </a:lnTo>
                <a:lnTo>
                  <a:pt x="7083" y="13262"/>
                </a:lnTo>
                <a:lnTo>
                  <a:pt x="7230" y="15094"/>
                </a:lnTo>
                <a:lnTo>
                  <a:pt x="5667" y="15094"/>
                </a:lnTo>
                <a:lnTo>
                  <a:pt x="5813" y="13262"/>
                </a:lnTo>
                <a:lnTo>
                  <a:pt x="5691" y="13189"/>
                </a:lnTo>
                <a:lnTo>
                  <a:pt x="5569" y="13067"/>
                </a:lnTo>
                <a:lnTo>
                  <a:pt x="5471" y="12969"/>
                </a:lnTo>
                <a:lnTo>
                  <a:pt x="5373" y="12823"/>
                </a:lnTo>
                <a:lnTo>
                  <a:pt x="5300" y="12701"/>
                </a:lnTo>
                <a:lnTo>
                  <a:pt x="5251" y="12530"/>
                </a:lnTo>
                <a:lnTo>
                  <a:pt x="5227" y="12383"/>
                </a:lnTo>
                <a:lnTo>
                  <a:pt x="5227" y="12212"/>
                </a:lnTo>
                <a:lnTo>
                  <a:pt x="5251" y="11968"/>
                </a:lnTo>
                <a:lnTo>
                  <a:pt x="5325" y="11748"/>
                </a:lnTo>
                <a:lnTo>
                  <a:pt x="5422" y="11528"/>
                </a:lnTo>
                <a:lnTo>
                  <a:pt x="5569" y="11357"/>
                </a:lnTo>
                <a:lnTo>
                  <a:pt x="5764" y="11211"/>
                </a:lnTo>
                <a:lnTo>
                  <a:pt x="5960" y="11089"/>
                </a:lnTo>
                <a:lnTo>
                  <a:pt x="6204" y="11015"/>
                </a:lnTo>
                <a:lnTo>
                  <a:pt x="6448" y="10991"/>
                </a:lnTo>
                <a:close/>
                <a:moveTo>
                  <a:pt x="6448" y="1"/>
                </a:moveTo>
                <a:lnTo>
                  <a:pt x="5911" y="25"/>
                </a:lnTo>
                <a:lnTo>
                  <a:pt x="5398" y="123"/>
                </a:lnTo>
                <a:lnTo>
                  <a:pt x="4909" y="245"/>
                </a:lnTo>
                <a:lnTo>
                  <a:pt x="4421" y="416"/>
                </a:lnTo>
                <a:lnTo>
                  <a:pt x="3981" y="636"/>
                </a:lnTo>
                <a:lnTo>
                  <a:pt x="3542" y="904"/>
                </a:lnTo>
                <a:lnTo>
                  <a:pt x="3151" y="1197"/>
                </a:lnTo>
                <a:lnTo>
                  <a:pt x="2760" y="1539"/>
                </a:lnTo>
                <a:lnTo>
                  <a:pt x="2443" y="1906"/>
                </a:lnTo>
                <a:lnTo>
                  <a:pt x="2125" y="2296"/>
                </a:lnTo>
                <a:lnTo>
                  <a:pt x="1881" y="2736"/>
                </a:lnTo>
                <a:lnTo>
                  <a:pt x="1661" y="3176"/>
                </a:lnTo>
                <a:lnTo>
                  <a:pt x="1466" y="3664"/>
                </a:lnTo>
                <a:lnTo>
                  <a:pt x="1344" y="4153"/>
                </a:lnTo>
                <a:lnTo>
                  <a:pt x="1270" y="4690"/>
                </a:lnTo>
                <a:lnTo>
                  <a:pt x="1246" y="5203"/>
                </a:lnTo>
                <a:lnTo>
                  <a:pt x="1246" y="7547"/>
                </a:lnTo>
                <a:lnTo>
                  <a:pt x="391" y="7547"/>
                </a:lnTo>
                <a:lnTo>
                  <a:pt x="293" y="7572"/>
                </a:lnTo>
                <a:lnTo>
                  <a:pt x="220" y="7621"/>
                </a:lnTo>
                <a:lnTo>
                  <a:pt x="147" y="7669"/>
                </a:lnTo>
                <a:lnTo>
                  <a:pt x="74" y="7743"/>
                </a:lnTo>
                <a:lnTo>
                  <a:pt x="49" y="7840"/>
                </a:lnTo>
                <a:lnTo>
                  <a:pt x="0" y="7914"/>
                </a:lnTo>
                <a:lnTo>
                  <a:pt x="0" y="8036"/>
                </a:lnTo>
                <a:lnTo>
                  <a:pt x="0" y="18074"/>
                </a:lnTo>
                <a:lnTo>
                  <a:pt x="0" y="18171"/>
                </a:lnTo>
                <a:lnTo>
                  <a:pt x="49" y="18269"/>
                </a:lnTo>
                <a:lnTo>
                  <a:pt x="74" y="18342"/>
                </a:lnTo>
                <a:lnTo>
                  <a:pt x="147" y="18416"/>
                </a:lnTo>
                <a:lnTo>
                  <a:pt x="220" y="18464"/>
                </a:lnTo>
                <a:lnTo>
                  <a:pt x="293" y="18513"/>
                </a:lnTo>
                <a:lnTo>
                  <a:pt x="391" y="18538"/>
                </a:lnTo>
                <a:lnTo>
                  <a:pt x="489" y="18562"/>
                </a:lnTo>
                <a:lnTo>
                  <a:pt x="12407" y="18562"/>
                </a:lnTo>
                <a:lnTo>
                  <a:pt x="12505" y="18538"/>
                </a:lnTo>
                <a:lnTo>
                  <a:pt x="12603" y="18513"/>
                </a:lnTo>
                <a:lnTo>
                  <a:pt x="12676" y="18464"/>
                </a:lnTo>
                <a:lnTo>
                  <a:pt x="12749" y="18416"/>
                </a:lnTo>
                <a:lnTo>
                  <a:pt x="12822" y="18342"/>
                </a:lnTo>
                <a:lnTo>
                  <a:pt x="12847" y="18269"/>
                </a:lnTo>
                <a:lnTo>
                  <a:pt x="12896" y="18171"/>
                </a:lnTo>
                <a:lnTo>
                  <a:pt x="12896" y="18074"/>
                </a:lnTo>
                <a:lnTo>
                  <a:pt x="12896" y="8036"/>
                </a:lnTo>
                <a:lnTo>
                  <a:pt x="12896" y="7914"/>
                </a:lnTo>
                <a:lnTo>
                  <a:pt x="12847" y="7840"/>
                </a:lnTo>
                <a:lnTo>
                  <a:pt x="12822" y="7743"/>
                </a:lnTo>
                <a:lnTo>
                  <a:pt x="12749" y="7669"/>
                </a:lnTo>
                <a:lnTo>
                  <a:pt x="12676" y="7621"/>
                </a:lnTo>
                <a:lnTo>
                  <a:pt x="12603" y="7572"/>
                </a:lnTo>
                <a:lnTo>
                  <a:pt x="12505" y="7547"/>
                </a:lnTo>
                <a:lnTo>
                  <a:pt x="11650" y="7547"/>
                </a:lnTo>
                <a:lnTo>
                  <a:pt x="11650" y="5203"/>
                </a:lnTo>
                <a:lnTo>
                  <a:pt x="11626" y="4690"/>
                </a:lnTo>
                <a:lnTo>
                  <a:pt x="11552" y="4153"/>
                </a:lnTo>
                <a:lnTo>
                  <a:pt x="11430" y="3664"/>
                </a:lnTo>
                <a:lnTo>
                  <a:pt x="11235" y="3176"/>
                </a:lnTo>
                <a:lnTo>
                  <a:pt x="11015" y="2736"/>
                </a:lnTo>
                <a:lnTo>
                  <a:pt x="10771" y="2296"/>
                </a:lnTo>
                <a:lnTo>
                  <a:pt x="10453" y="1906"/>
                </a:lnTo>
                <a:lnTo>
                  <a:pt x="10136" y="1539"/>
                </a:lnTo>
                <a:lnTo>
                  <a:pt x="9745" y="1197"/>
                </a:lnTo>
                <a:lnTo>
                  <a:pt x="9354" y="904"/>
                </a:lnTo>
                <a:lnTo>
                  <a:pt x="8939" y="636"/>
                </a:lnTo>
                <a:lnTo>
                  <a:pt x="8475" y="416"/>
                </a:lnTo>
                <a:lnTo>
                  <a:pt x="7987" y="245"/>
                </a:lnTo>
                <a:lnTo>
                  <a:pt x="7498" y="123"/>
                </a:lnTo>
                <a:lnTo>
                  <a:pt x="6985" y="25"/>
                </a:lnTo>
                <a:lnTo>
                  <a:pt x="6448" y="1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grpSp>
        <p:nvGrpSpPr>
          <p:cNvPr id="290" name="Google Shape;290;p59"/>
          <p:cNvGrpSpPr/>
          <p:nvPr/>
        </p:nvGrpSpPr>
        <p:grpSpPr>
          <a:xfrm>
            <a:off x="10474742" y="3814222"/>
            <a:ext cx="264427" cy="375719"/>
            <a:chOff x="6701050" y="2978375"/>
            <a:chExt cx="316300" cy="449425"/>
          </a:xfrm>
        </p:grpSpPr>
        <p:sp>
          <p:nvSpPr>
            <p:cNvPr id="291" name="Google Shape;291;p59"/>
            <p:cNvSpPr/>
            <p:nvPr/>
          </p:nvSpPr>
          <p:spPr>
            <a:xfrm>
              <a:off x="6701050" y="2978375"/>
              <a:ext cx="316300" cy="78175"/>
            </a:xfrm>
            <a:custGeom>
              <a:rect b="b" l="l" r="r" t="t"/>
              <a:pathLst>
                <a:path extrusionOk="0" h="3127" w="12652">
                  <a:moveTo>
                    <a:pt x="7840" y="782"/>
                  </a:moveTo>
                  <a:lnTo>
                    <a:pt x="7865" y="807"/>
                  </a:lnTo>
                  <a:lnTo>
                    <a:pt x="7889" y="831"/>
                  </a:lnTo>
                  <a:lnTo>
                    <a:pt x="7889" y="880"/>
                  </a:lnTo>
                  <a:lnTo>
                    <a:pt x="7889" y="1417"/>
                  </a:lnTo>
                  <a:lnTo>
                    <a:pt x="4763" y="1417"/>
                  </a:lnTo>
                  <a:lnTo>
                    <a:pt x="4763" y="880"/>
                  </a:lnTo>
                  <a:lnTo>
                    <a:pt x="4763" y="831"/>
                  </a:lnTo>
                  <a:lnTo>
                    <a:pt x="4787" y="807"/>
                  </a:lnTo>
                  <a:lnTo>
                    <a:pt x="4812" y="782"/>
                  </a:lnTo>
                  <a:close/>
                  <a:moveTo>
                    <a:pt x="4861" y="1"/>
                  </a:moveTo>
                  <a:lnTo>
                    <a:pt x="4690" y="25"/>
                  </a:lnTo>
                  <a:lnTo>
                    <a:pt x="4519" y="74"/>
                  </a:lnTo>
                  <a:lnTo>
                    <a:pt x="4372" y="147"/>
                  </a:lnTo>
                  <a:lnTo>
                    <a:pt x="4250" y="269"/>
                  </a:lnTo>
                  <a:lnTo>
                    <a:pt x="4128" y="392"/>
                  </a:lnTo>
                  <a:lnTo>
                    <a:pt x="4055" y="538"/>
                  </a:lnTo>
                  <a:lnTo>
                    <a:pt x="4006" y="709"/>
                  </a:lnTo>
                  <a:lnTo>
                    <a:pt x="3982" y="880"/>
                  </a:lnTo>
                  <a:lnTo>
                    <a:pt x="3982" y="1417"/>
                  </a:lnTo>
                  <a:lnTo>
                    <a:pt x="391" y="1417"/>
                  </a:lnTo>
                  <a:lnTo>
                    <a:pt x="294" y="1466"/>
                  </a:lnTo>
                  <a:lnTo>
                    <a:pt x="220" y="1491"/>
                  </a:lnTo>
                  <a:lnTo>
                    <a:pt x="147" y="1564"/>
                  </a:lnTo>
                  <a:lnTo>
                    <a:pt x="74" y="1637"/>
                  </a:lnTo>
                  <a:lnTo>
                    <a:pt x="49" y="1710"/>
                  </a:lnTo>
                  <a:lnTo>
                    <a:pt x="1" y="1808"/>
                  </a:lnTo>
                  <a:lnTo>
                    <a:pt x="1" y="1906"/>
                  </a:lnTo>
                  <a:lnTo>
                    <a:pt x="1" y="3127"/>
                  </a:lnTo>
                  <a:lnTo>
                    <a:pt x="12652" y="3127"/>
                  </a:lnTo>
                  <a:lnTo>
                    <a:pt x="12652" y="1906"/>
                  </a:lnTo>
                  <a:lnTo>
                    <a:pt x="12652" y="1808"/>
                  </a:lnTo>
                  <a:lnTo>
                    <a:pt x="12603" y="1710"/>
                  </a:lnTo>
                  <a:lnTo>
                    <a:pt x="12578" y="1637"/>
                  </a:lnTo>
                  <a:lnTo>
                    <a:pt x="12505" y="1564"/>
                  </a:lnTo>
                  <a:lnTo>
                    <a:pt x="12432" y="1491"/>
                  </a:lnTo>
                  <a:lnTo>
                    <a:pt x="12359" y="1466"/>
                  </a:lnTo>
                  <a:lnTo>
                    <a:pt x="12261" y="1417"/>
                  </a:lnTo>
                  <a:lnTo>
                    <a:pt x="8671" y="1417"/>
                  </a:lnTo>
                  <a:lnTo>
                    <a:pt x="8671" y="880"/>
                  </a:lnTo>
                  <a:lnTo>
                    <a:pt x="8646" y="709"/>
                  </a:lnTo>
                  <a:lnTo>
                    <a:pt x="8597" y="538"/>
                  </a:lnTo>
                  <a:lnTo>
                    <a:pt x="8524" y="392"/>
                  </a:lnTo>
                  <a:lnTo>
                    <a:pt x="8402" y="269"/>
                  </a:lnTo>
                  <a:lnTo>
                    <a:pt x="8280" y="147"/>
                  </a:lnTo>
                  <a:lnTo>
                    <a:pt x="8133" y="74"/>
                  </a:lnTo>
                  <a:lnTo>
                    <a:pt x="7962" y="25"/>
                  </a:lnTo>
                  <a:lnTo>
                    <a:pt x="7791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92" name="Google Shape;292;p59"/>
            <p:cNvSpPr/>
            <p:nvPr/>
          </p:nvSpPr>
          <p:spPr>
            <a:xfrm>
              <a:off x="6713875" y="3068750"/>
              <a:ext cx="290650" cy="359050"/>
            </a:xfrm>
            <a:custGeom>
              <a:rect b="b" l="l" r="r" t="t"/>
              <a:pathLst>
                <a:path extrusionOk="0" h="14362" w="11626">
                  <a:moveTo>
                    <a:pt x="2614" y="1686"/>
                  </a:moveTo>
                  <a:lnTo>
                    <a:pt x="2711" y="1710"/>
                  </a:lnTo>
                  <a:lnTo>
                    <a:pt x="2785" y="1759"/>
                  </a:lnTo>
                  <a:lnTo>
                    <a:pt x="2834" y="1857"/>
                  </a:lnTo>
                  <a:lnTo>
                    <a:pt x="2858" y="1930"/>
                  </a:lnTo>
                  <a:lnTo>
                    <a:pt x="2858" y="12432"/>
                  </a:lnTo>
                  <a:lnTo>
                    <a:pt x="2834" y="12529"/>
                  </a:lnTo>
                  <a:lnTo>
                    <a:pt x="2785" y="12603"/>
                  </a:lnTo>
                  <a:lnTo>
                    <a:pt x="2711" y="12652"/>
                  </a:lnTo>
                  <a:lnTo>
                    <a:pt x="2614" y="12676"/>
                  </a:lnTo>
                  <a:lnTo>
                    <a:pt x="2516" y="12652"/>
                  </a:lnTo>
                  <a:lnTo>
                    <a:pt x="2443" y="12603"/>
                  </a:lnTo>
                  <a:lnTo>
                    <a:pt x="2394" y="12529"/>
                  </a:lnTo>
                  <a:lnTo>
                    <a:pt x="2369" y="12432"/>
                  </a:lnTo>
                  <a:lnTo>
                    <a:pt x="2369" y="1930"/>
                  </a:lnTo>
                  <a:lnTo>
                    <a:pt x="2394" y="1857"/>
                  </a:lnTo>
                  <a:lnTo>
                    <a:pt x="2443" y="1759"/>
                  </a:lnTo>
                  <a:lnTo>
                    <a:pt x="2516" y="1710"/>
                  </a:lnTo>
                  <a:lnTo>
                    <a:pt x="2614" y="1686"/>
                  </a:lnTo>
                  <a:close/>
                  <a:moveTo>
                    <a:pt x="5813" y="1686"/>
                  </a:moveTo>
                  <a:lnTo>
                    <a:pt x="5911" y="1710"/>
                  </a:lnTo>
                  <a:lnTo>
                    <a:pt x="5984" y="1759"/>
                  </a:lnTo>
                  <a:lnTo>
                    <a:pt x="6033" y="1857"/>
                  </a:lnTo>
                  <a:lnTo>
                    <a:pt x="6057" y="1930"/>
                  </a:lnTo>
                  <a:lnTo>
                    <a:pt x="6057" y="12432"/>
                  </a:lnTo>
                  <a:lnTo>
                    <a:pt x="6033" y="12529"/>
                  </a:lnTo>
                  <a:lnTo>
                    <a:pt x="5984" y="12603"/>
                  </a:lnTo>
                  <a:lnTo>
                    <a:pt x="5911" y="12652"/>
                  </a:lnTo>
                  <a:lnTo>
                    <a:pt x="5813" y="12676"/>
                  </a:lnTo>
                  <a:lnTo>
                    <a:pt x="5715" y="12652"/>
                  </a:lnTo>
                  <a:lnTo>
                    <a:pt x="5642" y="12603"/>
                  </a:lnTo>
                  <a:lnTo>
                    <a:pt x="5593" y="12529"/>
                  </a:lnTo>
                  <a:lnTo>
                    <a:pt x="5569" y="12432"/>
                  </a:lnTo>
                  <a:lnTo>
                    <a:pt x="5569" y="1930"/>
                  </a:lnTo>
                  <a:lnTo>
                    <a:pt x="5593" y="1857"/>
                  </a:lnTo>
                  <a:lnTo>
                    <a:pt x="5642" y="1759"/>
                  </a:lnTo>
                  <a:lnTo>
                    <a:pt x="5715" y="1710"/>
                  </a:lnTo>
                  <a:lnTo>
                    <a:pt x="5813" y="1686"/>
                  </a:lnTo>
                  <a:close/>
                  <a:moveTo>
                    <a:pt x="9013" y="1686"/>
                  </a:moveTo>
                  <a:lnTo>
                    <a:pt x="9110" y="1710"/>
                  </a:lnTo>
                  <a:lnTo>
                    <a:pt x="9183" y="1759"/>
                  </a:lnTo>
                  <a:lnTo>
                    <a:pt x="9232" y="1857"/>
                  </a:lnTo>
                  <a:lnTo>
                    <a:pt x="9257" y="1930"/>
                  </a:lnTo>
                  <a:lnTo>
                    <a:pt x="9257" y="12432"/>
                  </a:lnTo>
                  <a:lnTo>
                    <a:pt x="9232" y="12529"/>
                  </a:lnTo>
                  <a:lnTo>
                    <a:pt x="9183" y="12603"/>
                  </a:lnTo>
                  <a:lnTo>
                    <a:pt x="9110" y="12652"/>
                  </a:lnTo>
                  <a:lnTo>
                    <a:pt x="9013" y="12676"/>
                  </a:lnTo>
                  <a:lnTo>
                    <a:pt x="8915" y="12652"/>
                  </a:lnTo>
                  <a:lnTo>
                    <a:pt x="8842" y="12603"/>
                  </a:lnTo>
                  <a:lnTo>
                    <a:pt x="8793" y="12529"/>
                  </a:lnTo>
                  <a:lnTo>
                    <a:pt x="8768" y="12432"/>
                  </a:lnTo>
                  <a:lnTo>
                    <a:pt x="8768" y="1930"/>
                  </a:lnTo>
                  <a:lnTo>
                    <a:pt x="8793" y="1857"/>
                  </a:lnTo>
                  <a:lnTo>
                    <a:pt x="8842" y="1759"/>
                  </a:lnTo>
                  <a:lnTo>
                    <a:pt x="8915" y="1710"/>
                  </a:lnTo>
                  <a:lnTo>
                    <a:pt x="9013" y="1686"/>
                  </a:lnTo>
                  <a:close/>
                  <a:moveTo>
                    <a:pt x="0" y="0"/>
                  </a:moveTo>
                  <a:lnTo>
                    <a:pt x="0" y="13873"/>
                  </a:lnTo>
                  <a:lnTo>
                    <a:pt x="0" y="13970"/>
                  </a:lnTo>
                  <a:lnTo>
                    <a:pt x="49" y="14068"/>
                  </a:lnTo>
                  <a:lnTo>
                    <a:pt x="74" y="14141"/>
                  </a:lnTo>
                  <a:lnTo>
                    <a:pt x="147" y="14215"/>
                  </a:lnTo>
                  <a:lnTo>
                    <a:pt x="220" y="14263"/>
                  </a:lnTo>
                  <a:lnTo>
                    <a:pt x="294" y="14312"/>
                  </a:lnTo>
                  <a:lnTo>
                    <a:pt x="391" y="14337"/>
                  </a:lnTo>
                  <a:lnTo>
                    <a:pt x="489" y="14361"/>
                  </a:lnTo>
                  <a:lnTo>
                    <a:pt x="11137" y="14361"/>
                  </a:lnTo>
                  <a:lnTo>
                    <a:pt x="11235" y="14337"/>
                  </a:lnTo>
                  <a:lnTo>
                    <a:pt x="11333" y="14312"/>
                  </a:lnTo>
                  <a:lnTo>
                    <a:pt x="11406" y="14263"/>
                  </a:lnTo>
                  <a:lnTo>
                    <a:pt x="11479" y="14215"/>
                  </a:lnTo>
                  <a:lnTo>
                    <a:pt x="11553" y="14141"/>
                  </a:lnTo>
                  <a:lnTo>
                    <a:pt x="11577" y="14068"/>
                  </a:lnTo>
                  <a:lnTo>
                    <a:pt x="11626" y="13970"/>
                  </a:lnTo>
                  <a:lnTo>
                    <a:pt x="11626" y="13873"/>
                  </a:lnTo>
                  <a:lnTo>
                    <a:pt x="11626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293" name="Google Shape;293;p59"/>
          <p:cNvGrpSpPr/>
          <p:nvPr/>
        </p:nvGrpSpPr>
        <p:grpSpPr>
          <a:xfrm>
            <a:off x="5910370" y="4432883"/>
            <a:ext cx="376743" cy="253204"/>
            <a:chOff x="1241275" y="3718400"/>
            <a:chExt cx="450650" cy="302875"/>
          </a:xfrm>
        </p:grpSpPr>
        <p:sp>
          <p:nvSpPr>
            <p:cNvPr id="294" name="Google Shape;294;p59"/>
            <p:cNvSpPr/>
            <p:nvPr/>
          </p:nvSpPr>
          <p:spPr>
            <a:xfrm>
              <a:off x="1241275" y="3718400"/>
              <a:ext cx="450650" cy="302875"/>
            </a:xfrm>
            <a:custGeom>
              <a:rect b="b" l="l" r="r" t="t"/>
              <a:pathLst>
                <a:path extrusionOk="0" h="12115" w="18026">
                  <a:moveTo>
                    <a:pt x="17048" y="977"/>
                  </a:moveTo>
                  <a:lnTo>
                    <a:pt x="17048" y="3127"/>
                  </a:lnTo>
                  <a:lnTo>
                    <a:pt x="978" y="3127"/>
                  </a:lnTo>
                  <a:lnTo>
                    <a:pt x="978" y="977"/>
                  </a:lnTo>
                  <a:close/>
                  <a:moveTo>
                    <a:pt x="17048" y="5447"/>
                  </a:moveTo>
                  <a:lnTo>
                    <a:pt x="17048" y="11137"/>
                  </a:lnTo>
                  <a:lnTo>
                    <a:pt x="978" y="11137"/>
                  </a:lnTo>
                  <a:lnTo>
                    <a:pt x="978" y="5447"/>
                  </a:lnTo>
                  <a:close/>
                  <a:moveTo>
                    <a:pt x="978" y="1"/>
                  </a:moveTo>
                  <a:lnTo>
                    <a:pt x="782" y="25"/>
                  </a:lnTo>
                  <a:lnTo>
                    <a:pt x="587" y="74"/>
                  </a:lnTo>
                  <a:lnTo>
                    <a:pt x="416" y="172"/>
                  </a:lnTo>
                  <a:lnTo>
                    <a:pt x="294" y="294"/>
                  </a:lnTo>
                  <a:lnTo>
                    <a:pt x="172" y="440"/>
                  </a:lnTo>
                  <a:lnTo>
                    <a:pt x="74" y="611"/>
                  </a:lnTo>
                  <a:lnTo>
                    <a:pt x="25" y="782"/>
                  </a:lnTo>
                  <a:lnTo>
                    <a:pt x="1" y="977"/>
                  </a:lnTo>
                  <a:lnTo>
                    <a:pt x="1" y="11137"/>
                  </a:lnTo>
                  <a:lnTo>
                    <a:pt x="25" y="11333"/>
                  </a:lnTo>
                  <a:lnTo>
                    <a:pt x="74" y="11504"/>
                  </a:lnTo>
                  <a:lnTo>
                    <a:pt x="172" y="11675"/>
                  </a:lnTo>
                  <a:lnTo>
                    <a:pt x="294" y="11821"/>
                  </a:lnTo>
                  <a:lnTo>
                    <a:pt x="416" y="11943"/>
                  </a:lnTo>
                  <a:lnTo>
                    <a:pt x="587" y="12041"/>
                  </a:lnTo>
                  <a:lnTo>
                    <a:pt x="782" y="12090"/>
                  </a:lnTo>
                  <a:lnTo>
                    <a:pt x="978" y="12114"/>
                  </a:lnTo>
                  <a:lnTo>
                    <a:pt x="17048" y="12114"/>
                  </a:lnTo>
                  <a:lnTo>
                    <a:pt x="17243" y="12090"/>
                  </a:lnTo>
                  <a:lnTo>
                    <a:pt x="17439" y="12041"/>
                  </a:lnTo>
                  <a:lnTo>
                    <a:pt x="17610" y="11943"/>
                  </a:lnTo>
                  <a:lnTo>
                    <a:pt x="17732" y="11821"/>
                  </a:lnTo>
                  <a:lnTo>
                    <a:pt x="17854" y="11675"/>
                  </a:lnTo>
                  <a:lnTo>
                    <a:pt x="17952" y="11504"/>
                  </a:lnTo>
                  <a:lnTo>
                    <a:pt x="18001" y="11333"/>
                  </a:lnTo>
                  <a:lnTo>
                    <a:pt x="18025" y="11137"/>
                  </a:lnTo>
                  <a:lnTo>
                    <a:pt x="18025" y="977"/>
                  </a:lnTo>
                  <a:lnTo>
                    <a:pt x="18001" y="782"/>
                  </a:lnTo>
                  <a:lnTo>
                    <a:pt x="17952" y="611"/>
                  </a:lnTo>
                  <a:lnTo>
                    <a:pt x="17854" y="440"/>
                  </a:lnTo>
                  <a:lnTo>
                    <a:pt x="17732" y="294"/>
                  </a:lnTo>
                  <a:lnTo>
                    <a:pt x="17610" y="172"/>
                  </a:lnTo>
                  <a:lnTo>
                    <a:pt x="17439" y="74"/>
                  </a:lnTo>
                  <a:lnTo>
                    <a:pt x="17243" y="25"/>
                  </a:lnTo>
                  <a:lnTo>
                    <a:pt x="17048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95" name="Google Shape;295;p59"/>
            <p:cNvSpPr/>
            <p:nvPr/>
          </p:nvSpPr>
          <p:spPr>
            <a:xfrm>
              <a:off x="1293175" y="3895475"/>
              <a:ext cx="174050" cy="12225"/>
            </a:xfrm>
            <a:custGeom>
              <a:rect b="b" l="l" r="r" t="t"/>
              <a:pathLst>
                <a:path extrusionOk="0" h="489" w="6962">
                  <a:moveTo>
                    <a:pt x="245" y="0"/>
                  </a:moveTo>
                  <a:lnTo>
                    <a:pt x="147" y="25"/>
                  </a:lnTo>
                  <a:lnTo>
                    <a:pt x="74" y="74"/>
                  </a:lnTo>
                  <a:lnTo>
                    <a:pt x="25" y="147"/>
                  </a:lnTo>
                  <a:lnTo>
                    <a:pt x="1" y="244"/>
                  </a:lnTo>
                  <a:lnTo>
                    <a:pt x="25" y="342"/>
                  </a:lnTo>
                  <a:lnTo>
                    <a:pt x="74" y="415"/>
                  </a:lnTo>
                  <a:lnTo>
                    <a:pt x="147" y="464"/>
                  </a:lnTo>
                  <a:lnTo>
                    <a:pt x="245" y="489"/>
                  </a:lnTo>
                  <a:lnTo>
                    <a:pt x="6717" y="489"/>
                  </a:lnTo>
                  <a:lnTo>
                    <a:pt x="6815" y="464"/>
                  </a:lnTo>
                  <a:lnTo>
                    <a:pt x="6888" y="415"/>
                  </a:lnTo>
                  <a:lnTo>
                    <a:pt x="6961" y="342"/>
                  </a:lnTo>
                  <a:lnTo>
                    <a:pt x="6961" y="244"/>
                  </a:lnTo>
                  <a:lnTo>
                    <a:pt x="6961" y="147"/>
                  </a:lnTo>
                  <a:lnTo>
                    <a:pt x="6888" y="74"/>
                  </a:lnTo>
                  <a:lnTo>
                    <a:pt x="6815" y="25"/>
                  </a:lnTo>
                  <a:lnTo>
                    <a:pt x="6717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96" name="Google Shape;296;p59"/>
            <p:cNvSpPr/>
            <p:nvPr/>
          </p:nvSpPr>
          <p:spPr>
            <a:xfrm>
              <a:off x="1293175" y="3935775"/>
              <a:ext cx="122750" cy="12225"/>
            </a:xfrm>
            <a:custGeom>
              <a:rect b="b" l="l" r="r" t="t"/>
              <a:pathLst>
                <a:path extrusionOk="0" h="489" w="4910">
                  <a:moveTo>
                    <a:pt x="245" y="0"/>
                  </a:moveTo>
                  <a:lnTo>
                    <a:pt x="147" y="25"/>
                  </a:lnTo>
                  <a:lnTo>
                    <a:pt x="74" y="73"/>
                  </a:lnTo>
                  <a:lnTo>
                    <a:pt x="25" y="147"/>
                  </a:lnTo>
                  <a:lnTo>
                    <a:pt x="1" y="244"/>
                  </a:lnTo>
                  <a:lnTo>
                    <a:pt x="25" y="342"/>
                  </a:lnTo>
                  <a:lnTo>
                    <a:pt x="74" y="415"/>
                  </a:lnTo>
                  <a:lnTo>
                    <a:pt x="147" y="464"/>
                  </a:lnTo>
                  <a:lnTo>
                    <a:pt x="245" y="489"/>
                  </a:lnTo>
                  <a:lnTo>
                    <a:pt x="4666" y="489"/>
                  </a:lnTo>
                  <a:lnTo>
                    <a:pt x="4763" y="464"/>
                  </a:lnTo>
                  <a:lnTo>
                    <a:pt x="4837" y="415"/>
                  </a:lnTo>
                  <a:lnTo>
                    <a:pt x="4885" y="342"/>
                  </a:lnTo>
                  <a:lnTo>
                    <a:pt x="4910" y="244"/>
                  </a:lnTo>
                  <a:lnTo>
                    <a:pt x="4885" y="147"/>
                  </a:lnTo>
                  <a:lnTo>
                    <a:pt x="4837" y="73"/>
                  </a:lnTo>
                  <a:lnTo>
                    <a:pt x="4763" y="25"/>
                  </a:lnTo>
                  <a:lnTo>
                    <a:pt x="4666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297" name="Google Shape;297;p59"/>
            <p:cNvSpPr/>
            <p:nvPr/>
          </p:nvSpPr>
          <p:spPr>
            <a:xfrm>
              <a:off x="1570375" y="3901575"/>
              <a:ext cx="62300" cy="40325"/>
            </a:xfrm>
            <a:custGeom>
              <a:rect b="b" l="l" r="r" t="t"/>
              <a:pathLst>
                <a:path extrusionOk="0" h="1613" w="2492">
                  <a:moveTo>
                    <a:pt x="392" y="0"/>
                  </a:moveTo>
                  <a:lnTo>
                    <a:pt x="294" y="25"/>
                  </a:lnTo>
                  <a:lnTo>
                    <a:pt x="221" y="74"/>
                  </a:lnTo>
                  <a:lnTo>
                    <a:pt x="147" y="147"/>
                  </a:lnTo>
                  <a:lnTo>
                    <a:pt x="99" y="220"/>
                  </a:lnTo>
                  <a:lnTo>
                    <a:pt x="50" y="294"/>
                  </a:lnTo>
                  <a:lnTo>
                    <a:pt x="25" y="391"/>
                  </a:lnTo>
                  <a:lnTo>
                    <a:pt x="1" y="489"/>
                  </a:lnTo>
                  <a:lnTo>
                    <a:pt x="1" y="1124"/>
                  </a:lnTo>
                  <a:lnTo>
                    <a:pt x="25" y="1222"/>
                  </a:lnTo>
                  <a:lnTo>
                    <a:pt x="50" y="1319"/>
                  </a:lnTo>
                  <a:lnTo>
                    <a:pt x="99" y="1393"/>
                  </a:lnTo>
                  <a:lnTo>
                    <a:pt x="147" y="1466"/>
                  </a:lnTo>
                  <a:lnTo>
                    <a:pt x="221" y="1515"/>
                  </a:lnTo>
                  <a:lnTo>
                    <a:pt x="294" y="1564"/>
                  </a:lnTo>
                  <a:lnTo>
                    <a:pt x="392" y="1588"/>
                  </a:lnTo>
                  <a:lnTo>
                    <a:pt x="489" y="1612"/>
                  </a:lnTo>
                  <a:lnTo>
                    <a:pt x="2004" y="1612"/>
                  </a:lnTo>
                  <a:lnTo>
                    <a:pt x="2101" y="1588"/>
                  </a:lnTo>
                  <a:lnTo>
                    <a:pt x="2199" y="1564"/>
                  </a:lnTo>
                  <a:lnTo>
                    <a:pt x="2272" y="1515"/>
                  </a:lnTo>
                  <a:lnTo>
                    <a:pt x="2345" y="1466"/>
                  </a:lnTo>
                  <a:lnTo>
                    <a:pt x="2394" y="1393"/>
                  </a:lnTo>
                  <a:lnTo>
                    <a:pt x="2443" y="1319"/>
                  </a:lnTo>
                  <a:lnTo>
                    <a:pt x="2492" y="1222"/>
                  </a:lnTo>
                  <a:lnTo>
                    <a:pt x="2492" y="1124"/>
                  </a:lnTo>
                  <a:lnTo>
                    <a:pt x="2492" y="489"/>
                  </a:lnTo>
                  <a:lnTo>
                    <a:pt x="2492" y="391"/>
                  </a:lnTo>
                  <a:lnTo>
                    <a:pt x="2443" y="294"/>
                  </a:lnTo>
                  <a:lnTo>
                    <a:pt x="2394" y="220"/>
                  </a:lnTo>
                  <a:lnTo>
                    <a:pt x="2345" y="147"/>
                  </a:lnTo>
                  <a:lnTo>
                    <a:pt x="2272" y="74"/>
                  </a:lnTo>
                  <a:lnTo>
                    <a:pt x="2199" y="25"/>
                  </a:lnTo>
                  <a:lnTo>
                    <a:pt x="2101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298" name="Google Shape;298;p59"/>
          <p:cNvGrpSpPr/>
          <p:nvPr/>
        </p:nvGrpSpPr>
        <p:grpSpPr>
          <a:xfrm>
            <a:off x="6479017" y="4413488"/>
            <a:ext cx="366502" cy="292496"/>
            <a:chOff x="1921475" y="3695200"/>
            <a:chExt cx="438400" cy="349875"/>
          </a:xfrm>
        </p:grpSpPr>
        <p:sp>
          <p:nvSpPr>
            <p:cNvPr id="299" name="Google Shape;299;p59"/>
            <p:cNvSpPr/>
            <p:nvPr/>
          </p:nvSpPr>
          <p:spPr>
            <a:xfrm>
              <a:off x="2246900" y="3992550"/>
              <a:ext cx="52525" cy="52525"/>
            </a:xfrm>
            <a:custGeom>
              <a:rect b="b" l="l" r="r" t="t"/>
              <a:pathLst>
                <a:path extrusionOk="0" h="2101" w="2101">
                  <a:moveTo>
                    <a:pt x="831" y="1"/>
                  </a:moveTo>
                  <a:lnTo>
                    <a:pt x="636" y="74"/>
                  </a:lnTo>
                  <a:lnTo>
                    <a:pt x="465" y="171"/>
                  </a:lnTo>
                  <a:lnTo>
                    <a:pt x="318" y="294"/>
                  </a:lnTo>
                  <a:lnTo>
                    <a:pt x="172" y="440"/>
                  </a:lnTo>
                  <a:lnTo>
                    <a:pt x="74" y="636"/>
                  </a:lnTo>
                  <a:lnTo>
                    <a:pt x="25" y="831"/>
                  </a:lnTo>
                  <a:lnTo>
                    <a:pt x="1" y="1051"/>
                  </a:lnTo>
                  <a:lnTo>
                    <a:pt x="25" y="1246"/>
                  </a:lnTo>
                  <a:lnTo>
                    <a:pt x="74" y="1441"/>
                  </a:lnTo>
                  <a:lnTo>
                    <a:pt x="172" y="1637"/>
                  </a:lnTo>
                  <a:lnTo>
                    <a:pt x="318" y="1783"/>
                  </a:lnTo>
                  <a:lnTo>
                    <a:pt x="465" y="1906"/>
                  </a:lnTo>
                  <a:lnTo>
                    <a:pt x="636" y="2003"/>
                  </a:lnTo>
                  <a:lnTo>
                    <a:pt x="831" y="2076"/>
                  </a:lnTo>
                  <a:lnTo>
                    <a:pt x="1051" y="2101"/>
                  </a:lnTo>
                  <a:lnTo>
                    <a:pt x="1271" y="2076"/>
                  </a:lnTo>
                  <a:lnTo>
                    <a:pt x="1466" y="2003"/>
                  </a:lnTo>
                  <a:lnTo>
                    <a:pt x="1637" y="1906"/>
                  </a:lnTo>
                  <a:lnTo>
                    <a:pt x="1783" y="1783"/>
                  </a:lnTo>
                  <a:lnTo>
                    <a:pt x="1930" y="1637"/>
                  </a:lnTo>
                  <a:lnTo>
                    <a:pt x="2028" y="1441"/>
                  </a:lnTo>
                  <a:lnTo>
                    <a:pt x="2077" y="1246"/>
                  </a:lnTo>
                  <a:lnTo>
                    <a:pt x="2101" y="1051"/>
                  </a:lnTo>
                  <a:lnTo>
                    <a:pt x="2077" y="831"/>
                  </a:lnTo>
                  <a:lnTo>
                    <a:pt x="2028" y="636"/>
                  </a:lnTo>
                  <a:lnTo>
                    <a:pt x="1930" y="440"/>
                  </a:lnTo>
                  <a:lnTo>
                    <a:pt x="1783" y="294"/>
                  </a:lnTo>
                  <a:lnTo>
                    <a:pt x="1637" y="171"/>
                  </a:lnTo>
                  <a:lnTo>
                    <a:pt x="1466" y="74"/>
                  </a:lnTo>
                  <a:lnTo>
                    <a:pt x="1271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00" name="Google Shape;300;p59"/>
            <p:cNvSpPr/>
            <p:nvPr/>
          </p:nvSpPr>
          <p:spPr>
            <a:xfrm>
              <a:off x="2033800" y="3992550"/>
              <a:ext cx="52550" cy="52525"/>
            </a:xfrm>
            <a:custGeom>
              <a:rect b="b" l="l" r="r" t="t"/>
              <a:pathLst>
                <a:path extrusionOk="0" h="2101" w="2102">
                  <a:moveTo>
                    <a:pt x="831" y="1"/>
                  </a:moveTo>
                  <a:lnTo>
                    <a:pt x="636" y="74"/>
                  </a:lnTo>
                  <a:lnTo>
                    <a:pt x="465" y="171"/>
                  </a:lnTo>
                  <a:lnTo>
                    <a:pt x="318" y="294"/>
                  </a:lnTo>
                  <a:lnTo>
                    <a:pt x="172" y="440"/>
                  </a:lnTo>
                  <a:lnTo>
                    <a:pt x="74" y="636"/>
                  </a:lnTo>
                  <a:lnTo>
                    <a:pt x="25" y="831"/>
                  </a:lnTo>
                  <a:lnTo>
                    <a:pt x="1" y="1051"/>
                  </a:lnTo>
                  <a:lnTo>
                    <a:pt x="25" y="1246"/>
                  </a:lnTo>
                  <a:lnTo>
                    <a:pt x="74" y="1441"/>
                  </a:lnTo>
                  <a:lnTo>
                    <a:pt x="172" y="1637"/>
                  </a:lnTo>
                  <a:lnTo>
                    <a:pt x="318" y="1783"/>
                  </a:lnTo>
                  <a:lnTo>
                    <a:pt x="465" y="1906"/>
                  </a:lnTo>
                  <a:lnTo>
                    <a:pt x="636" y="2003"/>
                  </a:lnTo>
                  <a:lnTo>
                    <a:pt x="831" y="2076"/>
                  </a:lnTo>
                  <a:lnTo>
                    <a:pt x="1051" y="2101"/>
                  </a:lnTo>
                  <a:lnTo>
                    <a:pt x="1271" y="2076"/>
                  </a:lnTo>
                  <a:lnTo>
                    <a:pt x="1466" y="2003"/>
                  </a:lnTo>
                  <a:lnTo>
                    <a:pt x="1637" y="1906"/>
                  </a:lnTo>
                  <a:lnTo>
                    <a:pt x="1784" y="1783"/>
                  </a:lnTo>
                  <a:lnTo>
                    <a:pt x="1930" y="1637"/>
                  </a:lnTo>
                  <a:lnTo>
                    <a:pt x="2028" y="1441"/>
                  </a:lnTo>
                  <a:lnTo>
                    <a:pt x="2077" y="1246"/>
                  </a:lnTo>
                  <a:lnTo>
                    <a:pt x="2101" y="1051"/>
                  </a:lnTo>
                  <a:lnTo>
                    <a:pt x="2077" y="831"/>
                  </a:lnTo>
                  <a:lnTo>
                    <a:pt x="2028" y="636"/>
                  </a:lnTo>
                  <a:lnTo>
                    <a:pt x="1930" y="440"/>
                  </a:lnTo>
                  <a:lnTo>
                    <a:pt x="1784" y="294"/>
                  </a:lnTo>
                  <a:lnTo>
                    <a:pt x="1637" y="171"/>
                  </a:lnTo>
                  <a:lnTo>
                    <a:pt x="1466" y="74"/>
                  </a:lnTo>
                  <a:lnTo>
                    <a:pt x="1271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01" name="Google Shape;301;p59"/>
            <p:cNvSpPr/>
            <p:nvPr/>
          </p:nvSpPr>
          <p:spPr>
            <a:xfrm>
              <a:off x="1921475" y="3695200"/>
              <a:ext cx="438400" cy="297975"/>
            </a:xfrm>
            <a:custGeom>
              <a:rect b="b" l="l" r="r" t="t"/>
              <a:pathLst>
                <a:path extrusionOk="0" h="11919" w="17536">
                  <a:moveTo>
                    <a:pt x="15729" y="3371"/>
                  </a:moveTo>
                  <a:lnTo>
                    <a:pt x="15826" y="3395"/>
                  </a:lnTo>
                  <a:lnTo>
                    <a:pt x="15899" y="3444"/>
                  </a:lnTo>
                  <a:lnTo>
                    <a:pt x="15948" y="3517"/>
                  </a:lnTo>
                  <a:lnTo>
                    <a:pt x="15973" y="3615"/>
                  </a:lnTo>
                  <a:lnTo>
                    <a:pt x="15948" y="3713"/>
                  </a:lnTo>
                  <a:lnTo>
                    <a:pt x="13994" y="8060"/>
                  </a:lnTo>
                  <a:lnTo>
                    <a:pt x="13946" y="8133"/>
                  </a:lnTo>
                  <a:lnTo>
                    <a:pt x="13897" y="8158"/>
                  </a:lnTo>
                  <a:lnTo>
                    <a:pt x="13848" y="8207"/>
                  </a:lnTo>
                  <a:lnTo>
                    <a:pt x="13775" y="8207"/>
                  </a:lnTo>
                  <a:lnTo>
                    <a:pt x="13677" y="8182"/>
                  </a:lnTo>
                  <a:lnTo>
                    <a:pt x="13604" y="8133"/>
                  </a:lnTo>
                  <a:lnTo>
                    <a:pt x="13555" y="8036"/>
                  </a:lnTo>
                  <a:lnTo>
                    <a:pt x="13530" y="7962"/>
                  </a:lnTo>
                  <a:lnTo>
                    <a:pt x="13555" y="7865"/>
                  </a:lnTo>
                  <a:lnTo>
                    <a:pt x="15509" y="3517"/>
                  </a:lnTo>
                  <a:lnTo>
                    <a:pt x="15558" y="3420"/>
                  </a:lnTo>
                  <a:lnTo>
                    <a:pt x="15631" y="3371"/>
                  </a:lnTo>
                  <a:close/>
                  <a:moveTo>
                    <a:pt x="13628" y="3273"/>
                  </a:moveTo>
                  <a:lnTo>
                    <a:pt x="13726" y="3298"/>
                  </a:lnTo>
                  <a:lnTo>
                    <a:pt x="13824" y="3322"/>
                  </a:lnTo>
                  <a:lnTo>
                    <a:pt x="13872" y="3395"/>
                  </a:lnTo>
                  <a:lnTo>
                    <a:pt x="13897" y="3493"/>
                  </a:lnTo>
                  <a:lnTo>
                    <a:pt x="13897" y="3591"/>
                  </a:lnTo>
                  <a:lnTo>
                    <a:pt x="12602" y="8158"/>
                  </a:lnTo>
                  <a:lnTo>
                    <a:pt x="12578" y="8231"/>
                  </a:lnTo>
                  <a:lnTo>
                    <a:pt x="12505" y="8304"/>
                  </a:lnTo>
                  <a:lnTo>
                    <a:pt x="12456" y="8329"/>
                  </a:lnTo>
                  <a:lnTo>
                    <a:pt x="12358" y="8353"/>
                  </a:lnTo>
                  <a:lnTo>
                    <a:pt x="12309" y="8329"/>
                  </a:lnTo>
                  <a:lnTo>
                    <a:pt x="12212" y="8304"/>
                  </a:lnTo>
                  <a:lnTo>
                    <a:pt x="12163" y="8231"/>
                  </a:lnTo>
                  <a:lnTo>
                    <a:pt x="12138" y="8133"/>
                  </a:lnTo>
                  <a:lnTo>
                    <a:pt x="12138" y="8036"/>
                  </a:lnTo>
                  <a:lnTo>
                    <a:pt x="13433" y="3469"/>
                  </a:lnTo>
                  <a:lnTo>
                    <a:pt x="13482" y="3371"/>
                  </a:lnTo>
                  <a:lnTo>
                    <a:pt x="13530" y="3298"/>
                  </a:lnTo>
                  <a:lnTo>
                    <a:pt x="13628" y="3273"/>
                  </a:lnTo>
                  <a:close/>
                  <a:moveTo>
                    <a:pt x="11625" y="3200"/>
                  </a:moveTo>
                  <a:lnTo>
                    <a:pt x="11723" y="3224"/>
                  </a:lnTo>
                  <a:lnTo>
                    <a:pt x="11796" y="3298"/>
                  </a:lnTo>
                  <a:lnTo>
                    <a:pt x="11821" y="3371"/>
                  </a:lnTo>
                  <a:lnTo>
                    <a:pt x="11845" y="3469"/>
                  </a:lnTo>
                  <a:lnTo>
                    <a:pt x="11210" y="8280"/>
                  </a:lnTo>
                  <a:lnTo>
                    <a:pt x="11186" y="8353"/>
                  </a:lnTo>
                  <a:lnTo>
                    <a:pt x="11137" y="8426"/>
                  </a:lnTo>
                  <a:lnTo>
                    <a:pt x="11064" y="8475"/>
                  </a:lnTo>
                  <a:lnTo>
                    <a:pt x="10966" y="8500"/>
                  </a:lnTo>
                  <a:lnTo>
                    <a:pt x="10942" y="8500"/>
                  </a:lnTo>
                  <a:lnTo>
                    <a:pt x="10844" y="8451"/>
                  </a:lnTo>
                  <a:lnTo>
                    <a:pt x="10771" y="8402"/>
                  </a:lnTo>
                  <a:lnTo>
                    <a:pt x="10722" y="8304"/>
                  </a:lnTo>
                  <a:lnTo>
                    <a:pt x="10722" y="8207"/>
                  </a:lnTo>
                  <a:lnTo>
                    <a:pt x="11357" y="3420"/>
                  </a:lnTo>
                  <a:lnTo>
                    <a:pt x="11381" y="3322"/>
                  </a:lnTo>
                  <a:lnTo>
                    <a:pt x="11454" y="3249"/>
                  </a:lnTo>
                  <a:lnTo>
                    <a:pt x="11528" y="3200"/>
                  </a:lnTo>
                  <a:close/>
                  <a:moveTo>
                    <a:pt x="9525" y="3102"/>
                  </a:moveTo>
                  <a:lnTo>
                    <a:pt x="9623" y="3127"/>
                  </a:lnTo>
                  <a:lnTo>
                    <a:pt x="9696" y="3175"/>
                  </a:lnTo>
                  <a:lnTo>
                    <a:pt x="9745" y="3249"/>
                  </a:lnTo>
                  <a:lnTo>
                    <a:pt x="9769" y="3346"/>
                  </a:lnTo>
                  <a:lnTo>
                    <a:pt x="9818" y="8378"/>
                  </a:lnTo>
                  <a:lnTo>
                    <a:pt x="9794" y="8475"/>
                  </a:lnTo>
                  <a:lnTo>
                    <a:pt x="9745" y="8573"/>
                  </a:lnTo>
                  <a:lnTo>
                    <a:pt x="9672" y="8622"/>
                  </a:lnTo>
                  <a:lnTo>
                    <a:pt x="9574" y="8646"/>
                  </a:lnTo>
                  <a:lnTo>
                    <a:pt x="9476" y="8622"/>
                  </a:lnTo>
                  <a:lnTo>
                    <a:pt x="9403" y="8573"/>
                  </a:lnTo>
                  <a:lnTo>
                    <a:pt x="9354" y="8475"/>
                  </a:lnTo>
                  <a:lnTo>
                    <a:pt x="9330" y="8402"/>
                  </a:lnTo>
                  <a:lnTo>
                    <a:pt x="9281" y="3346"/>
                  </a:lnTo>
                  <a:lnTo>
                    <a:pt x="9305" y="3273"/>
                  </a:lnTo>
                  <a:lnTo>
                    <a:pt x="9354" y="3175"/>
                  </a:lnTo>
                  <a:lnTo>
                    <a:pt x="9427" y="3127"/>
                  </a:lnTo>
                  <a:lnTo>
                    <a:pt x="9525" y="3102"/>
                  </a:lnTo>
                  <a:close/>
                  <a:moveTo>
                    <a:pt x="7522" y="3029"/>
                  </a:moveTo>
                  <a:lnTo>
                    <a:pt x="7620" y="3078"/>
                  </a:lnTo>
                  <a:lnTo>
                    <a:pt x="7669" y="3151"/>
                  </a:lnTo>
                  <a:lnTo>
                    <a:pt x="7693" y="3249"/>
                  </a:lnTo>
                  <a:lnTo>
                    <a:pt x="8402" y="8500"/>
                  </a:lnTo>
                  <a:lnTo>
                    <a:pt x="8402" y="8597"/>
                  </a:lnTo>
                  <a:lnTo>
                    <a:pt x="8353" y="8671"/>
                  </a:lnTo>
                  <a:lnTo>
                    <a:pt x="8279" y="8744"/>
                  </a:lnTo>
                  <a:lnTo>
                    <a:pt x="8206" y="8768"/>
                  </a:lnTo>
                  <a:lnTo>
                    <a:pt x="8084" y="8768"/>
                  </a:lnTo>
                  <a:lnTo>
                    <a:pt x="8011" y="8720"/>
                  </a:lnTo>
                  <a:lnTo>
                    <a:pt x="7962" y="8646"/>
                  </a:lnTo>
                  <a:lnTo>
                    <a:pt x="7913" y="8573"/>
                  </a:lnTo>
                  <a:lnTo>
                    <a:pt x="7229" y="3298"/>
                  </a:lnTo>
                  <a:lnTo>
                    <a:pt x="7229" y="3200"/>
                  </a:lnTo>
                  <a:lnTo>
                    <a:pt x="7278" y="3127"/>
                  </a:lnTo>
                  <a:lnTo>
                    <a:pt x="7327" y="3053"/>
                  </a:lnTo>
                  <a:lnTo>
                    <a:pt x="7425" y="3029"/>
                  </a:lnTo>
                  <a:close/>
                  <a:moveTo>
                    <a:pt x="5446" y="2956"/>
                  </a:moveTo>
                  <a:lnTo>
                    <a:pt x="5520" y="2980"/>
                  </a:lnTo>
                  <a:lnTo>
                    <a:pt x="5593" y="3053"/>
                  </a:lnTo>
                  <a:lnTo>
                    <a:pt x="5642" y="3127"/>
                  </a:lnTo>
                  <a:lnTo>
                    <a:pt x="7009" y="8622"/>
                  </a:lnTo>
                  <a:lnTo>
                    <a:pt x="7009" y="8720"/>
                  </a:lnTo>
                  <a:lnTo>
                    <a:pt x="6985" y="8793"/>
                  </a:lnTo>
                  <a:lnTo>
                    <a:pt x="6912" y="8866"/>
                  </a:lnTo>
                  <a:lnTo>
                    <a:pt x="6814" y="8915"/>
                  </a:lnTo>
                  <a:lnTo>
                    <a:pt x="6692" y="8915"/>
                  </a:lnTo>
                  <a:lnTo>
                    <a:pt x="6619" y="8866"/>
                  </a:lnTo>
                  <a:lnTo>
                    <a:pt x="6570" y="8817"/>
                  </a:lnTo>
                  <a:lnTo>
                    <a:pt x="6521" y="8744"/>
                  </a:lnTo>
                  <a:lnTo>
                    <a:pt x="5153" y="3249"/>
                  </a:lnTo>
                  <a:lnTo>
                    <a:pt x="5153" y="3151"/>
                  </a:lnTo>
                  <a:lnTo>
                    <a:pt x="5178" y="3053"/>
                  </a:lnTo>
                  <a:lnTo>
                    <a:pt x="5251" y="3005"/>
                  </a:lnTo>
                  <a:lnTo>
                    <a:pt x="5349" y="2956"/>
                  </a:lnTo>
                  <a:close/>
                  <a:moveTo>
                    <a:pt x="391" y="0"/>
                  </a:moveTo>
                  <a:lnTo>
                    <a:pt x="293" y="25"/>
                  </a:lnTo>
                  <a:lnTo>
                    <a:pt x="220" y="74"/>
                  </a:lnTo>
                  <a:lnTo>
                    <a:pt x="147" y="123"/>
                  </a:lnTo>
                  <a:lnTo>
                    <a:pt x="73" y="196"/>
                  </a:lnTo>
                  <a:lnTo>
                    <a:pt x="25" y="294"/>
                  </a:lnTo>
                  <a:lnTo>
                    <a:pt x="0" y="367"/>
                  </a:lnTo>
                  <a:lnTo>
                    <a:pt x="0" y="489"/>
                  </a:lnTo>
                  <a:lnTo>
                    <a:pt x="0" y="587"/>
                  </a:lnTo>
                  <a:lnTo>
                    <a:pt x="25" y="660"/>
                  </a:lnTo>
                  <a:lnTo>
                    <a:pt x="73" y="758"/>
                  </a:lnTo>
                  <a:lnTo>
                    <a:pt x="147" y="831"/>
                  </a:lnTo>
                  <a:lnTo>
                    <a:pt x="220" y="880"/>
                  </a:lnTo>
                  <a:lnTo>
                    <a:pt x="293" y="929"/>
                  </a:lnTo>
                  <a:lnTo>
                    <a:pt x="391" y="953"/>
                  </a:lnTo>
                  <a:lnTo>
                    <a:pt x="489" y="977"/>
                  </a:lnTo>
                  <a:lnTo>
                    <a:pt x="3346" y="977"/>
                  </a:lnTo>
                  <a:lnTo>
                    <a:pt x="5300" y="9281"/>
                  </a:lnTo>
                  <a:lnTo>
                    <a:pt x="4518" y="11235"/>
                  </a:lnTo>
                  <a:lnTo>
                    <a:pt x="4494" y="11357"/>
                  </a:lnTo>
                  <a:lnTo>
                    <a:pt x="4494" y="11479"/>
                  </a:lnTo>
                  <a:lnTo>
                    <a:pt x="4518" y="11577"/>
                  </a:lnTo>
                  <a:lnTo>
                    <a:pt x="4567" y="11699"/>
                  </a:lnTo>
                  <a:lnTo>
                    <a:pt x="4592" y="11724"/>
                  </a:lnTo>
                  <a:lnTo>
                    <a:pt x="4811" y="11577"/>
                  </a:lnTo>
                  <a:lnTo>
                    <a:pt x="5031" y="11479"/>
                  </a:lnTo>
                  <a:lnTo>
                    <a:pt x="5275" y="11406"/>
                  </a:lnTo>
                  <a:lnTo>
                    <a:pt x="5715" y="11406"/>
                  </a:lnTo>
                  <a:lnTo>
                    <a:pt x="5886" y="11430"/>
                  </a:lnTo>
                  <a:lnTo>
                    <a:pt x="6033" y="11479"/>
                  </a:lnTo>
                  <a:lnTo>
                    <a:pt x="6179" y="11528"/>
                  </a:lnTo>
                  <a:lnTo>
                    <a:pt x="6326" y="11601"/>
                  </a:lnTo>
                  <a:lnTo>
                    <a:pt x="6448" y="11699"/>
                  </a:lnTo>
                  <a:lnTo>
                    <a:pt x="6570" y="11797"/>
                  </a:lnTo>
                  <a:lnTo>
                    <a:pt x="6692" y="11919"/>
                  </a:lnTo>
                  <a:lnTo>
                    <a:pt x="12920" y="11919"/>
                  </a:lnTo>
                  <a:lnTo>
                    <a:pt x="13042" y="11797"/>
                  </a:lnTo>
                  <a:lnTo>
                    <a:pt x="13164" y="11699"/>
                  </a:lnTo>
                  <a:lnTo>
                    <a:pt x="13286" y="11601"/>
                  </a:lnTo>
                  <a:lnTo>
                    <a:pt x="13433" y="11528"/>
                  </a:lnTo>
                  <a:lnTo>
                    <a:pt x="13579" y="11479"/>
                  </a:lnTo>
                  <a:lnTo>
                    <a:pt x="13726" y="11430"/>
                  </a:lnTo>
                  <a:lnTo>
                    <a:pt x="13897" y="11406"/>
                  </a:lnTo>
                  <a:lnTo>
                    <a:pt x="14312" y="11406"/>
                  </a:lnTo>
                  <a:lnTo>
                    <a:pt x="14556" y="11479"/>
                  </a:lnTo>
                  <a:lnTo>
                    <a:pt x="14776" y="11553"/>
                  </a:lnTo>
                  <a:lnTo>
                    <a:pt x="14971" y="11699"/>
                  </a:lnTo>
                  <a:lnTo>
                    <a:pt x="15020" y="11553"/>
                  </a:lnTo>
                  <a:lnTo>
                    <a:pt x="15045" y="11430"/>
                  </a:lnTo>
                  <a:lnTo>
                    <a:pt x="15045" y="11308"/>
                  </a:lnTo>
                  <a:lnTo>
                    <a:pt x="15020" y="11235"/>
                  </a:lnTo>
                  <a:lnTo>
                    <a:pt x="14971" y="11137"/>
                  </a:lnTo>
                  <a:lnTo>
                    <a:pt x="14898" y="11064"/>
                  </a:lnTo>
                  <a:lnTo>
                    <a:pt x="14825" y="11015"/>
                  </a:lnTo>
                  <a:lnTo>
                    <a:pt x="14752" y="10966"/>
                  </a:lnTo>
                  <a:lnTo>
                    <a:pt x="14654" y="10942"/>
                  </a:lnTo>
                  <a:lnTo>
                    <a:pt x="5691" y="10942"/>
                  </a:lnTo>
                  <a:lnTo>
                    <a:pt x="6106" y="9916"/>
                  </a:lnTo>
                  <a:lnTo>
                    <a:pt x="6252" y="9941"/>
                  </a:lnTo>
                  <a:lnTo>
                    <a:pt x="6423" y="9941"/>
                  </a:lnTo>
                  <a:lnTo>
                    <a:pt x="13848" y="9257"/>
                  </a:lnTo>
                  <a:lnTo>
                    <a:pt x="14019" y="9232"/>
                  </a:lnTo>
                  <a:lnTo>
                    <a:pt x="14190" y="9159"/>
                  </a:lnTo>
                  <a:lnTo>
                    <a:pt x="14336" y="9086"/>
                  </a:lnTo>
                  <a:lnTo>
                    <a:pt x="14507" y="8988"/>
                  </a:lnTo>
                  <a:lnTo>
                    <a:pt x="14654" y="8890"/>
                  </a:lnTo>
                  <a:lnTo>
                    <a:pt x="14776" y="8768"/>
                  </a:lnTo>
                  <a:lnTo>
                    <a:pt x="14874" y="8622"/>
                  </a:lnTo>
                  <a:lnTo>
                    <a:pt x="14971" y="8475"/>
                  </a:lnTo>
                  <a:lnTo>
                    <a:pt x="17463" y="3151"/>
                  </a:lnTo>
                  <a:lnTo>
                    <a:pt x="17511" y="3005"/>
                  </a:lnTo>
                  <a:lnTo>
                    <a:pt x="17536" y="2882"/>
                  </a:lnTo>
                  <a:lnTo>
                    <a:pt x="17511" y="2760"/>
                  </a:lnTo>
                  <a:lnTo>
                    <a:pt x="17487" y="2638"/>
                  </a:lnTo>
                  <a:lnTo>
                    <a:pt x="17414" y="2565"/>
                  </a:lnTo>
                  <a:lnTo>
                    <a:pt x="17292" y="2492"/>
                  </a:lnTo>
                  <a:lnTo>
                    <a:pt x="17169" y="2443"/>
                  </a:lnTo>
                  <a:lnTo>
                    <a:pt x="17023" y="2418"/>
                  </a:lnTo>
                  <a:lnTo>
                    <a:pt x="4592" y="2003"/>
                  </a:lnTo>
                  <a:lnTo>
                    <a:pt x="4225" y="367"/>
                  </a:lnTo>
                  <a:lnTo>
                    <a:pt x="4152" y="220"/>
                  </a:lnTo>
                  <a:lnTo>
                    <a:pt x="4054" y="98"/>
                  </a:lnTo>
                  <a:lnTo>
                    <a:pt x="3908" y="25"/>
                  </a:lnTo>
                  <a:lnTo>
                    <a:pt x="3737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302" name="Google Shape;302;p59"/>
          <p:cNvGrpSpPr/>
          <p:nvPr/>
        </p:nvGrpSpPr>
        <p:grpSpPr>
          <a:xfrm>
            <a:off x="7046118" y="4408890"/>
            <a:ext cx="359355" cy="301190"/>
            <a:chOff x="2599825" y="3689700"/>
            <a:chExt cx="429850" cy="360275"/>
          </a:xfrm>
        </p:grpSpPr>
        <p:sp>
          <p:nvSpPr>
            <p:cNvPr id="303" name="Google Shape;303;p59"/>
            <p:cNvSpPr/>
            <p:nvPr/>
          </p:nvSpPr>
          <p:spPr>
            <a:xfrm>
              <a:off x="2599825" y="3689700"/>
              <a:ext cx="429850" cy="169150"/>
            </a:xfrm>
            <a:custGeom>
              <a:rect b="b" l="l" r="r" t="t"/>
              <a:pathLst>
                <a:path extrusionOk="0" h="6766" w="17194">
                  <a:moveTo>
                    <a:pt x="10160" y="978"/>
                  </a:moveTo>
                  <a:lnTo>
                    <a:pt x="10258" y="1002"/>
                  </a:lnTo>
                  <a:lnTo>
                    <a:pt x="10355" y="1026"/>
                  </a:lnTo>
                  <a:lnTo>
                    <a:pt x="10429" y="1075"/>
                  </a:lnTo>
                  <a:lnTo>
                    <a:pt x="10502" y="1124"/>
                  </a:lnTo>
                  <a:lnTo>
                    <a:pt x="10575" y="1197"/>
                  </a:lnTo>
                  <a:lnTo>
                    <a:pt x="10600" y="1295"/>
                  </a:lnTo>
                  <a:lnTo>
                    <a:pt x="10649" y="1368"/>
                  </a:lnTo>
                  <a:lnTo>
                    <a:pt x="10649" y="1466"/>
                  </a:lnTo>
                  <a:lnTo>
                    <a:pt x="10649" y="1881"/>
                  </a:lnTo>
                  <a:lnTo>
                    <a:pt x="6545" y="1881"/>
                  </a:lnTo>
                  <a:lnTo>
                    <a:pt x="6545" y="1466"/>
                  </a:lnTo>
                  <a:lnTo>
                    <a:pt x="6545" y="1368"/>
                  </a:lnTo>
                  <a:lnTo>
                    <a:pt x="6594" y="1295"/>
                  </a:lnTo>
                  <a:lnTo>
                    <a:pt x="6619" y="1197"/>
                  </a:lnTo>
                  <a:lnTo>
                    <a:pt x="6692" y="1124"/>
                  </a:lnTo>
                  <a:lnTo>
                    <a:pt x="6765" y="1075"/>
                  </a:lnTo>
                  <a:lnTo>
                    <a:pt x="6839" y="1026"/>
                  </a:lnTo>
                  <a:lnTo>
                    <a:pt x="6936" y="1002"/>
                  </a:lnTo>
                  <a:lnTo>
                    <a:pt x="7034" y="978"/>
                  </a:lnTo>
                  <a:close/>
                  <a:moveTo>
                    <a:pt x="7034" y="1"/>
                  </a:moveTo>
                  <a:lnTo>
                    <a:pt x="6887" y="25"/>
                  </a:lnTo>
                  <a:lnTo>
                    <a:pt x="6741" y="50"/>
                  </a:lnTo>
                  <a:lnTo>
                    <a:pt x="6472" y="123"/>
                  </a:lnTo>
                  <a:lnTo>
                    <a:pt x="6204" y="269"/>
                  </a:lnTo>
                  <a:lnTo>
                    <a:pt x="6008" y="440"/>
                  </a:lnTo>
                  <a:lnTo>
                    <a:pt x="5813" y="660"/>
                  </a:lnTo>
                  <a:lnTo>
                    <a:pt x="5691" y="904"/>
                  </a:lnTo>
                  <a:lnTo>
                    <a:pt x="5593" y="1173"/>
                  </a:lnTo>
                  <a:lnTo>
                    <a:pt x="5569" y="1320"/>
                  </a:lnTo>
                  <a:lnTo>
                    <a:pt x="5569" y="1466"/>
                  </a:lnTo>
                  <a:lnTo>
                    <a:pt x="5569" y="1881"/>
                  </a:lnTo>
                  <a:lnTo>
                    <a:pt x="391" y="1881"/>
                  </a:lnTo>
                  <a:lnTo>
                    <a:pt x="293" y="1906"/>
                  </a:lnTo>
                  <a:lnTo>
                    <a:pt x="220" y="1955"/>
                  </a:lnTo>
                  <a:lnTo>
                    <a:pt x="147" y="2028"/>
                  </a:lnTo>
                  <a:lnTo>
                    <a:pt x="73" y="2077"/>
                  </a:lnTo>
                  <a:lnTo>
                    <a:pt x="49" y="2174"/>
                  </a:lnTo>
                  <a:lnTo>
                    <a:pt x="0" y="2272"/>
                  </a:lnTo>
                  <a:lnTo>
                    <a:pt x="0" y="2370"/>
                  </a:lnTo>
                  <a:lnTo>
                    <a:pt x="0" y="5789"/>
                  </a:lnTo>
                  <a:lnTo>
                    <a:pt x="24" y="5984"/>
                  </a:lnTo>
                  <a:lnTo>
                    <a:pt x="73" y="6155"/>
                  </a:lnTo>
                  <a:lnTo>
                    <a:pt x="171" y="6326"/>
                  </a:lnTo>
                  <a:lnTo>
                    <a:pt x="293" y="6473"/>
                  </a:lnTo>
                  <a:lnTo>
                    <a:pt x="440" y="6595"/>
                  </a:lnTo>
                  <a:lnTo>
                    <a:pt x="586" y="6693"/>
                  </a:lnTo>
                  <a:lnTo>
                    <a:pt x="782" y="6741"/>
                  </a:lnTo>
                  <a:lnTo>
                    <a:pt x="977" y="6766"/>
                  </a:lnTo>
                  <a:lnTo>
                    <a:pt x="7742" y="6766"/>
                  </a:lnTo>
                  <a:lnTo>
                    <a:pt x="7742" y="6155"/>
                  </a:lnTo>
                  <a:lnTo>
                    <a:pt x="7767" y="6058"/>
                  </a:lnTo>
                  <a:lnTo>
                    <a:pt x="7791" y="5984"/>
                  </a:lnTo>
                  <a:lnTo>
                    <a:pt x="7840" y="5887"/>
                  </a:lnTo>
                  <a:lnTo>
                    <a:pt x="7889" y="5813"/>
                  </a:lnTo>
                  <a:lnTo>
                    <a:pt x="7962" y="5765"/>
                  </a:lnTo>
                  <a:lnTo>
                    <a:pt x="8060" y="5716"/>
                  </a:lnTo>
                  <a:lnTo>
                    <a:pt x="8133" y="5691"/>
                  </a:lnTo>
                  <a:lnTo>
                    <a:pt x="8231" y="5667"/>
                  </a:lnTo>
                  <a:lnTo>
                    <a:pt x="8963" y="5667"/>
                  </a:lnTo>
                  <a:lnTo>
                    <a:pt x="9061" y="5691"/>
                  </a:lnTo>
                  <a:lnTo>
                    <a:pt x="9134" y="5716"/>
                  </a:lnTo>
                  <a:lnTo>
                    <a:pt x="9232" y="5765"/>
                  </a:lnTo>
                  <a:lnTo>
                    <a:pt x="9305" y="5813"/>
                  </a:lnTo>
                  <a:lnTo>
                    <a:pt x="9354" y="5887"/>
                  </a:lnTo>
                  <a:lnTo>
                    <a:pt x="9403" y="5984"/>
                  </a:lnTo>
                  <a:lnTo>
                    <a:pt x="9427" y="6058"/>
                  </a:lnTo>
                  <a:lnTo>
                    <a:pt x="9452" y="6155"/>
                  </a:lnTo>
                  <a:lnTo>
                    <a:pt x="9452" y="6766"/>
                  </a:lnTo>
                  <a:lnTo>
                    <a:pt x="16217" y="6766"/>
                  </a:lnTo>
                  <a:lnTo>
                    <a:pt x="16412" y="6741"/>
                  </a:lnTo>
                  <a:lnTo>
                    <a:pt x="16608" y="6693"/>
                  </a:lnTo>
                  <a:lnTo>
                    <a:pt x="16754" y="6595"/>
                  </a:lnTo>
                  <a:lnTo>
                    <a:pt x="16901" y="6473"/>
                  </a:lnTo>
                  <a:lnTo>
                    <a:pt x="17023" y="6326"/>
                  </a:lnTo>
                  <a:lnTo>
                    <a:pt x="17121" y="6155"/>
                  </a:lnTo>
                  <a:lnTo>
                    <a:pt x="17169" y="5984"/>
                  </a:lnTo>
                  <a:lnTo>
                    <a:pt x="17194" y="5789"/>
                  </a:lnTo>
                  <a:lnTo>
                    <a:pt x="17194" y="2370"/>
                  </a:lnTo>
                  <a:lnTo>
                    <a:pt x="17194" y="2272"/>
                  </a:lnTo>
                  <a:lnTo>
                    <a:pt x="17145" y="2174"/>
                  </a:lnTo>
                  <a:lnTo>
                    <a:pt x="17121" y="2077"/>
                  </a:lnTo>
                  <a:lnTo>
                    <a:pt x="17047" y="2028"/>
                  </a:lnTo>
                  <a:lnTo>
                    <a:pt x="16974" y="1955"/>
                  </a:lnTo>
                  <a:lnTo>
                    <a:pt x="16901" y="1906"/>
                  </a:lnTo>
                  <a:lnTo>
                    <a:pt x="16803" y="1881"/>
                  </a:lnTo>
                  <a:lnTo>
                    <a:pt x="11625" y="1881"/>
                  </a:lnTo>
                  <a:lnTo>
                    <a:pt x="11625" y="1466"/>
                  </a:lnTo>
                  <a:lnTo>
                    <a:pt x="11625" y="1320"/>
                  </a:lnTo>
                  <a:lnTo>
                    <a:pt x="11601" y="1173"/>
                  </a:lnTo>
                  <a:lnTo>
                    <a:pt x="11503" y="904"/>
                  </a:lnTo>
                  <a:lnTo>
                    <a:pt x="11381" y="660"/>
                  </a:lnTo>
                  <a:lnTo>
                    <a:pt x="11186" y="440"/>
                  </a:lnTo>
                  <a:lnTo>
                    <a:pt x="10990" y="269"/>
                  </a:lnTo>
                  <a:lnTo>
                    <a:pt x="10722" y="123"/>
                  </a:lnTo>
                  <a:lnTo>
                    <a:pt x="10453" y="50"/>
                  </a:lnTo>
                  <a:lnTo>
                    <a:pt x="10307" y="25"/>
                  </a:lnTo>
                  <a:lnTo>
                    <a:pt x="10160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04" name="Google Shape;304;p59"/>
            <p:cNvSpPr/>
            <p:nvPr/>
          </p:nvSpPr>
          <p:spPr>
            <a:xfrm>
              <a:off x="2599825" y="3861275"/>
              <a:ext cx="429850" cy="188700"/>
            </a:xfrm>
            <a:custGeom>
              <a:rect b="b" l="l" r="r" t="t"/>
              <a:pathLst>
                <a:path extrusionOk="0" h="7548" w="17194">
                  <a:moveTo>
                    <a:pt x="0" y="1"/>
                  </a:moveTo>
                  <a:lnTo>
                    <a:pt x="0" y="7059"/>
                  </a:lnTo>
                  <a:lnTo>
                    <a:pt x="0" y="7157"/>
                  </a:lnTo>
                  <a:lnTo>
                    <a:pt x="49" y="7230"/>
                  </a:lnTo>
                  <a:lnTo>
                    <a:pt x="73" y="7327"/>
                  </a:lnTo>
                  <a:lnTo>
                    <a:pt x="147" y="7401"/>
                  </a:lnTo>
                  <a:lnTo>
                    <a:pt x="220" y="7450"/>
                  </a:lnTo>
                  <a:lnTo>
                    <a:pt x="293" y="7498"/>
                  </a:lnTo>
                  <a:lnTo>
                    <a:pt x="391" y="7523"/>
                  </a:lnTo>
                  <a:lnTo>
                    <a:pt x="489" y="7547"/>
                  </a:lnTo>
                  <a:lnTo>
                    <a:pt x="16705" y="7547"/>
                  </a:lnTo>
                  <a:lnTo>
                    <a:pt x="16803" y="7523"/>
                  </a:lnTo>
                  <a:lnTo>
                    <a:pt x="16901" y="7498"/>
                  </a:lnTo>
                  <a:lnTo>
                    <a:pt x="16974" y="7450"/>
                  </a:lnTo>
                  <a:lnTo>
                    <a:pt x="17047" y="7401"/>
                  </a:lnTo>
                  <a:lnTo>
                    <a:pt x="17121" y="7327"/>
                  </a:lnTo>
                  <a:lnTo>
                    <a:pt x="17145" y="7230"/>
                  </a:lnTo>
                  <a:lnTo>
                    <a:pt x="17194" y="7157"/>
                  </a:lnTo>
                  <a:lnTo>
                    <a:pt x="17194" y="7059"/>
                  </a:lnTo>
                  <a:lnTo>
                    <a:pt x="17194" y="1"/>
                  </a:lnTo>
                  <a:lnTo>
                    <a:pt x="16974" y="172"/>
                  </a:lnTo>
                  <a:lnTo>
                    <a:pt x="16754" y="294"/>
                  </a:lnTo>
                  <a:lnTo>
                    <a:pt x="16486" y="367"/>
                  </a:lnTo>
                  <a:lnTo>
                    <a:pt x="16217" y="391"/>
                  </a:lnTo>
                  <a:lnTo>
                    <a:pt x="9452" y="391"/>
                  </a:lnTo>
                  <a:lnTo>
                    <a:pt x="9452" y="855"/>
                  </a:lnTo>
                  <a:lnTo>
                    <a:pt x="9427" y="953"/>
                  </a:lnTo>
                  <a:lnTo>
                    <a:pt x="9403" y="1051"/>
                  </a:lnTo>
                  <a:lnTo>
                    <a:pt x="9354" y="1148"/>
                  </a:lnTo>
                  <a:lnTo>
                    <a:pt x="9305" y="1197"/>
                  </a:lnTo>
                  <a:lnTo>
                    <a:pt x="9232" y="1271"/>
                  </a:lnTo>
                  <a:lnTo>
                    <a:pt x="9134" y="1319"/>
                  </a:lnTo>
                  <a:lnTo>
                    <a:pt x="9061" y="1344"/>
                  </a:lnTo>
                  <a:lnTo>
                    <a:pt x="8133" y="1344"/>
                  </a:lnTo>
                  <a:lnTo>
                    <a:pt x="8060" y="1319"/>
                  </a:lnTo>
                  <a:lnTo>
                    <a:pt x="7962" y="1271"/>
                  </a:lnTo>
                  <a:lnTo>
                    <a:pt x="7889" y="1197"/>
                  </a:lnTo>
                  <a:lnTo>
                    <a:pt x="7840" y="1148"/>
                  </a:lnTo>
                  <a:lnTo>
                    <a:pt x="7791" y="1051"/>
                  </a:lnTo>
                  <a:lnTo>
                    <a:pt x="7767" y="953"/>
                  </a:lnTo>
                  <a:lnTo>
                    <a:pt x="7742" y="855"/>
                  </a:lnTo>
                  <a:lnTo>
                    <a:pt x="7742" y="391"/>
                  </a:lnTo>
                  <a:lnTo>
                    <a:pt x="977" y="391"/>
                  </a:lnTo>
                  <a:lnTo>
                    <a:pt x="708" y="367"/>
                  </a:lnTo>
                  <a:lnTo>
                    <a:pt x="440" y="294"/>
                  </a:lnTo>
                  <a:lnTo>
                    <a:pt x="220" y="17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305" name="Google Shape;305;p59"/>
          <p:cNvGrpSpPr/>
          <p:nvPr/>
        </p:nvGrpSpPr>
        <p:grpSpPr>
          <a:xfrm>
            <a:off x="7626992" y="4377749"/>
            <a:ext cx="324661" cy="338956"/>
            <a:chOff x="3294650" y="3652450"/>
            <a:chExt cx="388350" cy="405450"/>
          </a:xfrm>
        </p:grpSpPr>
        <p:sp>
          <p:nvSpPr>
            <p:cNvPr id="306" name="Google Shape;306;p59"/>
            <p:cNvSpPr/>
            <p:nvPr/>
          </p:nvSpPr>
          <p:spPr>
            <a:xfrm>
              <a:off x="3294650" y="3681775"/>
              <a:ext cx="376150" cy="376125"/>
            </a:xfrm>
            <a:custGeom>
              <a:rect b="b" l="l" r="r" t="t"/>
              <a:pathLst>
                <a:path extrusionOk="0" h="15045" w="15046">
                  <a:moveTo>
                    <a:pt x="7132" y="0"/>
                  </a:moveTo>
                  <a:lnTo>
                    <a:pt x="6766" y="49"/>
                  </a:lnTo>
                  <a:lnTo>
                    <a:pt x="6375" y="98"/>
                  </a:lnTo>
                  <a:lnTo>
                    <a:pt x="6009" y="147"/>
                  </a:lnTo>
                  <a:lnTo>
                    <a:pt x="5642" y="244"/>
                  </a:lnTo>
                  <a:lnTo>
                    <a:pt x="5276" y="342"/>
                  </a:lnTo>
                  <a:lnTo>
                    <a:pt x="4934" y="464"/>
                  </a:lnTo>
                  <a:lnTo>
                    <a:pt x="4592" y="586"/>
                  </a:lnTo>
                  <a:lnTo>
                    <a:pt x="4250" y="733"/>
                  </a:lnTo>
                  <a:lnTo>
                    <a:pt x="3933" y="904"/>
                  </a:lnTo>
                  <a:lnTo>
                    <a:pt x="3615" y="1099"/>
                  </a:lnTo>
                  <a:lnTo>
                    <a:pt x="3322" y="1295"/>
                  </a:lnTo>
                  <a:lnTo>
                    <a:pt x="3029" y="1490"/>
                  </a:lnTo>
                  <a:lnTo>
                    <a:pt x="2736" y="1710"/>
                  </a:lnTo>
                  <a:lnTo>
                    <a:pt x="2467" y="1954"/>
                  </a:lnTo>
                  <a:lnTo>
                    <a:pt x="2199" y="2198"/>
                  </a:lnTo>
                  <a:lnTo>
                    <a:pt x="1954" y="2467"/>
                  </a:lnTo>
                  <a:lnTo>
                    <a:pt x="1710" y="2736"/>
                  </a:lnTo>
                  <a:lnTo>
                    <a:pt x="1490" y="3029"/>
                  </a:lnTo>
                  <a:lnTo>
                    <a:pt x="1295" y="3322"/>
                  </a:lnTo>
                  <a:lnTo>
                    <a:pt x="1100" y="3615"/>
                  </a:lnTo>
                  <a:lnTo>
                    <a:pt x="904" y="3932"/>
                  </a:lnTo>
                  <a:lnTo>
                    <a:pt x="733" y="4250"/>
                  </a:lnTo>
                  <a:lnTo>
                    <a:pt x="587" y="4592"/>
                  </a:lnTo>
                  <a:lnTo>
                    <a:pt x="465" y="4934"/>
                  </a:lnTo>
                  <a:lnTo>
                    <a:pt x="342" y="5276"/>
                  </a:lnTo>
                  <a:lnTo>
                    <a:pt x="245" y="5642"/>
                  </a:lnTo>
                  <a:lnTo>
                    <a:pt x="147" y="6008"/>
                  </a:lnTo>
                  <a:lnTo>
                    <a:pt x="98" y="6375"/>
                  </a:lnTo>
                  <a:lnTo>
                    <a:pt x="49" y="6765"/>
                  </a:lnTo>
                  <a:lnTo>
                    <a:pt x="0" y="7132"/>
                  </a:lnTo>
                  <a:lnTo>
                    <a:pt x="0" y="7522"/>
                  </a:lnTo>
                  <a:lnTo>
                    <a:pt x="0" y="7913"/>
                  </a:lnTo>
                  <a:lnTo>
                    <a:pt x="49" y="8280"/>
                  </a:lnTo>
                  <a:lnTo>
                    <a:pt x="98" y="8670"/>
                  </a:lnTo>
                  <a:lnTo>
                    <a:pt x="147" y="9037"/>
                  </a:lnTo>
                  <a:lnTo>
                    <a:pt x="245" y="9403"/>
                  </a:lnTo>
                  <a:lnTo>
                    <a:pt x="342" y="9769"/>
                  </a:lnTo>
                  <a:lnTo>
                    <a:pt x="465" y="10111"/>
                  </a:lnTo>
                  <a:lnTo>
                    <a:pt x="587" y="10453"/>
                  </a:lnTo>
                  <a:lnTo>
                    <a:pt x="733" y="10795"/>
                  </a:lnTo>
                  <a:lnTo>
                    <a:pt x="904" y="11113"/>
                  </a:lnTo>
                  <a:lnTo>
                    <a:pt x="1100" y="11430"/>
                  </a:lnTo>
                  <a:lnTo>
                    <a:pt x="1295" y="11723"/>
                  </a:lnTo>
                  <a:lnTo>
                    <a:pt x="1490" y="12016"/>
                  </a:lnTo>
                  <a:lnTo>
                    <a:pt x="1710" y="12309"/>
                  </a:lnTo>
                  <a:lnTo>
                    <a:pt x="1954" y="12578"/>
                  </a:lnTo>
                  <a:lnTo>
                    <a:pt x="2199" y="12847"/>
                  </a:lnTo>
                  <a:lnTo>
                    <a:pt x="2467" y="13091"/>
                  </a:lnTo>
                  <a:lnTo>
                    <a:pt x="2736" y="13335"/>
                  </a:lnTo>
                  <a:lnTo>
                    <a:pt x="3029" y="13555"/>
                  </a:lnTo>
                  <a:lnTo>
                    <a:pt x="3322" y="13750"/>
                  </a:lnTo>
                  <a:lnTo>
                    <a:pt x="3615" y="13946"/>
                  </a:lnTo>
                  <a:lnTo>
                    <a:pt x="3933" y="14141"/>
                  </a:lnTo>
                  <a:lnTo>
                    <a:pt x="4250" y="14312"/>
                  </a:lnTo>
                  <a:lnTo>
                    <a:pt x="4592" y="14459"/>
                  </a:lnTo>
                  <a:lnTo>
                    <a:pt x="4934" y="14581"/>
                  </a:lnTo>
                  <a:lnTo>
                    <a:pt x="5276" y="14703"/>
                  </a:lnTo>
                  <a:lnTo>
                    <a:pt x="5642" y="14801"/>
                  </a:lnTo>
                  <a:lnTo>
                    <a:pt x="6009" y="14898"/>
                  </a:lnTo>
                  <a:lnTo>
                    <a:pt x="6375" y="14947"/>
                  </a:lnTo>
                  <a:lnTo>
                    <a:pt x="6766" y="14996"/>
                  </a:lnTo>
                  <a:lnTo>
                    <a:pt x="7132" y="15045"/>
                  </a:lnTo>
                  <a:lnTo>
                    <a:pt x="7914" y="15045"/>
                  </a:lnTo>
                  <a:lnTo>
                    <a:pt x="8280" y="14996"/>
                  </a:lnTo>
                  <a:lnTo>
                    <a:pt x="8671" y="14947"/>
                  </a:lnTo>
                  <a:lnTo>
                    <a:pt x="9037" y="14898"/>
                  </a:lnTo>
                  <a:lnTo>
                    <a:pt x="9403" y="14801"/>
                  </a:lnTo>
                  <a:lnTo>
                    <a:pt x="9770" y="14703"/>
                  </a:lnTo>
                  <a:lnTo>
                    <a:pt x="10112" y="14581"/>
                  </a:lnTo>
                  <a:lnTo>
                    <a:pt x="10454" y="14459"/>
                  </a:lnTo>
                  <a:lnTo>
                    <a:pt x="10795" y="14312"/>
                  </a:lnTo>
                  <a:lnTo>
                    <a:pt x="11113" y="14141"/>
                  </a:lnTo>
                  <a:lnTo>
                    <a:pt x="11430" y="13946"/>
                  </a:lnTo>
                  <a:lnTo>
                    <a:pt x="11724" y="13750"/>
                  </a:lnTo>
                  <a:lnTo>
                    <a:pt x="12017" y="13555"/>
                  </a:lnTo>
                  <a:lnTo>
                    <a:pt x="12310" y="13335"/>
                  </a:lnTo>
                  <a:lnTo>
                    <a:pt x="12578" y="13091"/>
                  </a:lnTo>
                  <a:lnTo>
                    <a:pt x="12847" y="12847"/>
                  </a:lnTo>
                  <a:lnTo>
                    <a:pt x="13091" y="12578"/>
                  </a:lnTo>
                  <a:lnTo>
                    <a:pt x="13335" y="12309"/>
                  </a:lnTo>
                  <a:lnTo>
                    <a:pt x="13555" y="12016"/>
                  </a:lnTo>
                  <a:lnTo>
                    <a:pt x="13751" y="11723"/>
                  </a:lnTo>
                  <a:lnTo>
                    <a:pt x="13946" y="11430"/>
                  </a:lnTo>
                  <a:lnTo>
                    <a:pt x="14141" y="11113"/>
                  </a:lnTo>
                  <a:lnTo>
                    <a:pt x="14312" y="10795"/>
                  </a:lnTo>
                  <a:lnTo>
                    <a:pt x="14459" y="10453"/>
                  </a:lnTo>
                  <a:lnTo>
                    <a:pt x="14581" y="10111"/>
                  </a:lnTo>
                  <a:lnTo>
                    <a:pt x="14703" y="9769"/>
                  </a:lnTo>
                  <a:lnTo>
                    <a:pt x="14801" y="9403"/>
                  </a:lnTo>
                  <a:lnTo>
                    <a:pt x="14899" y="9037"/>
                  </a:lnTo>
                  <a:lnTo>
                    <a:pt x="14947" y="8670"/>
                  </a:lnTo>
                  <a:lnTo>
                    <a:pt x="14996" y="8280"/>
                  </a:lnTo>
                  <a:lnTo>
                    <a:pt x="15045" y="7913"/>
                  </a:lnTo>
                  <a:lnTo>
                    <a:pt x="15045" y="7522"/>
                  </a:lnTo>
                  <a:lnTo>
                    <a:pt x="7523" y="7522"/>
                  </a:lnTo>
                  <a:lnTo>
                    <a:pt x="7523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07" name="Google Shape;307;p59"/>
            <p:cNvSpPr/>
            <p:nvPr/>
          </p:nvSpPr>
          <p:spPr>
            <a:xfrm>
              <a:off x="3494925" y="3760525"/>
              <a:ext cx="188075" cy="97100"/>
            </a:xfrm>
            <a:custGeom>
              <a:rect b="b" l="l" r="r" t="t"/>
              <a:pathLst>
                <a:path extrusionOk="0" h="3884" w="7523">
                  <a:moveTo>
                    <a:pt x="2491" y="2956"/>
                  </a:moveTo>
                  <a:lnTo>
                    <a:pt x="2491" y="3396"/>
                  </a:lnTo>
                  <a:lnTo>
                    <a:pt x="1759" y="3396"/>
                  </a:lnTo>
                  <a:lnTo>
                    <a:pt x="2491" y="2956"/>
                  </a:lnTo>
                  <a:close/>
                  <a:moveTo>
                    <a:pt x="3346" y="2443"/>
                  </a:moveTo>
                  <a:lnTo>
                    <a:pt x="3346" y="3396"/>
                  </a:lnTo>
                  <a:lnTo>
                    <a:pt x="2980" y="3396"/>
                  </a:lnTo>
                  <a:lnTo>
                    <a:pt x="2980" y="2663"/>
                  </a:lnTo>
                  <a:lnTo>
                    <a:pt x="3346" y="2443"/>
                  </a:lnTo>
                  <a:close/>
                  <a:moveTo>
                    <a:pt x="4201" y="1930"/>
                  </a:moveTo>
                  <a:lnTo>
                    <a:pt x="4201" y="3396"/>
                  </a:lnTo>
                  <a:lnTo>
                    <a:pt x="3835" y="3396"/>
                  </a:lnTo>
                  <a:lnTo>
                    <a:pt x="3835" y="2150"/>
                  </a:lnTo>
                  <a:lnTo>
                    <a:pt x="3835" y="2150"/>
                  </a:lnTo>
                  <a:lnTo>
                    <a:pt x="4201" y="1930"/>
                  </a:lnTo>
                  <a:close/>
                  <a:moveTo>
                    <a:pt x="5056" y="1393"/>
                  </a:moveTo>
                  <a:lnTo>
                    <a:pt x="5056" y="3396"/>
                  </a:lnTo>
                  <a:lnTo>
                    <a:pt x="4689" y="3396"/>
                  </a:lnTo>
                  <a:lnTo>
                    <a:pt x="4689" y="1637"/>
                  </a:lnTo>
                  <a:lnTo>
                    <a:pt x="5056" y="1393"/>
                  </a:lnTo>
                  <a:close/>
                  <a:moveTo>
                    <a:pt x="5911" y="885"/>
                  </a:moveTo>
                  <a:lnTo>
                    <a:pt x="5911" y="3396"/>
                  </a:lnTo>
                  <a:lnTo>
                    <a:pt x="5544" y="3396"/>
                  </a:lnTo>
                  <a:lnTo>
                    <a:pt x="5544" y="1100"/>
                  </a:lnTo>
                  <a:lnTo>
                    <a:pt x="5911" y="885"/>
                  </a:lnTo>
                  <a:close/>
                  <a:moveTo>
                    <a:pt x="6399" y="978"/>
                  </a:moveTo>
                  <a:lnTo>
                    <a:pt x="6619" y="1539"/>
                  </a:lnTo>
                  <a:lnTo>
                    <a:pt x="6790" y="2031"/>
                  </a:lnTo>
                  <a:lnTo>
                    <a:pt x="6790" y="3396"/>
                  </a:lnTo>
                  <a:lnTo>
                    <a:pt x="6399" y="3396"/>
                  </a:lnTo>
                  <a:lnTo>
                    <a:pt x="6399" y="978"/>
                  </a:lnTo>
                  <a:close/>
                  <a:moveTo>
                    <a:pt x="6448" y="1"/>
                  </a:moveTo>
                  <a:lnTo>
                    <a:pt x="0" y="3884"/>
                  </a:lnTo>
                  <a:lnTo>
                    <a:pt x="7523" y="3884"/>
                  </a:lnTo>
                  <a:lnTo>
                    <a:pt x="7498" y="3347"/>
                  </a:lnTo>
                  <a:lnTo>
                    <a:pt x="7449" y="2834"/>
                  </a:lnTo>
                  <a:lnTo>
                    <a:pt x="7352" y="2321"/>
                  </a:lnTo>
                  <a:lnTo>
                    <a:pt x="7229" y="1832"/>
                  </a:lnTo>
                  <a:lnTo>
                    <a:pt x="7083" y="1344"/>
                  </a:lnTo>
                  <a:lnTo>
                    <a:pt x="6912" y="880"/>
                  </a:lnTo>
                  <a:lnTo>
                    <a:pt x="6692" y="440"/>
                  </a:lnTo>
                  <a:lnTo>
                    <a:pt x="6448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08" name="Google Shape;308;p59"/>
            <p:cNvSpPr/>
            <p:nvPr/>
          </p:nvSpPr>
          <p:spPr>
            <a:xfrm>
              <a:off x="3494925" y="3652450"/>
              <a:ext cx="161200" cy="188100"/>
            </a:xfrm>
            <a:custGeom>
              <a:rect b="b" l="l" r="r" t="t"/>
              <a:pathLst>
                <a:path extrusionOk="0" h="7524" w="6448">
                  <a:moveTo>
                    <a:pt x="489" y="514"/>
                  </a:moveTo>
                  <a:lnTo>
                    <a:pt x="879" y="538"/>
                  </a:lnTo>
                  <a:lnTo>
                    <a:pt x="1270" y="611"/>
                  </a:lnTo>
                  <a:lnTo>
                    <a:pt x="1661" y="685"/>
                  </a:lnTo>
                  <a:lnTo>
                    <a:pt x="2052" y="782"/>
                  </a:lnTo>
                  <a:lnTo>
                    <a:pt x="2418" y="929"/>
                  </a:lnTo>
                  <a:lnTo>
                    <a:pt x="2809" y="1075"/>
                  </a:lnTo>
                  <a:lnTo>
                    <a:pt x="3151" y="1246"/>
                  </a:lnTo>
                  <a:lnTo>
                    <a:pt x="3517" y="1417"/>
                  </a:lnTo>
                  <a:lnTo>
                    <a:pt x="3835" y="1637"/>
                  </a:lnTo>
                  <a:lnTo>
                    <a:pt x="4152" y="1857"/>
                  </a:lnTo>
                  <a:lnTo>
                    <a:pt x="4445" y="2077"/>
                  </a:lnTo>
                  <a:lnTo>
                    <a:pt x="4738" y="2321"/>
                  </a:lnTo>
                  <a:lnTo>
                    <a:pt x="5031" y="2590"/>
                  </a:lnTo>
                  <a:lnTo>
                    <a:pt x="5276" y="2883"/>
                  </a:lnTo>
                  <a:lnTo>
                    <a:pt x="5520" y="3176"/>
                  </a:lnTo>
                  <a:lnTo>
                    <a:pt x="5764" y="3493"/>
                  </a:lnTo>
                  <a:lnTo>
                    <a:pt x="489" y="6668"/>
                  </a:lnTo>
                  <a:lnTo>
                    <a:pt x="489" y="514"/>
                  </a:lnTo>
                  <a:close/>
                  <a:moveTo>
                    <a:pt x="0" y="1"/>
                  </a:moveTo>
                  <a:lnTo>
                    <a:pt x="0" y="7523"/>
                  </a:lnTo>
                  <a:lnTo>
                    <a:pt x="6448" y="3640"/>
                  </a:lnTo>
                  <a:lnTo>
                    <a:pt x="6179" y="3249"/>
                  </a:lnTo>
                  <a:lnTo>
                    <a:pt x="5911" y="2858"/>
                  </a:lnTo>
                  <a:lnTo>
                    <a:pt x="5593" y="2492"/>
                  </a:lnTo>
                  <a:lnTo>
                    <a:pt x="5276" y="2150"/>
                  </a:lnTo>
                  <a:lnTo>
                    <a:pt x="4909" y="1833"/>
                  </a:lnTo>
                  <a:lnTo>
                    <a:pt x="4543" y="1540"/>
                  </a:lnTo>
                  <a:lnTo>
                    <a:pt x="4152" y="1246"/>
                  </a:lnTo>
                  <a:lnTo>
                    <a:pt x="3761" y="1002"/>
                  </a:lnTo>
                  <a:lnTo>
                    <a:pt x="3322" y="782"/>
                  </a:lnTo>
                  <a:lnTo>
                    <a:pt x="2882" y="587"/>
                  </a:lnTo>
                  <a:lnTo>
                    <a:pt x="2443" y="416"/>
                  </a:lnTo>
                  <a:lnTo>
                    <a:pt x="1978" y="270"/>
                  </a:lnTo>
                  <a:lnTo>
                    <a:pt x="1490" y="147"/>
                  </a:lnTo>
                  <a:lnTo>
                    <a:pt x="1002" y="74"/>
                  </a:lnTo>
                  <a:lnTo>
                    <a:pt x="513" y="2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309" name="Google Shape;309;p59"/>
          <p:cNvGrpSpPr/>
          <p:nvPr/>
        </p:nvGrpSpPr>
        <p:grpSpPr>
          <a:xfrm>
            <a:off x="8163474" y="4420636"/>
            <a:ext cx="378750" cy="277698"/>
            <a:chOff x="3936375" y="3703750"/>
            <a:chExt cx="453050" cy="332175"/>
          </a:xfrm>
        </p:grpSpPr>
        <p:sp>
          <p:nvSpPr>
            <p:cNvPr id="310" name="Google Shape;310;p59"/>
            <p:cNvSpPr/>
            <p:nvPr/>
          </p:nvSpPr>
          <p:spPr>
            <a:xfrm>
              <a:off x="3936375" y="3703750"/>
              <a:ext cx="453050" cy="332175"/>
            </a:xfrm>
            <a:custGeom>
              <a:rect b="b" l="l" r="r" t="t"/>
              <a:pathLst>
                <a:path extrusionOk="0" h="13287" w="18122">
                  <a:moveTo>
                    <a:pt x="366" y="0"/>
                  </a:moveTo>
                  <a:lnTo>
                    <a:pt x="293" y="49"/>
                  </a:lnTo>
                  <a:lnTo>
                    <a:pt x="195" y="74"/>
                  </a:lnTo>
                  <a:lnTo>
                    <a:pt x="122" y="147"/>
                  </a:lnTo>
                  <a:lnTo>
                    <a:pt x="73" y="220"/>
                  </a:lnTo>
                  <a:lnTo>
                    <a:pt x="24" y="293"/>
                  </a:lnTo>
                  <a:lnTo>
                    <a:pt x="0" y="391"/>
                  </a:lnTo>
                  <a:lnTo>
                    <a:pt x="0" y="489"/>
                  </a:lnTo>
                  <a:lnTo>
                    <a:pt x="0" y="12798"/>
                  </a:lnTo>
                  <a:lnTo>
                    <a:pt x="0" y="12896"/>
                  </a:lnTo>
                  <a:lnTo>
                    <a:pt x="24" y="12993"/>
                  </a:lnTo>
                  <a:lnTo>
                    <a:pt x="73" y="13067"/>
                  </a:lnTo>
                  <a:lnTo>
                    <a:pt x="122" y="13140"/>
                  </a:lnTo>
                  <a:lnTo>
                    <a:pt x="195" y="13213"/>
                  </a:lnTo>
                  <a:lnTo>
                    <a:pt x="293" y="13238"/>
                  </a:lnTo>
                  <a:lnTo>
                    <a:pt x="366" y="13287"/>
                  </a:lnTo>
                  <a:lnTo>
                    <a:pt x="17756" y="13287"/>
                  </a:lnTo>
                  <a:lnTo>
                    <a:pt x="17829" y="13238"/>
                  </a:lnTo>
                  <a:lnTo>
                    <a:pt x="17927" y="13213"/>
                  </a:lnTo>
                  <a:lnTo>
                    <a:pt x="18000" y="13140"/>
                  </a:lnTo>
                  <a:lnTo>
                    <a:pt x="18049" y="13067"/>
                  </a:lnTo>
                  <a:lnTo>
                    <a:pt x="18098" y="12993"/>
                  </a:lnTo>
                  <a:lnTo>
                    <a:pt x="18122" y="12896"/>
                  </a:lnTo>
                  <a:lnTo>
                    <a:pt x="18122" y="12798"/>
                  </a:lnTo>
                  <a:lnTo>
                    <a:pt x="18122" y="12700"/>
                  </a:lnTo>
                  <a:lnTo>
                    <a:pt x="18098" y="12603"/>
                  </a:lnTo>
                  <a:lnTo>
                    <a:pt x="18049" y="12529"/>
                  </a:lnTo>
                  <a:lnTo>
                    <a:pt x="18000" y="12456"/>
                  </a:lnTo>
                  <a:lnTo>
                    <a:pt x="17927" y="12383"/>
                  </a:lnTo>
                  <a:lnTo>
                    <a:pt x="17829" y="12358"/>
                  </a:lnTo>
                  <a:lnTo>
                    <a:pt x="17756" y="12310"/>
                  </a:lnTo>
                  <a:lnTo>
                    <a:pt x="977" y="12310"/>
                  </a:lnTo>
                  <a:lnTo>
                    <a:pt x="977" y="489"/>
                  </a:lnTo>
                  <a:lnTo>
                    <a:pt x="953" y="391"/>
                  </a:lnTo>
                  <a:lnTo>
                    <a:pt x="928" y="293"/>
                  </a:lnTo>
                  <a:lnTo>
                    <a:pt x="879" y="220"/>
                  </a:lnTo>
                  <a:lnTo>
                    <a:pt x="830" y="147"/>
                  </a:lnTo>
                  <a:lnTo>
                    <a:pt x="757" y="74"/>
                  </a:lnTo>
                  <a:lnTo>
                    <a:pt x="659" y="49"/>
                  </a:lnTo>
                  <a:lnTo>
                    <a:pt x="586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11" name="Google Shape;311;p59"/>
            <p:cNvSpPr/>
            <p:nvPr/>
          </p:nvSpPr>
          <p:spPr>
            <a:xfrm>
              <a:off x="3988875" y="3864325"/>
              <a:ext cx="77575" cy="133125"/>
            </a:xfrm>
            <a:custGeom>
              <a:rect b="b" l="l" r="r" t="t"/>
              <a:pathLst>
                <a:path extrusionOk="0" h="5325" w="3103">
                  <a:moveTo>
                    <a:pt x="489" y="1"/>
                  </a:moveTo>
                  <a:lnTo>
                    <a:pt x="391" y="25"/>
                  </a:lnTo>
                  <a:lnTo>
                    <a:pt x="294" y="50"/>
                  </a:lnTo>
                  <a:lnTo>
                    <a:pt x="196" y="98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25" y="294"/>
                  </a:lnTo>
                  <a:lnTo>
                    <a:pt x="0" y="391"/>
                  </a:lnTo>
                  <a:lnTo>
                    <a:pt x="0" y="489"/>
                  </a:lnTo>
                  <a:lnTo>
                    <a:pt x="0" y="5325"/>
                  </a:lnTo>
                  <a:lnTo>
                    <a:pt x="3102" y="5325"/>
                  </a:lnTo>
                  <a:lnTo>
                    <a:pt x="3102" y="489"/>
                  </a:lnTo>
                  <a:lnTo>
                    <a:pt x="3102" y="391"/>
                  </a:lnTo>
                  <a:lnTo>
                    <a:pt x="3053" y="294"/>
                  </a:lnTo>
                  <a:lnTo>
                    <a:pt x="3029" y="220"/>
                  </a:lnTo>
                  <a:lnTo>
                    <a:pt x="2956" y="147"/>
                  </a:lnTo>
                  <a:lnTo>
                    <a:pt x="2882" y="98"/>
                  </a:lnTo>
                  <a:lnTo>
                    <a:pt x="2809" y="50"/>
                  </a:lnTo>
                  <a:lnTo>
                    <a:pt x="2711" y="25"/>
                  </a:lnTo>
                  <a:lnTo>
                    <a:pt x="2614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12" name="Google Shape;312;p59"/>
            <p:cNvSpPr/>
            <p:nvPr/>
          </p:nvSpPr>
          <p:spPr>
            <a:xfrm>
              <a:off x="4259350" y="3864325"/>
              <a:ext cx="77575" cy="133125"/>
            </a:xfrm>
            <a:custGeom>
              <a:rect b="b" l="l" r="r" t="t"/>
              <a:pathLst>
                <a:path extrusionOk="0" h="5325" w="3103">
                  <a:moveTo>
                    <a:pt x="489" y="1"/>
                  </a:moveTo>
                  <a:lnTo>
                    <a:pt x="392" y="25"/>
                  </a:lnTo>
                  <a:lnTo>
                    <a:pt x="294" y="50"/>
                  </a:lnTo>
                  <a:lnTo>
                    <a:pt x="221" y="98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50" y="294"/>
                  </a:lnTo>
                  <a:lnTo>
                    <a:pt x="1" y="391"/>
                  </a:lnTo>
                  <a:lnTo>
                    <a:pt x="1" y="489"/>
                  </a:lnTo>
                  <a:lnTo>
                    <a:pt x="1" y="5325"/>
                  </a:lnTo>
                  <a:lnTo>
                    <a:pt x="3103" y="5325"/>
                  </a:lnTo>
                  <a:lnTo>
                    <a:pt x="3103" y="489"/>
                  </a:lnTo>
                  <a:lnTo>
                    <a:pt x="3103" y="391"/>
                  </a:lnTo>
                  <a:lnTo>
                    <a:pt x="3078" y="294"/>
                  </a:lnTo>
                  <a:lnTo>
                    <a:pt x="3029" y="220"/>
                  </a:lnTo>
                  <a:lnTo>
                    <a:pt x="2956" y="147"/>
                  </a:lnTo>
                  <a:lnTo>
                    <a:pt x="2907" y="98"/>
                  </a:lnTo>
                  <a:lnTo>
                    <a:pt x="2810" y="50"/>
                  </a:lnTo>
                  <a:lnTo>
                    <a:pt x="2712" y="25"/>
                  </a:lnTo>
                  <a:lnTo>
                    <a:pt x="2614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13" name="Google Shape;313;p59"/>
            <p:cNvSpPr/>
            <p:nvPr/>
          </p:nvSpPr>
          <p:spPr>
            <a:xfrm>
              <a:off x="4078625" y="3717800"/>
              <a:ext cx="77575" cy="279650"/>
            </a:xfrm>
            <a:custGeom>
              <a:rect b="b" l="l" r="r" t="t"/>
              <a:pathLst>
                <a:path extrusionOk="0" h="11186" w="3103">
                  <a:moveTo>
                    <a:pt x="489" y="0"/>
                  </a:moveTo>
                  <a:lnTo>
                    <a:pt x="391" y="25"/>
                  </a:lnTo>
                  <a:lnTo>
                    <a:pt x="294" y="49"/>
                  </a:lnTo>
                  <a:lnTo>
                    <a:pt x="220" y="98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49" y="293"/>
                  </a:lnTo>
                  <a:lnTo>
                    <a:pt x="1" y="391"/>
                  </a:lnTo>
                  <a:lnTo>
                    <a:pt x="1" y="489"/>
                  </a:lnTo>
                  <a:lnTo>
                    <a:pt x="1" y="11186"/>
                  </a:lnTo>
                  <a:lnTo>
                    <a:pt x="3102" y="11186"/>
                  </a:lnTo>
                  <a:lnTo>
                    <a:pt x="3102" y="489"/>
                  </a:lnTo>
                  <a:lnTo>
                    <a:pt x="3102" y="391"/>
                  </a:lnTo>
                  <a:lnTo>
                    <a:pt x="3078" y="293"/>
                  </a:lnTo>
                  <a:lnTo>
                    <a:pt x="3029" y="220"/>
                  </a:lnTo>
                  <a:lnTo>
                    <a:pt x="2956" y="147"/>
                  </a:lnTo>
                  <a:lnTo>
                    <a:pt x="2907" y="98"/>
                  </a:lnTo>
                  <a:lnTo>
                    <a:pt x="2809" y="49"/>
                  </a:lnTo>
                  <a:lnTo>
                    <a:pt x="2712" y="25"/>
                  </a:lnTo>
                  <a:lnTo>
                    <a:pt x="2614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14" name="Google Shape;314;p59"/>
            <p:cNvSpPr/>
            <p:nvPr/>
          </p:nvSpPr>
          <p:spPr>
            <a:xfrm>
              <a:off x="4168375" y="3788625"/>
              <a:ext cx="78175" cy="208825"/>
            </a:xfrm>
            <a:custGeom>
              <a:rect b="b" l="l" r="r" t="t"/>
              <a:pathLst>
                <a:path extrusionOk="0" h="8353" w="3127">
                  <a:moveTo>
                    <a:pt x="489" y="0"/>
                  </a:moveTo>
                  <a:lnTo>
                    <a:pt x="392" y="25"/>
                  </a:lnTo>
                  <a:lnTo>
                    <a:pt x="318" y="49"/>
                  </a:lnTo>
                  <a:lnTo>
                    <a:pt x="221" y="98"/>
                  </a:lnTo>
                  <a:lnTo>
                    <a:pt x="147" y="147"/>
                  </a:lnTo>
                  <a:lnTo>
                    <a:pt x="99" y="220"/>
                  </a:lnTo>
                  <a:lnTo>
                    <a:pt x="50" y="293"/>
                  </a:lnTo>
                  <a:lnTo>
                    <a:pt x="25" y="391"/>
                  </a:lnTo>
                  <a:lnTo>
                    <a:pt x="1" y="489"/>
                  </a:lnTo>
                  <a:lnTo>
                    <a:pt x="1" y="8353"/>
                  </a:lnTo>
                  <a:lnTo>
                    <a:pt x="3127" y="8353"/>
                  </a:lnTo>
                  <a:lnTo>
                    <a:pt x="3127" y="489"/>
                  </a:lnTo>
                  <a:lnTo>
                    <a:pt x="3103" y="391"/>
                  </a:lnTo>
                  <a:lnTo>
                    <a:pt x="3078" y="293"/>
                  </a:lnTo>
                  <a:lnTo>
                    <a:pt x="3029" y="220"/>
                  </a:lnTo>
                  <a:lnTo>
                    <a:pt x="2980" y="147"/>
                  </a:lnTo>
                  <a:lnTo>
                    <a:pt x="2907" y="98"/>
                  </a:lnTo>
                  <a:lnTo>
                    <a:pt x="2809" y="49"/>
                  </a:lnTo>
                  <a:lnTo>
                    <a:pt x="2736" y="25"/>
                  </a:lnTo>
                  <a:lnTo>
                    <a:pt x="2639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315" name="Google Shape;315;p59"/>
          <p:cNvGrpSpPr/>
          <p:nvPr/>
        </p:nvGrpSpPr>
        <p:grpSpPr>
          <a:xfrm>
            <a:off x="8727000" y="4420636"/>
            <a:ext cx="378750" cy="277698"/>
            <a:chOff x="4610450" y="3703750"/>
            <a:chExt cx="453050" cy="332175"/>
          </a:xfrm>
        </p:grpSpPr>
        <p:sp>
          <p:nvSpPr>
            <p:cNvPr id="316" name="Google Shape;316;p59"/>
            <p:cNvSpPr/>
            <p:nvPr/>
          </p:nvSpPr>
          <p:spPr>
            <a:xfrm>
              <a:off x="4610450" y="3703750"/>
              <a:ext cx="453050" cy="332175"/>
            </a:xfrm>
            <a:custGeom>
              <a:rect b="b" l="l" r="r" t="t"/>
              <a:pathLst>
                <a:path extrusionOk="0" h="13287" w="18122">
                  <a:moveTo>
                    <a:pt x="366" y="0"/>
                  </a:moveTo>
                  <a:lnTo>
                    <a:pt x="293" y="49"/>
                  </a:lnTo>
                  <a:lnTo>
                    <a:pt x="195" y="74"/>
                  </a:lnTo>
                  <a:lnTo>
                    <a:pt x="122" y="147"/>
                  </a:lnTo>
                  <a:lnTo>
                    <a:pt x="73" y="220"/>
                  </a:lnTo>
                  <a:lnTo>
                    <a:pt x="25" y="293"/>
                  </a:lnTo>
                  <a:lnTo>
                    <a:pt x="0" y="391"/>
                  </a:lnTo>
                  <a:lnTo>
                    <a:pt x="0" y="489"/>
                  </a:lnTo>
                  <a:lnTo>
                    <a:pt x="0" y="12798"/>
                  </a:lnTo>
                  <a:lnTo>
                    <a:pt x="0" y="12896"/>
                  </a:lnTo>
                  <a:lnTo>
                    <a:pt x="25" y="12993"/>
                  </a:lnTo>
                  <a:lnTo>
                    <a:pt x="73" y="13067"/>
                  </a:lnTo>
                  <a:lnTo>
                    <a:pt x="122" y="13140"/>
                  </a:lnTo>
                  <a:lnTo>
                    <a:pt x="195" y="13213"/>
                  </a:lnTo>
                  <a:lnTo>
                    <a:pt x="293" y="13238"/>
                  </a:lnTo>
                  <a:lnTo>
                    <a:pt x="366" y="13287"/>
                  </a:lnTo>
                  <a:lnTo>
                    <a:pt x="17756" y="13287"/>
                  </a:lnTo>
                  <a:lnTo>
                    <a:pt x="17829" y="13238"/>
                  </a:lnTo>
                  <a:lnTo>
                    <a:pt x="17927" y="13213"/>
                  </a:lnTo>
                  <a:lnTo>
                    <a:pt x="18000" y="13140"/>
                  </a:lnTo>
                  <a:lnTo>
                    <a:pt x="18049" y="13067"/>
                  </a:lnTo>
                  <a:lnTo>
                    <a:pt x="18098" y="12993"/>
                  </a:lnTo>
                  <a:lnTo>
                    <a:pt x="18122" y="12896"/>
                  </a:lnTo>
                  <a:lnTo>
                    <a:pt x="18122" y="12798"/>
                  </a:lnTo>
                  <a:lnTo>
                    <a:pt x="18122" y="12700"/>
                  </a:lnTo>
                  <a:lnTo>
                    <a:pt x="18098" y="12603"/>
                  </a:lnTo>
                  <a:lnTo>
                    <a:pt x="18049" y="12529"/>
                  </a:lnTo>
                  <a:lnTo>
                    <a:pt x="18000" y="12456"/>
                  </a:lnTo>
                  <a:lnTo>
                    <a:pt x="17927" y="12383"/>
                  </a:lnTo>
                  <a:lnTo>
                    <a:pt x="17829" y="12358"/>
                  </a:lnTo>
                  <a:lnTo>
                    <a:pt x="17756" y="12310"/>
                  </a:lnTo>
                  <a:lnTo>
                    <a:pt x="977" y="12310"/>
                  </a:lnTo>
                  <a:lnTo>
                    <a:pt x="977" y="489"/>
                  </a:lnTo>
                  <a:lnTo>
                    <a:pt x="953" y="391"/>
                  </a:lnTo>
                  <a:lnTo>
                    <a:pt x="928" y="293"/>
                  </a:lnTo>
                  <a:lnTo>
                    <a:pt x="879" y="220"/>
                  </a:lnTo>
                  <a:lnTo>
                    <a:pt x="830" y="147"/>
                  </a:lnTo>
                  <a:lnTo>
                    <a:pt x="757" y="74"/>
                  </a:lnTo>
                  <a:lnTo>
                    <a:pt x="660" y="49"/>
                  </a:lnTo>
                  <a:lnTo>
                    <a:pt x="586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17" name="Google Shape;317;p59"/>
            <p:cNvSpPr/>
            <p:nvPr/>
          </p:nvSpPr>
          <p:spPr>
            <a:xfrm>
              <a:off x="4642200" y="3730000"/>
              <a:ext cx="389550" cy="249150"/>
            </a:xfrm>
            <a:custGeom>
              <a:rect b="b" l="l" r="r" t="t"/>
              <a:pathLst>
                <a:path extrusionOk="0" h="9966" w="15582">
                  <a:moveTo>
                    <a:pt x="14752" y="1"/>
                  </a:moveTo>
                  <a:lnTo>
                    <a:pt x="14629" y="49"/>
                  </a:lnTo>
                  <a:lnTo>
                    <a:pt x="14507" y="98"/>
                  </a:lnTo>
                  <a:lnTo>
                    <a:pt x="14410" y="196"/>
                  </a:lnTo>
                  <a:lnTo>
                    <a:pt x="14336" y="294"/>
                  </a:lnTo>
                  <a:lnTo>
                    <a:pt x="14263" y="416"/>
                  </a:lnTo>
                  <a:lnTo>
                    <a:pt x="14239" y="538"/>
                  </a:lnTo>
                  <a:lnTo>
                    <a:pt x="14214" y="684"/>
                  </a:lnTo>
                  <a:lnTo>
                    <a:pt x="14239" y="831"/>
                  </a:lnTo>
                  <a:lnTo>
                    <a:pt x="14288" y="1002"/>
                  </a:lnTo>
                  <a:lnTo>
                    <a:pt x="11308" y="4372"/>
                  </a:lnTo>
                  <a:lnTo>
                    <a:pt x="11161" y="4323"/>
                  </a:lnTo>
                  <a:lnTo>
                    <a:pt x="11015" y="4299"/>
                  </a:lnTo>
                  <a:lnTo>
                    <a:pt x="10844" y="4323"/>
                  </a:lnTo>
                  <a:lnTo>
                    <a:pt x="10087" y="3005"/>
                  </a:lnTo>
                  <a:lnTo>
                    <a:pt x="10160" y="2907"/>
                  </a:lnTo>
                  <a:lnTo>
                    <a:pt x="10209" y="2809"/>
                  </a:lnTo>
                  <a:lnTo>
                    <a:pt x="10233" y="2687"/>
                  </a:lnTo>
                  <a:lnTo>
                    <a:pt x="10233" y="2565"/>
                  </a:lnTo>
                  <a:lnTo>
                    <a:pt x="10233" y="2418"/>
                  </a:lnTo>
                  <a:lnTo>
                    <a:pt x="10184" y="2296"/>
                  </a:lnTo>
                  <a:lnTo>
                    <a:pt x="10136" y="2174"/>
                  </a:lnTo>
                  <a:lnTo>
                    <a:pt x="10038" y="2077"/>
                  </a:lnTo>
                  <a:lnTo>
                    <a:pt x="9940" y="2003"/>
                  </a:lnTo>
                  <a:lnTo>
                    <a:pt x="9818" y="1930"/>
                  </a:lnTo>
                  <a:lnTo>
                    <a:pt x="9696" y="1906"/>
                  </a:lnTo>
                  <a:lnTo>
                    <a:pt x="9549" y="1881"/>
                  </a:lnTo>
                  <a:lnTo>
                    <a:pt x="9427" y="1906"/>
                  </a:lnTo>
                  <a:lnTo>
                    <a:pt x="9281" y="1930"/>
                  </a:lnTo>
                  <a:lnTo>
                    <a:pt x="9183" y="2003"/>
                  </a:lnTo>
                  <a:lnTo>
                    <a:pt x="9085" y="2077"/>
                  </a:lnTo>
                  <a:lnTo>
                    <a:pt x="8988" y="2174"/>
                  </a:lnTo>
                  <a:lnTo>
                    <a:pt x="8939" y="2296"/>
                  </a:lnTo>
                  <a:lnTo>
                    <a:pt x="8890" y="2418"/>
                  </a:lnTo>
                  <a:lnTo>
                    <a:pt x="8866" y="2565"/>
                  </a:lnTo>
                  <a:lnTo>
                    <a:pt x="8890" y="2663"/>
                  </a:lnTo>
                  <a:lnTo>
                    <a:pt x="8914" y="2785"/>
                  </a:lnTo>
                  <a:lnTo>
                    <a:pt x="8939" y="2883"/>
                  </a:lnTo>
                  <a:lnTo>
                    <a:pt x="8988" y="2956"/>
                  </a:lnTo>
                  <a:lnTo>
                    <a:pt x="6521" y="6668"/>
                  </a:lnTo>
                  <a:lnTo>
                    <a:pt x="6399" y="6644"/>
                  </a:lnTo>
                  <a:lnTo>
                    <a:pt x="6130" y="6644"/>
                  </a:lnTo>
                  <a:lnTo>
                    <a:pt x="5959" y="6717"/>
                  </a:lnTo>
                  <a:lnTo>
                    <a:pt x="4714" y="5398"/>
                  </a:lnTo>
                  <a:lnTo>
                    <a:pt x="4763" y="5252"/>
                  </a:lnTo>
                  <a:lnTo>
                    <a:pt x="4763" y="5105"/>
                  </a:lnTo>
                  <a:lnTo>
                    <a:pt x="4763" y="4958"/>
                  </a:lnTo>
                  <a:lnTo>
                    <a:pt x="4714" y="4836"/>
                  </a:lnTo>
                  <a:lnTo>
                    <a:pt x="4665" y="4714"/>
                  </a:lnTo>
                  <a:lnTo>
                    <a:pt x="4567" y="4617"/>
                  </a:lnTo>
                  <a:lnTo>
                    <a:pt x="4470" y="4543"/>
                  </a:lnTo>
                  <a:lnTo>
                    <a:pt x="4347" y="4470"/>
                  </a:lnTo>
                  <a:lnTo>
                    <a:pt x="4225" y="4446"/>
                  </a:lnTo>
                  <a:lnTo>
                    <a:pt x="4079" y="4421"/>
                  </a:lnTo>
                  <a:lnTo>
                    <a:pt x="3957" y="4446"/>
                  </a:lnTo>
                  <a:lnTo>
                    <a:pt x="3810" y="4470"/>
                  </a:lnTo>
                  <a:lnTo>
                    <a:pt x="3712" y="4543"/>
                  </a:lnTo>
                  <a:lnTo>
                    <a:pt x="3615" y="4617"/>
                  </a:lnTo>
                  <a:lnTo>
                    <a:pt x="3517" y="4714"/>
                  </a:lnTo>
                  <a:lnTo>
                    <a:pt x="3468" y="4836"/>
                  </a:lnTo>
                  <a:lnTo>
                    <a:pt x="3419" y="4958"/>
                  </a:lnTo>
                  <a:lnTo>
                    <a:pt x="3395" y="5105"/>
                  </a:lnTo>
                  <a:lnTo>
                    <a:pt x="3419" y="5276"/>
                  </a:lnTo>
                  <a:lnTo>
                    <a:pt x="3493" y="5447"/>
                  </a:lnTo>
                  <a:lnTo>
                    <a:pt x="49" y="9574"/>
                  </a:lnTo>
                  <a:lnTo>
                    <a:pt x="0" y="9648"/>
                  </a:lnTo>
                  <a:lnTo>
                    <a:pt x="0" y="9745"/>
                  </a:lnTo>
                  <a:lnTo>
                    <a:pt x="25" y="9843"/>
                  </a:lnTo>
                  <a:lnTo>
                    <a:pt x="98" y="9916"/>
                  </a:lnTo>
                  <a:lnTo>
                    <a:pt x="171" y="9965"/>
                  </a:lnTo>
                  <a:lnTo>
                    <a:pt x="244" y="9965"/>
                  </a:lnTo>
                  <a:lnTo>
                    <a:pt x="342" y="9941"/>
                  </a:lnTo>
                  <a:lnTo>
                    <a:pt x="440" y="9892"/>
                  </a:lnTo>
                  <a:lnTo>
                    <a:pt x="3859" y="5740"/>
                  </a:lnTo>
                  <a:lnTo>
                    <a:pt x="3981" y="5789"/>
                  </a:lnTo>
                  <a:lnTo>
                    <a:pt x="4079" y="5789"/>
                  </a:lnTo>
                  <a:lnTo>
                    <a:pt x="4225" y="5764"/>
                  </a:lnTo>
                  <a:lnTo>
                    <a:pt x="4347" y="5740"/>
                  </a:lnTo>
                  <a:lnTo>
                    <a:pt x="5642" y="7083"/>
                  </a:lnTo>
                  <a:lnTo>
                    <a:pt x="5617" y="7205"/>
                  </a:lnTo>
                  <a:lnTo>
                    <a:pt x="5617" y="7328"/>
                  </a:lnTo>
                  <a:lnTo>
                    <a:pt x="5617" y="7450"/>
                  </a:lnTo>
                  <a:lnTo>
                    <a:pt x="5666" y="7572"/>
                  </a:lnTo>
                  <a:lnTo>
                    <a:pt x="5740" y="7694"/>
                  </a:lnTo>
                  <a:lnTo>
                    <a:pt x="5813" y="7792"/>
                  </a:lnTo>
                  <a:lnTo>
                    <a:pt x="5910" y="7889"/>
                  </a:lnTo>
                  <a:lnTo>
                    <a:pt x="6033" y="7938"/>
                  </a:lnTo>
                  <a:lnTo>
                    <a:pt x="6155" y="7987"/>
                  </a:lnTo>
                  <a:lnTo>
                    <a:pt x="6301" y="8011"/>
                  </a:lnTo>
                  <a:lnTo>
                    <a:pt x="6448" y="7987"/>
                  </a:lnTo>
                  <a:lnTo>
                    <a:pt x="6570" y="7938"/>
                  </a:lnTo>
                  <a:lnTo>
                    <a:pt x="6692" y="7889"/>
                  </a:lnTo>
                  <a:lnTo>
                    <a:pt x="6790" y="7792"/>
                  </a:lnTo>
                  <a:lnTo>
                    <a:pt x="6863" y="7694"/>
                  </a:lnTo>
                  <a:lnTo>
                    <a:pt x="6936" y="7572"/>
                  </a:lnTo>
                  <a:lnTo>
                    <a:pt x="6961" y="7450"/>
                  </a:lnTo>
                  <a:lnTo>
                    <a:pt x="6985" y="7328"/>
                  </a:lnTo>
                  <a:lnTo>
                    <a:pt x="6961" y="7132"/>
                  </a:lnTo>
                  <a:lnTo>
                    <a:pt x="6887" y="6986"/>
                  </a:lnTo>
                  <a:lnTo>
                    <a:pt x="9403" y="3224"/>
                  </a:lnTo>
                  <a:lnTo>
                    <a:pt x="9549" y="3249"/>
                  </a:lnTo>
                  <a:lnTo>
                    <a:pt x="9647" y="3249"/>
                  </a:lnTo>
                  <a:lnTo>
                    <a:pt x="10429" y="4617"/>
                  </a:lnTo>
                  <a:lnTo>
                    <a:pt x="10355" y="4788"/>
                  </a:lnTo>
                  <a:lnTo>
                    <a:pt x="10331" y="4885"/>
                  </a:lnTo>
                  <a:lnTo>
                    <a:pt x="10331" y="4983"/>
                  </a:lnTo>
                  <a:lnTo>
                    <a:pt x="10331" y="5129"/>
                  </a:lnTo>
                  <a:lnTo>
                    <a:pt x="10380" y="5252"/>
                  </a:lnTo>
                  <a:lnTo>
                    <a:pt x="10429" y="5374"/>
                  </a:lnTo>
                  <a:lnTo>
                    <a:pt x="10526" y="5471"/>
                  </a:lnTo>
                  <a:lnTo>
                    <a:pt x="10624" y="5569"/>
                  </a:lnTo>
                  <a:lnTo>
                    <a:pt x="10746" y="5618"/>
                  </a:lnTo>
                  <a:lnTo>
                    <a:pt x="10868" y="5667"/>
                  </a:lnTo>
                  <a:lnTo>
                    <a:pt x="11137" y="5667"/>
                  </a:lnTo>
                  <a:lnTo>
                    <a:pt x="11284" y="5618"/>
                  </a:lnTo>
                  <a:lnTo>
                    <a:pt x="11381" y="5569"/>
                  </a:lnTo>
                  <a:lnTo>
                    <a:pt x="11479" y="5471"/>
                  </a:lnTo>
                  <a:lnTo>
                    <a:pt x="11577" y="5374"/>
                  </a:lnTo>
                  <a:lnTo>
                    <a:pt x="11625" y="5252"/>
                  </a:lnTo>
                  <a:lnTo>
                    <a:pt x="11674" y="5129"/>
                  </a:lnTo>
                  <a:lnTo>
                    <a:pt x="11699" y="4983"/>
                  </a:lnTo>
                  <a:lnTo>
                    <a:pt x="11674" y="4861"/>
                  </a:lnTo>
                  <a:lnTo>
                    <a:pt x="11650" y="4739"/>
                  </a:lnTo>
                  <a:lnTo>
                    <a:pt x="14654" y="1319"/>
                  </a:lnTo>
                  <a:lnTo>
                    <a:pt x="14776" y="1344"/>
                  </a:lnTo>
                  <a:lnTo>
                    <a:pt x="14898" y="1368"/>
                  </a:lnTo>
                  <a:lnTo>
                    <a:pt x="15045" y="1344"/>
                  </a:lnTo>
                  <a:lnTo>
                    <a:pt x="15167" y="1295"/>
                  </a:lnTo>
                  <a:lnTo>
                    <a:pt x="15289" y="1246"/>
                  </a:lnTo>
                  <a:lnTo>
                    <a:pt x="15387" y="1148"/>
                  </a:lnTo>
                  <a:lnTo>
                    <a:pt x="15460" y="1051"/>
                  </a:lnTo>
                  <a:lnTo>
                    <a:pt x="15533" y="953"/>
                  </a:lnTo>
                  <a:lnTo>
                    <a:pt x="15558" y="807"/>
                  </a:lnTo>
                  <a:lnTo>
                    <a:pt x="15582" y="684"/>
                  </a:lnTo>
                  <a:lnTo>
                    <a:pt x="15558" y="538"/>
                  </a:lnTo>
                  <a:lnTo>
                    <a:pt x="15533" y="416"/>
                  </a:lnTo>
                  <a:lnTo>
                    <a:pt x="15460" y="294"/>
                  </a:lnTo>
                  <a:lnTo>
                    <a:pt x="15387" y="196"/>
                  </a:lnTo>
                  <a:lnTo>
                    <a:pt x="15289" y="98"/>
                  </a:lnTo>
                  <a:lnTo>
                    <a:pt x="15167" y="49"/>
                  </a:lnTo>
                  <a:lnTo>
                    <a:pt x="15045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318" name="Google Shape;318;p59"/>
          <p:cNvGrpSpPr/>
          <p:nvPr/>
        </p:nvGrpSpPr>
        <p:grpSpPr>
          <a:xfrm>
            <a:off x="9303799" y="4392567"/>
            <a:ext cx="352207" cy="333836"/>
            <a:chOff x="5300400" y="3670175"/>
            <a:chExt cx="421300" cy="399325"/>
          </a:xfrm>
        </p:grpSpPr>
        <p:sp>
          <p:nvSpPr>
            <p:cNvPr id="319" name="Google Shape;319;p59"/>
            <p:cNvSpPr/>
            <p:nvPr/>
          </p:nvSpPr>
          <p:spPr>
            <a:xfrm>
              <a:off x="5300400" y="3708025"/>
              <a:ext cx="421300" cy="267450"/>
            </a:xfrm>
            <a:custGeom>
              <a:rect b="b" l="l" r="r" t="t"/>
              <a:pathLst>
                <a:path extrusionOk="0" h="10698" w="16852">
                  <a:moveTo>
                    <a:pt x="16364" y="489"/>
                  </a:moveTo>
                  <a:lnTo>
                    <a:pt x="16364" y="10209"/>
                  </a:lnTo>
                  <a:lnTo>
                    <a:pt x="489" y="10209"/>
                  </a:lnTo>
                  <a:lnTo>
                    <a:pt x="489" y="489"/>
                  </a:lnTo>
                  <a:close/>
                  <a:moveTo>
                    <a:pt x="391" y="0"/>
                  </a:moveTo>
                  <a:lnTo>
                    <a:pt x="293" y="25"/>
                  </a:lnTo>
                  <a:lnTo>
                    <a:pt x="196" y="74"/>
                  </a:lnTo>
                  <a:lnTo>
                    <a:pt x="122" y="147"/>
                  </a:lnTo>
                  <a:lnTo>
                    <a:pt x="73" y="220"/>
                  </a:lnTo>
                  <a:lnTo>
                    <a:pt x="25" y="293"/>
                  </a:lnTo>
                  <a:lnTo>
                    <a:pt x="0" y="391"/>
                  </a:lnTo>
                  <a:lnTo>
                    <a:pt x="0" y="489"/>
                  </a:lnTo>
                  <a:lnTo>
                    <a:pt x="0" y="10209"/>
                  </a:lnTo>
                  <a:lnTo>
                    <a:pt x="0" y="10307"/>
                  </a:lnTo>
                  <a:lnTo>
                    <a:pt x="25" y="10405"/>
                  </a:lnTo>
                  <a:lnTo>
                    <a:pt x="73" y="10478"/>
                  </a:lnTo>
                  <a:lnTo>
                    <a:pt x="122" y="10551"/>
                  </a:lnTo>
                  <a:lnTo>
                    <a:pt x="196" y="10600"/>
                  </a:lnTo>
                  <a:lnTo>
                    <a:pt x="293" y="10649"/>
                  </a:lnTo>
                  <a:lnTo>
                    <a:pt x="391" y="10673"/>
                  </a:lnTo>
                  <a:lnTo>
                    <a:pt x="489" y="10698"/>
                  </a:lnTo>
                  <a:lnTo>
                    <a:pt x="16364" y="10698"/>
                  </a:lnTo>
                  <a:lnTo>
                    <a:pt x="16461" y="10673"/>
                  </a:lnTo>
                  <a:lnTo>
                    <a:pt x="16559" y="10649"/>
                  </a:lnTo>
                  <a:lnTo>
                    <a:pt x="16657" y="10600"/>
                  </a:lnTo>
                  <a:lnTo>
                    <a:pt x="16730" y="10551"/>
                  </a:lnTo>
                  <a:lnTo>
                    <a:pt x="16779" y="10478"/>
                  </a:lnTo>
                  <a:lnTo>
                    <a:pt x="16828" y="10405"/>
                  </a:lnTo>
                  <a:lnTo>
                    <a:pt x="16852" y="10307"/>
                  </a:lnTo>
                  <a:lnTo>
                    <a:pt x="16852" y="10209"/>
                  </a:lnTo>
                  <a:lnTo>
                    <a:pt x="16852" y="489"/>
                  </a:lnTo>
                  <a:lnTo>
                    <a:pt x="16852" y="391"/>
                  </a:lnTo>
                  <a:lnTo>
                    <a:pt x="16828" y="293"/>
                  </a:lnTo>
                  <a:lnTo>
                    <a:pt x="16779" y="220"/>
                  </a:lnTo>
                  <a:lnTo>
                    <a:pt x="16730" y="147"/>
                  </a:lnTo>
                  <a:lnTo>
                    <a:pt x="16657" y="74"/>
                  </a:lnTo>
                  <a:lnTo>
                    <a:pt x="16559" y="25"/>
                  </a:lnTo>
                  <a:lnTo>
                    <a:pt x="16461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20" name="Google Shape;320;p59"/>
            <p:cNvSpPr/>
            <p:nvPr/>
          </p:nvSpPr>
          <p:spPr>
            <a:xfrm>
              <a:off x="5498825" y="3670175"/>
              <a:ext cx="24450" cy="25650"/>
            </a:xfrm>
            <a:custGeom>
              <a:rect b="b" l="l" r="r" t="t"/>
              <a:pathLst>
                <a:path extrusionOk="0" h="1026" w="978">
                  <a:moveTo>
                    <a:pt x="489" y="0"/>
                  </a:moveTo>
                  <a:lnTo>
                    <a:pt x="391" y="25"/>
                  </a:lnTo>
                  <a:lnTo>
                    <a:pt x="294" y="49"/>
                  </a:lnTo>
                  <a:lnTo>
                    <a:pt x="220" y="98"/>
                  </a:lnTo>
                  <a:lnTo>
                    <a:pt x="147" y="147"/>
                  </a:lnTo>
                  <a:lnTo>
                    <a:pt x="74" y="220"/>
                  </a:lnTo>
                  <a:lnTo>
                    <a:pt x="49" y="318"/>
                  </a:lnTo>
                  <a:lnTo>
                    <a:pt x="1" y="391"/>
                  </a:lnTo>
                  <a:lnTo>
                    <a:pt x="1" y="489"/>
                  </a:lnTo>
                  <a:lnTo>
                    <a:pt x="1" y="1026"/>
                  </a:lnTo>
                  <a:lnTo>
                    <a:pt x="978" y="1026"/>
                  </a:lnTo>
                  <a:lnTo>
                    <a:pt x="978" y="489"/>
                  </a:lnTo>
                  <a:lnTo>
                    <a:pt x="978" y="391"/>
                  </a:lnTo>
                  <a:lnTo>
                    <a:pt x="929" y="318"/>
                  </a:lnTo>
                  <a:lnTo>
                    <a:pt x="904" y="220"/>
                  </a:lnTo>
                  <a:lnTo>
                    <a:pt x="831" y="147"/>
                  </a:lnTo>
                  <a:lnTo>
                    <a:pt x="758" y="98"/>
                  </a:lnTo>
                  <a:lnTo>
                    <a:pt x="684" y="49"/>
                  </a:lnTo>
                  <a:lnTo>
                    <a:pt x="587" y="25"/>
                  </a:lnTo>
                  <a:lnTo>
                    <a:pt x="489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21" name="Google Shape;321;p59"/>
            <p:cNvSpPr/>
            <p:nvPr/>
          </p:nvSpPr>
          <p:spPr>
            <a:xfrm>
              <a:off x="5366325" y="3987675"/>
              <a:ext cx="61100" cy="81825"/>
            </a:xfrm>
            <a:custGeom>
              <a:rect b="b" l="l" r="r" t="t"/>
              <a:pathLst>
                <a:path extrusionOk="0" h="3273" w="2444">
                  <a:moveTo>
                    <a:pt x="1344" y="0"/>
                  </a:moveTo>
                  <a:lnTo>
                    <a:pt x="50" y="2565"/>
                  </a:lnTo>
                  <a:lnTo>
                    <a:pt x="25" y="2638"/>
                  </a:lnTo>
                  <a:lnTo>
                    <a:pt x="1" y="2736"/>
                  </a:lnTo>
                  <a:lnTo>
                    <a:pt x="1" y="2833"/>
                  </a:lnTo>
                  <a:lnTo>
                    <a:pt x="25" y="2931"/>
                  </a:lnTo>
                  <a:lnTo>
                    <a:pt x="74" y="3004"/>
                  </a:lnTo>
                  <a:lnTo>
                    <a:pt x="123" y="3102"/>
                  </a:lnTo>
                  <a:lnTo>
                    <a:pt x="196" y="3151"/>
                  </a:lnTo>
                  <a:lnTo>
                    <a:pt x="269" y="3224"/>
                  </a:lnTo>
                  <a:lnTo>
                    <a:pt x="392" y="3248"/>
                  </a:lnTo>
                  <a:lnTo>
                    <a:pt x="489" y="3273"/>
                  </a:lnTo>
                  <a:lnTo>
                    <a:pt x="636" y="3248"/>
                  </a:lnTo>
                  <a:lnTo>
                    <a:pt x="758" y="3200"/>
                  </a:lnTo>
                  <a:lnTo>
                    <a:pt x="856" y="3102"/>
                  </a:lnTo>
                  <a:lnTo>
                    <a:pt x="929" y="3004"/>
                  </a:lnTo>
                  <a:lnTo>
                    <a:pt x="2443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22" name="Google Shape;322;p59"/>
            <p:cNvSpPr/>
            <p:nvPr/>
          </p:nvSpPr>
          <p:spPr>
            <a:xfrm>
              <a:off x="5594700" y="3987675"/>
              <a:ext cx="61075" cy="81825"/>
            </a:xfrm>
            <a:custGeom>
              <a:rect b="b" l="l" r="r" t="t"/>
              <a:pathLst>
                <a:path extrusionOk="0" h="3273" w="2443">
                  <a:moveTo>
                    <a:pt x="0" y="0"/>
                  </a:moveTo>
                  <a:lnTo>
                    <a:pt x="1514" y="3004"/>
                  </a:lnTo>
                  <a:lnTo>
                    <a:pt x="1588" y="3102"/>
                  </a:lnTo>
                  <a:lnTo>
                    <a:pt x="1685" y="3200"/>
                  </a:lnTo>
                  <a:lnTo>
                    <a:pt x="1807" y="3248"/>
                  </a:lnTo>
                  <a:lnTo>
                    <a:pt x="1954" y="3273"/>
                  </a:lnTo>
                  <a:lnTo>
                    <a:pt x="2052" y="3248"/>
                  </a:lnTo>
                  <a:lnTo>
                    <a:pt x="2174" y="3224"/>
                  </a:lnTo>
                  <a:lnTo>
                    <a:pt x="2247" y="3151"/>
                  </a:lnTo>
                  <a:lnTo>
                    <a:pt x="2320" y="3102"/>
                  </a:lnTo>
                  <a:lnTo>
                    <a:pt x="2369" y="3004"/>
                  </a:lnTo>
                  <a:lnTo>
                    <a:pt x="2418" y="2931"/>
                  </a:lnTo>
                  <a:lnTo>
                    <a:pt x="2442" y="2833"/>
                  </a:lnTo>
                  <a:lnTo>
                    <a:pt x="2442" y="2736"/>
                  </a:lnTo>
                  <a:lnTo>
                    <a:pt x="2418" y="2638"/>
                  </a:lnTo>
                  <a:lnTo>
                    <a:pt x="2393" y="2565"/>
                  </a:lnTo>
                  <a:lnTo>
                    <a:pt x="1099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23" name="Google Shape;323;p59"/>
            <p:cNvSpPr/>
            <p:nvPr/>
          </p:nvSpPr>
          <p:spPr>
            <a:xfrm>
              <a:off x="5324825" y="3732450"/>
              <a:ext cx="372475" cy="218600"/>
            </a:xfrm>
            <a:custGeom>
              <a:rect b="b" l="l" r="r" t="t"/>
              <a:pathLst>
                <a:path extrusionOk="0" h="8744" w="14899">
                  <a:moveTo>
                    <a:pt x="12578" y="1319"/>
                  </a:moveTo>
                  <a:lnTo>
                    <a:pt x="12676" y="1344"/>
                  </a:lnTo>
                  <a:lnTo>
                    <a:pt x="12749" y="1392"/>
                  </a:lnTo>
                  <a:lnTo>
                    <a:pt x="12822" y="1441"/>
                  </a:lnTo>
                  <a:lnTo>
                    <a:pt x="12895" y="1515"/>
                  </a:lnTo>
                  <a:lnTo>
                    <a:pt x="12920" y="1612"/>
                  </a:lnTo>
                  <a:lnTo>
                    <a:pt x="12969" y="1710"/>
                  </a:lnTo>
                  <a:lnTo>
                    <a:pt x="12969" y="1808"/>
                  </a:lnTo>
                  <a:lnTo>
                    <a:pt x="12969" y="4079"/>
                  </a:lnTo>
                  <a:lnTo>
                    <a:pt x="12969" y="4177"/>
                  </a:lnTo>
                  <a:lnTo>
                    <a:pt x="12920" y="4274"/>
                  </a:lnTo>
                  <a:lnTo>
                    <a:pt x="12895" y="4348"/>
                  </a:lnTo>
                  <a:lnTo>
                    <a:pt x="12822" y="4421"/>
                  </a:lnTo>
                  <a:lnTo>
                    <a:pt x="12749" y="4470"/>
                  </a:lnTo>
                  <a:lnTo>
                    <a:pt x="12676" y="4519"/>
                  </a:lnTo>
                  <a:lnTo>
                    <a:pt x="12578" y="4543"/>
                  </a:lnTo>
                  <a:lnTo>
                    <a:pt x="12480" y="4567"/>
                  </a:lnTo>
                  <a:lnTo>
                    <a:pt x="12383" y="4543"/>
                  </a:lnTo>
                  <a:lnTo>
                    <a:pt x="12285" y="4519"/>
                  </a:lnTo>
                  <a:lnTo>
                    <a:pt x="12212" y="4470"/>
                  </a:lnTo>
                  <a:lnTo>
                    <a:pt x="12138" y="4421"/>
                  </a:lnTo>
                  <a:lnTo>
                    <a:pt x="12065" y="4348"/>
                  </a:lnTo>
                  <a:lnTo>
                    <a:pt x="12041" y="4274"/>
                  </a:lnTo>
                  <a:lnTo>
                    <a:pt x="11992" y="4177"/>
                  </a:lnTo>
                  <a:lnTo>
                    <a:pt x="11992" y="4079"/>
                  </a:lnTo>
                  <a:lnTo>
                    <a:pt x="11992" y="3004"/>
                  </a:lnTo>
                  <a:lnTo>
                    <a:pt x="7986" y="7010"/>
                  </a:lnTo>
                  <a:lnTo>
                    <a:pt x="7913" y="7059"/>
                  </a:lnTo>
                  <a:lnTo>
                    <a:pt x="7815" y="7107"/>
                  </a:lnTo>
                  <a:lnTo>
                    <a:pt x="7742" y="7132"/>
                  </a:lnTo>
                  <a:lnTo>
                    <a:pt x="7644" y="7156"/>
                  </a:lnTo>
                  <a:lnTo>
                    <a:pt x="7547" y="7132"/>
                  </a:lnTo>
                  <a:lnTo>
                    <a:pt x="7449" y="7107"/>
                  </a:lnTo>
                  <a:lnTo>
                    <a:pt x="7376" y="7059"/>
                  </a:lnTo>
                  <a:lnTo>
                    <a:pt x="7303" y="7010"/>
                  </a:lnTo>
                  <a:lnTo>
                    <a:pt x="5349" y="5056"/>
                  </a:lnTo>
                  <a:lnTo>
                    <a:pt x="2760" y="7620"/>
                  </a:lnTo>
                  <a:lnTo>
                    <a:pt x="2687" y="7694"/>
                  </a:lnTo>
                  <a:lnTo>
                    <a:pt x="2613" y="7742"/>
                  </a:lnTo>
                  <a:lnTo>
                    <a:pt x="2516" y="7767"/>
                  </a:lnTo>
                  <a:lnTo>
                    <a:pt x="2320" y="7767"/>
                  </a:lnTo>
                  <a:lnTo>
                    <a:pt x="2247" y="7742"/>
                  </a:lnTo>
                  <a:lnTo>
                    <a:pt x="2149" y="7694"/>
                  </a:lnTo>
                  <a:lnTo>
                    <a:pt x="2076" y="7620"/>
                  </a:lnTo>
                  <a:lnTo>
                    <a:pt x="2003" y="7547"/>
                  </a:lnTo>
                  <a:lnTo>
                    <a:pt x="1978" y="7474"/>
                  </a:lnTo>
                  <a:lnTo>
                    <a:pt x="1929" y="7376"/>
                  </a:lnTo>
                  <a:lnTo>
                    <a:pt x="1929" y="7278"/>
                  </a:lnTo>
                  <a:lnTo>
                    <a:pt x="1929" y="7205"/>
                  </a:lnTo>
                  <a:lnTo>
                    <a:pt x="1978" y="7107"/>
                  </a:lnTo>
                  <a:lnTo>
                    <a:pt x="2003" y="7010"/>
                  </a:lnTo>
                  <a:lnTo>
                    <a:pt x="2076" y="6936"/>
                  </a:lnTo>
                  <a:lnTo>
                    <a:pt x="5007" y="4006"/>
                  </a:lnTo>
                  <a:lnTo>
                    <a:pt x="5080" y="3957"/>
                  </a:lnTo>
                  <a:lnTo>
                    <a:pt x="5153" y="3908"/>
                  </a:lnTo>
                  <a:lnTo>
                    <a:pt x="5251" y="3884"/>
                  </a:lnTo>
                  <a:lnTo>
                    <a:pt x="5446" y="3884"/>
                  </a:lnTo>
                  <a:lnTo>
                    <a:pt x="5520" y="3908"/>
                  </a:lnTo>
                  <a:lnTo>
                    <a:pt x="5617" y="3957"/>
                  </a:lnTo>
                  <a:lnTo>
                    <a:pt x="5691" y="4006"/>
                  </a:lnTo>
                  <a:lnTo>
                    <a:pt x="7644" y="5960"/>
                  </a:lnTo>
                  <a:lnTo>
                    <a:pt x="11332" y="2296"/>
                  </a:lnTo>
                  <a:lnTo>
                    <a:pt x="10209" y="2296"/>
                  </a:lnTo>
                  <a:lnTo>
                    <a:pt x="10111" y="2272"/>
                  </a:lnTo>
                  <a:lnTo>
                    <a:pt x="10013" y="2247"/>
                  </a:lnTo>
                  <a:lnTo>
                    <a:pt x="9916" y="2198"/>
                  </a:lnTo>
                  <a:lnTo>
                    <a:pt x="9843" y="2150"/>
                  </a:lnTo>
                  <a:lnTo>
                    <a:pt x="9794" y="2076"/>
                  </a:lnTo>
                  <a:lnTo>
                    <a:pt x="9745" y="1979"/>
                  </a:lnTo>
                  <a:lnTo>
                    <a:pt x="9720" y="1905"/>
                  </a:lnTo>
                  <a:lnTo>
                    <a:pt x="9720" y="1808"/>
                  </a:lnTo>
                  <a:lnTo>
                    <a:pt x="9720" y="1710"/>
                  </a:lnTo>
                  <a:lnTo>
                    <a:pt x="9745" y="1612"/>
                  </a:lnTo>
                  <a:lnTo>
                    <a:pt x="9794" y="1515"/>
                  </a:lnTo>
                  <a:lnTo>
                    <a:pt x="9843" y="1441"/>
                  </a:lnTo>
                  <a:lnTo>
                    <a:pt x="9916" y="1392"/>
                  </a:lnTo>
                  <a:lnTo>
                    <a:pt x="10013" y="1344"/>
                  </a:lnTo>
                  <a:lnTo>
                    <a:pt x="10111" y="1319"/>
                  </a:lnTo>
                  <a:close/>
                  <a:moveTo>
                    <a:pt x="0" y="0"/>
                  </a:moveTo>
                  <a:lnTo>
                    <a:pt x="0" y="8744"/>
                  </a:lnTo>
                  <a:lnTo>
                    <a:pt x="14898" y="8744"/>
                  </a:lnTo>
                  <a:lnTo>
                    <a:pt x="14898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324" name="Google Shape;324;p59"/>
          <p:cNvSpPr/>
          <p:nvPr/>
        </p:nvSpPr>
        <p:spPr>
          <a:xfrm>
            <a:off x="9847598" y="4363592"/>
            <a:ext cx="392042" cy="392021"/>
          </a:xfrm>
          <a:custGeom>
            <a:rect b="b" l="l" r="r" t="t"/>
            <a:pathLst>
              <a:path extrusionOk="0" h="18757" w="18758">
                <a:moveTo>
                  <a:pt x="10039" y="2467"/>
                </a:moveTo>
                <a:lnTo>
                  <a:pt x="10380" y="2491"/>
                </a:lnTo>
                <a:lnTo>
                  <a:pt x="10674" y="2516"/>
                </a:lnTo>
                <a:lnTo>
                  <a:pt x="10869" y="2540"/>
                </a:lnTo>
                <a:lnTo>
                  <a:pt x="10967" y="2564"/>
                </a:lnTo>
                <a:lnTo>
                  <a:pt x="10991" y="2589"/>
                </a:lnTo>
                <a:lnTo>
                  <a:pt x="10967" y="2638"/>
                </a:lnTo>
                <a:lnTo>
                  <a:pt x="10893" y="2784"/>
                </a:lnTo>
                <a:lnTo>
                  <a:pt x="10771" y="2955"/>
                </a:lnTo>
                <a:lnTo>
                  <a:pt x="10600" y="3151"/>
                </a:lnTo>
                <a:lnTo>
                  <a:pt x="10405" y="3322"/>
                </a:lnTo>
                <a:lnTo>
                  <a:pt x="10209" y="3468"/>
                </a:lnTo>
                <a:lnTo>
                  <a:pt x="10039" y="3590"/>
                </a:lnTo>
                <a:lnTo>
                  <a:pt x="9941" y="3615"/>
                </a:lnTo>
                <a:lnTo>
                  <a:pt x="9843" y="3639"/>
                </a:lnTo>
                <a:lnTo>
                  <a:pt x="9745" y="3663"/>
                </a:lnTo>
                <a:lnTo>
                  <a:pt x="9648" y="3737"/>
                </a:lnTo>
                <a:lnTo>
                  <a:pt x="9550" y="3810"/>
                </a:lnTo>
                <a:lnTo>
                  <a:pt x="9452" y="3883"/>
                </a:lnTo>
                <a:lnTo>
                  <a:pt x="9355" y="3957"/>
                </a:lnTo>
                <a:lnTo>
                  <a:pt x="9257" y="3981"/>
                </a:lnTo>
                <a:lnTo>
                  <a:pt x="9159" y="4005"/>
                </a:lnTo>
                <a:lnTo>
                  <a:pt x="9086" y="4005"/>
                </a:lnTo>
                <a:lnTo>
                  <a:pt x="8988" y="4054"/>
                </a:lnTo>
                <a:lnTo>
                  <a:pt x="8866" y="4128"/>
                </a:lnTo>
                <a:lnTo>
                  <a:pt x="8793" y="4201"/>
                </a:lnTo>
                <a:lnTo>
                  <a:pt x="8695" y="4274"/>
                </a:lnTo>
                <a:lnTo>
                  <a:pt x="8598" y="4323"/>
                </a:lnTo>
                <a:lnTo>
                  <a:pt x="8500" y="4372"/>
                </a:lnTo>
                <a:lnTo>
                  <a:pt x="8304" y="4372"/>
                </a:lnTo>
                <a:lnTo>
                  <a:pt x="8207" y="4323"/>
                </a:lnTo>
                <a:lnTo>
                  <a:pt x="8109" y="4274"/>
                </a:lnTo>
                <a:lnTo>
                  <a:pt x="8036" y="4201"/>
                </a:lnTo>
                <a:lnTo>
                  <a:pt x="7963" y="4103"/>
                </a:lnTo>
                <a:lnTo>
                  <a:pt x="7938" y="4005"/>
                </a:lnTo>
                <a:lnTo>
                  <a:pt x="7963" y="3908"/>
                </a:lnTo>
                <a:lnTo>
                  <a:pt x="8036" y="3810"/>
                </a:lnTo>
                <a:lnTo>
                  <a:pt x="8109" y="3712"/>
                </a:lnTo>
                <a:lnTo>
                  <a:pt x="8158" y="3615"/>
                </a:lnTo>
                <a:lnTo>
                  <a:pt x="8207" y="3517"/>
                </a:lnTo>
                <a:lnTo>
                  <a:pt x="8207" y="3419"/>
                </a:lnTo>
                <a:lnTo>
                  <a:pt x="8182" y="3273"/>
                </a:lnTo>
                <a:lnTo>
                  <a:pt x="8158" y="3199"/>
                </a:lnTo>
                <a:lnTo>
                  <a:pt x="8109" y="3151"/>
                </a:lnTo>
                <a:lnTo>
                  <a:pt x="8060" y="3102"/>
                </a:lnTo>
                <a:lnTo>
                  <a:pt x="7987" y="3077"/>
                </a:lnTo>
                <a:lnTo>
                  <a:pt x="7840" y="3053"/>
                </a:lnTo>
                <a:lnTo>
                  <a:pt x="7669" y="3028"/>
                </a:lnTo>
                <a:lnTo>
                  <a:pt x="7596" y="2980"/>
                </a:lnTo>
                <a:lnTo>
                  <a:pt x="7547" y="2955"/>
                </a:lnTo>
                <a:lnTo>
                  <a:pt x="7523" y="2906"/>
                </a:lnTo>
                <a:lnTo>
                  <a:pt x="7547" y="2833"/>
                </a:lnTo>
                <a:lnTo>
                  <a:pt x="7572" y="2760"/>
                </a:lnTo>
                <a:lnTo>
                  <a:pt x="7645" y="2662"/>
                </a:lnTo>
                <a:lnTo>
                  <a:pt x="7694" y="2638"/>
                </a:lnTo>
                <a:lnTo>
                  <a:pt x="7792" y="2589"/>
                </a:lnTo>
                <a:lnTo>
                  <a:pt x="8036" y="2540"/>
                </a:lnTo>
                <a:lnTo>
                  <a:pt x="8329" y="2491"/>
                </a:lnTo>
                <a:lnTo>
                  <a:pt x="8671" y="2467"/>
                </a:lnTo>
                <a:close/>
                <a:moveTo>
                  <a:pt x="11455" y="4763"/>
                </a:moveTo>
                <a:lnTo>
                  <a:pt x="11528" y="4787"/>
                </a:lnTo>
                <a:lnTo>
                  <a:pt x="11577" y="4811"/>
                </a:lnTo>
                <a:lnTo>
                  <a:pt x="11626" y="4885"/>
                </a:lnTo>
                <a:lnTo>
                  <a:pt x="11650" y="4958"/>
                </a:lnTo>
                <a:lnTo>
                  <a:pt x="11626" y="5031"/>
                </a:lnTo>
                <a:lnTo>
                  <a:pt x="11577" y="5153"/>
                </a:lnTo>
                <a:lnTo>
                  <a:pt x="11528" y="5251"/>
                </a:lnTo>
                <a:lnTo>
                  <a:pt x="11455" y="5324"/>
                </a:lnTo>
                <a:lnTo>
                  <a:pt x="11357" y="5398"/>
                </a:lnTo>
                <a:lnTo>
                  <a:pt x="11260" y="5471"/>
                </a:lnTo>
                <a:lnTo>
                  <a:pt x="11162" y="5520"/>
                </a:lnTo>
                <a:lnTo>
                  <a:pt x="10991" y="5520"/>
                </a:lnTo>
                <a:lnTo>
                  <a:pt x="10942" y="5471"/>
                </a:lnTo>
                <a:lnTo>
                  <a:pt x="10893" y="5398"/>
                </a:lnTo>
                <a:lnTo>
                  <a:pt x="10869" y="5324"/>
                </a:lnTo>
                <a:lnTo>
                  <a:pt x="10893" y="5251"/>
                </a:lnTo>
                <a:lnTo>
                  <a:pt x="10942" y="5153"/>
                </a:lnTo>
                <a:lnTo>
                  <a:pt x="10991" y="5031"/>
                </a:lnTo>
                <a:lnTo>
                  <a:pt x="11064" y="4958"/>
                </a:lnTo>
                <a:lnTo>
                  <a:pt x="11162" y="4885"/>
                </a:lnTo>
                <a:lnTo>
                  <a:pt x="11260" y="4811"/>
                </a:lnTo>
                <a:lnTo>
                  <a:pt x="11357" y="4787"/>
                </a:lnTo>
                <a:lnTo>
                  <a:pt x="11455" y="4763"/>
                </a:lnTo>
                <a:close/>
                <a:moveTo>
                  <a:pt x="16437" y="12260"/>
                </a:moveTo>
                <a:lnTo>
                  <a:pt x="16511" y="12285"/>
                </a:lnTo>
                <a:lnTo>
                  <a:pt x="16535" y="12334"/>
                </a:lnTo>
                <a:lnTo>
                  <a:pt x="16559" y="12407"/>
                </a:lnTo>
                <a:lnTo>
                  <a:pt x="16584" y="12578"/>
                </a:lnTo>
                <a:lnTo>
                  <a:pt x="16584" y="12651"/>
                </a:lnTo>
                <a:lnTo>
                  <a:pt x="16535" y="12749"/>
                </a:lnTo>
                <a:lnTo>
                  <a:pt x="16486" y="12871"/>
                </a:lnTo>
                <a:lnTo>
                  <a:pt x="16413" y="12944"/>
                </a:lnTo>
                <a:lnTo>
                  <a:pt x="16340" y="13042"/>
                </a:lnTo>
                <a:lnTo>
                  <a:pt x="16266" y="13140"/>
                </a:lnTo>
                <a:lnTo>
                  <a:pt x="16218" y="13237"/>
                </a:lnTo>
                <a:lnTo>
                  <a:pt x="16218" y="13335"/>
                </a:lnTo>
                <a:lnTo>
                  <a:pt x="16193" y="13482"/>
                </a:lnTo>
                <a:lnTo>
                  <a:pt x="16144" y="13555"/>
                </a:lnTo>
                <a:lnTo>
                  <a:pt x="16120" y="13628"/>
                </a:lnTo>
                <a:lnTo>
                  <a:pt x="16071" y="13653"/>
                </a:lnTo>
                <a:lnTo>
                  <a:pt x="15973" y="13653"/>
                </a:lnTo>
                <a:lnTo>
                  <a:pt x="15924" y="13628"/>
                </a:lnTo>
                <a:lnTo>
                  <a:pt x="15900" y="13555"/>
                </a:lnTo>
                <a:lnTo>
                  <a:pt x="15851" y="13433"/>
                </a:lnTo>
                <a:lnTo>
                  <a:pt x="15851" y="13286"/>
                </a:lnTo>
                <a:lnTo>
                  <a:pt x="15827" y="13140"/>
                </a:lnTo>
                <a:lnTo>
                  <a:pt x="15851" y="12969"/>
                </a:lnTo>
                <a:lnTo>
                  <a:pt x="15924" y="12798"/>
                </a:lnTo>
                <a:lnTo>
                  <a:pt x="15998" y="12627"/>
                </a:lnTo>
                <a:lnTo>
                  <a:pt x="16120" y="12480"/>
                </a:lnTo>
                <a:lnTo>
                  <a:pt x="16242" y="12383"/>
                </a:lnTo>
                <a:lnTo>
                  <a:pt x="16340" y="12309"/>
                </a:lnTo>
                <a:lnTo>
                  <a:pt x="16437" y="12260"/>
                </a:lnTo>
                <a:close/>
                <a:moveTo>
                  <a:pt x="13922" y="3615"/>
                </a:moveTo>
                <a:lnTo>
                  <a:pt x="14239" y="3639"/>
                </a:lnTo>
                <a:lnTo>
                  <a:pt x="14483" y="3639"/>
                </a:lnTo>
                <a:lnTo>
                  <a:pt x="14679" y="3688"/>
                </a:lnTo>
                <a:lnTo>
                  <a:pt x="14777" y="3712"/>
                </a:lnTo>
                <a:lnTo>
                  <a:pt x="14825" y="3737"/>
                </a:lnTo>
                <a:lnTo>
                  <a:pt x="14874" y="3761"/>
                </a:lnTo>
                <a:lnTo>
                  <a:pt x="14923" y="3737"/>
                </a:lnTo>
                <a:lnTo>
                  <a:pt x="14972" y="3712"/>
                </a:lnTo>
                <a:lnTo>
                  <a:pt x="15045" y="3688"/>
                </a:lnTo>
                <a:lnTo>
                  <a:pt x="15143" y="3663"/>
                </a:lnTo>
                <a:lnTo>
                  <a:pt x="15485" y="3639"/>
                </a:lnTo>
                <a:lnTo>
                  <a:pt x="15900" y="4103"/>
                </a:lnTo>
                <a:lnTo>
                  <a:pt x="16291" y="4616"/>
                </a:lnTo>
                <a:lnTo>
                  <a:pt x="16633" y="5153"/>
                </a:lnTo>
                <a:lnTo>
                  <a:pt x="16926" y="5715"/>
                </a:lnTo>
                <a:lnTo>
                  <a:pt x="17194" y="6301"/>
                </a:lnTo>
                <a:lnTo>
                  <a:pt x="17390" y="6912"/>
                </a:lnTo>
                <a:lnTo>
                  <a:pt x="17561" y="7547"/>
                </a:lnTo>
                <a:lnTo>
                  <a:pt x="17683" y="8182"/>
                </a:lnTo>
                <a:lnTo>
                  <a:pt x="17414" y="8157"/>
                </a:lnTo>
                <a:lnTo>
                  <a:pt x="17317" y="8133"/>
                </a:lnTo>
                <a:lnTo>
                  <a:pt x="17268" y="8084"/>
                </a:lnTo>
                <a:lnTo>
                  <a:pt x="17219" y="8060"/>
                </a:lnTo>
                <a:lnTo>
                  <a:pt x="17146" y="8035"/>
                </a:lnTo>
                <a:lnTo>
                  <a:pt x="16975" y="8011"/>
                </a:lnTo>
                <a:lnTo>
                  <a:pt x="16877" y="7986"/>
                </a:lnTo>
                <a:lnTo>
                  <a:pt x="16779" y="7938"/>
                </a:lnTo>
                <a:lnTo>
                  <a:pt x="16682" y="7889"/>
                </a:lnTo>
                <a:lnTo>
                  <a:pt x="16584" y="7815"/>
                </a:lnTo>
                <a:lnTo>
                  <a:pt x="16511" y="7742"/>
                </a:lnTo>
                <a:lnTo>
                  <a:pt x="16437" y="7693"/>
                </a:lnTo>
                <a:lnTo>
                  <a:pt x="16364" y="7693"/>
                </a:lnTo>
                <a:lnTo>
                  <a:pt x="16315" y="7718"/>
                </a:lnTo>
                <a:lnTo>
                  <a:pt x="16291" y="7767"/>
                </a:lnTo>
                <a:lnTo>
                  <a:pt x="16291" y="7840"/>
                </a:lnTo>
                <a:lnTo>
                  <a:pt x="16340" y="7913"/>
                </a:lnTo>
                <a:lnTo>
                  <a:pt x="16413" y="8011"/>
                </a:lnTo>
                <a:lnTo>
                  <a:pt x="16486" y="8084"/>
                </a:lnTo>
                <a:lnTo>
                  <a:pt x="16584" y="8133"/>
                </a:lnTo>
                <a:lnTo>
                  <a:pt x="16706" y="8182"/>
                </a:lnTo>
                <a:lnTo>
                  <a:pt x="16779" y="8182"/>
                </a:lnTo>
                <a:lnTo>
                  <a:pt x="16877" y="8206"/>
                </a:lnTo>
                <a:lnTo>
                  <a:pt x="16975" y="8255"/>
                </a:lnTo>
                <a:lnTo>
                  <a:pt x="17072" y="8304"/>
                </a:lnTo>
                <a:lnTo>
                  <a:pt x="17170" y="8377"/>
                </a:lnTo>
                <a:lnTo>
                  <a:pt x="17194" y="8426"/>
                </a:lnTo>
                <a:lnTo>
                  <a:pt x="17219" y="8475"/>
                </a:lnTo>
                <a:lnTo>
                  <a:pt x="17194" y="8621"/>
                </a:lnTo>
                <a:lnTo>
                  <a:pt x="17097" y="8792"/>
                </a:lnTo>
                <a:lnTo>
                  <a:pt x="16975" y="8963"/>
                </a:lnTo>
                <a:lnTo>
                  <a:pt x="16804" y="9110"/>
                </a:lnTo>
                <a:lnTo>
                  <a:pt x="16657" y="9232"/>
                </a:lnTo>
                <a:lnTo>
                  <a:pt x="16511" y="9305"/>
                </a:lnTo>
                <a:lnTo>
                  <a:pt x="16413" y="9330"/>
                </a:lnTo>
                <a:lnTo>
                  <a:pt x="16242" y="9354"/>
                </a:lnTo>
                <a:lnTo>
                  <a:pt x="16169" y="9378"/>
                </a:lnTo>
                <a:lnTo>
                  <a:pt x="16120" y="9427"/>
                </a:lnTo>
                <a:lnTo>
                  <a:pt x="16071" y="9452"/>
                </a:lnTo>
                <a:lnTo>
                  <a:pt x="16022" y="9476"/>
                </a:lnTo>
                <a:lnTo>
                  <a:pt x="15973" y="9452"/>
                </a:lnTo>
                <a:lnTo>
                  <a:pt x="15924" y="9427"/>
                </a:lnTo>
                <a:lnTo>
                  <a:pt x="15900" y="9378"/>
                </a:lnTo>
                <a:lnTo>
                  <a:pt x="15851" y="9305"/>
                </a:lnTo>
                <a:lnTo>
                  <a:pt x="15827" y="9134"/>
                </a:lnTo>
                <a:lnTo>
                  <a:pt x="15802" y="9037"/>
                </a:lnTo>
                <a:lnTo>
                  <a:pt x="15729" y="8890"/>
                </a:lnTo>
                <a:lnTo>
                  <a:pt x="15607" y="8743"/>
                </a:lnTo>
                <a:lnTo>
                  <a:pt x="15460" y="8573"/>
                </a:lnTo>
                <a:lnTo>
                  <a:pt x="15314" y="8402"/>
                </a:lnTo>
                <a:lnTo>
                  <a:pt x="15192" y="8255"/>
                </a:lnTo>
                <a:lnTo>
                  <a:pt x="15094" y="8108"/>
                </a:lnTo>
                <a:lnTo>
                  <a:pt x="15070" y="8011"/>
                </a:lnTo>
                <a:lnTo>
                  <a:pt x="15070" y="7938"/>
                </a:lnTo>
                <a:lnTo>
                  <a:pt x="15045" y="7889"/>
                </a:lnTo>
                <a:lnTo>
                  <a:pt x="15021" y="7889"/>
                </a:lnTo>
                <a:lnTo>
                  <a:pt x="14972" y="7913"/>
                </a:lnTo>
                <a:lnTo>
                  <a:pt x="14948" y="7962"/>
                </a:lnTo>
                <a:lnTo>
                  <a:pt x="14899" y="8035"/>
                </a:lnTo>
                <a:lnTo>
                  <a:pt x="14874" y="8182"/>
                </a:lnTo>
                <a:lnTo>
                  <a:pt x="14899" y="8279"/>
                </a:lnTo>
                <a:lnTo>
                  <a:pt x="14972" y="8402"/>
                </a:lnTo>
                <a:lnTo>
                  <a:pt x="15045" y="8548"/>
                </a:lnTo>
                <a:lnTo>
                  <a:pt x="15167" y="8670"/>
                </a:lnTo>
                <a:lnTo>
                  <a:pt x="15265" y="8792"/>
                </a:lnTo>
                <a:lnTo>
                  <a:pt x="15363" y="8914"/>
                </a:lnTo>
                <a:lnTo>
                  <a:pt x="15436" y="9037"/>
                </a:lnTo>
                <a:lnTo>
                  <a:pt x="15460" y="9134"/>
                </a:lnTo>
                <a:lnTo>
                  <a:pt x="15460" y="9232"/>
                </a:lnTo>
                <a:lnTo>
                  <a:pt x="15509" y="9330"/>
                </a:lnTo>
                <a:lnTo>
                  <a:pt x="15558" y="9427"/>
                </a:lnTo>
                <a:lnTo>
                  <a:pt x="15631" y="9525"/>
                </a:lnTo>
                <a:lnTo>
                  <a:pt x="15753" y="9598"/>
                </a:lnTo>
                <a:lnTo>
                  <a:pt x="15900" y="9647"/>
                </a:lnTo>
                <a:lnTo>
                  <a:pt x="16047" y="9696"/>
                </a:lnTo>
                <a:lnTo>
                  <a:pt x="16218" y="9720"/>
                </a:lnTo>
                <a:lnTo>
                  <a:pt x="16364" y="9720"/>
                </a:lnTo>
                <a:lnTo>
                  <a:pt x="16486" y="9769"/>
                </a:lnTo>
                <a:lnTo>
                  <a:pt x="16559" y="9818"/>
                </a:lnTo>
                <a:lnTo>
                  <a:pt x="16584" y="9867"/>
                </a:lnTo>
                <a:lnTo>
                  <a:pt x="16584" y="9916"/>
                </a:lnTo>
                <a:lnTo>
                  <a:pt x="16559" y="10013"/>
                </a:lnTo>
                <a:lnTo>
                  <a:pt x="16437" y="10209"/>
                </a:lnTo>
                <a:lnTo>
                  <a:pt x="16242" y="10429"/>
                </a:lnTo>
                <a:lnTo>
                  <a:pt x="16022" y="10673"/>
                </a:lnTo>
                <a:lnTo>
                  <a:pt x="15802" y="10917"/>
                </a:lnTo>
                <a:lnTo>
                  <a:pt x="15631" y="11186"/>
                </a:lnTo>
                <a:lnTo>
                  <a:pt x="15485" y="11430"/>
                </a:lnTo>
                <a:lnTo>
                  <a:pt x="15460" y="11528"/>
                </a:lnTo>
                <a:lnTo>
                  <a:pt x="15460" y="11625"/>
                </a:lnTo>
                <a:lnTo>
                  <a:pt x="15460" y="11772"/>
                </a:lnTo>
                <a:lnTo>
                  <a:pt x="15485" y="11918"/>
                </a:lnTo>
                <a:lnTo>
                  <a:pt x="15509" y="12016"/>
                </a:lnTo>
                <a:lnTo>
                  <a:pt x="15558" y="12089"/>
                </a:lnTo>
                <a:lnTo>
                  <a:pt x="15583" y="12138"/>
                </a:lnTo>
                <a:lnTo>
                  <a:pt x="15607" y="12212"/>
                </a:lnTo>
                <a:lnTo>
                  <a:pt x="15631" y="12383"/>
                </a:lnTo>
                <a:lnTo>
                  <a:pt x="15607" y="12480"/>
                </a:lnTo>
                <a:lnTo>
                  <a:pt x="15509" y="12651"/>
                </a:lnTo>
                <a:lnTo>
                  <a:pt x="15363" y="12847"/>
                </a:lnTo>
                <a:lnTo>
                  <a:pt x="15167" y="13042"/>
                </a:lnTo>
                <a:lnTo>
                  <a:pt x="14972" y="13237"/>
                </a:lnTo>
                <a:lnTo>
                  <a:pt x="14825" y="13433"/>
                </a:lnTo>
                <a:lnTo>
                  <a:pt x="14728" y="13604"/>
                </a:lnTo>
                <a:lnTo>
                  <a:pt x="14679" y="13701"/>
                </a:lnTo>
                <a:lnTo>
                  <a:pt x="14654" y="13823"/>
                </a:lnTo>
                <a:lnTo>
                  <a:pt x="14581" y="13970"/>
                </a:lnTo>
                <a:lnTo>
                  <a:pt x="14459" y="14117"/>
                </a:lnTo>
                <a:lnTo>
                  <a:pt x="14313" y="14288"/>
                </a:lnTo>
                <a:lnTo>
                  <a:pt x="14142" y="14434"/>
                </a:lnTo>
                <a:lnTo>
                  <a:pt x="13995" y="14556"/>
                </a:lnTo>
                <a:lnTo>
                  <a:pt x="13848" y="14629"/>
                </a:lnTo>
                <a:lnTo>
                  <a:pt x="13726" y="14654"/>
                </a:lnTo>
                <a:lnTo>
                  <a:pt x="13653" y="14654"/>
                </a:lnTo>
                <a:lnTo>
                  <a:pt x="13555" y="14605"/>
                </a:lnTo>
                <a:lnTo>
                  <a:pt x="13458" y="14556"/>
                </a:lnTo>
                <a:lnTo>
                  <a:pt x="13360" y="14483"/>
                </a:lnTo>
                <a:lnTo>
                  <a:pt x="13287" y="14385"/>
                </a:lnTo>
                <a:lnTo>
                  <a:pt x="13213" y="14288"/>
                </a:lnTo>
                <a:lnTo>
                  <a:pt x="13189" y="14190"/>
                </a:lnTo>
                <a:lnTo>
                  <a:pt x="13165" y="14092"/>
                </a:lnTo>
                <a:lnTo>
                  <a:pt x="13140" y="13921"/>
                </a:lnTo>
                <a:lnTo>
                  <a:pt x="13116" y="13848"/>
                </a:lnTo>
                <a:lnTo>
                  <a:pt x="13067" y="13799"/>
                </a:lnTo>
                <a:lnTo>
                  <a:pt x="13043" y="13750"/>
                </a:lnTo>
                <a:lnTo>
                  <a:pt x="12994" y="13677"/>
                </a:lnTo>
                <a:lnTo>
                  <a:pt x="12969" y="13530"/>
                </a:lnTo>
                <a:lnTo>
                  <a:pt x="12945" y="13359"/>
                </a:lnTo>
                <a:lnTo>
                  <a:pt x="12920" y="13286"/>
                </a:lnTo>
                <a:lnTo>
                  <a:pt x="12872" y="13237"/>
                </a:lnTo>
                <a:lnTo>
                  <a:pt x="12847" y="13164"/>
                </a:lnTo>
                <a:lnTo>
                  <a:pt x="12823" y="13066"/>
                </a:lnTo>
                <a:lnTo>
                  <a:pt x="12798" y="12920"/>
                </a:lnTo>
                <a:lnTo>
                  <a:pt x="12774" y="12749"/>
                </a:lnTo>
                <a:lnTo>
                  <a:pt x="12798" y="12602"/>
                </a:lnTo>
                <a:lnTo>
                  <a:pt x="12823" y="12456"/>
                </a:lnTo>
                <a:lnTo>
                  <a:pt x="12847" y="12358"/>
                </a:lnTo>
                <a:lnTo>
                  <a:pt x="12872" y="12285"/>
                </a:lnTo>
                <a:lnTo>
                  <a:pt x="12920" y="12236"/>
                </a:lnTo>
                <a:lnTo>
                  <a:pt x="12945" y="12163"/>
                </a:lnTo>
                <a:lnTo>
                  <a:pt x="12969" y="11992"/>
                </a:lnTo>
                <a:lnTo>
                  <a:pt x="12945" y="11894"/>
                </a:lnTo>
                <a:lnTo>
                  <a:pt x="12896" y="11772"/>
                </a:lnTo>
                <a:lnTo>
                  <a:pt x="12798" y="11650"/>
                </a:lnTo>
                <a:lnTo>
                  <a:pt x="12701" y="11528"/>
                </a:lnTo>
                <a:lnTo>
                  <a:pt x="12578" y="11381"/>
                </a:lnTo>
                <a:lnTo>
                  <a:pt x="12481" y="11210"/>
                </a:lnTo>
                <a:lnTo>
                  <a:pt x="12432" y="11015"/>
                </a:lnTo>
                <a:lnTo>
                  <a:pt x="12408" y="10844"/>
                </a:lnTo>
                <a:lnTo>
                  <a:pt x="12408" y="10697"/>
                </a:lnTo>
                <a:lnTo>
                  <a:pt x="12383" y="10551"/>
                </a:lnTo>
                <a:lnTo>
                  <a:pt x="12334" y="10453"/>
                </a:lnTo>
                <a:lnTo>
                  <a:pt x="12310" y="10380"/>
                </a:lnTo>
                <a:lnTo>
                  <a:pt x="12261" y="10331"/>
                </a:lnTo>
                <a:lnTo>
                  <a:pt x="12188" y="10307"/>
                </a:lnTo>
                <a:lnTo>
                  <a:pt x="12017" y="10282"/>
                </a:lnTo>
                <a:lnTo>
                  <a:pt x="11870" y="10307"/>
                </a:lnTo>
                <a:lnTo>
                  <a:pt x="11797" y="10331"/>
                </a:lnTo>
                <a:lnTo>
                  <a:pt x="11748" y="10380"/>
                </a:lnTo>
                <a:lnTo>
                  <a:pt x="11675" y="10429"/>
                </a:lnTo>
                <a:lnTo>
                  <a:pt x="11553" y="10453"/>
                </a:lnTo>
                <a:lnTo>
                  <a:pt x="11406" y="10478"/>
                </a:lnTo>
                <a:lnTo>
                  <a:pt x="11260" y="10478"/>
                </a:lnTo>
                <a:lnTo>
                  <a:pt x="11089" y="10453"/>
                </a:lnTo>
                <a:lnTo>
                  <a:pt x="10893" y="10355"/>
                </a:lnTo>
                <a:lnTo>
                  <a:pt x="10674" y="10233"/>
                </a:lnTo>
                <a:lnTo>
                  <a:pt x="10503" y="10087"/>
                </a:lnTo>
                <a:lnTo>
                  <a:pt x="10429" y="10013"/>
                </a:lnTo>
                <a:lnTo>
                  <a:pt x="10356" y="9891"/>
                </a:lnTo>
                <a:lnTo>
                  <a:pt x="10234" y="9598"/>
                </a:lnTo>
                <a:lnTo>
                  <a:pt x="10161" y="9281"/>
                </a:lnTo>
                <a:lnTo>
                  <a:pt x="10112" y="8963"/>
                </a:lnTo>
                <a:lnTo>
                  <a:pt x="10136" y="8792"/>
                </a:lnTo>
                <a:lnTo>
                  <a:pt x="10161" y="8621"/>
                </a:lnTo>
                <a:lnTo>
                  <a:pt x="10258" y="8279"/>
                </a:lnTo>
                <a:lnTo>
                  <a:pt x="10332" y="8108"/>
                </a:lnTo>
                <a:lnTo>
                  <a:pt x="10405" y="7962"/>
                </a:lnTo>
                <a:lnTo>
                  <a:pt x="10503" y="7815"/>
                </a:lnTo>
                <a:lnTo>
                  <a:pt x="10600" y="7718"/>
                </a:lnTo>
                <a:lnTo>
                  <a:pt x="10796" y="7522"/>
                </a:lnTo>
                <a:lnTo>
                  <a:pt x="10991" y="7376"/>
                </a:lnTo>
                <a:lnTo>
                  <a:pt x="11162" y="7278"/>
                </a:lnTo>
                <a:lnTo>
                  <a:pt x="11260" y="7229"/>
                </a:lnTo>
                <a:lnTo>
                  <a:pt x="11431" y="7205"/>
                </a:lnTo>
                <a:lnTo>
                  <a:pt x="11504" y="7180"/>
                </a:lnTo>
                <a:lnTo>
                  <a:pt x="11553" y="7132"/>
                </a:lnTo>
                <a:lnTo>
                  <a:pt x="11626" y="7107"/>
                </a:lnTo>
                <a:lnTo>
                  <a:pt x="11724" y="7083"/>
                </a:lnTo>
                <a:lnTo>
                  <a:pt x="11870" y="7058"/>
                </a:lnTo>
                <a:lnTo>
                  <a:pt x="12188" y="7058"/>
                </a:lnTo>
                <a:lnTo>
                  <a:pt x="12359" y="7107"/>
                </a:lnTo>
                <a:lnTo>
                  <a:pt x="12481" y="7156"/>
                </a:lnTo>
                <a:lnTo>
                  <a:pt x="12603" y="7229"/>
                </a:lnTo>
                <a:lnTo>
                  <a:pt x="12676" y="7303"/>
                </a:lnTo>
                <a:lnTo>
                  <a:pt x="12774" y="7376"/>
                </a:lnTo>
                <a:lnTo>
                  <a:pt x="12896" y="7425"/>
                </a:lnTo>
                <a:lnTo>
                  <a:pt x="12969" y="7425"/>
                </a:lnTo>
                <a:lnTo>
                  <a:pt x="13140" y="7449"/>
                </a:lnTo>
                <a:lnTo>
                  <a:pt x="13213" y="7498"/>
                </a:lnTo>
                <a:lnTo>
                  <a:pt x="13262" y="7522"/>
                </a:lnTo>
                <a:lnTo>
                  <a:pt x="13311" y="7547"/>
                </a:lnTo>
                <a:lnTo>
                  <a:pt x="13360" y="7571"/>
                </a:lnTo>
                <a:lnTo>
                  <a:pt x="13409" y="7547"/>
                </a:lnTo>
                <a:lnTo>
                  <a:pt x="13458" y="7522"/>
                </a:lnTo>
                <a:lnTo>
                  <a:pt x="13507" y="7498"/>
                </a:lnTo>
                <a:lnTo>
                  <a:pt x="13580" y="7449"/>
                </a:lnTo>
                <a:lnTo>
                  <a:pt x="13726" y="7425"/>
                </a:lnTo>
                <a:lnTo>
                  <a:pt x="13897" y="7449"/>
                </a:lnTo>
                <a:lnTo>
                  <a:pt x="13971" y="7498"/>
                </a:lnTo>
                <a:lnTo>
                  <a:pt x="14019" y="7522"/>
                </a:lnTo>
                <a:lnTo>
                  <a:pt x="14093" y="7571"/>
                </a:lnTo>
                <a:lnTo>
                  <a:pt x="14190" y="7596"/>
                </a:lnTo>
                <a:lnTo>
                  <a:pt x="14337" y="7620"/>
                </a:lnTo>
                <a:lnTo>
                  <a:pt x="14654" y="7620"/>
                </a:lnTo>
                <a:lnTo>
                  <a:pt x="14801" y="7596"/>
                </a:lnTo>
                <a:lnTo>
                  <a:pt x="14899" y="7571"/>
                </a:lnTo>
                <a:lnTo>
                  <a:pt x="14972" y="7522"/>
                </a:lnTo>
                <a:lnTo>
                  <a:pt x="15021" y="7473"/>
                </a:lnTo>
                <a:lnTo>
                  <a:pt x="15045" y="7400"/>
                </a:lnTo>
                <a:lnTo>
                  <a:pt x="15070" y="7229"/>
                </a:lnTo>
                <a:lnTo>
                  <a:pt x="15070" y="7205"/>
                </a:lnTo>
                <a:lnTo>
                  <a:pt x="15045" y="7156"/>
                </a:lnTo>
                <a:lnTo>
                  <a:pt x="14948" y="7107"/>
                </a:lnTo>
                <a:lnTo>
                  <a:pt x="14825" y="7058"/>
                </a:lnTo>
                <a:lnTo>
                  <a:pt x="14679" y="7058"/>
                </a:lnTo>
                <a:lnTo>
                  <a:pt x="14532" y="7034"/>
                </a:lnTo>
                <a:lnTo>
                  <a:pt x="14361" y="6985"/>
                </a:lnTo>
                <a:lnTo>
                  <a:pt x="14215" y="6936"/>
                </a:lnTo>
                <a:lnTo>
                  <a:pt x="14117" y="6863"/>
                </a:lnTo>
                <a:lnTo>
                  <a:pt x="14019" y="6790"/>
                </a:lnTo>
                <a:lnTo>
                  <a:pt x="13922" y="6716"/>
                </a:lnTo>
                <a:lnTo>
                  <a:pt x="13824" y="6692"/>
                </a:lnTo>
                <a:lnTo>
                  <a:pt x="13726" y="6668"/>
                </a:lnTo>
                <a:lnTo>
                  <a:pt x="13653" y="6643"/>
                </a:lnTo>
                <a:lnTo>
                  <a:pt x="13555" y="6619"/>
                </a:lnTo>
                <a:lnTo>
                  <a:pt x="13458" y="6545"/>
                </a:lnTo>
                <a:lnTo>
                  <a:pt x="13360" y="6472"/>
                </a:lnTo>
                <a:lnTo>
                  <a:pt x="13287" y="6399"/>
                </a:lnTo>
                <a:lnTo>
                  <a:pt x="13189" y="6374"/>
                </a:lnTo>
                <a:lnTo>
                  <a:pt x="13116" y="6350"/>
                </a:lnTo>
                <a:lnTo>
                  <a:pt x="13067" y="6374"/>
                </a:lnTo>
                <a:lnTo>
                  <a:pt x="13018" y="6399"/>
                </a:lnTo>
                <a:lnTo>
                  <a:pt x="12945" y="6399"/>
                </a:lnTo>
                <a:lnTo>
                  <a:pt x="12872" y="6350"/>
                </a:lnTo>
                <a:lnTo>
                  <a:pt x="12774" y="6277"/>
                </a:lnTo>
                <a:lnTo>
                  <a:pt x="12701" y="6228"/>
                </a:lnTo>
                <a:lnTo>
                  <a:pt x="12627" y="6179"/>
                </a:lnTo>
                <a:lnTo>
                  <a:pt x="12505" y="6179"/>
                </a:lnTo>
                <a:lnTo>
                  <a:pt x="12456" y="6228"/>
                </a:lnTo>
                <a:lnTo>
                  <a:pt x="12383" y="6252"/>
                </a:lnTo>
                <a:lnTo>
                  <a:pt x="12212" y="6277"/>
                </a:lnTo>
                <a:lnTo>
                  <a:pt x="12114" y="6326"/>
                </a:lnTo>
                <a:lnTo>
                  <a:pt x="11968" y="6399"/>
                </a:lnTo>
                <a:lnTo>
                  <a:pt x="11797" y="6521"/>
                </a:lnTo>
                <a:lnTo>
                  <a:pt x="11650" y="6668"/>
                </a:lnTo>
                <a:lnTo>
                  <a:pt x="11479" y="6814"/>
                </a:lnTo>
                <a:lnTo>
                  <a:pt x="11309" y="6936"/>
                </a:lnTo>
                <a:lnTo>
                  <a:pt x="11186" y="7009"/>
                </a:lnTo>
                <a:lnTo>
                  <a:pt x="11064" y="7058"/>
                </a:lnTo>
                <a:lnTo>
                  <a:pt x="10918" y="7009"/>
                </a:lnTo>
                <a:lnTo>
                  <a:pt x="10844" y="6985"/>
                </a:lnTo>
                <a:lnTo>
                  <a:pt x="10796" y="6961"/>
                </a:lnTo>
                <a:lnTo>
                  <a:pt x="10747" y="6912"/>
                </a:lnTo>
                <a:lnTo>
                  <a:pt x="10722" y="6838"/>
                </a:lnTo>
                <a:lnTo>
                  <a:pt x="10698" y="6668"/>
                </a:lnTo>
                <a:lnTo>
                  <a:pt x="10722" y="6497"/>
                </a:lnTo>
                <a:lnTo>
                  <a:pt x="10747" y="6423"/>
                </a:lnTo>
                <a:lnTo>
                  <a:pt x="10796" y="6374"/>
                </a:lnTo>
                <a:lnTo>
                  <a:pt x="10844" y="6350"/>
                </a:lnTo>
                <a:lnTo>
                  <a:pt x="10967" y="6326"/>
                </a:lnTo>
                <a:lnTo>
                  <a:pt x="11113" y="6301"/>
                </a:lnTo>
                <a:lnTo>
                  <a:pt x="11260" y="6277"/>
                </a:lnTo>
                <a:lnTo>
                  <a:pt x="11406" y="6277"/>
                </a:lnTo>
                <a:lnTo>
                  <a:pt x="11528" y="6228"/>
                </a:lnTo>
                <a:lnTo>
                  <a:pt x="11602" y="6179"/>
                </a:lnTo>
                <a:lnTo>
                  <a:pt x="11626" y="6130"/>
                </a:lnTo>
                <a:lnTo>
                  <a:pt x="11650" y="6106"/>
                </a:lnTo>
                <a:lnTo>
                  <a:pt x="11602" y="5935"/>
                </a:lnTo>
                <a:lnTo>
                  <a:pt x="11577" y="5862"/>
                </a:lnTo>
                <a:lnTo>
                  <a:pt x="11553" y="5813"/>
                </a:lnTo>
                <a:lnTo>
                  <a:pt x="11504" y="5764"/>
                </a:lnTo>
                <a:lnTo>
                  <a:pt x="11504" y="5715"/>
                </a:lnTo>
                <a:lnTo>
                  <a:pt x="11504" y="5666"/>
                </a:lnTo>
                <a:lnTo>
                  <a:pt x="11553" y="5617"/>
                </a:lnTo>
                <a:lnTo>
                  <a:pt x="11602" y="5593"/>
                </a:lnTo>
                <a:lnTo>
                  <a:pt x="11675" y="5544"/>
                </a:lnTo>
                <a:lnTo>
                  <a:pt x="11821" y="5520"/>
                </a:lnTo>
                <a:lnTo>
                  <a:pt x="11919" y="5520"/>
                </a:lnTo>
                <a:lnTo>
                  <a:pt x="12017" y="5471"/>
                </a:lnTo>
                <a:lnTo>
                  <a:pt x="12114" y="5398"/>
                </a:lnTo>
                <a:lnTo>
                  <a:pt x="12212" y="5324"/>
                </a:lnTo>
                <a:lnTo>
                  <a:pt x="12285" y="5251"/>
                </a:lnTo>
                <a:lnTo>
                  <a:pt x="12359" y="5153"/>
                </a:lnTo>
                <a:lnTo>
                  <a:pt x="12383" y="5031"/>
                </a:lnTo>
                <a:lnTo>
                  <a:pt x="12408" y="4958"/>
                </a:lnTo>
                <a:lnTo>
                  <a:pt x="12383" y="4787"/>
                </a:lnTo>
                <a:lnTo>
                  <a:pt x="12334" y="4714"/>
                </a:lnTo>
                <a:lnTo>
                  <a:pt x="12310" y="4665"/>
                </a:lnTo>
                <a:lnTo>
                  <a:pt x="12310" y="4640"/>
                </a:lnTo>
                <a:lnTo>
                  <a:pt x="12310" y="4592"/>
                </a:lnTo>
                <a:lnTo>
                  <a:pt x="12383" y="4469"/>
                </a:lnTo>
                <a:lnTo>
                  <a:pt x="12505" y="4298"/>
                </a:lnTo>
                <a:lnTo>
                  <a:pt x="12701" y="4103"/>
                </a:lnTo>
                <a:lnTo>
                  <a:pt x="12798" y="4005"/>
                </a:lnTo>
                <a:lnTo>
                  <a:pt x="12945" y="3908"/>
                </a:lnTo>
                <a:lnTo>
                  <a:pt x="13091" y="3834"/>
                </a:lnTo>
                <a:lnTo>
                  <a:pt x="13262" y="3761"/>
                </a:lnTo>
                <a:lnTo>
                  <a:pt x="13604" y="3663"/>
                </a:lnTo>
                <a:lnTo>
                  <a:pt x="13775" y="3639"/>
                </a:lnTo>
                <a:lnTo>
                  <a:pt x="13922" y="3615"/>
                </a:lnTo>
                <a:close/>
                <a:moveTo>
                  <a:pt x="6888" y="2467"/>
                </a:moveTo>
                <a:lnTo>
                  <a:pt x="6986" y="2491"/>
                </a:lnTo>
                <a:lnTo>
                  <a:pt x="7083" y="2516"/>
                </a:lnTo>
                <a:lnTo>
                  <a:pt x="7132" y="2540"/>
                </a:lnTo>
                <a:lnTo>
                  <a:pt x="7181" y="2589"/>
                </a:lnTo>
                <a:lnTo>
                  <a:pt x="7181" y="2638"/>
                </a:lnTo>
                <a:lnTo>
                  <a:pt x="7181" y="2711"/>
                </a:lnTo>
                <a:lnTo>
                  <a:pt x="7132" y="2784"/>
                </a:lnTo>
                <a:lnTo>
                  <a:pt x="7083" y="2858"/>
                </a:lnTo>
                <a:lnTo>
                  <a:pt x="6937" y="3028"/>
                </a:lnTo>
                <a:lnTo>
                  <a:pt x="6864" y="3175"/>
                </a:lnTo>
                <a:lnTo>
                  <a:pt x="6839" y="3322"/>
                </a:lnTo>
                <a:lnTo>
                  <a:pt x="6864" y="3395"/>
                </a:lnTo>
                <a:lnTo>
                  <a:pt x="6888" y="3419"/>
                </a:lnTo>
                <a:lnTo>
                  <a:pt x="6961" y="3517"/>
                </a:lnTo>
                <a:lnTo>
                  <a:pt x="7010" y="3615"/>
                </a:lnTo>
                <a:lnTo>
                  <a:pt x="7059" y="3712"/>
                </a:lnTo>
                <a:lnTo>
                  <a:pt x="7083" y="3810"/>
                </a:lnTo>
                <a:lnTo>
                  <a:pt x="7059" y="3908"/>
                </a:lnTo>
                <a:lnTo>
                  <a:pt x="7010" y="4005"/>
                </a:lnTo>
                <a:lnTo>
                  <a:pt x="6961" y="4103"/>
                </a:lnTo>
                <a:lnTo>
                  <a:pt x="6888" y="4201"/>
                </a:lnTo>
                <a:lnTo>
                  <a:pt x="6839" y="4225"/>
                </a:lnTo>
                <a:lnTo>
                  <a:pt x="6644" y="4225"/>
                </a:lnTo>
                <a:lnTo>
                  <a:pt x="6473" y="4128"/>
                </a:lnTo>
                <a:lnTo>
                  <a:pt x="6302" y="4005"/>
                </a:lnTo>
                <a:lnTo>
                  <a:pt x="6155" y="3859"/>
                </a:lnTo>
                <a:lnTo>
                  <a:pt x="5984" y="3786"/>
                </a:lnTo>
                <a:lnTo>
                  <a:pt x="5838" y="3761"/>
                </a:lnTo>
                <a:lnTo>
                  <a:pt x="5789" y="3786"/>
                </a:lnTo>
                <a:lnTo>
                  <a:pt x="5740" y="3810"/>
                </a:lnTo>
                <a:lnTo>
                  <a:pt x="5642" y="3883"/>
                </a:lnTo>
                <a:lnTo>
                  <a:pt x="5545" y="3957"/>
                </a:lnTo>
                <a:lnTo>
                  <a:pt x="5447" y="3981"/>
                </a:lnTo>
                <a:lnTo>
                  <a:pt x="5349" y="4005"/>
                </a:lnTo>
                <a:lnTo>
                  <a:pt x="5203" y="4030"/>
                </a:lnTo>
                <a:lnTo>
                  <a:pt x="5129" y="4054"/>
                </a:lnTo>
                <a:lnTo>
                  <a:pt x="5081" y="4103"/>
                </a:lnTo>
                <a:lnTo>
                  <a:pt x="5032" y="4128"/>
                </a:lnTo>
                <a:lnTo>
                  <a:pt x="4959" y="4152"/>
                </a:lnTo>
                <a:lnTo>
                  <a:pt x="4788" y="4201"/>
                </a:lnTo>
                <a:lnTo>
                  <a:pt x="4690" y="4201"/>
                </a:lnTo>
                <a:lnTo>
                  <a:pt x="4592" y="4250"/>
                </a:lnTo>
                <a:lnTo>
                  <a:pt x="4494" y="4298"/>
                </a:lnTo>
                <a:lnTo>
                  <a:pt x="4397" y="4372"/>
                </a:lnTo>
                <a:lnTo>
                  <a:pt x="4372" y="4421"/>
                </a:lnTo>
                <a:lnTo>
                  <a:pt x="4372" y="4494"/>
                </a:lnTo>
                <a:lnTo>
                  <a:pt x="4372" y="4616"/>
                </a:lnTo>
                <a:lnTo>
                  <a:pt x="4470" y="4787"/>
                </a:lnTo>
                <a:lnTo>
                  <a:pt x="4592" y="4958"/>
                </a:lnTo>
                <a:lnTo>
                  <a:pt x="4690" y="5031"/>
                </a:lnTo>
                <a:lnTo>
                  <a:pt x="4788" y="5056"/>
                </a:lnTo>
                <a:lnTo>
                  <a:pt x="4885" y="5080"/>
                </a:lnTo>
                <a:lnTo>
                  <a:pt x="5007" y="5080"/>
                </a:lnTo>
                <a:lnTo>
                  <a:pt x="5129" y="5056"/>
                </a:lnTo>
                <a:lnTo>
                  <a:pt x="5227" y="5007"/>
                </a:lnTo>
                <a:lnTo>
                  <a:pt x="5349" y="4933"/>
                </a:lnTo>
                <a:lnTo>
                  <a:pt x="5447" y="4860"/>
                </a:lnTo>
                <a:lnTo>
                  <a:pt x="5642" y="4665"/>
                </a:lnTo>
                <a:lnTo>
                  <a:pt x="5838" y="4518"/>
                </a:lnTo>
                <a:lnTo>
                  <a:pt x="6009" y="4421"/>
                </a:lnTo>
                <a:lnTo>
                  <a:pt x="6131" y="4372"/>
                </a:lnTo>
                <a:lnTo>
                  <a:pt x="6204" y="4396"/>
                </a:lnTo>
                <a:lnTo>
                  <a:pt x="6253" y="4445"/>
                </a:lnTo>
                <a:lnTo>
                  <a:pt x="6302" y="4494"/>
                </a:lnTo>
                <a:lnTo>
                  <a:pt x="6302" y="4567"/>
                </a:lnTo>
                <a:lnTo>
                  <a:pt x="6326" y="4640"/>
                </a:lnTo>
                <a:lnTo>
                  <a:pt x="6375" y="4714"/>
                </a:lnTo>
                <a:lnTo>
                  <a:pt x="6424" y="4738"/>
                </a:lnTo>
                <a:lnTo>
                  <a:pt x="6497" y="4763"/>
                </a:lnTo>
                <a:lnTo>
                  <a:pt x="6595" y="4787"/>
                </a:lnTo>
                <a:lnTo>
                  <a:pt x="6693" y="4811"/>
                </a:lnTo>
                <a:lnTo>
                  <a:pt x="6790" y="4885"/>
                </a:lnTo>
                <a:lnTo>
                  <a:pt x="6888" y="4958"/>
                </a:lnTo>
                <a:lnTo>
                  <a:pt x="6937" y="5031"/>
                </a:lnTo>
                <a:lnTo>
                  <a:pt x="6961" y="5153"/>
                </a:lnTo>
                <a:lnTo>
                  <a:pt x="6937" y="5251"/>
                </a:lnTo>
                <a:lnTo>
                  <a:pt x="6888" y="5324"/>
                </a:lnTo>
                <a:lnTo>
                  <a:pt x="6790" y="5398"/>
                </a:lnTo>
                <a:lnTo>
                  <a:pt x="6693" y="5471"/>
                </a:lnTo>
                <a:lnTo>
                  <a:pt x="6595" y="5520"/>
                </a:lnTo>
                <a:lnTo>
                  <a:pt x="6497" y="5520"/>
                </a:lnTo>
                <a:lnTo>
                  <a:pt x="6399" y="5544"/>
                </a:lnTo>
                <a:lnTo>
                  <a:pt x="6253" y="5642"/>
                </a:lnTo>
                <a:lnTo>
                  <a:pt x="6082" y="5764"/>
                </a:lnTo>
                <a:lnTo>
                  <a:pt x="5935" y="5910"/>
                </a:lnTo>
                <a:lnTo>
                  <a:pt x="5764" y="6057"/>
                </a:lnTo>
                <a:lnTo>
                  <a:pt x="5594" y="6179"/>
                </a:lnTo>
                <a:lnTo>
                  <a:pt x="5471" y="6252"/>
                </a:lnTo>
                <a:lnTo>
                  <a:pt x="5349" y="6277"/>
                </a:lnTo>
                <a:lnTo>
                  <a:pt x="5227" y="6326"/>
                </a:lnTo>
                <a:lnTo>
                  <a:pt x="5056" y="6448"/>
                </a:lnTo>
                <a:lnTo>
                  <a:pt x="4812" y="6643"/>
                </a:lnTo>
                <a:lnTo>
                  <a:pt x="4568" y="6887"/>
                </a:lnTo>
                <a:lnTo>
                  <a:pt x="4226" y="7229"/>
                </a:lnTo>
                <a:lnTo>
                  <a:pt x="4104" y="7327"/>
                </a:lnTo>
                <a:lnTo>
                  <a:pt x="3957" y="7449"/>
                </a:lnTo>
                <a:lnTo>
                  <a:pt x="3640" y="7644"/>
                </a:lnTo>
                <a:lnTo>
                  <a:pt x="3347" y="7767"/>
                </a:lnTo>
                <a:lnTo>
                  <a:pt x="3200" y="7791"/>
                </a:lnTo>
                <a:lnTo>
                  <a:pt x="3078" y="7815"/>
                </a:lnTo>
                <a:lnTo>
                  <a:pt x="2834" y="7815"/>
                </a:lnTo>
                <a:lnTo>
                  <a:pt x="2614" y="7864"/>
                </a:lnTo>
                <a:lnTo>
                  <a:pt x="2443" y="7938"/>
                </a:lnTo>
                <a:lnTo>
                  <a:pt x="2321" y="8011"/>
                </a:lnTo>
                <a:lnTo>
                  <a:pt x="2248" y="8084"/>
                </a:lnTo>
                <a:lnTo>
                  <a:pt x="2174" y="8182"/>
                </a:lnTo>
                <a:lnTo>
                  <a:pt x="2125" y="8279"/>
                </a:lnTo>
                <a:lnTo>
                  <a:pt x="2125" y="8377"/>
                </a:lnTo>
                <a:lnTo>
                  <a:pt x="2125" y="8475"/>
                </a:lnTo>
                <a:lnTo>
                  <a:pt x="2174" y="8573"/>
                </a:lnTo>
                <a:lnTo>
                  <a:pt x="2248" y="8670"/>
                </a:lnTo>
                <a:lnTo>
                  <a:pt x="2321" y="8768"/>
                </a:lnTo>
                <a:lnTo>
                  <a:pt x="2394" y="8841"/>
                </a:lnTo>
                <a:lnTo>
                  <a:pt x="2492" y="8890"/>
                </a:lnTo>
                <a:lnTo>
                  <a:pt x="2614" y="8939"/>
                </a:lnTo>
                <a:lnTo>
                  <a:pt x="2687" y="8939"/>
                </a:lnTo>
                <a:lnTo>
                  <a:pt x="2809" y="8988"/>
                </a:lnTo>
                <a:lnTo>
                  <a:pt x="2956" y="9085"/>
                </a:lnTo>
                <a:lnTo>
                  <a:pt x="3151" y="9232"/>
                </a:lnTo>
                <a:lnTo>
                  <a:pt x="3371" y="9427"/>
                </a:lnTo>
                <a:lnTo>
                  <a:pt x="3566" y="9623"/>
                </a:lnTo>
                <a:lnTo>
                  <a:pt x="3762" y="9769"/>
                </a:lnTo>
                <a:lnTo>
                  <a:pt x="3908" y="9867"/>
                </a:lnTo>
                <a:lnTo>
                  <a:pt x="4030" y="9891"/>
                </a:lnTo>
                <a:lnTo>
                  <a:pt x="4177" y="9867"/>
                </a:lnTo>
                <a:lnTo>
                  <a:pt x="4250" y="9843"/>
                </a:lnTo>
                <a:lnTo>
                  <a:pt x="4324" y="9818"/>
                </a:lnTo>
                <a:lnTo>
                  <a:pt x="4372" y="9769"/>
                </a:lnTo>
                <a:lnTo>
                  <a:pt x="4494" y="9745"/>
                </a:lnTo>
                <a:lnTo>
                  <a:pt x="4641" y="9720"/>
                </a:lnTo>
                <a:lnTo>
                  <a:pt x="4959" y="9720"/>
                </a:lnTo>
                <a:lnTo>
                  <a:pt x="5105" y="9769"/>
                </a:lnTo>
                <a:lnTo>
                  <a:pt x="5252" y="9818"/>
                </a:lnTo>
                <a:lnTo>
                  <a:pt x="5349" y="9916"/>
                </a:lnTo>
                <a:lnTo>
                  <a:pt x="5447" y="9989"/>
                </a:lnTo>
                <a:lnTo>
                  <a:pt x="5545" y="10038"/>
                </a:lnTo>
                <a:lnTo>
                  <a:pt x="5642" y="10087"/>
                </a:lnTo>
                <a:lnTo>
                  <a:pt x="5740" y="10087"/>
                </a:lnTo>
                <a:lnTo>
                  <a:pt x="5838" y="10136"/>
                </a:lnTo>
                <a:lnTo>
                  <a:pt x="5984" y="10209"/>
                </a:lnTo>
                <a:lnTo>
                  <a:pt x="6155" y="10331"/>
                </a:lnTo>
                <a:lnTo>
                  <a:pt x="6302" y="10478"/>
                </a:lnTo>
                <a:lnTo>
                  <a:pt x="6473" y="10624"/>
                </a:lnTo>
                <a:lnTo>
                  <a:pt x="6644" y="10746"/>
                </a:lnTo>
                <a:lnTo>
                  <a:pt x="6790" y="10819"/>
                </a:lnTo>
                <a:lnTo>
                  <a:pt x="6888" y="10844"/>
                </a:lnTo>
                <a:lnTo>
                  <a:pt x="6961" y="10868"/>
                </a:lnTo>
                <a:lnTo>
                  <a:pt x="7083" y="10917"/>
                </a:lnTo>
                <a:lnTo>
                  <a:pt x="7181" y="10966"/>
                </a:lnTo>
                <a:lnTo>
                  <a:pt x="7254" y="11039"/>
                </a:lnTo>
                <a:lnTo>
                  <a:pt x="7352" y="11113"/>
                </a:lnTo>
                <a:lnTo>
                  <a:pt x="7450" y="11186"/>
                </a:lnTo>
                <a:lnTo>
                  <a:pt x="7547" y="11210"/>
                </a:lnTo>
                <a:lnTo>
                  <a:pt x="7645" y="11235"/>
                </a:lnTo>
                <a:lnTo>
                  <a:pt x="7743" y="11259"/>
                </a:lnTo>
                <a:lnTo>
                  <a:pt x="7840" y="11283"/>
                </a:lnTo>
                <a:lnTo>
                  <a:pt x="7938" y="11357"/>
                </a:lnTo>
                <a:lnTo>
                  <a:pt x="8036" y="11430"/>
                </a:lnTo>
                <a:lnTo>
                  <a:pt x="8109" y="11528"/>
                </a:lnTo>
                <a:lnTo>
                  <a:pt x="8158" y="11625"/>
                </a:lnTo>
                <a:lnTo>
                  <a:pt x="8207" y="11723"/>
                </a:lnTo>
                <a:lnTo>
                  <a:pt x="8207" y="11796"/>
                </a:lnTo>
                <a:lnTo>
                  <a:pt x="8207" y="11894"/>
                </a:lnTo>
                <a:lnTo>
                  <a:pt x="8158" y="11992"/>
                </a:lnTo>
                <a:lnTo>
                  <a:pt x="8109" y="12089"/>
                </a:lnTo>
                <a:lnTo>
                  <a:pt x="8036" y="12187"/>
                </a:lnTo>
                <a:lnTo>
                  <a:pt x="7963" y="12285"/>
                </a:lnTo>
                <a:lnTo>
                  <a:pt x="7889" y="12383"/>
                </a:lnTo>
                <a:lnTo>
                  <a:pt x="7840" y="12480"/>
                </a:lnTo>
                <a:lnTo>
                  <a:pt x="7840" y="12578"/>
                </a:lnTo>
                <a:lnTo>
                  <a:pt x="7816" y="12676"/>
                </a:lnTo>
                <a:lnTo>
                  <a:pt x="7718" y="12822"/>
                </a:lnTo>
                <a:lnTo>
                  <a:pt x="7596" y="12969"/>
                </a:lnTo>
                <a:lnTo>
                  <a:pt x="7450" y="13140"/>
                </a:lnTo>
                <a:lnTo>
                  <a:pt x="7303" y="13311"/>
                </a:lnTo>
                <a:lnTo>
                  <a:pt x="7181" y="13457"/>
                </a:lnTo>
                <a:lnTo>
                  <a:pt x="7108" y="13604"/>
                </a:lnTo>
                <a:lnTo>
                  <a:pt x="7083" y="13701"/>
                </a:lnTo>
                <a:lnTo>
                  <a:pt x="7034" y="13823"/>
                </a:lnTo>
                <a:lnTo>
                  <a:pt x="6961" y="13970"/>
                </a:lnTo>
                <a:lnTo>
                  <a:pt x="6839" y="14117"/>
                </a:lnTo>
                <a:lnTo>
                  <a:pt x="6693" y="14288"/>
                </a:lnTo>
                <a:lnTo>
                  <a:pt x="6546" y="14434"/>
                </a:lnTo>
                <a:lnTo>
                  <a:pt x="6424" y="14605"/>
                </a:lnTo>
                <a:lnTo>
                  <a:pt x="6351" y="14752"/>
                </a:lnTo>
                <a:lnTo>
                  <a:pt x="6302" y="14849"/>
                </a:lnTo>
                <a:lnTo>
                  <a:pt x="6277" y="14947"/>
                </a:lnTo>
                <a:lnTo>
                  <a:pt x="6229" y="15069"/>
                </a:lnTo>
                <a:lnTo>
                  <a:pt x="6131" y="15216"/>
                </a:lnTo>
                <a:lnTo>
                  <a:pt x="6033" y="15338"/>
                </a:lnTo>
                <a:lnTo>
                  <a:pt x="5911" y="15460"/>
                </a:lnTo>
                <a:lnTo>
                  <a:pt x="5813" y="15582"/>
                </a:lnTo>
                <a:lnTo>
                  <a:pt x="5764" y="15704"/>
                </a:lnTo>
                <a:lnTo>
                  <a:pt x="5740" y="15802"/>
                </a:lnTo>
                <a:lnTo>
                  <a:pt x="5764" y="15973"/>
                </a:lnTo>
                <a:lnTo>
                  <a:pt x="5789" y="16046"/>
                </a:lnTo>
                <a:lnTo>
                  <a:pt x="5838" y="16095"/>
                </a:lnTo>
                <a:lnTo>
                  <a:pt x="5862" y="16144"/>
                </a:lnTo>
                <a:lnTo>
                  <a:pt x="5911" y="16217"/>
                </a:lnTo>
                <a:lnTo>
                  <a:pt x="5935" y="16388"/>
                </a:lnTo>
                <a:lnTo>
                  <a:pt x="5911" y="16461"/>
                </a:lnTo>
                <a:lnTo>
                  <a:pt x="5862" y="16510"/>
                </a:lnTo>
                <a:lnTo>
                  <a:pt x="5813" y="16559"/>
                </a:lnTo>
                <a:lnTo>
                  <a:pt x="5642" y="16559"/>
                </a:lnTo>
                <a:lnTo>
                  <a:pt x="5545" y="16510"/>
                </a:lnTo>
                <a:lnTo>
                  <a:pt x="5447" y="16461"/>
                </a:lnTo>
                <a:lnTo>
                  <a:pt x="5349" y="16388"/>
                </a:lnTo>
                <a:lnTo>
                  <a:pt x="5276" y="16266"/>
                </a:lnTo>
                <a:lnTo>
                  <a:pt x="5227" y="16119"/>
                </a:lnTo>
                <a:lnTo>
                  <a:pt x="5178" y="15973"/>
                </a:lnTo>
                <a:lnTo>
                  <a:pt x="5178" y="15802"/>
                </a:lnTo>
                <a:lnTo>
                  <a:pt x="5154" y="15655"/>
                </a:lnTo>
                <a:lnTo>
                  <a:pt x="5105" y="15484"/>
                </a:lnTo>
                <a:lnTo>
                  <a:pt x="5056" y="15338"/>
                </a:lnTo>
                <a:lnTo>
                  <a:pt x="4983" y="15240"/>
                </a:lnTo>
                <a:lnTo>
                  <a:pt x="4934" y="15191"/>
                </a:lnTo>
                <a:lnTo>
                  <a:pt x="4910" y="15093"/>
                </a:lnTo>
                <a:lnTo>
                  <a:pt x="4836" y="14849"/>
                </a:lnTo>
                <a:lnTo>
                  <a:pt x="4812" y="14556"/>
                </a:lnTo>
                <a:lnTo>
                  <a:pt x="4788" y="14214"/>
                </a:lnTo>
                <a:lnTo>
                  <a:pt x="4788" y="13970"/>
                </a:lnTo>
                <a:lnTo>
                  <a:pt x="4788" y="13799"/>
                </a:lnTo>
                <a:lnTo>
                  <a:pt x="4739" y="13604"/>
                </a:lnTo>
                <a:lnTo>
                  <a:pt x="4714" y="13433"/>
                </a:lnTo>
                <a:lnTo>
                  <a:pt x="4641" y="13237"/>
                </a:lnTo>
                <a:lnTo>
                  <a:pt x="4568" y="13066"/>
                </a:lnTo>
                <a:lnTo>
                  <a:pt x="4494" y="12920"/>
                </a:lnTo>
                <a:lnTo>
                  <a:pt x="4397" y="12773"/>
                </a:lnTo>
                <a:lnTo>
                  <a:pt x="4324" y="12676"/>
                </a:lnTo>
                <a:lnTo>
                  <a:pt x="4128" y="12456"/>
                </a:lnTo>
                <a:lnTo>
                  <a:pt x="3982" y="12260"/>
                </a:lnTo>
                <a:lnTo>
                  <a:pt x="3884" y="12114"/>
                </a:lnTo>
                <a:lnTo>
                  <a:pt x="3835" y="11992"/>
                </a:lnTo>
                <a:lnTo>
                  <a:pt x="3811" y="11845"/>
                </a:lnTo>
                <a:lnTo>
                  <a:pt x="3786" y="11772"/>
                </a:lnTo>
                <a:lnTo>
                  <a:pt x="3737" y="11723"/>
                </a:lnTo>
                <a:lnTo>
                  <a:pt x="3713" y="11650"/>
                </a:lnTo>
                <a:lnTo>
                  <a:pt x="3664" y="11528"/>
                </a:lnTo>
                <a:lnTo>
                  <a:pt x="3664" y="11381"/>
                </a:lnTo>
                <a:lnTo>
                  <a:pt x="3640" y="11235"/>
                </a:lnTo>
                <a:lnTo>
                  <a:pt x="3664" y="11088"/>
                </a:lnTo>
                <a:lnTo>
                  <a:pt x="3664" y="10942"/>
                </a:lnTo>
                <a:lnTo>
                  <a:pt x="3713" y="10819"/>
                </a:lnTo>
                <a:lnTo>
                  <a:pt x="3737" y="10771"/>
                </a:lnTo>
                <a:lnTo>
                  <a:pt x="3786" y="10697"/>
                </a:lnTo>
                <a:lnTo>
                  <a:pt x="3811" y="10648"/>
                </a:lnTo>
                <a:lnTo>
                  <a:pt x="3835" y="10478"/>
                </a:lnTo>
                <a:lnTo>
                  <a:pt x="3811" y="10307"/>
                </a:lnTo>
                <a:lnTo>
                  <a:pt x="3786" y="10233"/>
                </a:lnTo>
                <a:lnTo>
                  <a:pt x="3737" y="10184"/>
                </a:lnTo>
                <a:lnTo>
                  <a:pt x="3689" y="10160"/>
                </a:lnTo>
                <a:lnTo>
                  <a:pt x="3615" y="10111"/>
                </a:lnTo>
                <a:lnTo>
                  <a:pt x="3444" y="10087"/>
                </a:lnTo>
                <a:lnTo>
                  <a:pt x="3347" y="10062"/>
                </a:lnTo>
                <a:lnTo>
                  <a:pt x="3200" y="9989"/>
                </a:lnTo>
                <a:lnTo>
                  <a:pt x="3054" y="9867"/>
                </a:lnTo>
                <a:lnTo>
                  <a:pt x="2883" y="9720"/>
                </a:lnTo>
                <a:lnTo>
                  <a:pt x="2712" y="9574"/>
                </a:lnTo>
                <a:lnTo>
                  <a:pt x="2565" y="9452"/>
                </a:lnTo>
                <a:lnTo>
                  <a:pt x="2419" y="9354"/>
                </a:lnTo>
                <a:lnTo>
                  <a:pt x="2321" y="9330"/>
                </a:lnTo>
                <a:lnTo>
                  <a:pt x="2199" y="9281"/>
                </a:lnTo>
                <a:lnTo>
                  <a:pt x="2003" y="9159"/>
                </a:lnTo>
                <a:lnTo>
                  <a:pt x="1784" y="8988"/>
                </a:lnTo>
                <a:lnTo>
                  <a:pt x="1539" y="8768"/>
                </a:lnTo>
                <a:lnTo>
                  <a:pt x="1246" y="8402"/>
                </a:lnTo>
                <a:lnTo>
                  <a:pt x="1078" y="8185"/>
                </a:lnTo>
                <a:lnTo>
                  <a:pt x="1124" y="7840"/>
                </a:lnTo>
                <a:lnTo>
                  <a:pt x="1197" y="7473"/>
                </a:lnTo>
                <a:lnTo>
                  <a:pt x="1295" y="7132"/>
                </a:lnTo>
                <a:lnTo>
                  <a:pt x="1393" y="6790"/>
                </a:lnTo>
                <a:lnTo>
                  <a:pt x="1515" y="6448"/>
                </a:lnTo>
                <a:lnTo>
                  <a:pt x="1637" y="6106"/>
                </a:lnTo>
                <a:lnTo>
                  <a:pt x="1784" y="5788"/>
                </a:lnTo>
                <a:lnTo>
                  <a:pt x="1954" y="5471"/>
                </a:lnTo>
                <a:lnTo>
                  <a:pt x="2125" y="5153"/>
                </a:lnTo>
                <a:lnTo>
                  <a:pt x="2296" y="4860"/>
                </a:lnTo>
                <a:lnTo>
                  <a:pt x="2516" y="4567"/>
                </a:lnTo>
                <a:lnTo>
                  <a:pt x="2712" y="4298"/>
                </a:lnTo>
                <a:lnTo>
                  <a:pt x="3151" y="3737"/>
                </a:lnTo>
                <a:lnTo>
                  <a:pt x="3664" y="3248"/>
                </a:lnTo>
                <a:lnTo>
                  <a:pt x="4079" y="3248"/>
                </a:lnTo>
                <a:lnTo>
                  <a:pt x="4299" y="3297"/>
                </a:lnTo>
                <a:lnTo>
                  <a:pt x="4470" y="3346"/>
                </a:lnTo>
                <a:lnTo>
                  <a:pt x="4592" y="3419"/>
                </a:lnTo>
                <a:lnTo>
                  <a:pt x="4690" y="3493"/>
                </a:lnTo>
                <a:lnTo>
                  <a:pt x="4788" y="3517"/>
                </a:lnTo>
                <a:lnTo>
                  <a:pt x="4885" y="3493"/>
                </a:lnTo>
                <a:lnTo>
                  <a:pt x="4983" y="3419"/>
                </a:lnTo>
                <a:lnTo>
                  <a:pt x="5056" y="3346"/>
                </a:lnTo>
                <a:lnTo>
                  <a:pt x="5178" y="3297"/>
                </a:lnTo>
                <a:lnTo>
                  <a:pt x="5276" y="3248"/>
                </a:lnTo>
                <a:lnTo>
                  <a:pt x="5349" y="3248"/>
                </a:lnTo>
                <a:lnTo>
                  <a:pt x="5471" y="3199"/>
                </a:lnTo>
                <a:lnTo>
                  <a:pt x="5594" y="3126"/>
                </a:lnTo>
                <a:lnTo>
                  <a:pt x="5764" y="3004"/>
                </a:lnTo>
                <a:lnTo>
                  <a:pt x="5935" y="2858"/>
                </a:lnTo>
                <a:lnTo>
                  <a:pt x="6131" y="2711"/>
                </a:lnTo>
                <a:lnTo>
                  <a:pt x="6375" y="2589"/>
                </a:lnTo>
                <a:lnTo>
                  <a:pt x="6619" y="2516"/>
                </a:lnTo>
                <a:lnTo>
                  <a:pt x="6888" y="2467"/>
                </a:lnTo>
                <a:close/>
                <a:moveTo>
                  <a:pt x="9379" y="0"/>
                </a:moveTo>
                <a:lnTo>
                  <a:pt x="8891" y="24"/>
                </a:lnTo>
                <a:lnTo>
                  <a:pt x="8427" y="49"/>
                </a:lnTo>
                <a:lnTo>
                  <a:pt x="7963" y="122"/>
                </a:lnTo>
                <a:lnTo>
                  <a:pt x="7499" y="195"/>
                </a:lnTo>
                <a:lnTo>
                  <a:pt x="7034" y="293"/>
                </a:lnTo>
                <a:lnTo>
                  <a:pt x="6595" y="440"/>
                </a:lnTo>
                <a:lnTo>
                  <a:pt x="6155" y="586"/>
                </a:lnTo>
                <a:lnTo>
                  <a:pt x="5740" y="733"/>
                </a:lnTo>
                <a:lnTo>
                  <a:pt x="5325" y="928"/>
                </a:lnTo>
                <a:lnTo>
                  <a:pt x="4910" y="1148"/>
                </a:lnTo>
                <a:lnTo>
                  <a:pt x="4519" y="1368"/>
                </a:lnTo>
                <a:lnTo>
                  <a:pt x="4128" y="1612"/>
                </a:lnTo>
                <a:lnTo>
                  <a:pt x="3762" y="1881"/>
                </a:lnTo>
                <a:lnTo>
                  <a:pt x="3420" y="2149"/>
                </a:lnTo>
                <a:lnTo>
                  <a:pt x="3078" y="2442"/>
                </a:lnTo>
                <a:lnTo>
                  <a:pt x="2760" y="2760"/>
                </a:lnTo>
                <a:lnTo>
                  <a:pt x="2443" y="3077"/>
                </a:lnTo>
                <a:lnTo>
                  <a:pt x="2150" y="3419"/>
                </a:lnTo>
                <a:lnTo>
                  <a:pt x="1881" y="3761"/>
                </a:lnTo>
                <a:lnTo>
                  <a:pt x="1613" y="4128"/>
                </a:lnTo>
                <a:lnTo>
                  <a:pt x="1368" y="4518"/>
                </a:lnTo>
                <a:lnTo>
                  <a:pt x="1149" y="4909"/>
                </a:lnTo>
                <a:lnTo>
                  <a:pt x="929" y="5324"/>
                </a:lnTo>
                <a:lnTo>
                  <a:pt x="733" y="5739"/>
                </a:lnTo>
                <a:lnTo>
                  <a:pt x="587" y="6155"/>
                </a:lnTo>
                <a:lnTo>
                  <a:pt x="440" y="6594"/>
                </a:lnTo>
                <a:lnTo>
                  <a:pt x="294" y="7034"/>
                </a:lnTo>
                <a:lnTo>
                  <a:pt x="196" y="7498"/>
                </a:lnTo>
                <a:lnTo>
                  <a:pt x="123" y="7962"/>
                </a:lnTo>
                <a:lnTo>
                  <a:pt x="49" y="8426"/>
                </a:lnTo>
                <a:lnTo>
                  <a:pt x="25" y="8890"/>
                </a:lnTo>
                <a:lnTo>
                  <a:pt x="1" y="9378"/>
                </a:lnTo>
                <a:lnTo>
                  <a:pt x="25" y="9867"/>
                </a:lnTo>
                <a:lnTo>
                  <a:pt x="49" y="10331"/>
                </a:lnTo>
                <a:lnTo>
                  <a:pt x="123" y="10795"/>
                </a:lnTo>
                <a:lnTo>
                  <a:pt x="196" y="11259"/>
                </a:lnTo>
                <a:lnTo>
                  <a:pt x="294" y="11723"/>
                </a:lnTo>
                <a:lnTo>
                  <a:pt x="440" y="12163"/>
                </a:lnTo>
                <a:lnTo>
                  <a:pt x="587" y="12602"/>
                </a:lnTo>
                <a:lnTo>
                  <a:pt x="733" y="13018"/>
                </a:lnTo>
                <a:lnTo>
                  <a:pt x="929" y="13433"/>
                </a:lnTo>
                <a:lnTo>
                  <a:pt x="1149" y="13848"/>
                </a:lnTo>
                <a:lnTo>
                  <a:pt x="1368" y="14239"/>
                </a:lnTo>
                <a:lnTo>
                  <a:pt x="1613" y="14629"/>
                </a:lnTo>
                <a:lnTo>
                  <a:pt x="1881" y="14996"/>
                </a:lnTo>
                <a:lnTo>
                  <a:pt x="2150" y="15338"/>
                </a:lnTo>
                <a:lnTo>
                  <a:pt x="2443" y="15680"/>
                </a:lnTo>
                <a:lnTo>
                  <a:pt x="2760" y="15997"/>
                </a:lnTo>
                <a:lnTo>
                  <a:pt x="3078" y="16315"/>
                </a:lnTo>
                <a:lnTo>
                  <a:pt x="3420" y="16608"/>
                </a:lnTo>
                <a:lnTo>
                  <a:pt x="3762" y="16876"/>
                </a:lnTo>
                <a:lnTo>
                  <a:pt x="4128" y="17145"/>
                </a:lnTo>
                <a:lnTo>
                  <a:pt x="4519" y="17389"/>
                </a:lnTo>
                <a:lnTo>
                  <a:pt x="4910" y="17609"/>
                </a:lnTo>
                <a:lnTo>
                  <a:pt x="5325" y="17829"/>
                </a:lnTo>
                <a:lnTo>
                  <a:pt x="5740" y="18024"/>
                </a:lnTo>
                <a:lnTo>
                  <a:pt x="6155" y="18171"/>
                </a:lnTo>
                <a:lnTo>
                  <a:pt x="6595" y="18317"/>
                </a:lnTo>
                <a:lnTo>
                  <a:pt x="7034" y="18464"/>
                </a:lnTo>
                <a:lnTo>
                  <a:pt x="7499" y="18562"/>
                </a:lnTo>
                <a:lnTo>
                  <a:pt x="7963" y="18635"/>
                </a:lnTo>
                <a:lnTo>
                  <a:pt x="8427" y="18708"/>
                </a:lnTo>
                <a:lnTo>
                  <a:pt x="8891" y="18733"/>
                </a:lnTo>
                <a:lnTo>
                  <a:pt x="9379" y="18757"/>
                </a:lnTo>
                <a:lnTo>
                  <a:pt x="9868" y="18733"/>
                </a:lnTo>
                <a:lnTo>
                  <a:pt x="10332" y="18708"/>
                </a:lnTo>
                <a:lnTo>
                  <a:pt x="10796" y="18635"/>
                </a:lnTo>
                <a:lnTo>
                  <a:pt x="11260" y="18562"/>
                </a:lnTo>
                <a:lnTo>
                  <a:pt x="11724" y="18464"/>
                </a:lnTo>
                <a:lnTo>
                  <a:pt x="12163" y="18317"/>
                </a:lnTo>
                <a:lnTo>
                  <a:pt x="12603" y="18171"/>
                </a:lnTo>
                <a:lnTo>
                  <a:pt x="13018" y="18024"/>
                </a:lnTo>
                <a:lnTo>
                  <a:pt x="13433" y="17829"/>
                </a:lnTo>
                <a:lnTo>
                  <a:pt x="13848" y="17609"/>
                </a:lnTo>
                <a:lnTo>
                  <a:pt x="14239" y="17389"/>
                </a:lnTo>
                <a:lnTo>
                  <a:pt x="14630" y="17145"/>
                </a:lnTo>
                <a:lnTo>
                  <a:pt x="14996" y="16876"/>
                </a:lnTo>
                <a:lnTo>
                  <a:pt x="15338" y="16608"/>
                </a:lnTo>
                <a:lnTo>
                  <a:pt x="15680" y="16315"/>
                </a:lnTo>
                <a:lnTo>
                  <a:pt x="15998" y="15997"/>
                </a:lnTo>
                <a:lnTo>
                  <a:pt x="16315" y="15680"/>
                </a:lnTo>
                <a:lnTo>
                  <a:pt x="16608" y="15338"/>
                </a:lnTo>
                <a:lnTo>
                  <a:pt x="16877" y="14996"/>
                </a:lnTo>
                <a:lnTo>
                  <a:pt x="17146" y="14629"/>
                </a:lnTo>
                <a:lnTo>
                  <a:pt x="17390" y="14239"/>
                </a:lnTo>
                <a:lnTo>
                  <a:pt x="17610" y="13848"/>
                </a:lnTo>
                <a:lnTo>
                  <a:pt x="17829" y="13433"/>
                </a:lnTo>
                <a:lnTo>
                  <a:pt x="18025" y="13018"/>
                </a:lnTo>
                <a:lnTo>
                  <a:pt x="18171" y="12602"/>
                </a:lnTo>
                <a:lnTo>
                  <a:pt x="18318" y="12163"/>
                </a:lnTo>
                <a:lnTo>
                  <a:pt x="18464" y="11723"/>
                </a:lnTo>
                <a:lnTo>
                  <a:pt x="18562" y="11259"/>
                </a:lnTo>
                <a:lnTo>
                  <a:pt x="18635" y="10795"/>
                </a:lnTo>
                <a:lnTo>
                  <a:pt x="18709" y="10331"/>
                </a:lnTo>
                <a:lnTo>
                  <a:pt x="18733" y="9867"/>
                </a:lnTo>
                <a:lnTo>
                  <a:pt x="18758" y="9378"/>
                </a:lnTo>
                <a:lnTo>
                  <a:pt x="18733" y="8890"/>
                </a:lnTo>
                <a:lnTo>
                  <a:pt x="18709" y="8426"/>
                </a:lnTo>
                <a:lnTo>
                  <a:pt x="18635" y="7962"/>
                </a:lnTo>
                <a:lnTo>
                  <a:pt x="18562" y="7498"/>
                </a:lnTo>
                <a:lnTo>
                  <a:pt x="18464" y="7034"/>
                </a:lnTo>
                <a:lnTo>
                  <a:pt x="18318" y="6594"/>
                </a:lnTo>
                <a:lnTo>
                  <a:pt x="18171" y="6155"/>
                </a:lnTo>
                <a:lnTo>
                  <a:pt x="18025" y="5739"/>
                </a:lnTo>
                <a:lnTo>
                  <a:pt x="17829" y="5324"/>
                </a:lnTo>
                <a:lnTo>
                  <a:pt x="17610" y="4909"/>
                </a:lnTo>
                <a:lnTo>
                  <a:pt x="17390" y="4518"/>
                </a:lnTo>
                <a:lnTo>
                  <a:pt x="17146" y="4128"/>
                </a:lnTo>
                <a:lnTo>
                  <a:pt x="16877" y="3761"/>
                </a:lnTo>
                <a:lnTo>
                  <a:pt x="16608" y="3419"/>
                </a:lnTo>
                <a:lnTo>
                  <a:pt x="16315" y="3077"/>
                </a:lnTo>
                <a:lnTo>
                  <a:pt x="15998" y="2760"/>
                </a:lnTo>
                <a:lnTo>
                  <a:pt x="15680" y="2442"/>
                </a:lnTo>
                <a:lnTo>
                  <a:pt x="15338" y="2149"/>
                </a:lnTo>
                <a:lnTo>
                  <a:pt x="14996" y="1881"/>
                </a:lnTo>
                <a:lnTo>
                  <a:pt x="14630" y="1612"/>
                </a:lnTo>
                <a:lnTo>
                  <a:pt x="14239" y="1368"/>
                </a:lnTo>
                <a:lnTo>
                  <a:pt x="13848" y="1148"/>
                </a:lnTo>
                <a:lnTo>
                  <a:pt x="13433" y="928"/>
                </a:lnTo>
                <a:lnTo>
                  <a:pt x="13018" y="733"/>
                </a:lnTo>
                <a:lnTo>
                  <a:pt x="12603" y="586"/>
                </a:lnTo>
                <a:lnTo>
                  <a:pt x="12163" y="440"/>
                </a:lnTo>
                <a:lnTo>
                  <a:pt x="11724" y="293"/>
                </a:lnTo>
                <a:lnTo>
                  <a:pt x="11260" y="195"/>
                </a:lnTo>
                <a:lnTo>
                  <a:pt x="10796" y="122"/>
                </a:lnTo>
                <a:lnTo>
                  <a:pt x="10332" y="49"/>
                </a:lnTo>
                <a:lnTo>
                  <a:pt x="9868" y="24"/>
                </a:lnTo>
                <a:lnTo>
                  <a:pt x="9379" y="0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grpSp>
        <p:nvGrpSpPr>
          <p:cNvPr id="325" name="Google Shape;325;p59"/>
          <p:cNvGrpSpPr/>
          <p:nvPr/>
        </p:nvGrpSpPr>
        <p:grpSpPr>
          <a:xfrm>
            <a:off x="10435952" y="4388470"/>
            <a:ext cx="342008" cy="342029"/>
            <a:chOff x="6654650" y="3665275"/>
            <a:chExt cx="409100" cy="409125"/>
          </a:xfrm>
        </p:grpSpPr>
        <p:sp>
          <p:nvSpPr>
            <p:cNvPr id="326" name="Google Shape;326;p59"/>
            <p:cNvSpPr/>
            <p:nvPr/>
          </p:nvSpPr>
          <p:spPr>
            <a:xfrm>
              <a:off x="6808525" y="3819150"/>
              <a:ext cx="211875" cy="211900"/>
            </a:xfrm>
            <a:custGeom>
              <a:rect b="b" l="l" r="r" t="t"/>
              <a:pathLst>
                <a:path extrusionOk="0" h="8476" w="8475">
                  <a:moveTo>
                    <a:pt x="8157" y="0"/>
                  </a:moveTo>
                  <a:lnTo>
                    <a:pt x="7327" y="1075"/>
                  </a:lnTo>
                  <a:lnTo>
                    <a:pt x="6399" y="2150"/>
                  </a:lnTo>
                  <a:lnTo>
                    <a:pt x="5422" y="3249"/>
                  </a:lnTo>
                  <a:lnTo>
                    <a:pt x="4347" y="4348"/>
                  </a:lnTo>
                  <a:lnTo>
                    <a:pt x="3248" y="5422"/>
                  </a:lnTo>
                  <a:lnTo>
                    <a:pt x="2149" y="6399"/>
                  </a:lnTo>
                  <a:lnTo>
                    <a:pt x="1075" y="7327"/>
                  </a:lnTo>
                  <a:lnTo>
                    <a:pt x="0" y="8158"/>
                  </a:lnTo>
                  <a:lnTo>
                    <a:pt x="440" y="8280"/>
                  </a:lnTo>
                  <a:lnTo>
                    <a:pt x="855" y="8377"/>
                  </a:lnTo>
                  <a:lnTo>
                    <a:pt x="1294" y="8426"/>
                  </a:lnTo>
                  <a:lnTo>
                    <a:pt x="1734" y="8475"/>
                  </a:lnTo>
                  <a:lnTo>
                    <a:pt x="2174" y="8475"/>
                  </a:lnTo>
                  <a:lnTo>
                    <a:pt x="2613" y="8451"/>
                  </a:lnTo>
                  <a:lnTo>
                    <a:pt x="3028" y="8402"/>
                  </a:lnTo>
                  <a:lnTo>
                    <a:pt x="3468" y="8304"/>
                  </a:lnTo>
                  <a:lnTo>
                    <a:pt x="3883" y="8207"/>
                  </a:lnTo>
                  <a:lnTo>
                    <a:pt x="4323" y="8060"/>
                  </a:lnTo>
                  <a:lnTo>
                    <a:pt x="4714" y="7889"/>
                  </a:lnTo>
                  <a:lnTo>
                    <a:pt x="5129" y="7694"/>
                  </a:lnTo>
                  <a:lnTo>
                    <a:pt x="5520" y="7449"/>
                  </a:lnTo>
                  <a:lnTo>
                    <a:pt x="5886" y="7205"/>
                  </a:lnTo>
                  <a:lnTo>
                    <a:pt x="6252" y="6912"/>
                  </a:lnTo>
                  <a:lnTo>
                    <a:pt x="6594" y="6595"/>
                  </a:lnTo>
                  <a:lnTo>
                    <a:pt x="6912" y="6253"/>
                  </a:lnTo>
                  <a:lnTo>
                    <a:pt x="7205" y="5886"/>
                  </a:lnTo>
                  <a:lnTo>
                    <a:pt x="7449" y="5520"/>
                  </a:lnTo>
                  <a:lnTo>
                    <a:pt x="7693" y="5129"/>
                  </a:lnTo>
                  <a:lnTo>
                    <a:pt x="7889" y="4714"/>
                  </a:lnTo>
                  <a:lnTo>
                    <a:pt x="8060" y="4323"/>
                  </a:lnTo>
                  <a:lnTo>
                    <a:pt x="8206" y="3884"/>
                  </a:lnTo>
                  <a:lnTo>
                    <a:pt x="8304" y="3468"/>
                  </a:lnTo>
                  <a:lnTo>
                    <a:pt x="8402" y="3029"/>
                  </a:lnTo>
                  <a:lnTo>
                    <a:pt x="8450" y="2614"/>
                  </a:lnTo>
                  <a:lnTo>
                    <a:pt x="8475" y="2174"/>
                  </a:lnTo>
                  <a:lnTo>
                    <a:pt x="8475" y="1734"/>
                  </a:lnTo>
                  <a:lnTo>
                    <a:pt x="8426" y="1295"/>
                  </a:lnTo>
                  <a:lnTo>
                    <a:pt x="8377" y="855"/>
                  </a:lnTo>
                  <a:lnTo>
                    <a:pt x="8279" y="440"/>
                  </a:lnTo>
                  <a:lnTo>
                    <a:pt x="8157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27" name="Google Shape;327;p59"/>
            <p:cNvSpPr/>
            <p:nvPr/>
          </p:nvSpPr>
          <p:spPr>
            <a:xfrm>
              <a:off x="6654650" y="3665275"/>
              <a:ext cx="409100" cy="409125"/>
            </a:xfrm>
            <a:custGeom>
              <a:rect b="b" l="l" r="r" t="t"/>
              <a:pathLst>
                <a:path extrusionOk="0" h="16365" w="16364">
                  <a:moveTo>
                    <a:pt x="13580" y="1686"/>
                  </a:moveTo>
                  <a:lnTo>
                    <a:pt x="13677" y="1735"/>
                  </a:lnTo>
                  <a:lnTo>
                    <a:pt x="13775" y="1759"/>
                  </a:lnTo>
                  <a:lnTo>
                    <a:pt x="13848" y="1832"/>
                  </a:lnTo>
                  <a:lnTo>
                    <a:pt x="13897" y="1906"/>
                  </a:lnTo>
                  <a:lnTo>
                    <a:pt x="13946" y="1979"/>
                  </a:lnTo>
                  <a:lnTo>
                    <a:pt x="13970" y="2077"/>
                  </a:lnTo>
                  <a:lnTo>
                    <a:pt x="13995" y="2174"/>
                  </a:lnTo>
                  <a:lnTo>
                    <a:pt x="13995" y="2419"/>
                  </a:lnTo>
                  <a:lnTo>
                    <a:pt x="13922" y="2687"/>
                  </a:lnTo>
                  <a:lnTo>
                    <a:pt x="13824" y="3029"/>
                  </a:lnTo>
                  <a:lnTo>
                    <a:pt x="13677" y="3371"/>
                  </a:lnTo>
                  <a:lnTo>
                    <a:pt x="13482" y="3762"/>
                  </a:lnTo>
                  <a:lnTo>
                    <a:pt x="13238" y="4177"/>
                  </a:lnTo>
                  <a:lnTo>
                    <a:pt x="12993" y="3908"/>
                  </a:lnTo>
                  <a:lnTo>
                    <a:pt x="12749" y="3615"/>
                  </a:lnTo>
                  <a:lnTo>
                    <a:pt x="12407" y="3298"/>
                  </a:lnTo>
                  <a:lnTo>
                    <a:pt x="12041" y="3029"/>
                  </a:lnTo>
                  <a:lnTo>
                    <a:pt x="11675" y="2761"/>
                  </a:lnTo>
                  <a:lnTo>
                    <a:pt x="11308" y="2541"/>
                  </a:lnTo>
                  <a:lnTo>
                    <a:pt x="11748" y="2272"/>
                  </a:lnTo>
                  <a:lnTo>
                    <a:pt x="12187" y="2052"/>
                  </a:lnTo>
                  <a:lnTo>
                    <a:pt x="12554" y="1881"/>
                  </a:lnTo>
                  <a:lnTo>
                    <a:pt x="12920" y="1759"/>
                  </a:lnTo>
                  <a:lnTo>
                    <a:pt x="13213" y="1686"/>
                  </a:lnTo>
                  <a:close/>
                  <a:moveTo>
                    <a:pt x="9721" y="3591"/>
                  </a:moveTo>
                  <a:lnTo>
                    <a:pt x="9794" y="3615"/>
                  </a:lnTo>
                  <a:lnTo>
                    <a:pt x="9916" y="3713"/>
                  </a:lnTo>
                  <a:lnTo>
                    <a:pt x="10014" y="3835"/>
                  </a:lnTo>
                  <a:lnTo>
                    <a:pt x="10038" y="3908"/>
                  </a:lnTo>
                  <a:lnTo>
                    <a:pt x="10038" y="3982"/>
                  </a:lnTo>
                  <a:lnTo>
                    <a:pt x="10038" y="4055"/>
                  </a:lnTo>
                  <a:lnTo>
                    <a:pt x="10014" y="4128"/>
                  </a:lnTo>
                  <a:lnTo>
                    <a:pt x="9916" y="4250"/>
                  </a:lnTo>
                  <a:lnTo>
                    <a:pt x="9794" y="4348"/>
                  </a:lnTo>
                  <a:lnTo>
                    <a:pt x="9721" y="4372"/>
                  </a:lnTo>
                  <a:lnTo>
                    <a:pt x="9574" y="4372"/>
                  </a:lnTo>
                  <a:lnTo>
                    <a:pt x="9501" y="4348"/>
                  </a:lnTo>
                  <a:lnTo>
                    <a:pt x="9379" y="4250"/>
                  </a:lnTo>
                  <a:lnTo>
                    <a:pt x="9281" y="4128"/>
                  </a:lnTo>
                  <a:lnTo>
                    <a:pt x="9257" y="4055"/>
                  </a:lnTo>
                  <a:lnTo>
                    <a:pt x="9257" y="3982"/>
                  </a:lnTo>
                  <a:lnTo>
                    <a:pt x="9257" y="3908"/>
                  </a:lnTo>
                  <a:lnTo>
                    <a:pt x="9281" y="3835"/>
                  </a:lnTo>
                  <a:lnTo>
                    <a:pt x="9379" y="3713"/>
                  </a:lnTo>
                  <a:lnTo>
                    <a:pt x="9501" y="3615"/>
                  </a:lnTo>
                  <a:lnTo>
                    <a:pt x="9574" y="3591"/>
                  </a:lnTo>
                  <a:close/>
                  <a:moveTo>
                    <a:pt x="8182" y="3322"/>
                  </a:moveTo>
                  <a:lnTo>
                    <a:pt x="8304" y="3347"/>
                  </a:lnTo>
                  <a:lnTo>
                    <a:pt x="8402" y="3371"/>
                  </a:lnTo>
                  <a:lnTo>
                    <a:pt x="8500" y="3420"/>
                  </a:lnTo>
                  <a:lnTo>
                    <a:pt x="8597" y="3493"/>
                  </a:lnTo>
                  <a:lnTo>
                    <a:pt x="8671" y="3591"/>
                  </a:lnTo>
                  <a:lnTo>
                    <a:pt x="8719" y="3689"/>
                  </a:lnTo>
                  <a:lnTo>
                    <a:pt x="8768" y="3786"/>
                  </a:lnTo>
                  <a:lnTo>
                    <a:pt x="8768" y="3908"/>
                  </a:lnTo>
                  <a:lnTo>
                    <a:pt x="8768" y="4031"/>
                  </a:lnTo>
                  <a:lnTo>
                    <a:pt x="8719" y="4153"/>
                  </a:lnTo>
                  <a:lnTo>
                    <a:pt x="8671" y="4250"/>
                  </a:lnTo>
                  <a:lnTo>
                    <a:pt x="8597" y="4324"/>
                  </a:lnTo>
                  <a:lnTo>
                    <a:pt x="8500" y="4397"/>
                  </a:lnTo>
                  <a:lnTo>
                    <a:pt x="8402" y="4446"/>
                  </a:lnTo>
                  <a:lnTo>
                    <a:pt x="8304" y="4495"/>
                  </a:lnTo>
                  <a:lnTo>
                    <a:pt x="8060" y="4495"/>
                  </a:lnTo>
                  <a:lnTo>
                    <a:pt x="7962" y="4446"/>
                  </a:lnTo>
                  <a:lnTo>
                    <a:pt x="7865" y="4397"/>
                  </a:lnTo>
                  <a:lnTo>
                    <a:pt x="7767" y="4324"/>
                  </a:lnTo>
                  <a:lnTo>
                    <a:pt x="7694" y="4250"/>
                  </a:lnTo>
                  <a:lnTo>
                    <a:pt x="7645" y="4153"/>
                  </a:lnTo>
                  <a:lnTo>
                    <a:pt x="7596" y="4031"/>
                  </a:lnTo>
                  <a:lnTo>
                    <a:pt x="7596" y="3908"/>
                  </a:lnTo>
                  <a:lnTo>
                    <a:pt x="7596" y="3786"/>
                  </a:lnTo>
                  <a:lnTo>
                    <a:pt x="7645" y="3689"/>
                  </a:lnTo>
                  <a:lnTo>
                    <a:pt x="7694" y="3591"/>
                  </a:lnTo>
                  <a:lnTo>
                    <a:pt x="7767" y="3493"/>
                  </a:lnTo>
                  <a:lnTo>
                    <a:pt x="7865" y="3420"/>
                  </a:lnTo>
                  <a:lnTo>
                    <a:pt x="7962" y="3371"/>
                  </a:lnTo>
                  <a:lnTo>
                    <a:pt x="8060" y="3347"/>
                  </a:lnTo>
                  <a:lnTo>
                    <a:pt x="8182" y="3322"/>
                  </a:lnTo>
                  <a:close/>
                  <a:moveTo>
                    <a:pt x="9086" y="4763"/>
                  </a:moveTo>
                  <a:lnTo>
                    <a:pt x="9159" y="4788"/>
                  </a:lnTo>
                  <a:lnTo>
                    <a:pt x="9281" y="4885"/>
                  </a:lnTo>
                  <a:lnTo>
                    <a:pt x="9354" y="5007"/>
                  </a:lnTo>
                  <a:lnTo>
                    <a:pt x="9379" y="5081"/>
                  </a:lnTo>
                  <a:lnTo>
                    <a:pt x="9379" y="5154"/>
                  </a:lnTo>
                  <a:lnTo>
                    <a:pt x="9379" y="5227"/>
                  </a:lnTo>
                  <a:lnTo>
                    <a:pt x="9354" y="5301"/>
                  </a:lnTo>
                  <a:lnTo>
                    <a:pt x="9281" y="5423"/>
                  </a:lnTo>
                  <a:lnTo>
                    <a:pt x="9159" y="5520"/>
                  </a:lnTo>
                  <a:lnTo>
                    <a:pt x="9086" y="5545"/>
                  </a:lnTo>
                  <a:lnTo>
                    <a:pt x="8915" y="5545"/>
                  </a:lnTo>
                  <a:lnTo>
                    <a:pt x="8842" y="5520"/>
                  </a:lnTo>
                  <a:lnTo>
                    <a:pt x="8719" y="5423"/>
                  </a:lnTo>
                  <a:lnTo>
                    <a:pt x="8646" y="5301"/>
                  </a:lnTo>
                  <a:lnTo>
                    <a:pt x="8622" y="5227"/>
                  </a:lnTo>
                  <a:lnTo>
                    <a:pt x="8597" y="5154"/>
                  </a:lnTo>
                  <a:lnTo>
                    <a:pt x="8622" y="5081"/>
                  </a:lnTo>
                  <a:lnTo>
                    <a:pt x="8646" y="5007"/>
                  </a:lnTo>
                  <a:lnTo>
                    <a:pt x="8719" y="4885"/>
                  </a:lnTo>
                  <a:lnTo>
                    <a:pt x="8842" y="4788"/>
                  </a:lnTo>
                  <a:lnTo>
                    <a:pt x="8915" y="4763"/>
                  </a:lnTo>
                  <a:close/>
                  <a:moveTo>
                    <a:pt x="2540" y="11309"/>
                  </a:moveTo>
                  <a:lnTo>
                    <a:pt x="2760" y="11675"/>
                  </a:lnTo>
                  <a:lnTo>
                    <a:pt x="3029" y="12041"/>
                  </a:lnTo>
                  <a:lnTo>
                    <a:pt x="3298" y="12408"/>
                  </a:lnTo>
                  <a:lnTo>
                    <a:pt x="3615" y="12750"/>
                  </a:lnTo>
                  <a:lnTo>
                    <a:pt x="3908" y="12994"/>
                  </a:lnTo>
                  <a:lnTo>
                    <a:pt x="4177" y="13238"/>
                  </a:lnTo>
                  <a:lnTo>
                    <a:pt x="3762" y="13482"/>
                  </a:lnTo>
                  <a:lnTo>
                    <a:pt x="3371" y="13678"/>
                  </a:lnTo>
                  <a:lnTo>
                    <a:pt x="3029" y="13824"/>
                  </a:lnTo>
                  <a:lnTo>
                    <a:pt x="2687" y="13922"/>
                  </a:lnTo>
                  <a:lnTo>
                    <a:pt x="2418" y="13995"/>
                  </a:lnTo>
                  <a:lnTo>
                    <a:pt x="2174" y="13995"/>
                  </a:lnTo>
                  <a:lnTo>
                    <a:pt x="2076" y="13971"/>
                  </a:lnTo>
                  <a:lnTo>
                    <a:pt x="1979" y="13946"/>
                  </a:lnTo>
                  <a:lnTo>
                    <a:pt x="1905" y="13897"/>
                  </a:lnTo>
                  <a:lnTo>
                    <a:pt x="1832" y="13849"/>
                  </a:lnTo>
                  <a:lnTo>
                    <a:pt x="1759" y="13775"/>
                  </a:lnTo>
                  <a:lnTo>
                    <a:pt x="1734" y="13678"/>
                  </a:lnTo>
                  <a:lnTo>
                    <a:pt x="1686" y="13580"/>
                  </a:lnTo>
                  <a:lnTo>
                    <a:pt x="1686" y="13482"/>
                  </a:lnTo>
                  <a:lnTo>
                    <a:pt x="1686" y="13214"/>
                  </a:lnTo>
                  <a:lnTo>
                    <a:pt x="1759" y="12921"/>
                  </a:lnTo>
                  <a:lnTo>
                    <a:pt x="1881" y="12554"/>
                  </a:lnTo>
                  <a:lnTo>
                    <a:pt x="2052" y="12188"/>
                  </a:lnTo>
                  <a:lnTo>
                    <a:pt x="2272" y="11748"/>
                  </a:lnTo>
                  <a:lnTo>
                    <a:pt x="2540" y="11309"/>
                  </a:lnTo>
                  <a:close/>
                  <a:moveTo>
                    <a:pt x="15362" y="1"/>
                  </a:moveTo>
                  <a:lnTo>
                    <a:pt x="15094" y="25"/>
                  </a:lnTo>
                  <a:lnTo>
                    <a:pt x="14801" y="74"/>
                  </a:lnTo>
                  <a:lnTo>
                    <a:pt x="14483" y="172"/>
                  </a:lnTo>
                  <a:lnTo>
                    <a:pt x="14141" y="294"/>
                  </a:lnTo>
                  <a:lnTo>
                    <a:pt x="13775" y="440"/>
                  </a:lnTo>
                  <a:lnTo>
                    <a:pt x="13384" y="611"/>
                  </a:lnTo>
                  <a:lnTo>
                    <a:pt x="12993" y="831"/>
                  </a:lnTo>
                  <a:lnTo>
                    <a:pt x="12578" y="1051"/>
                  </a:lnTo>
                  <a:lnTo>
                    <a:pt x="11699" y="1613"/>
                  </a:lnTo>
                  <a:lnTo>
                    <a:pt x="10747" y="2272"/>
                  </a:lnTo>
                  <a:lnTo>
                    <a:pt x="10307" y="2101"/>
                  </a:lnTo>
                  <a:lnTo>
                    <a:pt x="9843" y="1955"/>
                  </a:lnTo>
                  <a:lnTo>
                    <a:pt x="9379" y="1857"/>
                  </a:lnTo>
                  <a:lnTo>
                    <a:pt x="8915" y="1784"/>
                  </a:lnTo>
                  <a:lnTo>
                    <a:pt x="8451" y="1735"/>
                  </a:lnTo>
                  <a:lnTo>
                    <a:pt x="7962" y="1735"/>
                  </a:lnTo>
                  <a:lnTo>
                    <a:pt x="7498" y="1784"/>
                  </a:lnTo>
                  <a:lnTo>
                    <a:pt x="7034" y="1832"/>
                  </a:lnTo>
                  <a:lnTo>
                    <a:pt x="6570" y="1930"/>
                  </a:lnTo>
                  <a:lnTo>
                    <a:pt x="6106" y="2077"/>
                  </a:lnTo>
                  <a:lnTo>
                    <a:pt x="5667" y="2248"/>
                  </a:lnTo>
                  <a:lnTo>
                    <a:pt x="5227" y="2443"/>
                  </a:lnTo>
                  <a:lnTo>
                    <a:pt x="4787" y="2687"/>
                  </a:lnTo>
                  <a:lnTo>
                    <a:pt x="4397" y="2980"/>
                  </a:lnTo>
                  <a:lnTo>
                    <a:pt x="4006" y="3273"/>
                  </a:lnTo>
                  <a:lnTo>
                    <a:pt x="3615" y="3615"/>
                  </a:lnTo>
                  <a:lnTo>
                    <a:pt x="3273" y="4006"/>
                  </a:lnTo>
                  <a:lnTo>
                    <a:pt x="2980" y="4397"/>
                  </a:lnTo>
                  <a:lnTo>
                    <a:pt x="2687" y="4788"/>
                  </a:lnTo>
                  <a:lnTo>
                    <a:pt x="2443" y="5227"/>
                  </a:lnTo>
                  <a:lnTo>
                    <a:pt x="2247" y="5667"/>
                  </a:lnTo>
                  <a:lnTo>
                    <a:pt x="2076" y="6107"/>
                  </a:lnTo>
                  <a:lnTo>
                    <a:pt x="1930" y="6571"/>
                  </a:lnTo>
                  <a:lnTo>
                    <a:pt x="1832" y="7035"/>
                  </a:lnTo>
                  <a:lnTo>
                    <a:pt x="1783" y="7499"/>
                  </a:lnTo>
                  <a:lnTo>
                    <a:pt x="1734" y="7963"/>
                  </a:lnTo>
                  <a:lnTo>
                    <a:pt x="1734" y="8451"/>
                  </a:lnTo>
                  <a:lnTo>
                    <a:pt x="1783" y="8915"/>
                  </a:lnTo>
                  <a:lnTo>
                    <a:pt x="1857" y="9379"/>
                  </a:lnTo>
                  <a:lnTo>
                    <a:pt x="1954" y="9843"/>
                  </a:lnTo>
                  <a:lnTo>
                    <a:pt x="2101" y="10307"/>
                  </a:lnTo>
                  <a:lnTo>
                    <a:pt x="2272" y="10747"/>
                  </a:lnTo>
                  <a:lnTo>
                    <a:pt x="1612" y="11699"/>
                  </a:lnTo>
                  <a:lnTo>
                    <a:pt x="1051" y="12579"/>
                  </a:lnTo>
                  <a:lnTo>
                    <a:pt x="831" y="12994"/>
                  </a:lnTo>
                  <a:lnTo>
                    <a:pt x="611" y="13385"/>
                  </a:lnTo>
                  <a:lnTo>
                    <a:pt x="440" y="13775"/>
                  </a:lnTo>
                  <a:lnTo>
                    <a:pt x="293" y="14142"/>
                  </a:lnTo>
                  <a:lnTo>
                    <a:pt x="171" y="14484"/>
                  </a:lnTo>
                  <a:lnTo>
                    <a:pt x="74" y="14801"/>
                  </a:lnTo>
                  <a:lnTo>
                    <a:pt x="25" y="15094"/>
                  </a:lnTo>
                  <a:lnTo>
                    <a:pt x="0" y="15363"/>
                  </a:lnTo>
                  <a:lnTo>
                    <a:pt x="0" y="15583"/>
                  </a:lnTo>
                  <a:lnTo>
                    <a:pt x="49" y="15802"/>
                  </a:lnTo>
                  <a:lnTo>
                    <a:pt x="123" y="15973"/>
                  </a:lnTo>
                  <a:lnTo>
                    <a:pt x="245" y="16120"/>
                  </a:lnTo>
                  <a:lnTo>
                    <a:pt x="342" y="16218"/>
                  </a:lnTo>
                  <a:lnTo>
                    <a:pt x="489" y="16291"/>
                  </a:lnTo>
                  <a:lnTo>
                    <a:pt x="635" y="16340"/>
                  </a:lnTo>
                  <a:lnTo>
                    <a:pt x="806" y="16364"/>
                  </a:lnTo>
                  <a:lnTo>
                    <a:pt x="1173" y="16364"/>
                  </a:lnTo>
                  <a:lnTo>
                    <a:pt x="1393" y="16315"/>
                  </a:lnTo>
                  <a:lnTo>
                    <a:pt x="1637" y="16267"/>
                  </a:lnTo>
                  <a:lnTo>
                    <a:pt x="2150" y="16120"/>
                  </a:lnTo>
                  <a:lnTo>
                    <a:pt x="2711" y="15876"/>
                  </a:lnTo>
                  <a:lnTo>
                    <a:pt x="3322" y="15583"/>
                  </a:lnTo>
                  <a:lnTo>
                    <a:pt x="3957" y="15192"/>
                  </a:lnTo>
                  <a:lnTo>
                    <a:pt x="4665" y="14752"/>
                  </a:lnTo>
                  <a:lnTo>
                    <a:pt x="5373" y="14264"/>
                  </a:lnTo>
                  <a:lnTo>
                    <a:pt x="6131" y="13702"/>
                  </a:lnTo>
                  <a:lnTo>
                    <a:pt x="6912" y="13092"/>
                  </a:lnTo>
                  <a:lnTo>
                    <a:pt x="7718" y="12432"/>
                  </a:lnTo>
                  <a:lnTo>
                    <a:pt x="8524" y="11724"/>
                  </a:lnTo>
                  <a:lnTo>
                    <a:pt x="9330" y="10967"/>
                  </a:lnTo>
                  <a:lnTo>
                    <a:pt x="10160" y="10161"/>
                  </a:lnTo>
                  <a:lnTo>
                    <a:pt x="10966" y="9330"/>
                  </a:lnTo>
                  <a:lnTo>
                    <a:pt x="11723" y="8524"/>
                  </a:lnTo>
                  <a:lnTo>
                    <a:pt x="12432" y="7718"/>
                  </a:lnTo>
                  <a:lnTo>
                    <a:pt x="13091" y="6912"/>
                  </a:lnTo>
                  <a:lnTo>
                    <a:pt x="13702" y="6131"/>
                  </a:lnTo>
                  <a:lnTo>
                    <a:pt x="14263" y="5374"/>
                  </a:lnTo>
                  <a:lnTo>
                    <a:pt x="14752" y="4666"/>
                  </a:lnTo>
                  <a:lnTo>
                    <a:pt x="15192" y="3957"/>
                  </a:lnTo>
                  <a:lnTo>
                    <a:pt x="15582" y="3322"/>
                  </a:lnTo>
                  <a:lnTo>
                    <a:pt x="15875" y="2712"/>
                  </a:lnTo>
                  <a:lnTo>
                    <a:pt x="16120" y="2150"/>
                  </a:lnTo>
                  <a:lnTo>
                    <a:pt x="16266" y="1637"/>
                  </a:lnTo>
                  <a:lnTo>
                    <a:pt x="16315" y="1393"/>
                  </a:lnTo>
                  <a:lnTo>
                    <a:pt x="16364" y="1173"/>
                  </a:lnTo>
                  <a:lnTo>
                    <a:pt x="16364" y="978"/>
                  </a:lnTo>
                  <a:lnTo>
                    <a:pt x="16364" y="807"/>
                  </a:lnTo>
                  <a:lnTo>
                    <a:pt x="16339" y="636"/>
                  </a:lnTo>
                  <a:lnTo>
                    <a:pt x="16291" y="489"/>
                  </a:lnTo>
                  <a:lnTo>
                    <a:pt x="16217" y="343"/>
                  </a:lnTo>
                  <a:lnTo>
                    <a:pt x="16120" y="245"/>
                  </a:lnTo>
                  <a:lnTo>
                    <a:pt x="15973" y="123"/>
                  </a:lnTo>
                  <a:lnTo>
                    <a:pt x="15802" y="50"/>
                  </a:lnTo>
                  <a:lnTo>
                    <a:pt x="15582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328" name="Google Shape;328;p59"/>
          <p:cNvGrpSpPr/>
          <p:nvPr/>
        </p:nvGrpSpPr>
        <p:grpSpPr>
          <a:xfrm>
            <a:off x="5349916" y="4937702"/>
            <a:ext cx="370599" cy="370620"/>
            <a:chOff x="570875" y="4322250"/>
            <a:chExt cx="443300" cy="443325"/>
          </a:xfrm>
        </p:grpSpPr>
        <p:sp>
          <p:nvSpPr>
            <p:cNvPr id="329" name="Google Shape;329;p59"/>
            <p:cNvSpPr/>
            <p:nvPr/>
          </p:nvSpPr>
          <p:spPr>
            <a:xfrm>
              <a:off x="570875" y="4322250"/>
              <a:ext cx="443300" cy="443325"/>
            </a:xfrm>
            <a:custGeom>
              <a:rect b="b" l="l" r="r" t="t"/>
              <a:pathLst>
                <a:path extrusionOk="0" h="17733" w="17732">
                  <a:moveTo>
                    <a:pt x="13091" y="2712"/>
                  </a:moveTo>
                  <a:lnTo>
                    <a:pt x="13286" y="2736"/>
                  </a:lnTo>
                  <a:lnTo>
                    <a:pt x="13506" y="2785"/>
                  </a:lnTo>
                  <a:lnTo>
                    <a:pt x="13702" y="2858"/>
                  </a:lnTo>
                  <a:lnTo>
                    <a:pt x="13873" y="2956"/>
                  </a:lnTo>
                  <a:lnTo>
                    <a:pt x="14068" y="3054"/>
                  </a:lnTo>
                  <a:lnTo>
                    <a:pt x="14239" y="3176"/>
                  </a:lnTo>
                  <a:lnTo>
                    <a:pt x="14410" y="3323"/>
                  </a:lnTo>
                  <a:lnTo>
                    <a:pt x="14556" y="3493"/>
                  </a:lnTo>
                  <a:lnTo>
                    <a:pt x="14679" y="3664"/>
                  </a:lnTo>
                  <a:lnTo>
                    <a:pt x="14776" y="3860"/>
                  </a:lnTo>
                  <a:lnTo>
                    <a:pt x="14874" y="4031"/>
                  </a:lnTo>
                  <a:lnTo>
                    <a:pt x="14947" y="4226"/>
                  </a:lnTo>
                  <a:lnTo>
                    <a:pt x="14996" y="4446"/>
                  </a:lnTo>
                  <a:lnTo>
                    <a:pt x="15021" y="4641"/>
                  </a:lnTo>
                  <a:lnTo>
                    <a:pt x="15021" y="4861"/>
                  </a:lnTo>
                  <a:lnTo>
                    <a:pt x="15021" y="5057"/>
                  </a:lnTo>
                  <a:lnTo>
                    <a:pt x="14996" y="5252"/>
                  </a:lnTo>
                  <a:lnTo>
                    <a:pt x="14947" y="5472"/>
                  </a:lnTo>
                  <a:lnTo>
                    <a:pt x="14874" y="5667"/>
                  </a:lnTo>
                  <a:lnTo>
                    <a:pt x="14776" y="5838"/>
                  </a:lnTo>
                  <a:lnTo>
                    <a:pt x="14679" y="6033"/>
                  </a:lnTo>
                  <a:lnTo>
                    <a:pt x="14556" y="6204"/>
                  </a:lnTo>
                  <a:lnTo>
                    <a:pt x="14410" y="6375"/>
                  </a:lnTo>
                  <a:lnTo>
                    <a:pt x="13433" y="7328"/>
                  </a:lnTo>
                  <a:lnTo>
                    <a:pt x="13311" y="7426"/>
                  </a:lnTo>
                  <a:lnTo>
                    <a:pt x="13189" y="7499"/>
                  </a:lnTo>
                  <a:lnTo>
                    <a:pt x="13042" y="7548"/>
                  </a:lnTo>
                  <a:lnTo>
                    <a:pt x="12871" y="7572"/>
                  </a:lnTo>
                  <a:lnTo>
                    <a:pt x="12725" y="7548"/>
                  </a:lnTo>
                  <a:lnTo>
                    <a:pt x="12578" y="7499"/>
                  </a:lnTo>
                  <a:lnTo>
                    <a:pt x="12456" y="7426"/>
                  </a:lnTo>
                  <a:lnTo>
                    <a:pt x="12334" y="7328"/>
                  </a:lnTo>
                  <a:lnTo>
                    <a:pt x="10405" y="5398"/>
                  </a:lnTo>
                  <a:lnTo>
                    <a:pt x="10307" y="5276"/>
                  </a:lnTo>
                  <a:lnTo>
                    <a:pt x="10234" y="5154"/>
                  </a:lnTo>
                  <a:lnTo>
                    <a:pt x="10185" y="5008"/>
                  </a:lnTo>
                  <a:lnTo>
                    <a:pt x="10160" y="4861"/>
                  </a:lnTo>
                  <a:lnTo>
                    <a:pt x="10185" y="4690"/>
                  </a:lnTo>
                  <a:lnTo>
                    <a:pt x="10234" y="4544"/>
                  </a:lnTo>
                  <a:lnTo>
                    <a:pt x="10307" y="4422"/>
                  </a:lnTo>
                  <a:lnTo>
                    <a:pt x="10405" y="4299"/>
                  </a:lnTo>
                  <a:lnTo>
                    <a:pt x="11357" y="3323"/>
                  </a:lnTo>
                  <a:lnTo>
                    <a:pt x="11528" y="3176"/>
                  </a:lnTo>
                  <a:lnTo>
                    <a:pt x="11699" y="3054"/>
                  </a:lnTo>
                  <a:lnTo>
                    <a:pt x="11894" y="2956"/>
                  </a:lnTo>
                  <a:lnTo>
                    <a:pt x="12065" y="2858"/>
                  </a:lnTo>
                  <a:lnTo>
                    <a:pt x="12261" y="2785"/>
                  </a:lnTo>
                  <a:lnTo>
                    <a:pt x="12481" y="2736"/>
                  </a:lnTo>
                  <a:lnTo>
                    <a:pt x="12676" y="2712"/>
                  </a:lnTo>
                  <a:close/>
                  <a:moveTo>
                    <a:pt x="8377" y="8867"/>
                  </a:moveTo>
                  <a:lnTo>
                    <a:pt x="8475" y="8891"/>
                  </a:lnTo>
                  <a:lnTo>
                    <a:pt x="8548" y="8915"/>
                  </a:lnTo>
                  <a:lnTo>
                    <a:pt x="8646" y="8964"/>
                  </a:lnTo>
                  <a:lnTo>
                    <a:pt x="8719" y="9013"/>
                  </a:lnTo>
                  <a:lnTo>
                    <a:pt x="8768" y="9086"/>
                  </a:lnTo>
                  <a:lnTo>
                    <a:pt x="8817" y="9184"/>
                  </a:lnTo>
                  <a:lnTo>
                    <a:pt x="8841" y="9257"/>
                  </a:lnTo>
                  <a:lnTo>
                    <a:pt x="8866" y="9355"/>
                  </a:lnTo>
                  <a:lnTo>
                    <a:pt x="8841" y="9453"/>
                  </a:lnTo>
                  <a:lnTo>
                    <a:pt x="8817" y="9550"/>
                  </a:lnTo>
                  <a:lnTo>
                    <a:pt x="8768" y="9624"/>
                  </a:lnTo>
                  <a:lnTo>
                    <a:pt x="8719" y="9697"/>
                  </a:lnTo>
                  <a:lnTo>
                    <a:pt x="6179" y="12237"/>
                  </a:lnTo>
                  <a:lnTo>
                    <a:pt x="6106" y="12310"/>
                  </a:lnTo>
                  <a:lnTo>
                    <a:pt x="6033" y="12359"/>
                  </a:lnTo>
                  <a:lnTo>
                    <a:pt x="5935" y="12383"/>
                  </a:lnTo>
                  <a:lnTo>
                    <a:pt x="5740" y="12383"/>
                  </a:lnTo>
                  <a:lnTo>
                    <a:pt x="5642" y="12359"/>
                  </a:lnTo>
                  <a:lnTo>
                    <a:pt x="5569" y="12310"/>
                  </a:lnTo>
                  <a:lnTo>
                    <a:pt x="5496" y="12237"/>
                  </a:lnTo>
                  <a:lnTo>
                    <a:pt x="5422" y="12164"/>
                  </a:lnTo>
                  <a:lnTo>
                    <a:pt x="5373" y="12090"/>
                  </a:lnTo>
                  <a:lnTo>
                    <a:pt x="5349" y="11993"/>
                  </a:lnTo>
                  <a:lnTo>
                    <a:pt x="5349" y="11895"/>
                  </a:lnTo>
                  <a:lnTo>
                    <a:pt x="5349" y="11797"/>
                  </a:lnTo>
                  <a:lnTo>
                    <a:pt x="5373" y="11700"/>
                  </a:lnTo>
                  <a:lnTo>
                    <a:pt x="5422" y="11626"/>
                  </a:lnTo>
                  <a:lnTo>
                    <a:pt x="5496" y="11553"/>
                  </a:lnTo>
                  <a:lnTo>
                    <a:pt x="8036" y="9013"/>
                  </a:lnTo>
                  <a:lnTo>
                    <a:pt x="8109" y="8964"/>
                  </a:lnTo>
                  <a:lnTo>
                    <a:pt x="8182" y="8915"/>
                  </a:lnTo>
                  <a:lnTo>
                    <a:pt x="8280" y="8891"/>
                  </a:lnTo>
                  <a:lnTo>
                    <a:pt x="8377" y="8867"/>
                  </a:lnTo>
                  <a:close/>
                  <a:moveTo>
                    <a:pt x="14825" y="1"/>
                  </a:moveTo>
                  <a:lnTo>
                    <a:pt x="14288" y="25"/>
                  </a:lnTo>
                  <a:lnTo>
                    <a:pt x="13751" y="50"/>
                  </a:lnTo>
                  <a:lnTo>
                    <a:pt x="13213" y="123"/>
                  </a:lnTo>
                  <a:lnTo>
                    <a:pt x="12676" y="245"/>
                  </a:lnTo>
                  <a:lnTo>
                    <a:pt x="12163" y="367"/>
                  </a:lnTo>
                  <a:lnTo>
                    <a:pt x="11675" y="538"/>
                  </a:lnTo>
                  <a:lnTo>
                    <a:pt x="11235" y="758"/>
                  </a:lnTo>
                  <a:lnTo>
                    <a:pt x="11015" y="856"/>
                  </a:lnTo>
                  <a:lnTo>
                    <a:pt x="10844" y="1002"/>
                  </a:lnTo>
                  <a:lnTo>
                    <a:pt x="10649" y="1124"/>
                  </a:lnTo>
                  <a:lnTo>
                    <a:pt x="10502" y="1271"/>
                  </a:lnTo>
                  <a:lnTo>
                    <a:pt x="5544" y="6229"/>
                  </a:lnTo>
                  <a:lnTo>
                    <a:pt x="391" y="6229"/>
                  </a:lnTo>
                  <a:lnTo>
                    <a:pt x="245" y="6253"/>
                  </a:lnTo>
                  <a:lnTo>
                    <a:pt x="147" y="6278"/>
                  </a:lnTo>
                  <a:lnTo>
                    <a:pt x="49" y="6327"/>
                  </a:lnTo>
                  <a:lnTo>
                    <a:pt x="0" y="6400"/>
                  </a:lnTo>
                  <a:lnTo>
                    <a:pt x="0" y="6473"/>
                  </a:lnTo>
                  <a:lnTo>
                    <a:pt x="25" y="6571"/>
                  </a:lnTo>
                  <a:lnTo>
                    <a:pt x="74" y="6668"/>
                  </a:lnTo>
                  <a:lnTo>
                    <a:pt x="171" y="6791"/>
                  </a:lnTo>
                  <a:lnTo>
                    <a:pt x="2589" y="9184"/>
                  </a:lnTo>
                  <a:lnTo>
                    <a:pt x="2272" y="9502"/>
                  </a:lnTo>
                  <a:lnTo>
                    <a:pt x="953" y="9746"/>
                  </a:lnTo>
                  <a:lnTo>
                    <a:pt x="806" y="9795"/>
                  </a:lnTo>
                  <a:lnTo>
                    <a:pt x="684" y="9843"/>
                  </a:lnTo>
                  <a:lnTo>
                    <a:pt x="611" y="9941"/>
                  </a:lnTo>
                  <a:lnTo>
                    <a:pt x="562" y="10014"/>
                  </a:lnTo>
                  <a:lnTo>
                    <a:pt x="562" y="10112"/>
                  </a:lnTo>
                  <a:lnTo>
                    <a:pt x="586" y="10234"/>
                  </a:lnTo>
                  <a:lnTo>
                    <a:pt x="635" y="10332"/>
                  </a:lnTo>
                  <a:lnTo>
                    <a:pt x="733" y="10454"/>
                  </a:lnTo>
                  <a:lnTo>
                    <a:pt x="7278" y="16999"/>
                  </a:lnTo>
                  <a:lnTo>
                    <a:pt x="7401" y="17097"/>
                  </a:lnTo>
                  <a:lnTo>
                    <a:pt x="7498" y="17146"/>
                  </a:lnTo>
                  <a:lnTo>
                    <a:pt x="7620" y="17170"/>
                  </a:lnTo>
                  <a:lnTo>
                    <a:pt x="7718" y="17170"/>
                  </a:lnTo>
                  <a:lnTo>
                    <a:pt x="7791" y="17122"/>
                  </a:lnTo>
                  <a:lnTo>
                    <a:pt x="7889" y="17048"/>
                  </a:lnTo>
                  <a:lnTo>
                    <a:pt x="7938" y="16926"/>
                  </a:lnTo>
                  <a:lnTo>
                    <a:pt x="7987" y="16780"/>
                  </a:lnTo>
                  <a:lnTo>
                    <a:pt x="8231" y="15461"/>
                  </a:lnTo>
                  <a:lnTo>
                    <a:pt x="8548" y="15143"/>
                  </a:lnTo>
                  <a:lnTo>
                    <a:pt x="10942" y="17561"/>
                  </a:lnTo>
                  <a:lnTo>
                    <a:pt x="11064" y="17659"/>
                  </a:lnTo>
                  <a:lnTo>
                    <a:pt x="11162" y="17708"/>
                  </a:lnTo>
                  <a:lnTo>
                    <a:pt x="11259" y="17732"/>
                  </a:lnTo>
                  <a:lnTo>
                    <a:pt x="11333" y="17732"/>
                  </a:lnTo>
                  <a:lnTo>
                    <a:pt x="11406" y="17683"/>
                  </a:lnTo>
                  <a:lnTo>
                    <a:pt x="11455" y="17586"/>
                  </a:lnTo>
                  <a:lnTo>
                    <a:pt x="11479" y="17488"/>
                  </a:lnTo>
                  <a:lnTo>
                    <a:pt x="11504" y="17341"/>
                  </a:lnTo>
                  <a:lnTo>
                    <a:pt x="11504" y="12188"/>
                  </a:lnTo>
                  <a:lnTo>
                    <a:pt x="16461" y="7230"/>
                  </a:lnTo>
                  <a:lnTo>
                    <a:pt x="16608" y="7084"/>
                  </a:lnTo>
                  <a:lnTo>
                    <a:pt x="16730" y="6888"/>
                  </a:lnTo>
                  <a:lnTo>
                    <a:pt x="16877" y="6693"/>
                  </a:lnTo>
                  <a:lnTo>
                    <a:pt x="16974" y="6498"/>
                  </a:lnTo>
                  <a:lnTo>
                    <a:pt x="17194" y="6058"/>
                  </a:lnTo>
                  <a:lnTo>
                    <a:pt x="17365" y="5569"/>
                  </a:lnTo>
                  <a:lnTo>
                    <a:pt x="17487" y="5057"/>
                  </a:lnTo>
                  <a:lnTo>
                    <a:pt x="17609" y="4519"/>
                  </a:lnTo>
                  <a:lnTo>
                    <a:pt x="17683" y="3982"/>
                  </a:lnTo>
                  <a:lnTo>
                    <a:pt x="17707" y="3445"/>
                  </a:lnTo>
                  <a:lnTo>
                    <a:pt x="17731" y="2907"/>
                  </a:lnTo>
                  <a:lnTo>
                    <a:pt x="17731" y="2419"/>
                  </a:lnTo>
                  <a:lnTo>
                    <a:pt x="17707" y="1955"/>
                  </a:lnTo>
                  <a:lnTo>
                    <a:pt x="17658" y="1515"/>
                  </a:lnTo>
                  <a:lnTo>
                    <a:pt x="17585" y="1149"/>
                  </a:lnTo>
                  <a:lnTo>
                    <a:pt x="17512" y="831"/>
                  </a:lnTo>
                  <a:lnTo>
                    <a:pt x="17414" y="587"/>
                  </a:lnTo>
                  <a:lnTo>
                    <a:pt x="17341" y="489"/>
                  </a:lnTo>
                  <a:lnTo>
                    <a:pt x="17292" y="441"/>
                  </a:lnTo>
                  <a:lnTo>
                    <a:pt x="17243" y="392"/>
                  </a:lnTo>
                  <a:lnTo>
                    <a:pt x="17145" y="318"/>
                  </a:lnTo>
                  <a:lnTo>
                    <a:pt x="16901" y="221"/>
                  </a:lnTo>
                  <a:lnTo>
                    <a:pt x="16584" y="148"/>
                  </a:lnTo>
                  <a:lnTo>
                    <a:pt x="16217" y="74"/>
                  </a:lnTo>
                  <a:lnTo>
                    <a:pt x="15778" y="25"/>
                  </a:lnTo>
                  <a:lnTo>
                    <a:pt x="15314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30" name="Google Shape;330;p59"/>
            <p:cNvSpPr/>
            <p:nvPr/>
          </p:nvSpPr>
          <p:spPr>
            <a:xfrm>
              <a:off x="597725" y="4665400"/>
              <a:ext cx="73300" cy="73300"/>
            </a:xfrm>
            <a:custGeom>
              <a:rect b="b" l="l" r="r" t="t"/>
              <a:pathLst>
                <a:path extrusionOk="0" h="2932" w="2932">
                  <a:moveTo>
                    <a:pt x="2028" y="1"/>
                  </a:moveTo>
                  <a:lnTo>
                    <a:pt x="1857" y="25"/>
                  </a:lnTo>
                  <a:lnTo>
                    <a:pt x="1686" y="74"/>
                  </a:lnTo>
                  <a:lnTo>
                    <a:pt x="1515" y="147"/>
                  </a:lnTo>
                  <a:lnTo>
                    <a:pt x="1369" y="269"/>
                  </a:lnTo>
                  <a:lnTo>
                    <a:pt x="1222" y="489"/>
                  </a:lnTo>
                  <a:lnTo>
                    <a:pt x="1002" y="831"/>
                  </a:lnTo>
                  <a:lnTo>
                    <a:pt x="563" y="1735"/>
                  </a:lnTo>
                  <a:lnTo>
                    <a:pt x="172" y="2565"/>
                  </a:lnTo>
                  <a:lnTo>
                    <a:pt x="1" y="2932"/>
                  </a:lnTo>
                  <a:lnTo>
                    <a:pt x="1" y="2932"/>
                  </a:lnTo>
                  <a:lnTo>
                    <a:pt x="367" y="2761"/>
                  </a:lnTo>
                  <a:lnTo>
                    <a:pt x="1198" y="2370"/>
                  </a:lnTo>
                  <a:lnTo>
                    <a:pt x="2101" y="1930"/>
                  </a:lnTo>
                  <a:lnTo>
                    <a:pt x="2443" y="1710"/>
                  </a:lnTo>
                  <a:lnTo>
                    <a:pt x="2663" y="1564"/>
                  </a:lnTo>
                  <a:lnTo>
                    <a:pt x="2785" y="1417"/>
                  </a:lnTo>
                  <a:lnTo>
                    <a:pt x="2858" y="1246"/>
                  </a:lnTo>
                  <a:lnTo>
                    <a:pt x="2907" y="1075"/>
                  </a:lnTo>
                  <a:lnTo>
                    <a:pt x="2932" y="904"/>
                  </a:lnTo>
                  <a:lnTo>
                    <a:pt x="2907" y="733"/>
                  </a:lnTo>
                  <a:lnTo>
                    <a:pt x="2858" y="562"/>
                  </a:lnTo>
                  <a:lnTo>
                    <a:pt x="2785" y="416"/>
                  </a:lnTo>
                  <a:lnTo>
                    <a:pt x="2663" y="269"/>
                  </a:lnTo>
                  <a:lnTo>
                    <a:pt x="2517" y="147"/>
                  </a:lnTo>
                  <a:lnTo>
                    <a:pt x="2370" y="74"/>
                  </a:lnTo>
                  <a:lnTo>
                    <a:pt x="2199" y="25"/>
                  </a:lnTo>
                  <a:lnTo>
                    <a:pt x="2028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31" name="Google Shape;331;p59"/>
            <p:cNvSpPr/>
            <p:nvPr/>
          </p:nvSpPr>
          <p:spPr>
            <a:xfrm>
              <a:off x="654525" y="4708150"/>
              <a:ext cx="47025" cy="47025"/>
            </a:xfrm>
            <a:custGeom>
              <a:rect b="b" l="l" r="r" t="t"/>
              <a:pathLst>
                <a:path extrusionOk="0" h="1881" w="1881">
                  <a:moveTo>
                    <a:pt x="1124" y="0"/>
                  </a:moveTo>
                  <a:lnTo>
                    <a:pt x="977" y="25"/>
                  </a:lnTo>
                  <a:lnTo>
                    <a:pt x="831" y="74"/>
                  </a:lnTo>
                  <a:lnTo>
                    <a:pt x="709" y="147"/>
                  </a:lnTo>
                  <a:lnTo>
                    <a:pt x="586" y="245"/>
                  </a:lnTo>
                  <a:lnTo>
                    <a:pt x="464" y="391"/>
                  </a:lnTo>
                  <a:lnTo>
                    <a:pt x="367" y="611"/>
                  </a:lnTo>
                  <a:lnTo>
                    <a:pt x="269" y="880"/>
                  </a:lnTo>
                  <a:lnTo>
                    <a:pt x="171" y="1173"/>
                  </a:lnTo>
                  <a:lnTo>
                    <a:pt x="49" y="1686"/>
                  </a:lnTo>
                  <a:lnTo>
                    <a:pt x="0" y="1881"/>
                  </a:lnTo>
                  <a:lnTo>
                    <a:pt x="0" y="1881"/>
                  </a:lnTo>
                  <a:lnTo>
                    <a:pt x="220" y="1857"/>
                  </a:lnTo>
                  <a:lnTo>
                    <a:pt x="733" y="1710"/>
                  </a:lnTo>
                  <a:lnTo>
                    <a:pt x="1002" y="1637"/>
                  </a:lnTo>
                  <a:lnTo>
                    <a:pt x="1270" y="1539"/>
                  </a:lnTo>
                  <a:lnTo>
                    <a:pt x="1515" y="1417"/>
                  </a:lnTo>
                  <a:lnTo>
                    <a:pt x="1661" y="1319"/>
                  </a:lnTo>
                  <a:lnTo>
                    <a:pt x="1759" y="1197"/>
                  </a:lnTo>
                  <a:lnTo>
                    <a:pt x="1832" y="1051"/>
                  </a:lnTo>
                  <a:lnTo>
                    <a:pt x="1881" y="928"/>
                  </a:lnTo>
                  <a:lnTo>
                    <a:pt x="1881" y="782"/>
                  </a:lnTo>
                  <a:lnTo>
                    <a:pt x="1881" y="635"/>
                  </a:lnTo>
                  <a:lnTo>
                    <a:pt x="1832" y="489"/>
                  </a:lnTo>
                  <a:lnTo>
                    <a:pt x="1759" y="367"/>
                  </a:lnTo>
                  <a:lnTo>
                    <a:pt x="1661" y="245"/>
                  </a:lnTo>
                  <a:lnTo>
                    <a:pt x="1539" y="147"/>
                  </a:lnTo>
                  <a:lnTo>
                    <a:pt x="1417" y="74"/>
                  </a:lnTo>
                  <a:lnTo>
                    <a:pt x="1270" y="25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32" name="Google Shape;332;p59"/>
            <p:cNvSpPr/>
            <p:nvPr/>
          </p:nvSpPr>
          <p:spPr>
            <a:xfrm>
              <a:off x="581250" y="4634875"/>
              <a:ext cx="47050" cy="47050"/>
            </a:xfrm>
            <a:custGeom>
              <a:rect b="b" l="l" r="r" t="t"/>
              <a:pathLst>
                <a:path extrusionOk="0" h="1882" w="1882">
                  <a:moveTo>
                    <a:pt x="953" y="1"/>
                  </a:moveTo>
                  <a:lnTo>
                    <a:pt x="831" y="49"/>
                  </a:lnTo>
                  <a:lnTo>
                    <a:pt x="684" y="123"/>
                  </a:lnTo>
                  <a:lnTo>
                    <a:pt x="562" y="220"/>
                  </a:lnTo>
                  <a:lnTo>
                    <a:pt x="465" y="367"/>
                  </a:lnTo>
                  <a:lnTo>
                    <a:pt x="342" y="611"/>
                  </a:lnTo>
                  <a:lnTo>
                    <a:pt x="245" y="880"/>
                  </a:lnTo>
                  <a:lnTo>
                    <a:pt x="171" y="1148"/>
                  </a:lnTo>
                  <a:lnTo>
                    <a:pt x="25" y="1661"/>
                  </a:lnTo>
                  <a:lnTo>
                    <a:pt x="1" y="1881"/>
                  </a:lnTo>
                  <a:lnTo>
                    <a:pt x="196" y="1832"/>
                  </a:lnTo>
                  <a:lnTo>
                    <a:pt x="709" y="1710"/>
                  </a:lnTo>
                  <a:lnTo>
                    <a:pt x="1002" y="1613"/>
                  </a:lnTo>
                  <a:lnTo>
                    <a:pt x="1271" y="1515"/>
                  </a:lnTo>
                  <a:lnTo>
                    <a:pt x="1490" y="1417"/>
                  </a:lnTo>
                  <a:lnTo>
                    <a:pt x="1637" y="1295"/>
                  </a:lnTo>
                  <a:lnTo>
                    <a:pt x="1735" y="1173"/>
                  </a:lnTo>
                  <a:lnTo>
                    <a:pt x="1808" y="1051"/>
                  </a:lnTo>
                  <a:lnTo>
                    <a:pt x="1857" y="904"/>
                  </a:lnTo>
                  <a:lnTo>
                    <a:pt x="1881" y="758"/>
                  </a:lnTo>
                  <a:lnTo>
                    <a:pt x="1857" y="611"/>
                  </a:lnTo>
                  <a:lnTo>
                    <a:pt x="1808" y="465"/>
                  </a:lnTo>
                  <a:lnTo>
                    <a:pt x="1735" y="343"/>
                  </a:lnTo>
                  <a:lnTo>
                    <a:pt x="1637" y="220"/>
                  </a:lnTo>
                  <a:lnTo>
                    <a:pt x="1515" y="123"/>
                  </a:lnTo>
                  <a:lnTo>
                    <a:pt x="1393" y="49"/>
                  </a:lnTo>
                  <a:lnTo>
                    <a:pt x="1246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333" name="Google Shape;333;p59"/>
          <p:cNvSpPr/>
          <p:nvPr/>
        </p:nvSpPr>
        <p:spPr>
          <a:xfrm>
            <a:off x="5898162" y="5009824"/>
            <a:ext cx="401238" cy="226661"/>
          </a:xfrm>
          <a:custGeom>
            <a:rect b="b" l="l" r="r" t="t"/>
            <a:pathLst>
              <a:path extrusionOk="0" h="10845" w="19198">
                <a:moveTo>
                  <a:pt x="7572" y="1"/>
                </a:moveTo>
                <a:lnTo>
                  <a:pt x="7108" y="25"/>
                </a:lnTo>
                <a:lnTo>
                  <a:pt x="6668" y="98"/>
                </a:lnTo>
                <a:lnTo>
                  <a:pt x="6229" y="196"/>
                </a:lnTo>
                <a:lnTo>
                  <a:pt x="5813" y="343"/>
                </a:lnTo>
                <a:lnTo>
                  <a:pt x="5423" y="538"/>
                </a:lnTo>
                <a:lnTo>
                  <a:pt x="5056" y="758"/>
                </a:lnTo>
                <a:lnTo>
                  <a:pt x="4714" y="1026"/>
                </a:lnTo>
                <a:lnTo>
                  <a:pt x="4397" y="1319"/>
                </a:lnTo>
                <a:lnTo>
                  <a:pt x="4104" y="1637"/>
                </a:lnTo>
                <a:lnTo>
                  <a:pt x="3835" y="1979"/>
                </a:lnTo>
                <a:lnTo>
                  <a:pt x="3615" y="2345"/>
                </a:lnTo>
                <a:lnTo>
                  <a:pt x="3420" y="2736"/>
                </a:lnTo>
                <a:lnTo>
                  <a:pt x="3273" y="3151"/>
                </a:lnTo>
                <a:lnTo>
                  <a:pt x="3151" y="3591"/>
                </a:lnTo>
                <a:lnTo>
                  <a:pt x="3102" y="4030"/>
                </a:lnTo>
                <a:lnTo>
                  <a:pt x="3078" y="4494"/>
                </a:lnTo>
                <a:lnTo>
                  <a:pt x="3078" y="4788"/>
                </a:lnTo>
                <a:lnTo>
                  <a:pt x="2712" y="4788"/>
                </a:lnTo>
                <a:lnTo>
                  <a:pt x="2419" y="4836"/>
                </a:lnTo>
                <a:lnTo>
                  <a:pt x="2125" y="4910"/>
                </a:lnTo>
                <a:lnTo>
                  <a:pt x="1832" y="5032"/>
                </a:lnTo>
                <a:lnTo>
                  <a:pt x="1588" y="5154"/>
                </a:lnTo>
                <a:lnTo>
                  <a:pt x="1320" y="5300"/>
                </a:lnTo>
                <a:lnTo>
                  <a:pt x="1100" y="5471"/>
                </a:lnTo>
                <a:lnTo>
                  <a:pt x="880" y="5667"/>
                </a:lnTo>
                <a:lnTo>
                  <a:pt x="685" y="5887"/>
                </a:lnTo>
                <a:lnTo>
                  <a:pt x="514" y="6131"/>
                </a:lnTo>
                <a:lnTo>
                  <a:pt x="367" y="6375"/>
                </a:lnTo>
                <a:lnTo>
                  <a:pt x="220" y="6644"/>
                </a:lnTo>
                <a:lnTo>
                  <a:pt x="123" y="6912"/>
                </a:lnTo>
                <a:lnTo>
                  <a:pt x="50" y="7205"/>
                </a:lnTo>
                <a:lnTo>
                  <a:pt x="1" y="7499"/>
                </a:lnTo>
                <a:lnTo>
                  <a:pt x="1" y="7816"/>
                </a:lnTo>
                <a:lnTo>
                  <a:pt x="1" y="8134"/>
                </a:lnTo>
                <a:lnTo>
                  <a:pt x="50" y="8427"/>
                </a:lnTo>
                <a:lnTo>
                  <a:pt x="123" y="8720"/>
                </a:lnTo>
                <a:lnTo>
                  <a:pt x="220" y="8988"/>
                </a:lnTo>
                <a:lnTo>
                  <a:pt x="367" y="9257"/>
                </a:lnTo>
                <a:lnTo>
                  <a:pt x="514" y="9501"/>
                </a:lnTo>
                <a:lnTo>
                  <a:pt x="685" y="9745"/>
                </a:lnTo>
                <a:lnTo>
                  <a:pt x="880" y="9965"/>
                </a:lnTo>
                <a:lnTo>
                  <a:pt x="1100" y="10161"/>
                </a:lnTo>
                <a:lnTo>
                  <a:pt x="1320" y="10332"/>
                </a:lnTo>
                <a:lnTo>
                  <a:pt x="1588" y="10478"/>
                </a:lnTo>
                <a:lnTo>
                  <a:pt x="1832" y="10600"/>
                </a:lnTo>
                <a:lnTo>
                  <a:pt x="2125" y="10722"/>
                </a:lnTo>
                <a:lnTo>
                  <a:pt x="2419" y="10796"/>
                </a:lnTo>
                <a:lnTo>
                  <a:pt x="2712" y="10844"/>
                </a:lnTo>
                <a:lnTo>
                  <a:pt x="16486" y="10844"/>
                </a:lnTo>
                <a:lnTo>
                  <a:pt x="16779" y="10796"/>
                </a:lnTo>
                <a:lnTo>
                  <a:pt x="17072" y="10722"/>
                </a:lnTo>
                <a:lnTo>
                  <a:pt x="17365" y="10600"/>
                </a:lnTo>
                <a:lnTo>
                  <a:pt x="17610" y="10478"/>
                </a:lnTo>
                <a:lnTo>
                  <a:pt x="17878" y="10332"/>
                </a:lnTo>
                <a:lnTo>
                  <a:pt x="18098" y="10161"/>
                </a:lnTo>
                <a:lnTo>
                  <a:pt x="18318" y="9965"/>
                </a:lnTo>
                <a:lnTo>
                  <a:pt x="18513" y="9745"/>
                </a:lnTo>
                <a:lnTo>
                  <a:pt x="18684" y="9501"/>
                </a:lnTo>
                <a:lnTo>
                  <a:pt x="18831" y="9257"/>
                </a:lnTo>
                <a:lnTo>
                  <a:pt x="18977" y="8988"/>
                </a:lnTo>
                <a:lnTo>
                  <a:pt x="19075" y="8720"/>
                </a:lnTo>
                <a:lnTo>
                  <a:pt x="19148" y="8427"/>
                </a:lnTo>
                <a:lnTo>
                  <a:pt x="19197" y="8134"/>
                </a:lnTo>
                <a:lnTo>
                  <a:pt x="19197" y="7816"/>
                </a:lnTo>
                <a:lnTo>
                  <a:pt x="19197" y="7499"/>
                </a:lnTo>
                <a:lnTo>
                  <a:pt x="19148" y="7205"/>
                </a:lnTo>
                <a:lnTo>
                  <a:pt x="19075" y="6912"/>
                </a:lnTo>
                <a:lnTo>
                  <a:pt x="18977" y="6644"/>
                </a:lnTo>
                <a:lnTo>
                  <a:pt x="18831" y="6375"/>
                </a:lnTo>
                <a:lnTo>
                  <a:pt x="18684" y="6131"/>
                </a:lnTo>
                <a:lnTo>
                  <a:pt x="18513" y="5887"/>
                </a:lnTo>
                <a:lnTo>
                  <a:pt x="18318" y="5667"/>
                </a:lnTo>
                <a:lnTo>
                  <a:pt x="18098" y="5471"/>
                </a:lnTo>
                <a:lnTo>
                  <a:pt x="17878" y="5300"/>
                </a:lnTo>
                <a:lnTo>
                  <a:pt x="17610" y="5154"/>
                </a:lnTo>
                <a:lnTo>
                  <a:pt x="17365" y="5032"/>
                </a:lnTo>
                <a:lnTo>
                  <a:pt x="17072" y="4910"/>
                </a:lnTo>
                <a:lnTo>
                  <a:pt x="16779" y="4836"/>
                </a:lnTo>
                <a:lnTo>
                  <a:pt x="16486" y="4788"/>
                </a:lnTo>
                <a:lnTo>
                  <a:pt x="15412" y="4788"/>
                </a:lnTo>
                <a:lnTo>
                  <a:pt x="15436" y="4494"/>
                </a:lnTo>
                <a:lnTo>
                  <a:pt x="15412" y="4201"/>
                </a:lnTo>
                <a:lnTo>
                  <a:pt x="15387" y="3933"/>
                </a:lnTo>
                <a:lnTo>
                  <a:pt x="15314" y="3664"/>
                </a:lnTo>
                <a:lnTo>
                  <a:pt x="15216" y="3420"/>
                </a:lnTo>
                <a:lnTo>
                  <a:pt x="15094" y="3176"/>
                </a:lnTo>
                <a:lnTo>
                  <a:pt x="14972" y="2956"/>
                </a:lnTo>
                <a:lnTo>
                  <a:pt x="14801" y="2736"/>
                </a:lnTo>
                <a:lnTo>
                  <a:pt x="14630" y="2541"/>
                </a:lnTo>
                <a:lnTo>
                  <a:pt x="14435" y="2370"/>
                </a:lnTo>
                <a:lnTo>
                  <a:pt x="14215" y="2199"/>
                </a:lnTo>
                <a:lnTo>
                  <a:pt x="13995" y="2077"/>
                </a:lnTo>
                <a:lnTo>
                  <a:pt x="13751" y="1954"/>
                </a:lnTo>
                <a:lnTo>
                  <a:pt x="13507" y="1857"/>
                </a:lnTo>
                <a:lnTo>
                  <a:pt x="13238" y="1784"/>
                </a:lnTo>
                <a:lnTo>
                  <a:pt x="12969" y="1759"/>
                </a:lnTo>
                <a:lnTo>
                  <a:pt x="12676" y="1735"/>
                </a:lnTo>
                <a:lnTo>
                  <a:pt x="12334" y="1759"/>
                </a:lnTo>
                <a:lnTo>
                  <a:pt x="11992" y="1832"/>
                </a:lnTo>
                <a:lnTo>
                  <a:pt x="11650" y="1930"/>
                </a:lnTo>
                <a:lnTo>
                  <a:pt x="11357" y="2077"/>
                </a:lnTo>
                <a:lnTo>
                  <a:pt x="11186" y="1857"/>
                </a:lnTo>
                <a:lnTo>
                  <a:pt x="11015" y="1637"/>
                </a:lnTo>
                <a:lnTo>
                  <a:pt x="10844" y="1417"/>
                </a:lnTo>
                <a:lnTo>
                  <a:pt x="10649" y="1222"/>
                </a:lnTo>
                <a:lnTo>
                  <a:pt x="10454" y="1051"/>
                </a:lnTo>
                <a:lnTo>
                  <a:pt x="10234" y="880"/>
                </a:lnTo>
                <a:lnTo>
                  <a:pt x="9990" y="709"/>
                </a:lnTo>
                <a:lnTo>
                  <a:pt x="9745" y="562"/>
                </a:lnTo>
                <a:lnTo>
                  <a:pt x="9501" y="440"/>
                </a:lnTo>
                <a:lnTo>
                  <a:pt x="9257" y="318"/>
                </a:lnTo>
                <a:lnTo>
                  <a:pt x="8988" y="220"/>
                </a:lnTo>
                <a:lnTo>
                  <a:pt x="8720" y="147"/>
                </a:lnTo>
                <a:lnTo>
                  <a:pt x="8427" y="74"/>
                </a:lnTo>
                <a:lnTo>
                  <a:pt x="8158" y="25"/>
                </a:lnTo>
                <a:lnTo>
                  <a:pt x="7865" y="1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grpSp>
        <p:nvGrpSpPr>
          <p:cNvPr id="334" name="Google Shape;334;p59"/>
          <p:cNvGrpSpPr/>
          <p:nvPr/>
        </p:nvGrpSpPr>
        <p:grpSpPr>
          <a:xfrm>
            <a:off x="6527505" y="4910155"/>
            <a:ext cx="269526" cy="425712"/>
            <a:chOff x="1979475" y="4289300"/>
            <a:chExt cx="322400" cy="509225"/>
          </a:xfrm>
        </p:grpSpPr>
        <p:sp>
          <p:nvSpPr>
            <p:cNvPr id="335" name="Google Shape;335;p59"/>
            <p:cNvSpPr/>
            <p:nvPr/>
          </p:nvSpPr>
          <p:spPr>
            <a:xfrm>
              <a:off x="2187075" y="4509100"/>
              <a:ext cx="114800" cy="114800"/>
            </a:xfrm>
            <a:custGeom>
              <a:rect b="b" l="l" r="r" t="t"/>
              <a:pathLst>
                <a:path extrusionOk="0" h="4592" w="4592">
                  <a:moveTo>
                    <a:pt x="4396" y="0"/>
                  </a:moveTo>
                  <a:lnTo>
                    <a:pt x="3981" y="49"/>
                  </a:lnTo>
                  <a:lnTo>
                    <a:pt x="3419" y="171"/>
                  </a:lnTo>
                  <a:lnTo>
                    <a:pt x="2784" y="367"/>
                  </a:lnTo>
                  <a:lnTo>
                    <a:pt x="2100" y="587"/>
                  </a:lnTo>
                  <a:lnTo>
                    <a:pt x="1465" y="831"/>
                  </a:lnTo>
                  <a:lnTo>
                    <a:pt x="1172" y="953"/>
                  </a:lnTo>
                  <a:lnTo>
                    <a:pt x="928" y="1099"/>
                  </a:lnTo>
                  <a:lnTo>
                    <a:pt x="708" y="1246"/>
                  </a:lnTo>
                  <a:lnTo>
                    <a:pt x="562" y="1368"/>
                  </a:lnTo>
                  <a:lnTo>
                    <a:pt x="440" y="1515"/>
                  </a:lnTo>
                  <a:lnTo>
                    <a:pt x="318" y="1637"/>
                  </a:lnTo>
                  <a:lnTo>
                    <a:pt x="244" y="1808"/>
                  </a:lnTo>
                  <a:lnTo>
                    <a:pt x="171" y="1954"/>
                  </a:lnTo>
                  <a:lnTo>
                    <a:pt x="98" y="2101"/>
                  </a:lnTo>
                  <a:lnTo>
                    <a:pt x="49" y="2272"/>
                  </a:lnTo>
                  <a:lnTo>
                    <a:pt x="25" y="2443"/>
                  </a:lnTo>
                  <a:lnTo>
                    <a:pt x="0" y="2589"/>
                  </a:lnTo>
                  <a:lnTo>
                    <a:pt x="0" y="2760"/>
                  </a:lnTo>
                  <a:lnTo>
                    <a:pt x="25" y="2931"/>
                  </a:lnTo>
                  <a:lnTo>
                    <a:pt x="49" y="3102"/>
                  </a:lnTo>
                  <a:lnTo>
                    <a:pt x="98" y="3273"/>
                  </a:lnTo>
                  <a:lnTo>
                    <a:pt x="147" y="3420"/>
                  </a:lnTo>
                  <a:lnTo>
                    <a:pt x="220" y="3566"/>
                  </a:lnTo>
                  <a:lnTo>
                    <a:pt x="318" y="3737"/>
                  </a:lnTo>
                  <a:lnTo>
                    <a:pt x="415" y="3859"/>
                  </a:lnTo>
                  <a:lnTo>
                    <a:pt x="2418" y="1857"/>
                  </a:lnTo>
                  <a:lnTo>
                    <a:pt x="2491" y="1808"/>
                  </a:lnTo>
                  <a:lnTo>
                    <a:pt x="2638" y="1808"/>
                  </a:lnTo>
                  <a:lnTo>
                    <a:pt x="2711" y="1857"/>
                  </a:lnTo>
                  <a:lnTo>
                    <a:pt x="2760" y="1930"/>
                  </a:lnTo>
                  <a:lnTo>
                    <a:pt x="2784" y="2028"/>
                  </a:lnTo>
                  <a:lnTo>
                    <a:pt x="2760" y="2101"/>
                  </a:lnTo>
                  <a:lnTo>
                    <a:pt x="2711" y="2174"/>
                  </a:lnTo>
                  <a:lnTo>
                    <a:pt x="708" y="4177"/>
                  </a:lnTo>
                  <a:lnTo>
                    <a:pt x="855" y="4274"/>
                  </a:lnTo>
                  <a:lnTo>
                    <a:pt x="1001" y="4372"/>
                  </a:lnTo>
                  <a:lnTo>
                    <a:pt x="1172" y="4445"/>
                  </a:lnTo>
                  <a:lnTo>
                    <a:pt x="1319" y="4494"/>
                  </a:lnTo>
                  <a:lnTo>
                    <a:pt x="1490" y="4543"/>
                  </a:lnTo>
                  <a:lnTo>
                    <a:pt x="1661" y="4568"/>
                  </a:lnTo>
                  <a:lnTo>
                    <a:pt x="1807" y="4592"/>
                  </a:lnTo>
                  <a:lnTo>
                    <a:pt x="1978" y="4568"/>
                  </a:lnTo>
                  <a:lnTo>
                    <a:pt x="2149" y="4568"/>
                  </a:lnTo>
                  <a:lnTo>
                    <a:pt x="2320" y="4543"/>
                  </a:lnTo>
                  <a:lnTo>
                    <a:pt x="2491" y="4494"/>
                  </a:lnTo>
                  <a:lnTo>
                    <a:pt x="2638" y="4421"/>
                  </a:lnTo>
                  <a:lnTo>
                    <a:pt x="2784" y="4348"/>
                  </a:lnTo>
                  <a:lnTo>
                    <a:pt x="2931" y="4250"/>
                  </a:lnTo>
                  <a:lnTo>
                    <a:pt x="3077" y="4152"/>
                  </a:lnTo>
                  <a:lnTo>
                    <a:pt x="3200" y="4030"/>
                  </a:lnTo>
                  <a:lnTo>
                    <a:pt x="3346" y="3859"/>
                  </a:lnTo>
                  <a:lnTo>
                    <a:pt x="3493" y="3664"/>
                  </a:lnTo>
                  <a:lnTo>
                    <a:pt x="3615" y="3395"/>
                  </a:lnTo>
                  <a:lnTo>
                    <a:pt x="3761" y="3127"/>
                  </a:lnTo>
                  <a:lnTo>
                    <a:pt x="4005" y="2467"/>
                  </a:lnTo>
                  <a:lnTo>
                    <a:pt x="4225" y="1808"/>
                  </a:lnTo>
                  <a:lnTo>
                    <a:pt x="4421" y="1148"/>
                  </a:lnTo>
                  <a:lnTo>
                    <a:pt x="4543" y="611"/>
                  </a:lnTo>
                  <a:lnTo>
                    <a:pt x="4592" y="196"/>
                  </a:lnTo>
                  <a:lnTo>
                    <a:pt x="4592" y="74"/>
                  </a:lnTo>
                  <a:lnTo>
                    <a:pt x="4567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36" name="Google Shape;336;p59"/>
            <p:cNvSpPr/>
            <p:nvPr/>
          </p:nvSpPr>
          <p:spPr>
            <a:xfrm>
              <a:off x="1979475" y="4542675"/>
              <a:ext cx="156925" cy="156950"/>
            </a:xfrm>
            <a:custGeom>
              <a:rect b="b" l="l" r="r" t="t"/>
              <a:pathLst>
                <a:path extrusionOk="0" h="6278" w="6277">
                  <a:moveTo>
                    <a:pt x="122" y="1"/>
                  </a:moveTo>
                  <a:lnTo>
                    <a:pt x="25" y="25"/>
                  </a:lnTo>
                  <a:lnTo>
                    <a:pt x="0" y="123"/>
                  </a:lnTo>
                  <a:lnTo>
                    <a:pt x="0" y="294"/>
                  </a:lnTo>
                  <a:lnTo>
                    <a:pt x="25" y="538"/>
                  </a:lnTo>
                  <a:lnTo>
                    <a:pt x="74" y="856"/>
                  </a:lnTo>
                  <a:lnTo>
                    <a:pt x="244" y="1613"/>
                  </a:lnTo>
                  <a:lnTo>
                    <a:pt x="489" y="2492"/>
                  </a:lnTo>
                  <a:lnTo>
                    <a:pt x="806" y="3420"/>
                  </a:lnTo>
                  <a:lnTo>
                    <a:pt x="977" y="3860"/>
                  </a:lnTo>
                  <a:lnTo>
                    <a:pt x="1148" y="4275"/>
                  </a:lnTo>
                  <a:lnTo>
                    <a:pt x="1319" y="4666"/>
                  </a:lnTo>
                  <a:lnTo>
                    <a:pt x="1514" y="5007"/>
                  </a:lnTo>
                  <a:lnTo>
                    <a:pt x="1710" y="5301"/>
                  </a:lnTo>
                  <a:lnTo>
                    <a:pt x="1905" y="5520"/>
                  </a:lnTo>
                  <a:lnTo>
                    <a:pt x="2076" y="5691"/>
                  </a:lnTo>
                  <a:lnTo>
                    <a:pt x="2272" y="5838"/>
                  </a:lnTo>
                  <a:lnTo>
                    <a:pt x="2467" y="5960"/>
                  </a:lnTo>
                  <a:lnTo>
                    <a:pt x="2687" y="6058"/>
                  </a:lnTo>
                  <a:lnTo>
                    <a:pt x="2907" y="6155"/>
                  </a:lnTo>
                  <a:lnTo>
                    <a:pt x="3126" y="6204"/>
                  </a:lnTo>
                  <a:lnTo>
                    <a:pt x="3371" y="6253"/>
                  </a:lnTo>
                  <a:lnTo>
                    <a:pt x="3590" y="6277"/>
                  </a:lnTo>
                  <a:lnTo>
                    <a:pt x="3835" y="6277"/>
                  </a:lnTo>
                  <a:lnTo>
                    <a:pt x="4054" y="6253"/>
                  </a:lnTo>
                  <a:lnTo>
                    <a:pt x="4299" y="6204"/>
                  </a:lnTo>
                  <a:lnTo>
                    <a:pt x="4519" y="6155"/>
                  </a:lnTo>
                  <a:lnTo>
                    <a:pt x="4738" y="6058"/>
                  </a:lnTo>
                  <a:lnTo>
                    <a:pt x="4958" y="5960"/>
                  </a:lnTo>
                  <a:lnTo>
                    <a:pt x="5154" y="5838"/>
                  </a:lnTo>
                  <a:lnTo>
                    <a:pt x="5349" y="5691"/>
                  </a:lnTo>
                  <a:lnTo>
                    <a:pt x="2003" y="2345"/>
                  </a:lnTo>
                  <a:lnTo>
                    <a:pt x="1954" y="2272"/>
                  </a:lnTo>
                  <a:lnTo>
                    <a:pt x="1954" y="2174"/>
                  </a:lnTo>
                  <a:lnTo>
                    <a:pt x="1954" y="2101"/>
                  </a:lnTo>
                  <a:lnTo>
                    <a:pt x="2003" y="2003"/>
                  </a:lnTo>
                  <a:lnTo>
                    <a:pt x="2101" y="1955"/>
                  </a:lnTo>
                  <a:lnTo>
                    <a:pt x="2272" y="1955"/>
                  </a:lnTo>
                  <a:lnTo>
                    <a:pt x="2345" y="2003"/>
                  </a:lnTo>
                  <a:lnTo>
                    <a:pt x="5691" y="5349"/>
                  </a:lnTo>
                  <a:lnTo>
                    <a:pt x="5837" y="5154"/>
                  </a:lnTo>
                  <a:lnTo>
                    <a:pt x="5959" y="4959"/>
                  </a:lnTo>
                  <a:lnTo>
                    <a:pt x="6057" y="4739"/>
                  </a:lnTo>
                  <a:lnTo>
                    <a:pt x="6155" y="4519"/>
                  </a:lnTo>
                  <a:lnTo>
                    <a:pt x="6204" y="4299"/>
                  </a:lnTo>
                  <a:lnTo>
                    <a:pt x="6253" y="4055"/>
                  </a:lnTo>
                  <a:lnTo>
                    <a:pt x="6277" y="3835"/>
                  </a:lnTo>
                  <a:lnTo>
                    <a:pt x="6277" y="3591"/>
                  </a:lnTo>
                  <a:lnTo>
                    <a:pt x="6253" y="3371"/>
                  </a:lnTo>
                  <a:lnTo>
                    <a:pt x="6204" y="3127"/>
                  </a:lnTo>
                  <a:lnTo>
                    <a:pt x="6155" y="2907"/>
                  </a:lnTo>
                  <a:lnTo>
                    <a:pt x="6057" y="2687"/>
                  </a:lnTo>
                  <a:lnTo>
                    <a:pt x="5959" y="2467"/>
                  </a:lnTo>
                  <a:lnTo>
                    <a:pt x="5837" y="2272"/>
                  </a:lnTo>
                  <a:lnTo>
                    <a:pt x="5691" y="2077"/>
                  </a:lnTo>
                  <a:lnTo>
                    <a:pt x="5520" y="1906"/>
                  </a:lnTo>
                  <a:lnTo>
                    <a:pt x="5300" y="1710"/>
                  </a:lnTo>
                  <a:lnTo>
                    <a:pt x="5007" y="1515"/>
                  </a:lnTo>
                  <a:lnTo>
                    <a:pt x="4665" y="1320"/>
                  </a:lnTo>
                  <a:lnTo>
                    <a:pt x="4274" y="1149"/>
                  </a:lnTo>
                  <a:lnTo>
                    <a:pt x="3859" y="978"/>
                  </a:lnTo>
                  <a:lnTo>
                    <a:pt x="3419" y="807"/>
                  </a:lnTo>
                  <a:lnTo>
                    <a:pt x="2491" y="489"/>
                  </a:lnTo>
                  <a:lnTo>
                    <a:pt x="1612" y="245"/>
                  </a:lnTo>
                  <a:lnTo>
                    <a:pt x="855" y="74"/>
                  </a:lnTo>
                  <a:lnTo>
                    <a:pt x="538" y="25"/>
                  </a:lnTo>
                  <a:lnTo>
                    <a:pt x="293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37" name="Google Shape;337;p59"/>
            <p:cNvSpPr/>
            <p:nvPr/>
          </p:nvSpPr>
          <p:spPr>
            <a:xfrm>
              <a:off x="2041125" y="4289300"/>
              <a:ext cx="240000" cy="509225"/>
            </a:xfrm>
            <a:custGeom>
              <a:rect b="b" l="l" r="r" t="t"/>
              <a:pathLst>
                <a:path extrusionOk="0" h="20369" w="9600">
                  <a:moveTo>
                    <a:pt x="4788" y="3664"/>
                  </a:moveTo>
                  <a:lnTo>
                    <a:pt x="5032" y="3688"/>
                  </a:lnTo>
                  <a:lnTo>
                    <a:pt x="5228" y="3761"/>
                  </a:lnTo>
                  <a:lnTo>
                    <a:pt x="5423" y="3859"/>
                  </a:lnTo>
                  <a:lnTo>
                    <a:pt x="5594" y="3981"/>
                  </a:lnTo>
                  <a:lnTo>
                    <a:pt x="5716" y="4152"/>
                  </a:lnTo>
                  <a:lnTo>
                    <a:pt x="5838" y="4347"/>
                  </a:lnTo>
                  <a:lnTo>
                    <a:pt x="5887" y="4567"/>
                  </a:lnTo>
                  <a:lnTo>
                    <a:pt x="5911" y="4787"/>
                  </a:lnTo>
                  <a:lnTo>
                    <a:pt x="5887" y="5007"/>
                  </a:lnTo>
                  <a:lnTo>
                    <a:pt x="5838" y="5227"/>
                  </a:lnTo>
                  <a:lnTo>
                    <a:pt x="5716" y="5422"/>
                  </a:lnTo>
                  <a:lnTo>
                    <a:pt x="5594" y="5569"/>
                  </a:lnTo>
                  <a:lnTo>
                    <a:pt x="5423" y="5715"/>
                  </a:lnTo>
                  <a:lnTo>
                    <a:pt x="5228" y="5813"/>
                  </a:lnTo>
                  <a:lnTo>
                    <a:pt x="5032" y="5886"/>
                  </a:lnTo>
                  <a:lnTo>
                    <a:pt x="4788" y="5911"/>
                  </a:lnTo>
                  <a:lnTo>
                    <a:pt x="4568" y="5886"/>
                  </a:lnTo>
                  <a:lnTo>
                    <a:pt x="4348" y="5813"/>
                  </a:lnTo>
                  <a:lnTo>
                    <a:pt x="4177" y="5715"/>
                  </a:lnTo>
                  <a:lnTo>
                    <a:pt x="4006" y="5569"/>
                  </a:lnTo>
                  <a:lnTo>
                    <a:pt x="3860" y="5422"/>
                  </a:lnTo>
                  <a:lnTo>
                    <a:pt x="3762" y="5227"/>
                  </a:lnTo>
                  <a:lnTo>
                    <a:pt x="3689" y="5007"/>
                  </a:lnTo>
                  <a:lnTo>
                    <a:pt x="3664" y="4787"/>
                  </a:lnTo>
                  <a:lnTo>
                    <a:pt x="3689" y="4567"/>
                  </a:lnTo>
                  <a:lnTo>
                    <a:pt x="3762" y="4347"/>
                  </a:lnTo>
                  <a:lnTo>
                    <a:pt x="3860" y="4152"/>
                  </a:lnTo>
                  <a:lnTo>
                    <a:pt x="4006" y="3981"/>
                  </a:lnTo>
                  <a:lnTo>
                    <a:pt x="4177" y="3859"/>
                  </a:lnTo>
                  <a:lnTo>
                    <a:pt x="4348" y="3761"/>
                  </a:lnTo>
                  <a:lnTo>
                    <a:pt x="4568" y="3688"/>
                  </a:lnTo>
                  <a:lnTo>
                    <a:pt x="4788" y="3664"/>
                  </a:lnTo>
                  <a:close/>
                  <a:moveTo>
                    <a:pt x="4568" y="0"/>
                  </a:moveTo>
                  <a:lnTo>
                    <a:pt x="4348" y="49"/>
                  </a:lnTo>
                  <a:lnTo>
                    <a:pt x="4153" y="122"/>
                  </a:lnTo>
                  <a:lnTo>
                    <a:pt x="3933" y="220"/>
                  </a:lnTo>
                  <a:lnTo>
                    <a:pt x="3738" y="342"/>
                  </a:lnTo>
                  <a:lnTo>
                    <a:pt x="3542" y="489"/>
                  </a:lnTo>
                  <a:lnTo>
                    <a:pt x="3347" y="684"/>
                  </a:lnTo>
                  <a:lnTo>
                    <a:pt x="3176" y="904"/>
                  </a:lnTo>
                  <a:lnTo>
                    <a:pt x="2907" y="855"/>
                  </a:lnTo>
                  <a:lnTo>
                    <a:pt x="2663" y="855"/>
                  </a:lnTo>
                  <a:lnTo>
                    <a:pt x="2394" y="904"/>
                  </a:lnTo>
                  <a:lnTo>
                    <a:pt x="2175" y="953"/>
                  </a:lnTo>
                  <a:lnTo>
                    <a:pt x="1955" y="1026"/>
                  </a:lnTo>
                  <a:lnTo>
                    <a:pt x="1759" y="1124"/>
                  </a:lnTo>
                  <a:lnTo>
                    <a:pt x="1564" y="1246"/>
                  </a:lnTo>
                  <a:lnTo>
                    <a:pt x="1393" y="1392"/>
                  </a:lnTo>
                  <a:lnTo>
                    <a:pt x="1271" y="1563"/>
                  </a:lnTo>
                  <a:lnTo>
                    <a:pt x="1124" y="1734"/>
                  </a:lnTo>
                  <a:lnTo>
                    <a:pt x="1027" y="1930"/>
                  </a:lnTo>
                  <a:lnTo>
                    <a:pt x="953" y="2149"/>
                  </a:lnTo>
                  <a:lnTo>
                    <a:pt x="905" y="2394"/>
                  </a:lnTo>
                  <a:lnTo>
                    <a:pt x="880" y="2638"/>
                  </a:lnTo>
                  <a:lnTo>
                    <a:pt x="880" y="2906"/>
                  </a:lnTo>
                  <a:lnTo>
                    <a:pt x="905" y="3175"/>
                  </a:lnTo>
                  <a:lnTo>
                    <a:pt x="685" y="3346"/>
                  </a:lnTo>
                  <a:lnTo>
                    <a:pt x="514" y="3517"/>
                  </a:lnTo>
                  <a:lnTo>
                    <a:pt x="343" y="3712"/>
                  </a:lnTo>
                  <a:lnTo>
                    <a:pt x="221" y="3932"/>
                  </a:lnTo>
                  <a:lnTo>
                    <a:pt x="123" y="4128"/>
                  </a:lnTo>
                  <a:lnTo>
                    <a:pt x="50" y="4347"/>
                  </a:lnTo>
                  <a:lnTo>
                    <a:pt x="25" y="4567"/>
                  </a:lnTo>
                  <a:lnTo>
                    <a:pt x="1" y="4787"/>
                  </a:lnTo>
                  <a:lnTo>
                    <a:pt x="25" y="5007"/>
                  </a:lnTo>
                  <a:lnTo>
                    <a:pt x="50" y="5227"/>
                  </a:lnTo>
                  <a:lnTo>
                    <a:pt x="123" y="5422"/>
                  </a:lnTo>
                  <a:lnTo>
                    <a:pt x="221" y="5642"/>
                  </a:lnTo>
                  <a:lnTo>
                    <a:pt x="343" y="5837"/>
                  </a:lnTo>
                  <a:lnTo>
                    <a:pt x="514" y="6033"/>
                  </a:lnTo>
                  <a:lnTo>
                    <a:pt x="685" y="6228"/>
                  </a:lnTo>
                  <a:lnTo>
                    <a:pt x="905" y="6399"/>
                  </a:lnTo>
                  <a:lnTo>
                    <a:pt x="880" y="6668"/>
                  </a:lnTo>
                  <a:lnTo>
                    <a:pt x="880" y="6936"/>
                  </a:lnTo>
                  <a:lnTo>
                    <a:pt x="905" y="7181"/>
                  </a:lnTo>
                  <a:lnTo>
                    <a:pt x="953" y="7400"/>
                  </a:lnTo>
                  <a:lnTo>
                    <a:pt x="1027" y="7620"/>
                  </a:lnTo>
                  <a:lnTo>
                    <a:pt x="1124" y="7816"/>
                  </a:lnTo>
                  <a:lnTo>
                    <a:pt x="1271" y="8011"/>
                  </a:lnTo>
                  <a:lnTo>
                    <a:pt x="1393" y="8182"/>
                  </a:lnTo>
                  <a:lnTo>
                    <a:pt x="1564" y="8328"/>
                  </a:lnTo>
                  <a:lnTo>
                    <a:pt x="1759" y="8451"/>
                  </a:lnTo>
                  <a:lnTo>
                    <a:pt x="1955" y="8548"/>
                  </a:lnTo>
                  <a:lnTo>
                    <a:pt x="2175" y="8621"/>
                  </a:lnTo>
                  <a:lnTo>
                    <a:pt x="2394" y="8670"/>
                  </a:lnTo>
                  <a:lnTo>
                    <a:pt x="2663" y="8695"/>
                  </a:lnTo>
                  <a:lnTo>
                    <a:pt x="2907" y="8695"/>
                  </a:lnTo>
                  <a:lnTo>
                    <a:pt x="3176" y="8670"/>
                  </a:lnTo>
                  <a:lnTo>
                    <a:pt x="3420" y="8939"/>
                  </a:lnTo>
                  <a:lnTo>
                    <a:pt x="3664" y="9159"/>
                  </a:lnTo>
                  <a:lnTo>
                    <a:pt x="3933" y="9354"/>
                  </a:lnTo>
                  <a:lnTo>
                    <a:pt x="4202" y="9476"/>
                  </a:lnTo>
                  <a:lnTo>
                    <a:pt x="4202" y="19783"/>
                  </a:lnTo>
                  <a:lnTo>
                    <a:pt x="4226" y="19905"/>
                  </a:lnTo>
                  <a:lnTo>
                    <a:pt x="4251" y="20027"/>
                  </a:lnTo>
                  <a:lnTo>
                    <a:pt x="4299" y="20125"/>
                  </a:lnTo>
                  <a:lnTo>
                    <a:pt x="4373" y="20198"/>
                  </a:lnTo>
                  <a:lnTo>
                    <a:pt x="4470" y="20271"/>
                  </a:lnTo>
                  <a:lnTo>
                    <a:pt x="4568" y="20345"/>
                  </a:lnTo>
                  <a:lnTo>
                    <a:pt x="4666" y="20369"/>
                  </a:lnTo>
                  <a:lnTo>
                    <a:pt x="4910" y="20369"/>
                  </a:lnTo>
                  <a:lnTo>
                    <a:pt x="5032" y="20345"/>
                  </a:lnTo>
                  <a:lnTo>
                    <a:pt x="5130" y="20271"/>
                  </a:lnTo>
                  <a:lnTo>
                    <a:pt x="5203" y="20198"/>
                  </a:lnTo>
                  <a:lnTo>
                    <a:pt x="5276" y="20125"/>
                  </a:lnTo>
                  <a:lnTo>
                    <a:pt x="5350" y="20027"/>
                  </a:lnTo>
                  <a:lnTo>
                    <a:pt x="5374" y="19905"/>
                  </a:lnTo>
                  <a:lnTo>
                    <a:pt x="5374" y="19783"/>
                  </a:lnTo>
                  <a:lnTo>
                    <a:pt x="5374" y="9476"/>
                  </a:lnTo>
                  <a:lnTo>
                    <a:pt x="5667" y="9354"/>
                  </a:lnTo>
                  <a:lnTo>
                    <a:pt x="5936" y="9159"/>
                  </a:lnTo>
                  <a:lnTo>
                    <a:pt x="6180" y="8939"/>
                  </a:lnTo>
                  <a:lnTo>
                    <a:pt x="6400" y="8670"/>
                  </a:lnTo>
                  <a:lnTo>
                    <a:pt x="6668" y="8695"/>
                  </a:lnTo>
                  <a:lnTo>
                    <a:pt x="6937" y="8695"/>
                  </a:lnTo>
                  <a:lnTo>
                    <a:pt x="7181" y="8670"/>
                  </a:lnTo>
                  <a:lnTo>
                    <a:pt x="7426" y="8621"/>
                  </a:lnTo>
                  <a:lnTo>
                    <a:pt x="7645" y="8548"/>
                  </a:lnTo>
                  <a:lnTo>
                    <a:pt x="7841" y="8451"/>
                  </a:lnTo>
                  <a:lnTo>
                    <a:pt x="8012" y="8328"/>
                  </a:lnTo>
                  <a:lnTo>
                    <a:pt x="8183" y="8182"/>
                  </a:lnTo>
                  <a:lnTo>
                    <a:pt x="8329" y="8011"/>
                  </a:lnTo>
                  <a:lnTo>
                    <a:pt x="8451" y="7816"/>
                  </a:lnTo>
                  <a:lnTo>
                    <a:pt x="8549" y="7620"/>
                  </a:lnTo>
                  <a:lnTo>
                    <a:pt x="8622" y="7400"/>
                  </a:lnTo>
                  <a:lnTo>
                    <a:pt x="8696" y="7181"/>
                  </a:lnTo>
                  <a:lnTo>
                    <a:pt x="8720" y="6936"/>
                  </a:lnTo>
                  <a:lnTo>
                    <a:pt x="8720" y="6668"/>
                  </a:lnTo>
                  <a:lnTo>
                    <a:pt x="8696" y="6399"/>
                  </a:lnTo>
                  <a:lnTo>
                    <a:pt x="8891" y="6228"/>
                  </a:lnTo>
                  <a:lnTo>
                    <a:pt x="9086" y="6033"/>
                  </a:lnTo>
                  <a:lnTo>
                    <a:pt x="9233" y="5837"/>
                  </a:lnTo>
                  <a:lnTo>
                    <a:pt x="9355" y="5642"/>
                  </a:lnTo>
                  <a:lnTo>
                    <a:pt x="9453" y="5422"/>
                  </a:lnTo>
                  <a:lnTo>
                    <a:pt x="9526" y="5227"/>
                  </a:lnTo>
                  <a:lnTo>
                    <a:pt x="9575" y="5007"/>
                  </a:lnTo>
                  <a:lnTo>
                    <a:pt x="9599" y="4787"/>
                  </a:lnTo>
                  <a:lnTo>
                    <a:pt x="9575" y="4567"/>
                  </a:lnTo>
                  <a:lnTo>
                    <a:pt x="9526" y="4347"/>
                  </a:lnTo>
                  <a:lnTo>
                    <a:pt x="9453" y="4128"/>
                  </a:lnTo>
                  <a:lnTo>
                    <a:pt x="9355" y="3932"/>
                  </a:lnTo>
                  <a:lnTo>
                    <a:pt x="9233" y="3712"/>
                  </a:lnTo>
                  <a:lnTo>
                    <a:pt x="9086" y="3517"/>
                  </a:lnTo>
                  <a:lnTo>
                    <a:pt x="8891" y="3346"/>
                  </a:lnTo>
                  <a:lnTo>
                    <a:pt x="8696" y="3175"/>
                  </a:lnTo>
                  <a:lnTo>
                    <a:pt x="8720" y="2906"/>
                  </a:lnTo>
                  <a:lnTo>
                    <a:pt x="8720" y="2638"/>
                  </a:lnTo>
                  <a:lnTo>
                    <a:pt x="8696" y="2394"/>
                  </a:lnTo>
                  <a:lnTo>
                    <a:pt x="8622" y="2149"/>
                  </a:lnTo>
                  <a:lnTo>
                    <a:pt x="8549" y="1930"/>
                  </a:lnTo>
                  <a:lnTo>
                    <a:pt x="8451" y="1734"/>
                  </a:lnTo>
                  <a:lnTo>
                    <a:pt x="8329" y="1563"/>
                  </a:lnTo>
                  <a:lnTo>
                    <a:pt x="8183" y="1392"/>
                  </a:lnTo>
                  <a:lnTo>
                    <a:pt x="8012" y="1246"/>
                  </a:lnTo>
                  <a:lnTo>
                    <a:pt x="7841" y="1124"/>
                  </a:lnTo>
                  <a:lnTo>
                    <a:pt x="7645" y="1026"/>
                  </a:lnTo>
                  <a:lnTo>
                    <a:pt x="7426" y="953"/>
                  </a:lnTo>
                  <a:lnTo>
                    <a:pt x="7181" y="904"/>
                  </a:lnTo>
                  <a:lnTo>
                    <a:pt x="6937" y="855"/>
                  </a:lnTo>
                  <a:lnTo>
                    <a:pt x="6668" y="855"/>
                  </a:lnTo>
                  <a:lnTo>
                    <a:pt x="6400" y="904"/>
                  </a:lnTo>
                  <a:lnTo>
                    <a:pt x="6229" y="684"/>
                  </a:lnTo>
                  <a:lnTo>
                    <a:pt x="6058" y="489"/>
                  </a:lnTo>
                  <a:lnTo>
                    <a:pt x="5863" y="342"/>
                  </a:lnTo>
                  <a:lnTo>
                    <a:pt x="5643" y="220"/>
                  </a:lnTo>
                  <a:lnTo>
                    <a:pt x="5447" y="122"/>
                  </a:lnTo>
                  <a:lnTo>
                    <a:pt x="5228" y="49"/>
                  </a:lnTo>
                  <a:lnTo>
                    <a:pt x="5008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338" name="Google Shape;338;p59"/>
          <p:cNvGrpSpPr/>
          <p:nvPr/>
        </p:nvGrpSpPr>
        <p:grpSpPr>
          <a:xfrm>
            <a:off x="7067039" y="4915757"/>
            <a:ext cx="318014" cy="414510"/>
            <a:chOff x="2624850" y="4296000"/>
            <a:chExt cx="380400" cy="495825"/>
          </a:xfrm>
        </p:grpSpPr>
        <p:sp>
          <p:nvSpPr>
            <p:cNvPr id="339" name="Google Shape;339;p59"/>
            <p:cNvSpPr/>
            <p:nvPr/>
          </p:nvSpPr>
          <p:spPr>
            <a:xfrm>
              <a:off x="2845875" y="4296000"/>
              <a:ext cx="126425" cy="125800"/>
            </a:xfrm>
            <a:custGeom>
              <a:rect b="b" l="l" r="r" t="t"/>
              <a:pathLst>
                <a:path extrusionOk="0" h="5032" w="5057">
                  <a:moveTo>
                    <a:pt x="4812" y="1"/>
                  </a:moveTo>
                  <a:lnTo>
                    <a:pt x="4372" y="74"/>
                  </a:lnTo>
                  <a:lnTo>
                    <a:pt x="3762" y="196"/>
                  </a:lnTo>
                  <a:lnTo>
                    <a:pt x="3053" y="392"/>
                  </a:lnTo>
                  <a:lnTo>
                    <a:pt x="2321" y="636"/>
                  </a:lnTo>
                  <a:lnTo>
                    <a:pt x="1612" y="929"/>
                  </a:lnTo>
                  <a:lnTo>
                    <a:pt x="1295" y="1075"/>
                  </a:lnTo>
                  <a:lnTo>
                    <a:pt x="1026" y="1222"/>
                  </a:lnTo>
                  <a:lnTo>
                    <a:pt x="782" y="1368"/>
                  </a:lnTo>
                  <a:lnTo>
                    <a:pt x="611" y="1515"/>
                  </a:lnTo>
                  <a:lnTo>
                    <a:pt x="489" y="1662"/>
                  </a:lnTo>
                  <a:lnTo>
                    <a:pt x="367" y="1808"/>
                  </a:lnTo>
                  <a:lnTo>
                    <a:pt x="269" y="1979"/>
                  </a:lnTo>
                  <a:lnTo>
                    <a:pt x="172" y="2150"/>
                  </a:lnTo>
                  <a:lnTo>
                    <a:pt x="123" y="2321"/>
                  </a:lnTo>
                  <a:lnTo>
                    <a:pt x="74" y="2492"/>
                  </a:lnTo>
                  <a:lnTo>
                    <a:pt x="25" y="2687"/>
                  </a:lnTo>
                  <a:lnTo>
                    <a:pt x="1" y="2858"/>
                  </a:lnTo>
                  <a:lnTo>
                    <a:pt x="1" y="3054"/>
                  </a:lnTo>
                  <a:lnTo>
                    <a:pt x="25" y="3225"/>
                  </a:lnTo>
                  <a:lnTo>
                    <a:pt x="49" y="3420"/>
                  </a:lnTo>
                  <a:lnTo>
                    <a:pt x="98" y="3591"/>
                  </a:lnTo>
                  <a:lnTo>
                    <a:pt x="172" y="3762"/>
                  </a:lnTo>
                  <a:lnTo>
                    <a:pt x="245" y="3933"/>
                  </a:lnTo>
                  <a:lnTo>
                    <a:pt x="342" y="4104"/>
                  </a:lnTo>
                  <a:lnTo>
                    <a:pt x="440" y="4250"/>
                  </a:lnTo>
                  <a:lnTo>
                    <a:pt x="2638" y="2052"/>
                  </a:lnTo>
                  <a:lnTo>
                    <a:pt x="2736" y="2003"/>
                  </a:lnTo>
                  <a:lnTo>
                    <a:pt x="2809" y="1979"/>
                  </a:lnTo>
                  <a:lnTo>
                    <a:pt x="2907" y="2003"/>
                  </a:lnTo>
                  <a:lnTo>
                    <a:pt x="2980" y="2052"/>
                  </a:lnTo>
                  <a:lnTo>
                    <a:pt x="3029" y="2126"/>
                  </a:lnTo>
                  <a:lnTo>
                    <a:pt x="3053" y="2223"/>
                  </a:lnTo>
                  <a:lnTo>
                    <a:pt x="3029" y="2321"/>
                  </a:lnTo>
                  <a:lnTo>
                    <a:pt x="2980" y="2394"/>
                  </a:lnTo>
                  <a:lnTo>
                    <a:pt x="782" y="4592"/>
                  </a:lnTo>
                  <a:lnTo>
                    <a:pt x="953" y="4690"/>
                  </a:lnTo>
                  <a:lnTo>
                    <a:pt x="1100" y="4788"/>
                  </a:lnTo>
                  <a:lnTo>
                    <a:pt x="1271" y="4885"/>
                  </a:lnTo>
                  <a:lnTo>
                    <a:pt x="1466" y="4934"/>
                  </a:lnTo>
                  <a:lnTo>
                    <a:pt x="1637" y="4983"/>
                  </a:lnTo>
                  <a:lnTo>
                    <a:pt x="1808" y="5008"/>
                  </a:lnTo>
                  <a:lnTo>
                    <a:pt x="2003" y="5032"/>
                  </a:lnTo>
                  <a:lnTo>
                    <a:pt x="2174" y="5032"/>
                  </a:lnTo>
                  <a:lnTo>
                    <a:pt x="2370" y="5008"/>
                  </a:lnTo>
                  <a:lnTo>
                    <a:pt x="2541" y="4983"/>
                  </a:lnTo>
                  <a:lnTo>
                    <a:pt x="2712" y="4934"/>
                  </a:lnTo>
                  <a:lnTo>
                    <a:pt x="2907" y="4861"/>
                  </a:lnTo>
                  <a:lnTo>
                    <a:pt x="3053" y="4788"/>
                  </a:lnTo>
                  <a:lnTo>
                    <a:pt x="3224" y="4690"/>
                  </a:lnTo>
                  <a:lnTo>
                    <a:pt x="3371" y="4568"/>
                  </a:lnTo>
                  <a:lnTo>
                    <a:pt x="3517" y="4421"/>
                  </a:lnTo>
                  <a:lnTo>
                    <a:pt x="3664" y="4250"/>
                  </a:lnTo>
                  <a:lnTo>
                    <a:pt x="3835" y="4006"/>
                  </a:lnTo>
                  <a:lnTo>
                    <a:pt x="3981" y="3738"/>
                  </a:lnTo>
                  <a:lnTo>
                    <a:pt x="4128" y="3420"/>
                  </a:lnTo>
                  <a:lnTo>
                    <a:pt x="4397" y="2736"/>
                  </a:lnTo>
                  <a:lnTo>
                    <a:pt x="4641" y="1979"/>
                  </a:lnTo>
                  <a:lnTo>
                    <a:pt x="4836" y="1271"/>
                  </a:lnTo>
                  <a:lnTo>
                    <a:pt x="4983" y="660"/>
                  </a:lnTo>
                  <a:lnTo>
                    <a:pt x="5032" y="221"/>
                  </a:lnTo>
                  <a:lnTo>
                    <a:pt x="5056" y="98"/>
                  </a:lnTo>
                  <a:lnTo>
                    <a:pt x="5032" y="25"/>
                  </a:lnTo>
                  <a:lnTo>
                    <a:pt x="4958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40" name="Google Shape;340;p59"/>
            <p:cNvSpPr/>
            <p:nvPr/>
          </p:nvSpPr>
          <p:spPr>
            <a:xfrm>
              <a:off x="2635850" y="4316150"/>
              <a:ext cx="369400" cy="475675"/>
            </a:xfrm>
            <a:custGeom>
              <a:rect b="b" l="l" r="r" t="t"/>
              <a:pathLst>
                <a:path extrusionOk="0" h="19027" w="14776">
                  <a:moveTo>
                    <a:pt x="7400" y="1"/>
                  </a:moveTo>
                  <a:lnTo>
                    <a:pt x="7254" y="25"/>
                  </a:lnTo>
                  <a:lnTo>
                    <a:pt x="7132" y="50"/>
                  </a:lnTo>
                  <a:lnTo>
                    <a:pt x="7034" y="123"/>
                  </a:lnTo>
                  <a:lnTo>
                    <a:pt x="6936" y="196"/>
                  </a:lnTo>
                  <a:lnTo>
                    <a:pt x="6863" y="294"/>
                  </a:lnTo>
                  <a:lnTo>
                    <a:pt x="6790" y="392"/>
                  </a:lnTo>
                  <a:lnTo>
                    <a:pt x="6765" y="514"/>
                  </a:lnTo>
                  <a:lnTo>
                    <a:pt x="6741" y="636"/>
                  </a:lnTo>
                  <a:lnTo>
                    <a:pt x="6741" y="4226"/>
                  </a:lnTo>
                  <a:lnTo>
                    <a:pt x="6887" y="4592"/>
                  </a:lnTo>
                  <a:lnTo>
                    <a:pt x="7009" y="4959"/>
                  </a:lnTo>
                  <a:lnTo>
                    <a:pt x="7058" y="5325"/>
                  </a:lnTo>
                  <a:lnTo>
                    <a:pt x="7083" y="5716"/>
                  </a:lnTo>
                  <a:lnTo>
                    <a:pt x="7058" y="6107"/>
                  </a:lnTo>
                  <a:lnTo>
                    <a:pt x="7009" y="6473"/>
                  </a:lnTo>
                  <a:lnTo>
                    <a:pt x="6887" y="6864"/>
                  </a:lnTo>
                  <a:lnTo>
                    <a:pt x="6741" y="7230"/>
                  </a:lnTo>
                  <a:lnTo>
                    <a:pt x="6741" y="13629"/>
                  </a:lnTo>
                  <a:lnTo>
                    <a:pt x="6203" y="13678"/>
                  </a:lnTo>
                  <a:lnTo>
                    <a:pt x="5666" y="13775"/>
                  </a:lnTo>
                  <a:lnTo>
                    <a:pt x="5153" y="13897"/>
                  </a:lnTo>
                  <a:lnTo>
                    <a:pt x="4640" y="14044"/>
                  </a:lnTo>
                  <a:lnTo>
                    <a:pt x="4152" y="14239"/>
                  </a:lnTo>
                  <a:lnTo>
                    <a:pt x="3688" y="14459"/>
                  </a:lnTo>
                  <a:lnTo>
                    <a:pt x="3224" y="14703"/>
                  </a:lnTo>
                  <a:lnTo>
                    <a:pt x="2784" y="14972"/>
                  </a:lnTo>
                  <a:lnTo>
                    <a:pt x="2369" y="15265"/>
                  </a:lnTo>
                  <a:lnTo>
                    <a:pt x="1954" y="15583"/>
                  </a:lnTo>
                  <a:lnTo>
                    <a:pt x="1588" y="15925"/>
                  </a:lnTo>
                  <a:lnTo>
                    <a:pt x="1221" y="16291"/>
                  </a:lnTo>
                  <a:lnTo>
                    <a:pt x="879" y="16682"/>
                  </a:lnTo>
                  <a:lnTo>
                    <a:pt x="562" y="17097"/>
                  </a:lnTo>
                  <a:lnTo>
                    <a:pt x="269" y="17512"/>
                  </a:lnTo>
                  <a:lnTo>
                    <a:pt x="0" y="17952"/>
                  </a:lnTo>
                  <a:lnTo>
                    <a:pt x="293" y="18074"/>
                  </a:lnTo>
                  <a:lnTo>
                    <a:pt x="611" y="18196"/>
                  </a:lnTo>
                  <a:lnTo>
                    <a:pt x="1319" y="18391"/>
                  </a:lnTo>
                  <a:lnTo>
                    <a:pt x="2125" y="18587"/>
                  </a:lnTo>
                  <a:lnTo>
                    <a:pt x="3053" y="18733"/>
                  </a:lnTo>
                  <a:lnTo>
                    <a:pt x="4030" y="18855"/>
                  </a:lnTo>
                  <a:lnTo>
                    <a:pt x="5104" y="18953"/>
                  </a:lnTo>
                  <a:lnTo>
                    <a:pt x="6228" y="19002"/>
                  </a:lnTo>
                  <a:lnTo>
                    <a:pt x="7376" y="19026"/>
                  </a:lnTo>
                  <a:lnTo>
                    <a:pt x="8548" y="19002"/>
                  </a:lnTo>
                  <a:lnTo>
                    <a:pt x="9672" y="18953"/>
                  </a:lnTo>
                  <a:lnTo>
                    <a:pt x="10746" y="18855"/>
                  </a:lnTo>
                  <a:lnTo>
                    <a:pt x="11723" y="18733"/>
                  </a:lnTo>
                  <a:lnTo>
                    <a:pt x="12651" y="18587"/>
                  </a:lnTo>
                  <a:lnTo>
                    <a:pt x="13457" y="18391"/>
                  </a:lnTo>
                  <a:lnTo>
                    <a:pt x="14165" y="18196"/>
                  </a:lnTo>
                  <a:lnTo>
                    <a:pt x="14483" y="18074"/>
                  </a:lnTo>
                  <a:lnTo>
                    <a:pt x="14776" y="17952"/>
                  </a:lnTo>
                  <a:lnTo>
                    <a:pt x="14507" y="17512"/>
                  </a:lnTo>
                  <a:lnTo>
                    <a:pt x="14214" y="17097"/>
                  </a:lnTo>
                  <a:lnTo>
                    <a:pt x="13897" y="16682"/>
                  </a:lnTo>
                  <a:lnTo>
                    <a:pt x="13555" y="16291"/>
                  </a:lnTo>
                  <a:lnTo>
                    <a:pt x="13188" y="15925"/>
                  </a:lnTo>
                  <a:lnTo>
                    <a:pt x="12822" y="15583"/>
                  </a:lnTo>
                  <a:lnTo>
                    <a:pt x="12407" y="15265"/>
                  </a:lnTo>
                  <a:lnTo>
                    <a:pt x="11992" y="14972"/>
                  </a:lnTo>
                  <a:lnTo>
                    <a:pt x="11552" y="14703"/>
                  </a:lnTo>
                  <a:lnTo>
                    <a:pt x="11088" y="14459"/>
                  </a:lnTo>
                  <a:lnTo>
                    <a:pt x="10624" y="14239"/>
                  </a:lnTo>
                  <a:lnTo>
                    <a:pt x="10136" y="14044"/>
                  </a:lnTo>
                  <a:lnTo>
                    <a:pt x="9623" y="13897"/>
                  </a:lnTo>
                  <a:lnTo>
                    <a:pt x="9110" y="13775"/>
                  </a:lnTo>
                  <a:lnTo>
                    <a:pt x="8573" y="13678"/>
                  </a:lnTo>
                  <a:lnTo>
                    <a:pt x="8035" y="13629"/>
                  </a:lnTo>
                  <a:lnTo>
                    <a:pt x="8035" y="3347"/>
                  </a:lnTo>
                  <a:lnTo>
                    <a:pt x="7913" y="3054"/>
                  </a:lnTo>
                  <a:lnTo>
                    <a:pt x="7840" y="2761"/>
                  </a:lnTo>
                  <a:lnTo>
                    <a:pt x="7791" y="2467"/>
                  </a:lnTo>
                  <a:lnTo>
                    <a:pt x="7767" y="2174"/>
                  </a:lnTo>
                  <a:lnTo>
                    <a:pt x="7791" y="1857"/>
                  </a:lnTo>
                  <a:lnTo>
                    <a:pt x="7840" y="1564"/>
                  </a:lnTo>
                  <a:lnTo>
                    <a:pt x="7913" y="1271"/>
                  </a:lnTo>
                  <a:lnTo>
                    <a:pt x="8035" y="978"/>
                  </a:lnTo>
                  <a:lnTo>
                    <a:pt x="8035" y="636"/>
                  </a:lnTo>
                  <a:lnTo>
                    <a:pt x="8011" y="514"/>
                  </a:lnTo>
                  <a:lnTo>
                    <a:pt x="7986" y="392"/>
                  </a:lnTo>
                  <a:lnTo>
                    <a:pt x="7913" y="294"/>
                  </a:lnTo>
                  <a:lnTo>
                    <a:pt x="7840" y="196"/>
                  </a:lnTo>
                  <a:lnTo>
                    <a:pt x="7742" y="123"/>
                  </a:lnTo>
                  <a:lnTo>
                    <a:pt x="7644" y="50"/>
                  </a:lnTo>
                  <a:lnTo>
                    <a:pt x="7522" y="25"/>
                  </a:lnTo>
                  <a:lnTo>
                    <a:pt x="7400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41" name="Google Shape;341;p59"/>
            <p:cNvSpPr/>
            <p:nvPr/>
          </p:nvSpPr>
          <p:spPr>
            <a:xfrm>
              <a:off x="2624850" y="4357675"/>
              <a:ext cx="171600" cy="171600"/>
            </a:xfrm>
            <a:custGeom>
              <a:rect b="b" l="l" r="r" t="t"/>
              <a:pathLst>
                <a:path extrusionOk="0" h="6864" w="6864">
                  <a:moveTo>
                    <a:pt x="74" y="1"/>
                  </a:moveTo>
                  <a:lnTo>
                    <a:pt x="25" y="25"/>
                  </a:lnTo>
                  <a:lnTo>
                    <a:pt x="0" y="74"/>
                  </a:lnTo>
                  <a:lnTo>
                    <a:pt x="0" y="123"/>
                  </a:lnTo>
                  <a:lnTo>
                    <a:pt x="0" y="318"/>
                  </a:lnTo>
                  <a:lnTo>
                    <a:pt x="25" y="587"/>
                  </a:lnTo>
                  <a:lnTo>
                    <a:pt x="74" y="929"/>
                  </a:lnTo>
                  <a:lnTo>
                    <a:pt x="269" y="1759"/>
                  </a:lnTo>
                  <a:lnTo>
                    <a:pt x="538" y="2736"/>
                  </a:lnTo>
                  <a:lnTo>
                    <a:pt x="880" y="3737"/>
                  </a:lnTo>
                  <a:lnTo>
                    <a:pt x="1051" y="4226"/>
                  </a:lnTo>
                  <a:lnTo>
                    <a:pt x="1246" y="4690"/>
                  </a:lnTo>
                  <a:lnTo>
                    <a:pt x="1441" y="5105"/>
                  </a:lnTo>
                  <a:lnTo>
                    <a:pt x="1661" y="5496"/>
                  </a:lnTo>
                  <a:lnTo>
                    <a:pt x="1857" y="5813"/>
                  </a:lnTo>
                  <a:lnTo>
                    <a:pt x="2076" y="6057"/>
                  </a:lnTo>
                  <a:lnTo>
                    <a:pt x="2272" y="6228"/>
                  </a:lnTo>
                  <a:lnTo>
                    <a:pt x="2492" y="6399"/>
                  </a:lnTo>
                  <a:lnTo>
                    <a:pt x="2711" y="6521"/>
                  </a:lnTo>
                  <a:lnTo>
                    <a:pt x="2956" y="6644"/>
                  </a:lnTo>
                  <a:lnTo>
                    <a:pt x="3200" y="6741"/>
                  </a:lnTo>
                  <a:lnTo>
                    <a:pt x="3444" y="6815"/>
                  </a:lnTo>
                  <a:lnTo>
                    <a:pt x="3688" y="6863"/>
                  </a:lnTo>
                  <a:lnTo>
                    <a:pt x="4201" y="6863"/>
                  </a:lnTo>
                  <a:lnTo>
                    <a:pt x="4445" y="6839"/>
                  </a:lnTo>
                  <a:lnTo>
                    <a:pt x="4690" y="6815"/>
                  </a:lnTo>
                  <a:lnTo>
                    <a:pt x="4958" y="6741"/>
                  </a:lnTo>
                  <a:lnTo>
                    <a:pt x="5178" y="6644"/>
                  </a:lnTo>
                  <a:lnTo>
                    <a:pt x="5422" y="6521"/>
                  </a:lnTo>
                  <a:lnTo>
                    <a:pt x="5642" y="6399"/>
                  </a:lnTo>
                  <a:lnTo>
                    <a:pt x="5862" y="6228"/>
                  </a:lnTo>
                  <a:lnTo>
                    <a:pt x="2198" y="2565"/>
                  </a:lnTo>
                  <a:lnTo>
                    <a:pt x="2150" y="2492"/>
                  </a:lnTo>
                  <a:lnTo>
                    <a:pt x="2125" y="2394"/>
                  </a:lnTo>
                  <a:lnTo>
                    <a:pt x="2150" y="2296"/>
                  </a:lnTo>
                  <a:lnTo>
                    <a:pt x="2198" y="2199"/>
                  </a:lnTo>
                  <a:lnTo>
                    <a:pt x="2296" y="2150"/>
                  </a:lnTo>
                  <a:lnTo>
                    <a:pt x="2394" y="2125"/>
                  </a:lnTo>
                  <a:lnTo>
                    <a:pt x="2492" y="2150"/>
                  </a:lnTo>
                  <a:lnTo>
                    <a:pt x="2565" y="2199"/>
                  </a:lnTo>
                  <a:lnTo>
                    <a:pt x="6228" y="5862"/>
                  </a:lnTo>
                  <a:lnTo>
                    <a:pt x="6375" y="5642"/>
                  </a:lnTo>
                  <a:lnTo>
                    <a:pt x="6521" y="5422"/>
                  </a:lnTo>
                  <a:lnTo>
                    <a:pt x="6643" y="5203"/>
                  </a:lnTo>
                  <a:lnTo>
                    <a:pt x="6741" y="4958"/>
                  </a:lnTo>
                  <a:lnTo>
                    <a:pt x="6814" y="4714"/>
                  </a:lnTo>
                  <a:lnTo>
                    <a:pt x="6839" y="4446"/>
                  </a:lnTo>
                  <a:lnTo>
                    <a:pt x="6863" y="4201"/>
                  </a:lnTo>
                  <a:lnTo>
                    <a:pt x="6863" y="3933"/>
                  </a:lnTo>
                  <a:lnTo>
                    <a:pt x="6839" y="3688"/>
                  </a:lnTo>
                  <a:lnTo>
                    <a:pt x="6814" y="3444"/>
                  </a:lnTo>
                  <a:lnTo>
                    <a:pt x="6741" y="3200"/>
                  </a:lnTo>
                  <a:lnTo>
                    <a:pt x="6643" y="2956"/>
                  </a:lnTo>
                  <a:lnTo>
                    <a:pt x="6521" y="2711"/>
                  </a:lnTo>
                  <a:lnTo>
                    <a:pt x="6399" y="2492"/>
                  </a:lnTo>
                  <a:lnTo>
                    <a:pt x="6228" y="2272"/>
                  </a:lnTo>
                  <a:lnTo>
                    <a:pt x="6057" y="2076"/>
                  </a:lnTo>
                  <a:lnTo>
                    <a:pt x="5813" y="1857"/>
                  </a:lnTo>
                  <a:lnTo>
                    <a:pt x="5496" y="1661"/>
                  </a:lnTo>
                  <a:lnTo>
                    <a:pt x="5105" y="1466"/>
                  </a:lnTo>
                  <a:lnTo>
                    <a:pt x="4690" y="1246"/>
                  </a:lnTo>
                  <a:lnTo>
                    <a:pt x="4226" y="1051"/>
                  </a:lnTo>
                  <a:lnTo>
                    <a:pt x="3737" y="880"/>
                  </a:lnTo>
                  <a:lnTo>
                    <a:pt x="2736" y="538"/>
                  </a:lnTo>
                  <a:lnTo>
                    <a:pt x="1759" y="269"/>
                  </a:lnTo>
                  <a:lnTo>
                    <a:pt x="928" y="74"/>
                  </a:lnTo>
                  <a:lnTo>
                    <a:pt x="587" y="25"/>
                  </a:lnTo>
                  <a:lnTo>
                    <a:pt x="318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342" name="Google Shape;342;p59"/>
          <p:cNvSpPr/>
          <p:nvPr/>
        </p:nvSpPr>
        <p:spPr>
          <a:xfrm>
            <a:off x="8182996" y="4953162"/>
            <a:ext cx="339959" cy="339980"/>
          </a:xfrm>
          <a:custGeom>
            <a:rect b="b" l="l" r="r" t="t"/>
            <a:pathLst>
              <a:path extrusionOk="0" h="16267" w="16266">
                <a:moveTo>
                  <a:pt x="11503" y="5349"/>
                </a:moveTo>
                <a:lnTo>
                  <a:pt x="11650" y="5398"/>
                </a:lnTo>
                <a:lnTo>
                  <a:pt x="11796" y="5447"/>
                </a:lnTo>
                <a:lnTo>
                  <a:pt x="11919" y="5545"/>
                </a:lnTo>
                <a:lnTo>
                  <a:pt x="12065" y="5691"/>
                </a:lnTo>
                <a:lnTo>
                  <a:pt x="12163" y="5838"/>
                </a:lnTo>
                <a:lnTo>
                  <a:pt x="12212" y="6033"/>
                </a:lnTo>
                <a:lnTo>
                  <a:pt x="12236" y="6229"/>
                </a:lnTo>
                <a:lnTo>
                  <a:pt x="12236" y="6375"/>
                </a:lnTo>
                <a:lnTo>
                  <a:pt x="12187" y="6522"/>
                </a:lnTo>
                <a:lnTo>
                  <a:pt x="12138" y="6644"/>
                </a:lnTo>
                <a:lnTo>
                  <a:pt x="12041" y="6766"/>
                </a:lnTo>
                <a:lnTo>
                  <a:pt x="7938" y="10893"/>
                </a:lnTo>
                <a:lnTo>
                  <a:pt x="7816" y="11015"/>
                </a:lnTo>
                <a:lnTo>
                  <a:pt x="7645" y="11113"/>
                </a:lnTo>
                <a:lnTo>
                  <a:pt x="7474" y="11186"/>
                </a:lnTo>
                <a:lnTo>
                  <a:pt x="7303" y="11211"/>
                </a:lnTo>
                <a:lnTo>
                  <a:pt x="7083" y="11211"/>
                </a:lnTo>
                <a:lnTo>
                  <a:pt x="6912" y="11162"/>
                </a:lnTo>
                <a:lnTo>
                  <a:pt x="6765" y="11064"/>
                </a:lnTo>
                <a:lnTo>
                  <a:pt x="6619" y="10967"/>
                </a:lnTo>
                <a:lnTo>
                  <a:pt x="4567" y="8915"/>
                </a:lnTo>
                <a:lnTo>
                  <a:pt x="4470" y="8769"/>
                </a:lnTo>
                <a:lnTo>
                  <a:pt x="4372" y="8622"/>
                </a:lnTo>
                <a:lnTo>
                  <a:pt x="4323" y="8451"/>
                </a:lnTo>
                <a:lnTo>
                  <a:pt x="4323" y="8280"/>
                </a:lnTo>
                <a:lnTo>
                  <a:pt x="4323" y="8109"/>
                </a:lnTo>
                <a:lnTo>
                  <a:pt x="4372" y="7938"/>
                </a:lnTo>
                <a:lnTo>
                  <a:pt x="4470" y="7792"/>
                </a:lnTo>
                <a:lnTo>
                  <a:pt x="4567" y="7670"/>
                </a:lnTo>
                <a:lnTo>
                  <a:pt x="4714" y="7547"/>
                </a:lnTo>
                <a:lnTo>
                  <a:pt x="4860" y="7474"/>
                </a:lnTo>
                <a:lnTo>
                  <a:pt x="5031" y="7425"/>
                </a:lnTo>
                <a:lnTo>
                  <a:pt x="5202" y="7401"/>
                </a:lnTo>
                <a:lnTo>
                  <a:pt x="5373" y="7425"/>
                </a:lnTo>
                <a:lnTo>
                  <a:pt x="5520" y="7474"/>
                </a:lnTo>
                <a:lnTo>
                  <a:pt x="5691" y="7547"/>
                </a:lnTo>
                <a:lnTo>
                  <a:pt x="5813" y="7670"/>
                </a:lnTo>
                <a:lnTo>
                  <a:pt x="7181" y="9013"/>
                </a:lnTo>
                <a:lnTo>
                  <a:pt x="10673" y="5667"/>
                </a:lnTo>
                <a:lnTo>
                  <a:pt x="10820" y="5520"/>
                </a:lnTo>
                <a:lnTo>
                  <a:pt x="10991" y="5423"/>
                </a:lnTo>
                <a:lnTo>
                  <a:pt x="11161" y="5374"/>
                </a:lnTo>
                <a:lnTo>
                  <a:pt x="11357" y="5349"/>
                </a:lnTo>
                <a:close/>
                <a:moveTo>
                  <a:pt x="7718" y="1"/>
                </a:moveTo>
                <a:lnTo>
                  <a:pt x="7303" y="50"/>
                </a:lnTo>
                <a:lnTo>
                  <a:pt x="6887" y="98"/>
                </a:lnTo>
                <a:lnTo>
                  <a:pt x="6497" y="172"/>
                </a:lnTo>
                <a:lnTo>
                  <a:pt x="6106" y="245"/>
                </a:lnTo>
                <a:lnTo>
                  <a:pt x="5715" y="367"/>
                </a:lnTo>
                <a:lnTo>
                  <a:pt x="5349" y="489"/>
                </a:lnTo>
                <a:lnTo>
                  <a:pt x="4958" y="636"/>
                </a:lnTo>
                <a:lnTo>
                  <a:pt x="4616" y="807"/>
                </a:lnTo>
                <a:lnTo>
                  <a:pt x="4250" y="978"/>
                </a:lnTo>
                <a:lnTo>
                  <a:pt x="3908" y="1173"/>
                </a:lnTo>
                <a:lnTo>
                  <a:pt x="3590" y="1393"/>
                </a:lnTo>
                <a:lnTo>
                  <a:pt x="3273" y="1613"/>
                </a:lnTo>
                <a:lnTo>
                  <a:pt x="2955" y="1857"/>
                </a:lnTo>
                <a:lnTo>
                  <a:pt x="2662" y="2125"/>
                </a:lnTo>
                <a:lnTo>
                  <a:pt x="2394" y="2394"/>
                </a:lnTo>
                <a:lnTo>
                  <a:pt x="2125" y="2663"/>
                </a:lnTo>
                <a:lnTo>
                  <a:pt x="1856" y="2956"/>
                </a:lnTo>
                <a:lnTo>
                  <a:pt x="1612" y="3273"/>
                </a:lnTo>
                <a:lnTo>
                  <a:pt x="1392" y="3591"/>
                </a:lnTo>
                <a:lnTo>
                  <a:pt x="1172" y="3908"/>
                </a:lnTo>
                <a:lnTo>
                  <a:pt x="977" y="4250"/>
                </a:lnTo>
                <a:lnTo>
                  <a:pt x="806" y="4617"/>
                </a:lnTo>
                <a:lnTo>
                  <a:pt x="635" y="4959"/>
                </a:lnTo>
                <a:lnTo>
                  <a:pt x="489" y="5349"/>
                </a:lnTo>
                <a:lnTo>
                  <a:pt x="366" y="5716"/>
                </a:lnTo>
                <a:lnTo>
                  <a:pt x="244" y="6106"/>
                </a:lnTo>
                <a:lnTo>
                  <a:pt x="171" y="6497"/>
                </a:lnTo>
                <a:lnTo>
                  <a:pt x="98" y="6888"/>
                </a:lnTo>
                <a:lnTo>
                  <a:pt x="49" y="7303"/>
                </a:lnTo>
                <a:lnTo>
                  <a:pt x="0" y="7718"/>
                </a:lnTo>
                <a:lnTo>
                  <a:pt x="0" y="8134"/>
                </a:lnTo>
                <a:lnTo>
                  <a:pt x="0" y="8549"/>
                </a:lnTo>
                <a:lnTo>
                  <a:pt x="49" y="8964"/>
                </a:lnTo>
                <a:lnTo>
                  <a:pt x="98" y="9379"/>
                </a:lnTo>
                <a:lnTo>
                  <a:pt x="171" y="9770"/>
                </a:lnTo>
                <a:lnTo>
                  <a:pt x="244" y="10161"/>
                </a:lnTo>
                <a:lnTo>
                  <a:pt x="366" y="10551"/>
                </a:lnTo>
                <a:lnTo>
                  <a:pt x="489" y="10918"/>
                </a:lnTo>
                <a:lnTo>
                  <a:pt x="635" y="11309"/>
                </a:lnTo>
                <a:lnTo>
                  <a:pt x="806" y="11650"/>
                </a:lnTo>
                <a:lnTo>
                  <a:pt x="977" y="12017"/>
                </a:lnTo>
                <a:lnTo>
                  <a:pt x="1172" y="12359"/>
                </a:lnTo>
                <a:lnTo>
                  <a:pt x="1392" y="12676"/>
                </a:lnTo>
                <a:lnTo>
                  <a:pt x="1612" y="12994"/>
                </a:lnTo>
                <a:lnTo>
                  <a:pt x="1856" y="13311"/>
                </a:lnTo>
                <a:lnTo>
                  <a:pt x="2125" y="13604"/>
                </a:lnTo>
                <a:lnTo>
                  <a:pt x="2394" y="13873"/>
                </a:lnTo>
                <a:lnTo>
                  <a:pt x="2662" y="14142"/>
                </a:lnTo>
                <a:lnTo>
                  <a:pt x="2955" y="14410"/>
                </a:lnTo>
                <a:lnTo>
                  <a:pt x="3273" y="14655"/>
                </a:lnTo>
                <a:lnTo>
                  <a:pt x="3590" y="14874"/>
                </a:lnTo>
                <a:lnTo>
                  <a:pt x="3908" y="15094"/>
                </a:lnTo>
                <a:lnTo>
                  <a:pt x="4250" y="15290"/>
                </a:lnTo>
                <a:lnTo>
                  <a:pt x="4616" y="15460"/>
                </a:lnTo>
                <a:lnTo>
                  <a:pt x="4958" y="15631"/>
                </a:lnTo>
                <a:lnTo>
                  <a:pt x="5349" y="15778"/>
                </a:lnTo>
                <a:lnTo>
                  <a:pt x="5715" y="15900"/>
                </a:lnTo>
                <a:lnTo>
                  <a:pt x="6106" y="16022"/>
                </a:lnTo>
                <a:lnTo>
                  <a:pt x="6497" y="16095"/>
                </a:lnTo>
                <a:lnTo>
                  <a:pt x="6887" y="16169"/>
                </a:lnTo>
                <a:lnTo>
                  <a:pt x="7303" y="16218"/>
                </a:lnTo>
                <a:lnTo>
                  <a:pt x="7718" y="16266"/>
                </a:lnTo>
                <a:lnTo>
                  <a:pt x="8548" y="16266"/>
                </a:lnTo>
                <a:lnTo>
                  <a:pt x="8963" y="16218"/>
                </a:lnTo>
                <a:lnTo>
                  <a:pt x="9379" y="16169"/>
                </a:lnTo>
                <a:lnTo>
                  <a:pt x="9769" y="16095"/>
                </a:lnTo>
                <a:lnTo>
                  <a:pt x="10160" y="16022"/>
                </a:lnTo>
                <a:lnTo>
                  <a:pt x="10551" y="15900"/>
                </a:lnTo>
                <a:lnTo>
                  <a:pt x="10942" y="15778"/>
                </a:lnTo>
                <a:lnTo>
                  <a:pt x="11308" y="15631"/>
                </a:lnTo>
                <a:lnTo>
                  <a:pt x="11650" y="15460"/>
                </a:lnTo>
                <a:lnTo>
                  <a:pt x="12016" y="15290"/>
                </a:lnTo>
                <a:lnTo>
                  <a:pt x="12358" y="15094"/>
                </a:lnTo>
                <a:lnTo>
                  <a:pt x="12676" y="14874"/>
                </a:lnTo>
                <a:lnTo>
                  <a:pt x="12993" y="14655"/>
                </a:lnTo>
                <a:lnTo>
                  <a:pt x="13311" y="14410"/>
                </a:lnTo>
                <a:lnTo>
                  <a:pt x="13604" y="14142"/>
                </a:lnTo>
                <a:lnTo>
                  <a:pt x="13872" y="13873"/>
                </a:lnTo>
                <a:lnTo>
                  <a:pt x="14166" y="13604"/>
                </a:lnTo>
                <a:lnTo>
                  <a:pt x="14410" y="13311"/>
                </a:lnTo>
                <a:lnTo>
                  <a:pt x="14654" y="12994"/>
                </a:lnTo>
                <a:lnTo>
                  <a:pt x="14874" y="12676"/>
                </a:lnTo>
                <a:lnTo>
                  <a:pt x="15094" y="12359"/>
                </a:lnTo>
                <a:lnTo>
                  <a:pt x="15289" y="12017"/>
                </a:lnTo>
                <a:lnTo>
                  <a:pt x="15460" y="11650"/>
                </a:lnTo>
                <a:lnTo>
                  <a:pt x="15631" y="11309"/>
                </a:lnTo>
                <a:lnTo>
                  <a:pt x="15777" y="10918"/>
                </a:lnTo>
                <a:lnTo>
                  <a:pt x="15900" y="10551"/>
                </a:lnTo>
                <a:lnTo>
                  <a:pt x="16022" y="10161"/>
                </a:lnTo>
                <a:lnTo>
                  <a:pt x="16095" y="9770"/>
                </a:lnTo>
                <a:lnTo>
                  <a:pt x="16168" y="9379"/>
                </a:lnTo>
                <a:lnTo>
                  <a:pt x="16217" y="8964"/>
                </a:lnTo>
                <a:lnTo>
                  <a:pt x="16266" y="8549"/>
                </a:lnTo>
                <a:lnTo>
                  <a:pt x="16266" y="8134"/>
                </a:lnTo>
                <a:lnTo>
                  <a:pt x="16266" y="7718"/>
                </a:lnTo>
                <a:lnTo>
                  <a:pt x="16217" y="7303"/>
                </a:lnTo>
                <a:lnTo>
                  <a:pt x="16168" y="6888"/>
                </a:lnTo>
                <a:lnTo>
                  <a:pt x="16095" y="6497"/>
                </a:lnTo>
                <a:lnTo>
                  <a:pt x="16022" y="6106"/>
                </a:lnTo>
                <a:lnTo>
                  <a:pt x="15900" y="5716"/>
                </a:lnTo>
                <a:lnTo>
                  <a:pt x="15777" y="5349"/>
                </a:lnTo>
                <a:lnTo>
                  <a:pt x="15631" y="4959"/>
                </a:lnTo>
                <a:lnTo>
                  <a:pt x="15460" y="4617"/>
                </a:lnTo>
                <a:lnTo>
                  <a:pt x="15289" y="4250"/>
                </a:lnTo>
                <a:lnTo>
                  <a:pt x="15094" y="3908"/>
                </a:lnTo>
                <a:lnTo>
                  <a:pt x="14874" y="3591"/>
                </a:lnTo>
                <a:lnTo>
                  <a:pt x="14654" y="3273"/>
                </a:lnTo>
                <a:lnTo>
                  <a:pt x="14410" y="2956"/>
                </a:lnTo>
                <a:lnTo>
                  <a:pt x="14166" y="2663"/>
                </a:lnTo>
                <a:lnTo>
                  <a:pt x="13872" y="2394"/>
                </a:lnTo>
                <a:lnTo>
                  <a:pt x="13604" y="2125"/>
                </a:lnTo>
                <a:lnTo>
                  <a:pt x="13311" y="1857"/>
                </a:lnTo>
                <a:lnTo>
                  <a:pt x="12993" y="1613"/>
                </a:lnTo>
                <a:lnTo>
                  <a:pt x="12676" y="1393"/>
                </a:lnTo>
                <a:lnTo>
                  <a:pt x="12358" y="1173"/>
                </a:lnTo>
                <a:lnTo>
                  <a:pt x="12016" y="978"/>
                </a:lnTo>
                <a:lnTo>
                  <a:pt x="11650" y="807"/>
                </a:lnTo>
                <a:lnTo>
                  <a:pt x="11308" y="636"/>
                </a:lnTo>
                <a:lnTo>
                  <a:pt x="10942" y="489"/>
                </a:lnTo>
                <a:lnTo>
                  <a:pt x="10551" y="367"/>
                </a:lnTo>
                <a:lnTo>
                  <a:pt x="10160" y="245"/>
                </a:lnTo>
                <a:lnTo>
                  <a:pt x="9769" y="172"/>
                </a:lnTo>
                <a:lnTo>
                  <a:pt x="9379" y="98"/>
                </a:lnTo>
                <a:lnTo>
                  <a:pt x="8963" y="50"/>
                </a:lnTo>
                <a:lnTo>
                  <a:pt x="8548" y="1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43" name="Google Shape;343;p59"/>
          <p:cNvSpPr/>
          <p:nvPr/>
        </p:nvSpPr>
        <p:spPr>
          <a:xfrm>
            <a:off x="7619447" y="4974606"/>
            <a:ext cx="339959" cy="297094"/>
          </a:xfrm>
          <a:custGeom>
            <a:rect b="b" l="l" r="r" t="t"/>
            <a:pathLst>
              <a:path extrusionOk="0" h="14215" w="16266">
                <a:moveTo>
                  <a:pt x="8597" y="4397"/>
                </a:moveTo>
                <a:lnTo>
                  <a:pt x="8719" y="4421"/>
                </a:lnTo>
                <a:lnTo>
                  <a:pt x="8866" y="4445"/>
                </a:lnTo>
                <a:lnTo>
                  <a:pt x="8988" y="4519"/>
                </a:lnTo>
                <a:lnTo>
                  <a:pt x="9085" y="4616"/>
                </a:lnTo>
                <a:lnTo>
                  <a:pt x="9159" y="4714"/>
                </a:lnTo>
                <a:lnTo>
                  <a:pt x="9208" y="4836"/>
                </a:lnTo>
                <a:lnTo>
                  <a:pt x="9232" y="4958"/>
                </a:lnTo>
                <a:lnTo>
                  <a:pt x="9256" y="5105"/>
                </a:lnTo>
                <a:lnTo>
                  <a:pt x="8963" y="8939"/>
                </a:lnTo>
                <a:lnTo>
                  <a:pt x="8939" y="9086"/>
                </a:lnTo>
                <a:lnTo>
                  <a:pt x="8890" y="9232"/>
                </a:lnTo>
                <a:lnTo>
                  <a:pt x="8817" y="9330"/>
                </a:lnTo>
                <a:lnTo>
                  <a:pt x="8719" y="9452"/>
                </a:lnTo>
                <a:lnTo>
                  <a:pt x="8597" y="9525"/>
                </a:lnTo>
                <a:lnTo>
                  <a:pt x="8475" y="9599"/>
                </a:lnTo>
                <a:lnTo>
                  <a:pt x="8353" y="9648"/>
                </a:lnTo>
                <a:lnTo>
                  <a:pt x="7913" y="9648"/>
                </a:lnTo>
                <a:lnTo>
                  <a:pt x="7791" y="9599"/>
                </a:lnTo>
                <a:lnTo>
                  <a:pt x="7669" y="9525"/>
                </a:lnTo>
                <a:lnTo>
                  <a:pt x="7547" y="9452"/>
                </a:lnTo>
                <a:lnTo>
                  <a:pt x="7449" y="9330"/>
                </a:lnTo>
                <a:lnTo>
                  <a:pt x="7376" y="9232"/>
                </a:lnTo>
                <a:lnTo>
                  <a:pt x="7327" y="9086"/>
                </a:lnTo>
                <a:lnTo>
                  <a:pt x="7303" y="8939"/>
                </a:lnTo>
                <a:lnTo>
                  <a:pt x="7010" y="5105"/>
                </a:lnTo>
                <a:lnTo>
                  <a:pt x="7034" y="4958"/>
                </a:lnTo>
                <a:lnTo>
                  <a:pt x="7058" y="4836"/>
                </a:lnTo>
                <a:lnTo>
                  <a:pt x="7107" y="4714"/>
                </a:lnTo>
                <a:lnTo>
                  <a:pt x="7180" y="4616"/>
                </a:lnTo>
                <a:lnTo>
                  <a:pt x="7278" y="4519"/>
                </a:lnTo>
                <a:lnTo>
                  <a:pt x="7400" y="4445"/>
                </a:lnTo>
                <a:lnTo>
                  <a:pt x="7547" y="4421"/>
                </a:lnTo>
                <a:lnTo>
                  <a:pt x="7669" y="4397"/>
                </a:lnTo>
                <a:close/>
                <a:moveTo>
                  <a:pt x="8133" y="10429"/>
                </a:moveTo>
                <a:lnTo>
                  <a:pt x="8328" y="10454"/>
                </a:lnTo>
                <a:lnTo>
                  <a:pt x="8499" y="10502"/>
                </a:lnTo>
                <a:lnTo>
                  <a:pt x="8670" y="10600"/>
                </a:lnTo>
                <a:lnTo>
                  <a:pt x="8817" y="10722"/>
                </a:lnTo>
                <a:lnTo>
                  <a:pt x="8939" y="10869"/>
                </a:lnTo>
                <a:lnTo>
                  <a:pt x="9037" y="11040"/>
                </a:lnTo>
                <a:lnTo>
                  <a:pt x="9085" y="11211"/>
                </a:lnTo>
                <a:lnTo>
                  <a:pt x="9110" y="11406"/>
                </a:lnTo>
                <a:lnTo>
                  <a:pt x="9085" y="11601"/>
                </a:lnTo>
                <a:lnTo>
                  <a:pt x="9037" y="11797"/>
                </a:lnTo>
                <a:lnTo>
                  <a:pt x="8939" y="11943"/>
                </a:lnTo>
                <a:lnTo>
                  <a:pt x="8817" y="12090"/>
                </a:lnTo>
                <a:lnTo>
                  <a:pt x="8670" y="12212"/>
                </a:lnTo>
                <a:lnTo>
                  <a:pt x="8499" y="12310"/>
                </a:lnTo>
                <a:lnTo>
                  <a:pt x="8328" y="12359"/>
                </a:lnTo>
                <a:lnTo>
                  <a:pt x="8133" y="12383"/>
                </a:lnTo>
                <a:lnTo>
                  <a:pt x="7938" y="12359"/>
                </a:lnTo>
                <a:lnTo>
                  <a:pt x="7742" y="12310"/>
                </a:lnTo>
                <a:lnTo>
                  <a:pt x="7596" y="12212"/>
                </a:lnTo>
                <a:lnTo>
                  <a:pt x="7449" y="12090"/>
                </a:lnTo>
                <a:lnTo>
                  <a:pt x="7327" y="11943"/>
                </a:lnTo>
                <a:lnTo>
                  <a:pt x="7229" y="11797"/>
                </a:lnTo>
                <a:lnTo>
                  <a:pt x="7180" y="11601"/>
                </a:lnTo>
                <a:lnTo>
                  <a:pt x="7156" y="11406"/>
                </a:lnTo>
                <a:lnTo>
                  <a:pt x="7180" y="11211"/>
                </a:lnTo>
                <a:lnTo>
                  <a:pt x="7229" y="11040"/>
                </a:lnTo>
                <a:lnTo>
                  <a:pt x="7327" y="10869"/>
                </a:lnTo>
                <a:lnTo>
                  <a:pt x="7449" y="10722"/>
                </a:lnTo>
                <a:lnTo>
                  <a:pt x="7596" y="10600"/>
                </a:lnTo>
                <a:lnTo>
                  <a:pt x="7742" y="10502"/>
                </a:lnTo>
                <a:lnTo>
                  <a:pt x="7938" y="10454"/>
                </a:lnTo>
                <a:lnTo>
                  <a:pt x="8133" y="10429"/>
                </a:lnTo>
                <a:close/>
                <a:moveTo>
                  <a:pt x="7986" y="0"/>
                </a:moveTo>
                <a:lnTo>
                  <a:pt x="7864" y="25"/>
                </a:lnTo>
                <a:lnTo>
                  <a:pt x="7742" y="74"/>
                </a:lnTo>
                <a:lnTo>
                  <a:pt x="7620" y="123"/>
                </a:lnTo>
                <a:lnTo>
                  <a:pt x="7522" y="196"/>
                </a:lnTo>
                <a:lnTo>
                  <a:pt x="7425" y="294"/>
                </a:lnTo>
                <a:lnTo>
                  <a:pt x="7327" y="391"/>
                </a:lnTo>
                <a:lnTo>
                  <a:pt x="7254" y="489"/>
                </a:lnTo>
                <a:lnTo>
                  <a:pt x="147" y="12700"/>
                </a:lnTo>
                <a:lnTo>
                  <a:pt x="73" y="12823"/>
                </a:lnTo>
                <a:lnTo>
                  <a:pt x="25" y="12945"/>
                </a:lnTo>
                <a:lnTo>
                  <a:pt x="0" y="13067"/>
                </a:lnTo>
                <a:lnTo>
                  <a:pt x="0" y="13213"/>
                </a:lnTo>
                <a:lnTo>
                  <a:pt x="0" y="13335"/>
                </a:lnTo>
                <a:lnTo>
                  <a:pt x="25" y="13458"/>
                </a:lnTo>
                <a:lnTo>
                  <a:pt x="73" y="13604"/>
                </a:lnTo>
                <a:lnTo>
                  <a:pt x="147" y="13726"/>
                </a:lnTo>
                <a:lnTo>
                  <a:pt x="220" y="13824"/>
                </a:lnTo>
                <a:lnTo>
                  <a:pt x="293" y="13922"/>
                </a:lnTo>
                <a:lnTo>
                  <a:pt x="391" y="14019"/>
                </a:lnTo>
                <a:lnTo>
                  <a:pt x="513" y="14093"/>
                </a:lnTo>
                <a:lnTo>
                  <a:pt x="635" y="14141"/>
                </a:lnTo>
                <a:lnTo>
                  <a:pt x="757" y="14190"/>
                </a:lnTo>
                <a:lnTo>
                  <a:pt x="879" y="14215"/>
                </a:lnTo>
                <a:lnTo>
                  <a:pt x="15387" y="14215"/>
                </a:lnTo>
                <a:lnTo>
                  <a:pt x="15509" y="14190"/>
                </a:lnTo>
                <a:lnTo>
                  <a:pt x="15631" y="14141"/>
                </a:lnTo>
                <a:lnTo>
                  <a:pt x="15753" y="14093"/>
                </a:lnTo>
                <a:lnTo>
                  <a:pt x="15875" y="14019"/>
                </a:lnTo>
                <a:lnTo>
                  <a:pt x="15973" y="13922"/>
                </a:lnTo>
                <a:lnTo>
                  <a:pt x="16046" y="13824"/>
                </a:lnTo>
                <a:lnTo>
                  <a:pt x="16119" y="13726"/>
                </a:lnTo>
                <a:lnTo>
                  <a:pt x="16193" y="13604"/>
                </a:lnTo>
                <a:lnTo>
                  <a:pt x="16241" y="13458"/>
                </a:lnTo>
                <a:lnTo>
                  <a:pt x="16266" y="13335"/>
                </a:lnTo>
                <a:lnTo>
                  <a:pt x="16266" y="13213"/>
                </a:lnTo>
                <a:lnTo>
                  <a:pt x="16266" y="13067"/>
                </a:lnTo>
                <a:lnTo>
                  <a:pt x="16241" y="12945"/>
                </a:lnTo>
                <a:lnTo>
                  <a:pt x="16193" y="12823"/>
                </a:lnTo>
                <a:lnTo>
                  <a:pt x="16119" y="12700"/>
                </a:lnTo>
                <a:lnTo>
                  <a:pt x="9012" y="489"/>
                </a:lnTo>
                <a:lnTo>
                  <a:pt x="8939" y="391"/>
                </a:lnTo>
                <a:lnTo>
                  <a:pt x="8841" y="294"/>
                </a:lnTo>
                <a:lnTo>
                  <a:pt x="8744" y="196"/>
                </a:lnTo>
                <a:lnTo>
                  <a:pt x="8646" y="123"/>
                </a:lnTo>
                <a:lnTo>
                  <a:pt x="8524" y="74"/>
                </a:lnTo>
                <a:lnTo>
                  <a:pt x="8402" y="25"/>
                </a:lnTo>
                <a:lnTo>
                  <a:pt x="8255" y="0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44" name="Google Shape;344;p59"/>
          <p:cNvSpPr/>
          <p:nvPr/>
        </p:nvSpPr>
        <p:spPr>
          <a:xfrm>
            <a:off x="8744997" y="4951636"/>
            <a:ext cx="343053" cy="343032"/>
          </a:xfrm>
          <a:custGeom>
            <a:rect b="b" l="l" r="r" t="t"/>
            <a:pathLst>
              <a:path extrusionOk="0" h="16413" w="16414">
                <a:moveTo>
                  <a:pt x="10088" y="5080"/>
                </a:moveTo>
                <a:lnTo>
                  <a:pt x="10234" y="5105"/>
                </a:lnTo>
                <a:lnTo>
                  <a:pt x="10307" y="5129"/>
                </a:lnTo>
                <a:lnTo>
                  <a:pt x="10356" y="5178"/>
                </a:lnTo>
                <a:lnTo>
                  <a:pt x="11235" y="6057"/>
                </a:lnTo>
                <a:lnTo>
                  <a:pt x="11284" y="6106"/>
                </a:lnTo>
                <a:lnTo>
                  <a:pt x="11309" y="6179"/>
                </a:lnTo>
                <a:lnTo>
                  <a:pt x="11333" y="6326"/>
                </a:lnTo>
                <a:lnTo>
                  <a:pt x="11309" y="6473"/>
                </a:lnTo>
                <a:lnTo>
                  <a:pt x="11284" y="6546"/>
                </a:lnTo>
                <a:lnTo>
                  <a:pt x="11235" y="6595"/>
                </a:lnTo>
                <a:lnTo>
                  <a:pt x="9892" y="7938"/>
                </a:lnTo>
                <a:lnTo>
                  <a:pt x="9843" y="7987"/>
                </a:lnTo>
                <a:lnTo>
                  <a:pt x="9819" y="8060"/>
                </a:lnTo>
                <a:lnTo>
                  <a:pt x="9795" y="8207"/>
                </a:lnTo>
                <a:lnTo>
                  <a:pt x="9819" y="8353"/>
                </a:lnTo>
                <a:lnTo>
                  <a:pt x="9843" y="8426"/>
                </a:lnTo>
                <a:lnTo>
                  <a:pt x="9892" y="8475"/>
                </a:lnTo>
                <a:lnTo>
                  <a:pt x="11235" y="9818"/>
                </a:lnTo>
                <a:lnTo>
                  <a:pt x="11284" y="9867"/>
                </a:lnTo>
                <a:lnTo>
                  <a:pt x="11309" y="9941"/>
                </a:lnTo>
                <a:lnTo>
                  <a:pt x="11333" y="10087"/>
                </a:lnTo>
                <a:lnTo>
                  <a:pt x="11309" y="10234"/>
                </a:lnTo>
                <a:lnTo>
                  <a:pt x="11284" y="10307"/>
                </a:lnTo>
                <a:lnTo>
                  <a:pt x="11235" y="10356"/>
                </a:lnTo>
                <a:lnTo>
                  <a:pt x="10356" y="11235"/>
                </a:lnTo>
                <a:lnTo>
                  <a:pt x="10307" y="11284"/>
                </a:lnTo>
                <a:lnTo>
                  <a:pt x="10234" y="11308"/>
                </a:lnTo>
                <a:lnTo>
                  <a:pt x="10088" y="11333"/>
                </a:lnTo>
                <a:lnTo>
                  <a:pt x="9941" y="11308"/>
                </a:lnTo>
                <a:lnTo>
                  <a:pt x="9868" y="11284"/>
                </a:lnTo>
                <a:lnTo>
                  <a:pt x="9819" y="11235"/>
                </a:lnTo>
                <a:lnTo>
                  <a:pt x="8476" y="9892"/>
                </a:lnTo>
                <a:lnTo>
                  <a:pt x="8427" y="9843"/>
                </a:lnTo>
                <a:lnTo>
                  <a:pt x="8354" y="9818"/>
                </a:lnTo>
                <a:lnTo>
                  <a:pt x="8207" y="9794"/>
                </a:lnTo>
                <a:lnTo>
                  <a:pt x="8061" y="9818"/>
                </a:lnTo>
                <a:lnTo>
                  <a:pt x="7987" y="9843"/>
                </a:lnTo>
                <a:lnTo>
                  <a:pt x="7938" y="9892"/>
                </a:lnTo>
                <a:lnTo>
                  <a:pt x="6595" y="11235"/>
                </a:lnTo>
                <a:lnTo>
                  <a:pt x="6546" y="11284"/>
                </a:lnTo>
                <a:lnTo>
                  <a:pt x="6473" y="11308"/>
                </a:lnTo>
                <a:lnTo>
                  <a:pt x="6326" y="11333"/>
                </a:lnTo>
                <a:lnTo>
                  <a:pt x="6180" y="11308"/>
                </a:lnTo>
                <a:lnTo>
                  <a:pt x="6107" y="11284"/>
                </a:lnTo>
                <a:lnTo>
                  <a:pt x="6058" y="11235"/>
                </a:lnTo>
                <a:lnTo>
                  <a:pt x="5179" y="10356"/>
                </a:lnTo>
                <a:lnTo>
                  <a:pt x="5130" y="10307"/>
                </a:lnTo>
                <a:lnTo>
                  <a:pt x="5105" y="10234"/>
                </a:lnTo>
                <a:lnTo>
                  <a:pt x="5081" y="10087"/>
                </a:lnTo>
                <a:lnTo>
                  <a:pt x="5105" y="9941"/>
                </a:lnTo>
                <a:lnTo>
                  <a:pt x="5130" y="9867"/>
                </a:lnTo>
                <a:lnTo>
                  <a:pt x="5179" y="9818"/>
                </a:lnTo>
                <a:lnTo>
                  <a:pt x="6522" y="8475"/>
                </a:lnTo>
                <a:lnTo>
                  <a:pt x="6571" y="8426"/>
                </a:lnTo>
                <a:lnTo>
                  <a:pt x="6595" y="8353"/>
                </a:lnTo>
                <a:lnTo>
                  <a:pt x="6620" y="8207"/>
                </a:lnTo>
                <a:lnTo>
                  <a:pt x="6595" y="8060"/>
                </a:lnTo>
                <a:lnTo>
                  <a:pt x="6571" y="7987"/>
                </a:lnTo>
                <a:lnTo>
                  <a:pt x="6522" y="7938"/>
                </a:lnTo>
                <a:lnTo>
                  <a:pt x="5179" y="6595"/>
                </a:lnTo>
                <a:lnTo>
                  <a:pt x="5130" y="6546"/>
                </a:lnTo>
                <a:lnTo>
                  <a:pt x="5105" y="6473"/>
                </a:lnTo>
                <a:lnTo>
                  <a:pt x="5081" y="6326"/>
                </a:lnTo>
                <a:lnTo>
                  <a:pt x="5105" y="6179"/>
                </a:lnTo>
                <a:lnTo>
                  <a:pt x="5130" y="6106"/>
                </a:lnTo>
                <a:lnTo>
                  <a:pt x="5179" y="6057"/>
                </a:lnTo>
                <a:lnTo>
                  <a:pt x="6058" y="5178"/>
                </a:lnTo>
                <a:lnTo>
                  <a:pt x="6107" y="5129"/>
                </a:lnTo>
                <a:lnTo>
                  <a:pt x="6180" y="5105"/>
                </a:lnTo>
                <a:lnTo>
                  <a:pt x="6326" y="5080"/>
                </a:lnTo>
                <a:lnTo>
                  <a:pt x="6473" y="5105"/>
                </a:lnTo>
                <a:lnTo>
                  <a:pt x="6546" y="5129"/>
                </a:lnTo>
                <a:lnTo>
                  <a:pt x="6595" y="5178"/>
                </a:lnTo>
                <a:lnTo>
                  <a:pt x="7938" y="6521"/>
                </a:lnTo>
                <a:lnTo>
                  <a:pt x="7987" y="6570"/>
                </a:lnTo>
                <a:lnTo>
                  <a:pt x="8061" y="6595"/>
                </a:lnTo>
                <a:lnTo>
                  <a:pt x="8207" y="6619"/>
                </a:lnTo>
                <a:lnTo>
                  <a:pt x="8354" y="6595"/>
                </a:lnTo>
                <a:lnTo>
                  <a:pt x="8427" y="6570"/>
                </a:lnTo>
                <a:lnTo>
                  <a:pt x="8476" y="6521"/>
                </a:lnTo>
                <a:lnTo>
                  <a:pt x="9819" y="5178"/>
                </a:lnTo>
                <a:lnTo>
                  <a:pt x="9868" y="5129"/>
                </a:lnTo>
                <a:lnTo>
                  <a:pt x="9941" y="5105"/>
                </a:lnTo>
                <a:lnTo>
                  <a:pt x="10088" y="5080"/>
                </a:lnTo>
                <a:close/>
                <a:moveTo>
                  <a:pt x="5130" y="0"/>
                </a:moveTo>
                <a:lnTo>
                  <a:pt x="4934" y="25"/>
                </a:lnTo>
                <a:lnTo>
                  <a:pt x="4739" y="74"/>
                </a:lnTo>
                <a:lnTo>
                  <a:pt x="4568" y="171"/>
                </a:lnTo>
                <a:lnTo>
                  <a:pt x="4397" y="293"/>
                </a:lnTo>
                <a:lnTo>
                  <a:pt x="294" y="4397"/>
                </a:lnTo>
                <a:lnTo>
                  <a:pt x="172" y="4568"/>
                </a:lnTo>
                <a:lnTo>
                  <a:pt x="74" y="4738"/>
                </a:lnTo>
                <a:lnTo>
                  <a:pt x="25" y="4934"/>
                </a:lnTo>
                <a:lnTo>
                  <a:pt x="1" y="5129"/>
                </a:lnTo>
                <a:lnTo>
                  <a:pt x="1" y="11284"/>
                </a:lnTo>
                <a:lnTo>
                  <a:pt x="25" y="11479"/>
                </a:lnTo>
                <a:lnTo>
                  <a:pt x="74" y="11675"/>
                </a:lnTo>
                <a:lnTo>
                  <a:pt x="172" y="11846"/>
                </a:lnTo>
                <a:lnTo>
                  <a:pt x="294" y="12017"/>
                </a:lnTo>
                <a:lnTo>
                  <a:pt x="4397" y="16120"/>
                </a:lnTo>
                <a:lnTo>
                  <a:pt x="4568" y="16242"/>
                </a:lnTo>
                <a:lnTo>
                  <a:pt x="4739" y="16339"/>
                </a:lnTo>
                <a:lnTo>
                  <a:pt x="4934" y="16388"/>
                </a:lnTo>
                <a:lnTo>
                  <a:pt x="5130" y="16413"/>
                </a:lnTo>
                <a:lnTo>
                  <a:pt x="11284" y="16413"/>
                </a:lnTo>
                <a:lnTo>
                  <a:pt x="11480" y="16388"/>
                </a:lnTo>
                <a:lnTo>
                  <a:pt x="11675" y="16339"/>
                </a:lnTo>
                <a:lnTo>
                  <a:pt x="11846" y="16242"/>
                </a:lnTo>
                <a:lnTo>
                  <a:pt x="12017" y="16120"/>
                </a:lnTo>
                <a:lnTo>
                  <a:pt x="16120" y="12017"/>
                </a:lnTo>
                <a:lnTo>
                  <a:pt x="16242" y="11846"/>
                </a:lnTo>
                <a:lnTo>
                  <a:pt x="16340" y="11675"/>
                </a:lnTo>
                <a:lnTo>
                  <a:pt x="16389" y="11479"/>
                </a:lnTo>
                <a:lnTo>
                  <a:pt x="16413" y="11284"/>
                </a:lnTo>
                <a:lnTo>
                  <a:pt x="16413" y="5129"/>
                </a:lnTo>
                <a:lnTo>
                  <a:pt x="16389" y="4934"/>
                </a:lnTo>
                <a:lnTo>
                  <a:pt x="16340" y="4738"/>
                </a:lnTo>
                <a:lnTo>
                  <a:pt x="16242" y="4568"/>
                </a:lnTo>
                <a:lnTo>
                  <a:pt x="16120" y="4397"/>
                </a:lnTo>
                <a:lnTo>
                  <a:pt x="12017" y="293"/>
                </a:lnTo>
                <a:lnTo>
                  <a:pt x="11846" y="171"/>
                </a:lnTo>
                <a:lnTo>
                  <a:pt x="11675" y="74"/>
                </a:lnTo>
                <a:lnTo>
                  <a:pt x="11480" y="25"/>
                </a:lnTo>
                <a:lnTo>
                  <a:pt x="11284" y="0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grpSp>
        <p:nvGrpSpPr>
          <p:cNvPr id="345" name="Google Shape;345;p59"/>
          <p:cNvGrpSpPr/>
          <p:nvPr/>
        </p:nvGrpSpPr>
        <p:grpSpPr>
          <a:xfrm>
            <a:off x="9283379" y="4956595"/>
            <a:ext cx="393045" cy="332833"/>
            <a:chOff x="5275975" y="4344850"/>
            <a:chExt cx="470150" cy="398125"/>
          </a:xfrm>
        </p:grpSpPr>
        <p:sp>
          <p:nvSpPr>
            <p:cNvPr id="346" name="Google Shape;346;p59"/>
            <p:cNvSpPr/>
            <p:nvPr/>
          </p:nvSpPr>
          <p:spPr>
            <a:xfrm>
              <a:off x="5661250" y="4690450"/>
              <a:ext cx="65950" cy="52525"/>
            </a:xfrm>
            <a:custGeom>
              <a:rect b="b" l="l" r="r" t="t"/>
              <a:pathLst>
                <a:path extrusionOk="0" h="2101" w="2638">
                  <a:moveTo>
                    <a:pt x="0" y="0"/>
                  </a:moveTo>
                  <a:lnTo>
                    <a:pt x="0" y="782"/>
                  </a:lnTo>
                  <a:lnTo>
                    <a:pt x="25" y="1050"/>
                  </a:lnTo>
                  <a:lnTo>
                    <a:pt x="122" y="1295"/>
                  </a:lnTo>
                  <a:lnTo>
                    <a:pt x="244" y="1514"/>
                  </a:lnTo>
                  <a:lnTo>
                    <a:pt x="391" y="1710"/>
                  </a:lnTo>
                  <a:lnTo>
                    <a:pt x="586" y="1856"/>
                  </a:lnTo>
                  <a:lnTo>
                    <a:pt x="806" y="1978"/>
                  </a:lnTo>
                  <a:lnTo>
                    <a:pt x="1050" y="2076"/>
                  </a:lnTo>
                  <a:lnTo>
                    <a:pt x="1319" y="2100"/>
                  </a:lnTo>
                  <a:lnTo>
                    <a:pt x="1588" y="2076"/>
                  </a:lnTo>
                  <a:lnTo>
                    <a:pt x="1832" y="1978"/>
                  </a:lnTo>
                  <a:lnTo>
                    <a:pt x="2052" y="1856"/>
                  </a:lnTo>
                  <a:lnTo>
                    <a:pt x="2247" y="1710"/>
                  </a:lnTo>
                  <a:lnTo>
                    <a:pt x="2418" y="1514"/>
                  </a:lnTo>
                  <a:lnTo>
                    <a:pt x="2540" y="1295"/>
                  </a:lnTo>
                  <a:lnTo>
                    <a:pt x="2613" y="1050"/>
                  </a:lnTo>
                  <a:lnTo>
                    <a:pt x="2638" y="782"/>
                  </a:lnTo>
                  <a:lnTo>
                    <a:pt x="2638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47" name="Google Shape;347;p59"/>
            <p:cNvSpPr/>
            <p:nvPr/>
          </p:nvSpPr>
          <p:spPr>
            <a:xfrm>
              <a:off x="5294900" y="4690450"/>
              <a:ext cx="65950" cy="52525"/>
            </a:xfrm>
            <a:custGeom>
              <a:rect b="b" l="l" r="r" t="t"/>
              <a:pathLst>
                <a:path extrusionOk="0" h="2101" w="2638">
                  <a:moveTo>
                    <a:pt x="0" y="0"/>
                  </a:moveTo>
                  <a:lnTo>
                    <a:pt x="0" y="782"/>
                  </a:lnTo>
                  <a:lnTo>
                    <a:pt x="25" y="1050"/>
                  </a:lnTo>
                  <a:lnTo>
                    <a:pt x="98" y="1295"/>
                  </a:lnTo>
                  <a:lnTo>
                    <a:pt x="220" y="1514"/>
                  </a:lnTo>
                  <a:lnTo>
                    <a:pt x="391" y="1710"/>
                  </a:lnTo>
                  <a:lnTo>
                    <a:pt x="586" y="1856"/>
                  </a:lnTo>
                  <a:lnTo>
                    <a:pt x="806" y="1978"/>
                  </a:lnTo>
                  <a:lnTo>
                    <a:pt x="1050" y="2076"/>
                  </a:lnTo>
                  <a:lnTo>
                    <a:pt x="1319" y="2100"/>
                  </a:lnTo>
                  <a:lnTo>
                    <a:pt x="1588" y="2076"/>
                  </a:lnTo>
                  <a:lnTo>
                    <a:pt x="1832" y="1978"/>
                  </a:lnTo>
                  <a:lnTo>
                    <a:pt x="2052" y="1856"/>
                  </a:lnTo>
                  <a:lnTo>
                    <a:pt x="2247" y="1710"/>
                  </a:lnTo>
                  <a:lnTo>
                    <a:pt x="2394" y="1514"/>
                  </a:lnTo>
                  <a:lnTo>
                    <a:pt x="2516" y="1295"/>
                  </a:lnTo>
                  <a:lnTo>
                    <a:pt x="2614" y="1050"/>
                  </a:lnTo>
                  <a:lnTo>
                    <a:pt x="2638" y="782"/>
                  </a:lnTo>
                  <a:lnTo>
                    <a:pt x="2638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48" name="Google Shape;348;p59"/>
            <p:cNvSpPr/>
            <p:nvPr/>
          </p:nvSpPr>
          <p:spPr>
            <a:xfrm>
              <a:off x="5275975" y="4344850"/>
              <a:ext cx="470150" cy="334025"/>
            </a:xfrm>
            <a:custGeom>
              <a:rect b="b" l="l" r="r" t="t"/>
              <a:pathLst>
                <a:path extrusionOk="0" h="13361" w="18806">
                  <a:moveTo>
                    <a:pt x="10062" y="1344"/>
                  </a:moveTo>
                  <a:lnTo>
                    <a:pt x="10673" y="1368"/>
                  </a:lnTo>
                  <a:lnTo>
                    <a:pt x="11699" y="1442"/>
                  </a:lnTo>
                  <a:lnTo>
                    <a:pt x="12529" y="1564"/>
                  </a:lnTo>
                  <a:lnTo>
                    <a:pt x="13164" y="1686"/>
                  </a:lnTo>
                  <a:lnTo>
                    <a:pt x="13628" y="1808"/>
                  </a:lnTo>
                  <a:lnTo>
                    <a:pt x="13946" y="1906"/>
                  </a:lnTo>
                  <a:lnTo>
                    <a:pt x="14166" y="2003"/>
                  </a:lnTo>
                  <a:lnTo>
                    <a:pt x="14214" y="2052"/>
                  </a:lnTo>
                  <a:lnTo>
                    <a:pt x="14288" y="2174"/>
                  </a:lnTo>
                  <a:lnTo>
                    <a:pt x="14459" y="2638"/>
                  </a:lnTo>
                  <a:lnTo>
                    <a:pt x="14678" y="3273"/>
                  </a:lnTo>
                  <a:lnTo>
                    <a:pt x="14898" y="4006"/>
                  </a:lnTo>
                  <a:lnTo>
                    <a:pt x="15313" y="5374"/>
                  </a:lnTo>
                  <a:lnTo>
                    <a:pt x="15484" y="5984"/>
                  </a:lnTo>
                  <a:lnTo>
                    <a:pt x="15460" y="6033"/>
                  </a:lnTo>
                  <a:lnTo>
                    <a:pt x="15411" y="6106"/>
                  </a:lnTo>
                  <a:lnTo>
                    <a:pt x="15313" y="6180"/>
                  </a:lnTo>
                  <a:lnTo>
                    <a:pt x="15167" y="6277"/>
                  </a:lnTo>
                  <a:lnTo>
                    <a:pt x="14972" y="6399"/>
                  </a:lnTo>
                  <a:lnTo>
                    <a:pt x="14727" y="6522"/>
                  </a:lnTo>
                  <a:lnTo>
                    <a:pt x="14410" y="6619"/>
                  </a:lnTo>
                  <a:lnTo>
                    <a:pt x="14068" y="6741"/>
                  </a:lnTo>
                  <a:lnTo>
                    <a:pt x="13677" y="6864"/>
                  </a:lnTo>
                  <a:lnTo>
                    <a:pt x="13213" y="6986"/>
                  </a:lnTo>
                  <a:lnTo>
                    <a:pt x="12725" y="7083"/>
                  </a:lnTo>
                  <a:lnTo>
                    <a:pt x="12163" y="7181"/>
                  </a:lnTo>
                  <a:lnTo>
                    <a:pt x="11552" y="7254"/>
                  </a:lnTo>
                  <a:lnTo>
                    <a:pt x="10893" y="7303"/>
                  </a:lnTo>
                  <a:lnTo>
                    <a:pt x="10185" y="7352"/>
                  </a:lnTo>
                  <a:lnTo>
                    <a:pt x="8622" y="7352"/>
                  </a:lnTo>
                  <a:lnTo>
                    <a:pt x="7913" y="7303"/>
                  </a:lnTo>
                  <a:lnTo>
                    <a:pt x="7254" y="7254"/>
                  </a:lnTo>
                  <a:lnTo>
                    <a:pt x="6643" y="7181"/>
                  </a:lnTo>
                  <a:lnTo>
                    <a:pt x="6082" y="7083"/>
                  </a:lnTo>
                  <a:lnTo>
                    <a:pt x="5593" y="6986"/>
                  </a:lnTo>
                  <a:lnTo>
                    <a:pt x="5129" y="6864"/>
                  </a:lnTo>
                  <a:lnTo>
                    <a:pt x="4738" y="6741"/>
                  </a:lnTo>
                  <a:lnTo>
                    <a:pt x="4396" y="6619"/>
                  </a:lnTo>
                  <a:lnTo>
                    <a:pt x="4079" y="6522"/>
                  </a:lnTo>
                  <a:lnTo>
                    <a:pt x="3835" y="6399"/>
                  </a:lnTo>
                  <a:lnTo>
                    <a:pt x="3639" y="6277"/>
                  </a:lnTo>
                  <a:lnTo>
                    <a:pt x="3493" y="6180"/>
                  </a:lnTo>
                  <a:lnTo>
                    <a:pt x="3395" y="6106"/>
                  </a:lnTo>
                  <a:lnTo>
                    <a:pt x="3346" y="6033"/>
                  </a:lnTo>
                  <a:lnTo>
                    <a:pt x="3322" y="5984"/>
                  </a:lnTo>
                  <a:lnTo>
                    <a:pt x="3493" y="5374"/>
                  </a:lnTo>
                  <a:lnTo>
                    <a:pt x="3908" y="4006"/>
                  </a:lnTo>
                  <a:lnTo>
                    <a:pt x="4128" y="3273"/>
                  </a:lnTo>
                  <a:lnTo>
                    <a:pt x="4347" y="2638"/>
                  </a:lnTo>
                  <a:lnTo>
                    <a:pt x="4518" y="2174"/>
                  </a:lnTo>
                  <a:lnTo>
                    <a:pt x="4592" y="2052"/>
                  </a:lnTo>
                  <a:lnTo>
                    <a:pt x="4641" y="2003"/>
                  </a:lnTo>
                  <a:lnTo>
                    <a:pt x="4860" y="1906"/>
                  </a:lnTo>
                  <a:lnTo>
                    <a:pt x="5178" y="1808"/>
                  </a:lnTo>
                  <a:lnTo>
                    <a:pt x="5642" y="1686"/>
                  </a:lnTo>
                  <a:lnTo>
                    <a:pt x="6277" y="1564"/>
                  </a:lnTo>
                  <a:lnTo>
                    <a:pt x="7107" y="1442"/>
                  </a:lnTo>
                  <a:lnTo>
                    <a:pt x="8133" y="1368"/>
                  </a:lnTo>
                  <a:lnTo>
                    <a:pt x="8744" y="1344"/>
                  </a:lnTo>
                  <a:close/>
                  <a:moveTo>
                    <a:pt x="11919" y="9916"/>
                  </a:moveTo>
                  <a:lnTo>
                    <a:pt x="12016" y="9941"/>
                  </a:lnTo>
                  <a:lnTo>
                    <a:pt x="12090" y="9990"/>
                  </a:lnTo>
                  <a:lnTo>
                    <a:pt x="12138" y="10063"/>
                  </a:lnTo>
                  <a:lnTo>
                    <a:pt x="12163" y="10161"/>
                  </a:lnTo>
                  <a:lnTo>
                    <a:pt x="12138" y="10258"/>
                  </a:lnTo>
                  <a:lnTo>
                    <a:pt x="12090" y="10332"/>
                  </a:lnTo>
                  <a:lnTo>
                    <a:pt x="12016" y="10380"/>
                  </a:lnTo>
                  <a:lnTo>
                    <a:pt x="11919" y="10405"/>
                  </a:lnTo>
                  <a:lnTo>
                    <a:pt x="6887" y="10405"/>
                  </a:lnTo>
                  <a:lnTo>
                    <a:pt x="6790" y="10380"/>
                  </a:lnTo>
                  <a:lnTo>
                    <a:pt x="6717" y="10332"/>
                  </a:lnTo>
                  <a:lnTo>
                    <a:pt x="6668" y="10258"/>
                  </a:lnTo>
                  <a:lnTo>
                    <a:pt x="6643" y="10161"/>
                  </a:lnTo>
                  <a:lnTo>
                    <a:pt x="6668" y="10063"/>
                  </a:lnTo>
                  <a:lnTo>
                    <a:pt x="6717" y="9990"/>
                  </a:lnTo>
                  <a:lnTo>
                    <a:pt x="6790" y="9941"/>
                  </a:lnTo>
                  <a:lnTo>
                    <a:pt x="6887" y="9916"/>
                  </a:lnTo>
                  <a:close/>
                  <a:moveTo>
                    <a:pt x="11626" y="10991"/>
                  </a:moveTo>
                  <a:lnTo>
                    <a:pt x="11723" y="11015"/>
                  </a:lnTo>
                  <a:lnTo>
                    <a:pt x="11797" y="11064"/>
                  </a:lnTo>
                  <a:lnTo>
                    <a:pt x="11845" y="11138"/>
                  </a:lnTo>
                  <a:lnTo>
                    <a:pt x="11870" y="11235"/>
                  </a:lnTo>
                  <a:lnTo>
                    <a:pt x="11845" y="11333"/>
                  </a:lnTo>
                  <a:lnTo>
                    <a:pt x="11797" y="11406"/>
                  </a:lnTo>
                  <a:lnTo>
                    <a:pt x="11723" y="11455"/>
                  </a:lnTo>
                  <a:lnTo>
                    <a:pt x="11626" y="11479"/>
                  </a:lnTo>
                  <a:lnTo>
                    <a:pt x="7181" y="11479"/>
                  </a:lnTo>
                  <a:lnTo>
                    <a:pt x="7083" y="11455"/>
                  </a:lnTo>
                  <a:lnTo>
                    <a:pt x="7010" y="11406"/>
                  </a:lnTo>
                  <a:lnTo>
                    <a:pt x="6961" y="11333"/>
                  </a:lnTo>
                  <a:lnTo>
                    <a:pt x="6936" y="11235"/>
                  </a:lnTo>
                  <a:lnTo>
                    <a:pt x="6961" y="11138"/>
                  </a:lnTo>
                  <a:lnTo>
                    <a:pt x="7010" y="11064"/>
                  </a:lnTo>
                  <a:lnTo>
                    <a:pt x="7083" y="11015"/>
                  </a:lnTo>
                  <a:lnTo>
                    <a:pt x="7181" y="10991"/>
                  </a:lnTo>
                  <a:close/>
                  <a:moveTo>
                    <a:pt x="4152" y="9110"/>
                  </a:moveTo>
                  <a:lnTo>
                    <a:pt x="4299" y="9159"/>
                  </a:lnTo>
                  <a:lnTo>
                    <a:pt x="4470" y="9208"/>
                  </a:lnTo>
                  <a:lnTo>
                    <a:pt x="4616" y="9281"/>
                  </a:lnTo>
                  <a:lnTo>
                    <a:pt x="4763" y="9379"/>
                  </a:lnTo>
                  <a:lnTo>
                    <a:pt x="4885" y="9501"/>
                  </a:lnTo>
                  <a:lnTo>
                    <a:pt x="5129" y="9745"/>
                  </a:lnTo>
                  <a:lnTo>
                    <a:pt x="5324" y="10039"/>
                  </a:lnTo>
                  <a:lnTo>
                    <a:pt x="5471" y="10332"/>
                  </a:lnTo>
                  <a:lnTo>
                    <a:pt x="5569" y="10649"/>
                  </a:lnTo>
                  <a:lnTo>
                    <a:pt x="5593" y="10796"/>
                  </a:lnTo>
                  <a:lnTo>
                    <a:pt x="5593" y="10918"/>
                  </a:lnTo>
                  <a:lnTo>
                    <a:pt x="5593" y="11064"/>
                  </a:lnTo>
                  <a:lnTo>
                    <a:pt x="5569" y="11162"/>
                  </a:lnTo>
                  <a:lnTo>
                    <a:pt x="5520" y="11260"/>
                  </a:lnTo>
                  <a:lnTo>
                    <a:pt x="5471" y="11357"/>
                  </a:lnTo>
                  <a:lnTo>
                    <a:pt x="5398" y="11431"/>
                  </a:lnTo>
                  <a:lnTo>
                    <a:pt x="5324" y="11504"/>
                  </a:lnTo>
                  <a:lnTo>
                    <a:pt x="5129" y="11602"/>
                  </a:lnTo>
                  <a:lnTo>
                    <a:pt x="4885" y="11675"/>
                  </a:lnTo>
                  <a:lnTo>
                    <a:pt x="4616" y="11699"/>
                  </a:lnTo>
                  <a:lnTo>
                    <a:pt x="4299" y="11724"/>
                  </a:lnTo>
                  <a:lnTo>
                    <a:pt x="3981" y="11724"/>
                  </a:lnTo>
                  <a:lnTo>
                    <a:pt x="3639" y="11699"/>
                  </a:lnTo>
                  <a:lnTo>
                    <a:pt x="3346" y="11626"/>
                  </a:lnTo>
                  <a:lnTo>
                    <a:pt x="3077" y="11504"/>
                  </a:lnTo>
                  <a:lnTo>
                    <a:pt x="2833" y="11333"/>
                  </a:lnTo>
                  <a:lnTo>
                    <a:pt x="2638" y="11162"/>
                  </a:lnTo>
                  <a:lnTo>
                    <a:pt x="2467" y="10918"/>
                  </a:lnTo>
                  <a:lnTo>
                    <a:pt x="2418" y="10820"/>
                  </a:lnTo>
                  <a:lnTo>
                    <a:pt x="2394" y="10674"/>
                  </a:lnTo>
                  <a:lnTo>
                    <a:pt x="2369" y="10551"/>
                  </a:lnTo>
                  <a:lnTo>
                    <a:pt x="2345" y="10429"/>
                  </a:lnTo>
                  <a:lnTo>
                    <a:pt x="2369" y="10283"/>
                  </a:lnTo>
                  <a:lnTo>
                    <a:pt x="2394" y="10161"/>
                  </a:lnTo>
                  <a:lnTo>
                    <a:pt x="2418" y="10039"/>
                  </a:lnTo>
                  <a:lnTo>
                    <a:pt x="2467" y="9916"/>
                  </a:lnTo>
                  <a:lnTo>
                    <a:pt x="2638" y="9697"/>
                  </a:lnTo>
                  <a:lnTo>
                    <a:pt x="2833" y="9501"/>
                  </a:lnTo>
                  <a:lnTo>
                    <a:pt x="3077" y="9330"/>
                  </a:lnTo>
                  <a:lnTo>
                    <a:pt x="3346" y="9208"/>
                  </a:lnTo>
                  <a:lnTo>
                    <a:pt x="3639" y="9135"/>
                  </a:lnTo>
                  <a:lnTo>
                    <a:pt x="3981" y="9110"/>
                  </a:lnTo>
                  <a:close/>
                  <a:moveTo>
                    <a:pt x="14825" y="9110"/>
                  </a:moveTo>
                  <a:lnTo>
                    <a:pt x="15167" y="9135"/>
                  </a:lnTo>
                  <a:lnTo>
                    <a:pt x="15460" y="9208"/>
                  </a:lnTo>
                  <a:lnTo>
                    <a:pt x="15729" y="9330"/>
                  </a:lnTo>
                  <a:lnTo>
                    <a:pt x="15973" y="9501"/>
                  </a:lnTo>
                  <a:lnTo>
                    <a:pt x="16168" y="9697"/>
                  </a:lnTo>
                  <a:lnTo>
                    <a:pt x="16339" y="9916"/>
                  </a:lnTo>
                  <a:lnTo>
                    <a:pt x="16388" y="10039"/>
                  </a:lnTo>
                  <a:lnTo>
                    <a:pt x="16412" y="10161"/>
                  </a:lnTo>
                  <a:lnTo>
                    <a:pt x="16437" y="10283"/>
                  </a:lnTo>
                  <a:lnTo>
                    <a:pt x="16461" y="10429"/>
                  </a:lnTo>
                  <a:lnTo>
                    <a:pt x="16437" y="10551"/>
                  </a:lnTo>
                  <a:lnTo>
                    <a:pt x="16412" y="10674"/>
                  </a:lnTo>
                  <a:lnTo>
                    <a:pt x="16388" y="10820"/>
                  </a:lnTo>
                  <a:lnTo>
                    <a:pt x="16339" y="10918"/>
                  </a:lnTo>
                  <a:lnTo>
                    <a:pt x="16168" y="11162"/>
                  </a:lnTo>
                  <a:lnTo>
                    <a:pt x="15973" y="11333"/>
                  </a:lnTo>
                  <a:lnTo>
                    <a:pt x="15729" y="11504"/>
                  </a:lnTo>
                  <a:lnTo>
                    <a:pt x="15460" y="11626"/>
                  </a:lnTo>
                  <a:lnTo>
                    <a:pt x="15167" y="11699"/>
                  </a:lnTo>
                  <a:lnTo>
                    <a:pt x="14825" y="11724"/>
                  </a:lnTo>
                  <a:lnTo>
                    <a:pt x="14507" y="11724"/>
                  </a:lnTo>
                  <a:lnTo>
                    <a:pt x="14190" y="11699"/>
                  </a:lnTo>
                  <a:lnTo>
                    <a:pt x="13921" y="11675"/>
                  </a:lnTo>
                  <a:lnTo>
                    <a:pt x="13677" y="11602"/>
                  </a:lnTo>
                  <a:lnTo>
                    <a:pt x="13482" y="11504"/>
                  </a:lnTo>
                  <a:lnTo>
                    <a:pt x="13408" y="11431"/>
                  </a:lnTo>
                  <a:lnTo>
                    <a:pt x="13335" y="11357"/>
                  </a:lnTo>
                  <a:lnTo>
                    <a:pt x="13286" y="11260"/>
                  </a:lnTo>
                  <a:lnTo>
                    <a:pt x="13237" y="11162"/>
                  </a:lnTo>
                  <a:lnTo>
                    <a:pt x="13213" y="11064"/>
                  </a:lnTo>
                  <a:lnTo>
                    <a:pt x="13213" y="10918"/>
                  </a:lnTo>
                  <a:lnTo>
                    <a:pt x="13213" y="10796"/>
                  </a:lnTo>
                  <a:lnTo>
                    <a:pt x="13237" y="10649"/>
                  </a:lnTo>
                  <a:lnTo>
                    <a:pt x="13335" y="10332"/>
                  </a:lnTo>
                  <a:lnTo>
                    <a:pt x="13482" y="10039"/>
                  </a:lnTo>
                  <a:lnTo>
                    <a:pt x="13677" y="9745"/>
                  </a:lnTo>
                  <a:lnTo>
                    <a:pt x="13921" y="9501"/>
                  </a:lnTo>
                  <a:lnTo>
                    <a:pt x="14043" y="9379"/>
                  </a:lnTo>
                  <a:lnTo>
                    <a:pt x="14190" y="9281"/>
                  </a:lnTo>
                  <a:lnTo>
                    <a:pt x="14337" y="9208"/>
                  </a:lnTo>
                  <a:lnTo>
                    <a:pt x="14507" y="9159"/>
                  </a:lnTo>
                  <a:lnTo>
                    <a:pt x="14654" y="9110"/>
                  </a:lnTo>
                  <a:close/>
                  <a:moveTo>
                    <a:pt x="9403" y="1"/>
                  </a:moveTo>
                  <a:lnTo>
                    <a:pt x="8280" y="25"/>
                  </a:lnTo>
                  <a:lnTo>
                    <a:pt x="7303" y="74"/>
                  </a:lnTo>
                  <a:lnTo>
                    <a:pt x="6497" y="147"/>
                  </a:lnTo>
                  <a:lnTo>
                    <a:pt x="5837" y="220"/>
                  </a:lnTo>
                  <a:lnTo>
                    <a:pt x="5324" y="318"/>
                  </a:lnTo>
                  <a:lnTo>
                    <a:pt x="4958" y="391"/>
                  </a:lnTo>
                  <a:lnTo>
                    <a:pt x="4665" y="440"/>
                  </a:lnTo>
                  <a:lnTo>
                    <a:pt x="4421" y="538"/>
                  </a:lnTo>
                  <a:lnTo>
                    <a:pt x="4201" y="660"/>
                  </a:lnTo>
                  <a:lnTo>
                    <a:pt x="3981" y="807"/>
                  </a:lnTo>
                  <a:lnTo>
                    <a:pt x="3761" y="978"/>
                  </a:lnTo>
                  <a:lnTo>
                    <a:pt x="3590" y="1173"/>
                  </a:lnTo>
                  <a:lnTo>
                    <a:pt x="3419" y="1368"/>
                  </a:lnTo>
                  <a:lnTo>
                    <a:pt x="3273" y="1588"/>
                  </a:lnTo>
                  <a:lnTo>
                    <a:pt x="3175" y="1808"/>
                  </a:lnTo>
                  <a:lnTo>
                    <a:pt x="2272" y="4153"/>
                  </a:lnTo>
                  <a:lnTo>
                    <a:pt x="928" y="4153"/>
                  </a:lnTo>
                  <a:lnTo>
                    <a:pt x="831" y="4177"/>
                  </a:lnTo>
                  <a:lnTo>
                    <a:pt x="733" y="4226"/>
                  </a:lnTo>
                  <a:lnTo>
                    <a:pt x="635" y="4299"/>
                  </a:lnTo>
                  <a:lnTo>
                    <a:pt x="464" y="4446"/>
                  </a:lnTo>
                  <a:lnTo>
                    <a:pt x="293" y="4641"/>
                  </a:lnTo>
                  <a:lnTo>
                    <a:pt x="171" y="4861"/>
                  </a:lnTo>
                  <a:lnTo>
                    <a:pt x="73" y="5105"/>
                  </a:lnTo>
                  <a:lnTo>
                    <a:pt x="25" y="5349"/>
                  </a:lnTo>
                  <a:lnTo>
                    <a:pt x="0" y="5569"/>
                  </a:lnTo>
                  <a:lnTo>
                    <a:pt x="25" y="5764"/>
                  </a:lnTo>
                  <a:lnTo>
                    <a:pt x="73" y="5911"/>
                  </a:lnTo>
                  <a:lnTo>
                    <a:pt x="171" y="6033"/>
                  </a:lnTo>
                  <a:lnTo>
                    <a:pt x="293" y="6106"/>
                  </a:lnTo>
                  <a:lnTo>
                    <a:pt x="464" y="6155"/>
                  </a:lnTo>
                  <a:lnTo>
                    <a:pt x="635" y="6204"/>
                  </a:lnTo>
                  <a:lnTo>
                    <a:pt x="1466" y="6204"/>
                  </a:lnTo>
                  <a:lnTo>
                    <a:pt x="1148" y="7034"/>
                  </a:lnTo>
                  <a:lnTo>
                    <a:pt x="1002" y="7547"/>
                  </a:lnTo>
                  <a:lnTo>
                    <a:pt x="879" y="8109"/>
                  </a:lnTo>
                  <a:lnTo>
                    <a:pt x="782" y="8695"/>
                  </a:lnTo>
                  <a:lnTo>
                    <a:pt x="757" y="9233"/>
                  </a:lnTo>
                  <a:lnTo>
                    <a:pt x="757" y="13360"/>
                  </a:lnTo>
                  <a:lnTo>
                    <a:pt x="18049" y="13360"/>
                  </a:lnTo>
                  <a:lnTo>
                    <a:pt x="18049" y="9233"/>
                  </a:lnTo>
                  <a:lnTo>
                    <a:pt x="18024" y="8695"/>
                  </a:lnTo>
                  <a:lnTo>
                    <a:pt x="17927" y="8109"/>
                  </a:lnTo>
                  <a:lnTo>
                    <a:pt x="17805" y="7547"/>
                  </a:lnTo>
                  <a:lnTo>
                    <a:pt x="17658" y="7034"/>
                  </a:lnTo>
                  <a:lnTo>
                    <a:pt x="17341" y="6204"/>
                  </a:lnTo>
                  <a:lnTo>
                    <a:pt x="18171" y="6204"/>
                  </a:lnTo>
                  <a:lnTo>
                    <a:pt x="18342" y="6155"/>
                  </a:lnTo>
                  <a:lnTo>
                    <a:pt x="18513" y="6106"/>
                  </a:lnTo>
                  <a:lnTo>
                    <a:pt x="18635" y="6033"/>
                  </a:lnTo>
                  <a:lnTo>
                    <a:pt x="18733" y="5911"/>
                  </a:lnTo>
                  <a:lnTo>
                    <a:pt x="18782" y="5764"/>
                  </a:lnTo>
                  <a:lnTo>
                    <a:pt x="18806" y="5569"/>
                  </a:lnTo>
                  <a:lnTo>
                    <a:pt x="18782" y="5349"/>
                  </a:lnTo>
                  <a:lnTo>
                    <a:pt x="18733" y="5105"/>
                  </a:lnTo>
                  <a:lnTo>
                    <a:pt x="18635" y="4861"/>
                  </a:lnTo>
                  <a:lnTo>
                    <a:pt x="18513" y="4641"/>
                  </a:lnTo>
                  <a:lnTo>
                    <a:pt x="18342" y="4446"/>
                  </a:lnTo>
                  <a:lnTo>
                    <a:pt x="18171" y="4299"/>
                  </a:lnTo>
                  <a:lnTo>
                    <a:pt x="18073" y="4226"/>
                  </a:lnTo>
                  <a:lnTo>
                    <a:pt x="17976" y="4177"/>
                  </a:lnTo>
                  <a:lnTo>
                    <a:pt x="17878" y="4153"/>
                  </a:lnTo>
                  <a:lnTo>
                    <a:pt x="16535" y="4153"/>
                  </a:lnTo>
                  <a:lnTo>
                    <a:pt x="15631" y="1808"/>
                  </a:lnTo>
                  <a:lnTo>
                    <a:pt x="15533" y="1588"/>
                  </a:lnTo>
                  <a:lnTo>
                    <a:pt x="15387" y="1368"/>
                  </a:lnTo>
                  <a:lnTo>
                    <a:pt x="15216" y="1173"/>
                  </a:lnTo>
                  <a:lnTo>
                    <a:pt x="15045" y="978"/>
                  </a:lnTo>
                  <a:lnTo>
                    <a:pt x="14825" y="807"/>
                  </a:lnTo>
                  <a:lnTo>
                    <a:pt x="14605" y="660"/>
                  </a:lnTo>
                  <a:lnTo>
                    <a:pt x="14385" y="538"/>
                  </a:lnTo>
                  <a:lnTo>
                    <a:pt x="14141" y="440"/>
                  </a:lnTo>
                  <a:lnTo>
                    <a:pt x="13848" y="391"/>
                  </a:lnTo>
                  <a:lnTo>
                    <a:pt x="13482" y="318"/>
                  </a:lnTo>
                  <a:lnTo>
                    <a:pt x="12969" y="220"/>
                  </a:lnTo>
                  <a:lnTo>
                    <a:pt x="12309" y="147"/>
                  </a:lnTo>
                  <a:lnTo>
                    <a:pt x="11503" y="74"/>
                  </a:lnTo>
                  <a:lnTo>
                    <a:pt x="10527" y="25"/>
                  </a:lnTo>
                  <a:lnTo>
                    <a:pt x="9403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349" name="Google Shape;349;p59"/>
          <p:cNvSpPr/>
          <p:nvPr/>
        </p:nvSpPr>
        <p:spPr>
          <a:xfrm>
            <a:off x="9866994" y="4946537"/>
            <a:ext cx="353252" cy="353231"/>
          </a:xfrm>
          <a:custGeom>
            <a:rect b="b" l="l" r="r" t="t"/>
            <a:pathLst>
              <a:path extrusionOk="0" h="16901" w="16902">
                <a:moveTo>
                  <a:pt x="14386" y="757"/>
                </a:moveTo>
                <a:lnTo>
                  <a:pt x="14557" y="782"/>
                </a:lnTo>
                <a:lnTo>
                  <a:pt x="14728" y="806"/>
                </a:lnTo>
                <a:lnTo>
                  <a:pt x="14899" y="831"/>
                </a:lnTo>
                <a:lnTo>
                  <a:pt x="15070" y="904"/>
                </a:lnTo>
                <a:lnTo>
                  <a:pt x="15216" y="977"/>
                </a:lnTo>
                <a:lnTo>
                  <a:pt x="15363" y="1050"/>
                </a:lnTo>
                <a:lnTo>
                  <a:pt x="15509" y="1148"/>
                </a:lnTo>
                <a:lnTo>
                  <a:pt x="15631" y="1270"/>
                </a:lnTo>
                <a:lnTo>
                  <a:pt x="15729" y="1392"/>
                </a:lnTo>
                <a:lnTo>
                  <a:pt x="15827" y="1539"/>
                </a:lnTo>
                <a:lnTo>
                  <a:pt x="15925" y="1661"/>
                </a:lnTo>
                <a:lnTo>
                  <a:pt x="15998" y="1807"/>
                </a:lnTo>
                <a:lnTo>
                  <a:pt x="16047" y="1978"/>
                </a:lnTo>
                <a:lnTo>
                  <a:pt x="16095" y="2125"/>
                </a:lnTo>
                <a:lnTo>
                  <a:pt x="16120" y="2296"/>
                </a:lnTo>
                <a:lnTo>
                  <a:pt x="16144" y="2467"/>
                </a:lnTo>
                <a:lnTo>
                  <a:pt x="16120" y="2565"/>
                </a:lnTo>
                <a:lnTo>
                  <a:pt x="16071" y="2638"/>
                </a:lnTo>
                <a:lnTo>
                  <a:pt x="15998" y="2687"/>
                </a:lnTo>
                <a:lnTo>
                  <a:pt x="15900" y="2711"/>
                </a:lnTo>
                <a:lnTo>
                  <a:pt x="15802" y="2687"/>
                </a:lnTo>
                <a:lnTo>
                  <a:pt x="15729" y="2638"/>
                </a:lnTo>
                <a:lnTo>
                  <a:pt x="15680" y="2565"/>
                </a:lnTo>
                <a:lnTo>
                  <a:pt x="15656" y="2467"/>
                </a:lnTo>
                <a:lnTo>
                  <a:pt x="15631" y="2247"/>
                </a:lnTo>
                <a:lnTo>
                  <a:pt x="15558" y="2003"/>
                </a:lnTo>
                <a:lnTo>
                  <a:pt x="15436" y="1807"/>
                </a:lnTo>
                <a:lnTo>
                  <a:pt x="15290" y="1612"/>
                </a:lnTo>
                <a:lnTo>
                  <a:pt x="15094" y="1466"/>
                </a:lnTo>
                <a:lnTo>
                  <a:pt x="14874" y="1343"/>
                </a:lnTo>
                <a:lnTo>
                  <a:pt x="14630" y="1270"/>
                </a:lnTo>
                <a:lnTo>
                  <a:pt x="14386" y="1246"/>
                </a:lnTo>
                <a:lnTo>
                  <a:pt x="14288" y="1246"/>
                </a:lnTo>
                <a:lnTo>
                  <a:pt x="14215" y="1172"/>
                </a:lnTo>
                <a:lnTo>
                  <a:pt x="14166" y="1099"/>
                </a:lnTo>
                <a:lnTo>
                  <a:pt x="14142" y="1002"/>
                </a:lnTo>
                <a:lnTo>
                  <a:pt x="14166" y="904"/>
                </a:lnTo>
                <a:lnTo>
                  <a:pt x="14215" y="831"/>
                </a:lnTo>
                <a:lnTo>
                  <a:pt x="14288" y="782"/>
                </a:lnTo>
                <a:lnTo>
                  <a:pt x="14386" y="757"/>
                </a:lnTo>
                <a:close/>
                <a:moveTo>
                  <a:pt x="15460" y="0"/>
                </a:moveTo>
                <a:lnTo>
                  <a:pt x="15167" y="25"/>
                </a:lnTo>
                <a:lnTo>
                  <a:pt x="14850" y="49"/>
                </a:lnTo>
                <a:lnTo>
                  <a:pt x="14557" y="122"/>
                </a:lnTo>
                <a:lnTo>
                  <a:pt x="14117" y="244"/>
                </a:lnTo>
                <a:lnTo>
                  <a:pt x="13873" y="318"/>
                </a:lnTo>
                <a:lnTo>
                  <a:pt x="13653" y="415"/>
                </a:lnTo>
                <a:lnTo>
                  <a:pt x="13458" y="537"/>
                </a:lnTo>
                <a:lnTo>
                  <a:pt x="13287" y="660"/>
                </a:lnTo>
                <a:lnTo>
                  <a:pt x="10625" y="3346"/>
                </a:lnTo>
                <a:lnTo>
                  <a:pt x="2858" y="1221"/>
                </a:lnTo>
                <a:lnTo>
                  <a:pt x="2712" y="1197"/>
                </a:lnTo>
                <a:lnTo>
                  <a:pt x="2590" y="1221"/>
                </a:lnTo>
                <a:lnTo>
                  <a:pt x="2467" y="1270"/>
                </a:lnTo>
                <a:lnTo>
                  <a:pt x="2345" y="1343"/>
                </a:lnTo>
                <a:lnTo>
                  <a:pt x="1613" y="2101"/>
                </a:lnTo>
                <a:lnTo>
                  <a:pt x="1539" y="2198"/>
                </a:lnTo>
                <a:lnTo>
                  <a:pt x="1491" y="2296"/>
                </a:lnTo>
                <a:lnTo>
                  <a:pt x="1466" y="2418"/>
                </a:lnTo>
                <a:lnTo>
                  <a:pt x="1466" y="2516"/>
                </a:lnTo>
                <a:lnTo>
                  <a:pt x="1491" y="2613"/>
                </a:lnTo>
                <a:lnTo>
                  <a:pt x="1515" y="2687"/>
                </a:lnTo>
                <a:lnTo>
                  <a:pt x="1613" y="2833"/>
                </a:lnTo>
                <a:lnTo>
                  <a:pt x="1710" y="2907"/>
                </a:lnTo>
                <a:lnTo>
                  <a:pt x="7425" y="6619"/>
                </a:lnTo>
                <a:lnTo>
                  <a:pt x="4177" y="10893"/>
                </a:lnTo>
                <a:lnTo>
                  <a:pt x="929" y="10331"/>
                </a:lnTo>
                <a:lnTo>
                  <a:pt x="831" y="10331"/>
                </a:lnTo>
                <a:lnTo>
                  <a:pt x="709" y="10356"/>
                </a:lnTo>
                <a:lnTo>
                  <a:pt x="611" y="10404"/>
                </a:lnTo>
                <a:lnTo>
                  <a:pt x="514" y="10478"/>
                </a:lnTo>
                <a:lnTo>
                  <a:pt x="147" y="10844"/>
                </a:lnTo>
                <a:lnTo>
                  <a:pt x="74" y="10942"/>
                </a:lnTo>
                <a:lnTo>
                  <a:pt x="25" y="11064"/>
                </a:lnTo>
                <a:lnTo>
                  <a:pt x="1" y="11186"/>
                </a:lnTo>
                <a:lnTo>
                  <a:pt x="1" y="11308"/>
                </a:lnTo>
                <a:lnTo>
                  <a:pt x="50" y="11455"/>
                </a:lnTo>
                <a:lnTo>
                  <a:pt x="147" y="11601"/>
                </a:lnTo>
                <a:lnTo>
                  <a:pt x="245" y="11674"/>
                </a:lnTo>
                <a:lnTo>
                  <a:pt x="3444" y="13457"/>
                </a:lnTo>
                <a:lnTo>
                  <a:pt x="5227" y="16657"/>
                </a:lnTo>
                <a:lnTo>
                  <a:pt x="5301" y="16754"/>
                </a:lnTo>
                <a:lnTo>
                  <a:pt x="5447" y="16852"/>
                </a:lnTo>
                <a:lnTo>
                  <a:pt x="5594" y="16901"/>
                </a:lnTo>
                <a:lnTo>
                  <a:pt x="5716" y="16901"/>
                </a:lnTo>
                <a:lnTo>
                  <a:pt x="5838" y="16877"/>
                </a:lnTo>
                <a:lnTo>
                  <a:pt x="5960" y="16828"/>
                </a:lnTo>
                <a:lnTo>
                  <a:pt x="6058" y="16754"/>
                </a:lnTo>
                <a:lnTo>
                  <a:pt x="6424" y="16388"/>
                </a:lnTo>
                <a:lnTo>
                  <a:pt x="6497" y="16290"/>
                </a:lnTo>
                <a:lnTo>
                  <a:pt x="6546" y="16193"/>
                </a:lnTo>
                <a:lnTo>
                  <a:pt x="6571" y="16071"/>
                </a:lnTo>
                <a:lnTo>
                  <a:pt x="6571" y="15973"/>
                </a:lnTo>
                <a:lnTo>
                  <a:pt x="6009" y="12725"/>
                </a:lnTo>
                <a:lnTo>
                  <a:pt x="10283" y="9476"/>
                </a:lnTo>
                <a:lnTo>
                  <a:pt x="13995" y="15191"/>
                </a:lnTo>
                <a:lnTo>
                  <a:pt x="14068" y="15289"/>
                </a:lnTo>
                <a:lnTo>
                  <a:pt x="14215" y="15387"/>
                </a:lnTo>
                <a:lnTo>
                  <a:pt x="14288" y="15411"/>
                </a:lnTo>
                <a:lnTo>
                  <a:pt x="14386" y="15436"/>
                </a:lnTo>
                <a:lnTo>
                  <a:pt x="14484" y="15436"/>
                </a:lnTo>
                <a:lnTo>
                  <a:pt x="14606" y="15411"/>
                </a:lnTo>
                <a:lnTo>
                  <a:pt x="14703" y="15362"/>
                </a:lnTo>
                <a:lnTo>
                  <a:pt x="14801" y="15289"/>
                </a:lnTo>
                <a:lnTo>
                  <a:pt x="15558" y="14556"/>
                </a:lnTo>
                <a:lnTo>
                  <a:pt x="15631" y="14434"/>
                </a:lnTo>
                <a:lnTo>
                  <a:pt x="15680" y="14312"/>
                </a:lnTo>
                <a:lnTo>
                  <a:pt x="15705" y="14190"/>
                </a:lnTo>
                <a:lnTo>
                  <a:pt x="15680" y="14043"/>
                </a:lnTo>
                <a:lnTo>
                  <a:pt x="13555" y="6277"/>
                </a:lnTo>
                <a:lnTo>
                  <a:pt x="16242" y="3615"/>
                </a:lnTo>
                <a:lnTo>
                  <a:pt x="16364" y="3444"/>
                </a:lnTo>
                <a:lnTo>
                  <a:pt x="16486" y="3248"/>
                </a:lnTo>
                <a:lnTo>
                  <a:pt x="16584" y="3029"/>
                </a:lnTo>
                <a:lnTo>
                  <a:pt x="16657" y="2784"/>
                </a:lnTo>
                <a:lnTo>
                  <a:pt x="16779" y="2345"/>
                </a:lnTo>
                <a:lnTo>
                  <a:pt x="16853" y="2052"/>
                </a:lnTo>
                <a:lnTo>
                  <a:pt x="16877" y="1734"/>
                </a:lnTo>
                <a:lnTo>
                  <a:pt x="16901" y="1441"/>
                </a:lnTo>
                <a:lnTo>
                  <a:pt x="16901" y="1197"/>
                </a:lnTo>
                <a:lnTo>
                  <a:pt x="16901" y="953"/>
                </a:lnTo>
                <a:lnTo>
                  <a:pt x="16853" y="757"/>
                </a:lnTo>
                <a:lnTo>
                  <a:pt x="16779" y="586"/>
                </a:lnTo>
                <a:lnTo>
                  <a:pt x="16706" y="415"/>
                </a:lnTo>
                <a:lnTo>
                  <a:pt x="16608" y="293"/>
                </a:lnTo>
                <a:lnTo>
                  <a:pt x="16486" y="196"/>
                </a:lnTo>
                <a:lnTo>
                  <a:pt x="16315" y="122"/>
                </a:lnTo>
                <a:lnTo>
                  <a:pt x="16144" y="49"/>
                </a:lnTo>
                <a:lnTo>
                  <a:pt x="15949" y="0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grpSp>
        <p:nvGrpSpPr>
          <p:cNvPr id="350" name="Google Shape;350;p59"/>
          <p:cNvGrpSpPr/>
          <p:nvPr/>
        </p:nvGrpSpPr>
        <p:grpSpPr>
          <a:xfrm>
            <a:off x="10425732" y="4929551"/>
            <a:ext cx="362448" cy="386922"/>
            <a:chOff x="6642425" y="4312500"/>
            <a:chExt cx="433550" cy="462825"/>
          </a:xfrm>
        </p:grpSpPr>
        <p:sp>
          <p:nvSpPr>
            <p:cNvPr id="351" name="Google Shape;351;p59"/>
            <p:cNvSpPr/>
            <p:nvPr/>
          </p:nvSpPr>
          <p:spPr>
            <a:xfrm>
              <a:off x="6642425" y="4687375"/>
              <a:ext cx="433550" cy="39125"/>
            </a:xfrm>
            <a:custGeom>
              <a:rect b="b" l="l" r="r" t="t"/>
              <a:pathLst>
                <a:path extrusionOk="0" h="1565" w="17342">
                  <a:moveTo>
                    <a:pt x="489" y="1"/>
                  </a:moveTo>
                  <a:lnTo>
                    <a:pt x="392" y="25"/>
                  </a:lnTo>
                  <a:lnTo>
                    <a:pt x="294" y="50"/>
                  </a:lnTo>
                  <a:lnTo>
                    <a:pt x="221" y="99"/>
                  </a:lnTo>
                  <a:lnTo>
                    <a:pt x="147" y="148"/>
                  </a:lnTo>
                  <a:lnTo>
                    <a:pt x="74" y="221"/>
                  </a:lnTo>
                  <a:lnTo>
                    <a:pt x="25" y="318"/>
                  </a:lnTo>
                  <a:lnTo>
                    <a:pt x="1" y="392"/>
                  </a:lnTo>
                  <a:lnTo>
                    <a:pt x="1" y="489"/>
                  </a:lnTo>
                  <a:lnTo>
                    <a:pt x="1" y="612"/>
                  </a:lnTo>
                  <a:lnTo>
                    <a:pt x="25" y="685"/>
                  </a:lnTo>
                  <a:lnTo>
                    <a:pt x="74" y="783"/>
                  </a:lnTo>
                  <a:lnTo>
                    <a:pt x="147" y="856"/>
                  </a:lnTo>
                  <a:lnTo>
                    <a:pt x="221" y="905"/>
                  </a:lnTo>
                  <a:lnTo>
                    <a:pt x="294" y="953"/>
                  </a:lnTo>
                  <a:lnTo>
                    <a:pt x="392" y="978"/>
                  </a:lnTo>
                  <a:lnTo>
                    <a:pt x="489" y="978"/>
                  </a:lnTo>
                  <a:lnTo>
                    <a:pt x="734" y="1002"/>
                  </a:lnTo>
                  <a:lnTo>
                    <a:pt x="929" y="1051"/>
                  </a:lnTo>
                  <a:lnTo>
                    <a:pt x="1100" y="1124"/>
                  </a:lnTo>
                  <a:lnTo>
                    <a:pt x="1271" y="1222"/>
                  </a:lnTo>
                  <a:lnTo>
                    <a:pt x="1491" y="1344"/>
                  </a:lnTo>
                  <a:lnTo>
                    <a:pt x="1759" y="1466"/>
                  </a:lnTo>
                  <a:lnTo>
                    <a:pt x="1930" y="1515"/>
                  </a:lnTo>
                  <a:lnTo>
                    <a:pt x="2101" y="1540"/>
                  </a:lnTo>
                  <a:lnTo>
                    <a:pt x="2297" y="1564"/>
                  </a:lnTo>
                  <a:lnTo>
                    <a:pt x="2761" y="1564"/>
                  </a:lnTo>
                  <a:lnTo>
                    <a:pt x="2956" y="1540"/>
                  </a:lnTo>
                  <a:lnTo>
                    <a:pt x="3127" y="1515"/>
                  </a:lnTo>
                  <a:lnTo>
                    <a:pt x="3298" y="1466"/>
                  </a:lnTo>
                  <a:lnTo>
                    <a:pt x="3567" y="1344"/>
                  </a:lnTo>
                  <a:lnTo>
                    <a:pt x="3787" y="1222"/>
                  </a:lnTo>
                  <a:lnTo>
                    <a:pt x="3957" y="1124"/>
                  </a:lnTo>
                  <a:lnTo>
                    <a:pt x="4128" y="1051"/>
                  </a:lnTo>
                  <a:lnTo>
                    <a:pt x="4324" y="1002"/>
                  </a:lnTo>
                  <a:lnTo>
                    <a:pt x="4568" y="978"/>
                  </a:lnTo>
                  <a:lnTo>
                    <a:pt x="4837" y="1002"/>
                  </a:lnTo>
                  <a:lnTo>
                    <a:pt x="5032" y="1051"/>
                  </a:lnTo>
                  <a:lnTo>
                    <a:pt x="5179" y="1124"/>
                  </a:lnTo>
                  <a:lnTo>
                    <a:pt x="5350" y="1222"/>
                  </a:lnTo>
                  <a:lnTo>
                    <a:pt x="5594" y="1344"/>
                  </a:lnTo>
                  <a:lnTo>
                    <a:pt x="5862" y="1466"/>
                  </a:lnTo>
                  <a:lnTo>
                    <a:pt x="6009" y="1515"/>
                  </a:lnTo>
                  <a:lnTo>
                    <a:pt x="6204" y="1540"/>
                  </a:lnTo>
                  <a:lnTo>
                    <a:pt x="6400" y="1564"/>
                  </a:lnTo>
                  <a:lnTo>
                    <a:pt x="6839" y="1564"/>
                  </a:lnTo>
                  <a:lnTo>
                    <a:pt x="7059" y="1540"/>
                  </a:lnTo>
                  <a:lnTo>
                    <a:pt x="7230" y="1515"/>
                  </a:lnTo>
                  <a:lnTo>
                    <a:pt x="7401" y="1466"/>
                  </a:lnTo>
                  <a:lnTo>
                    <a:pt x="7670" y="1344"/>
                  </a:lnTo>
                  <a:lnTo>
                    <a:pt x="7890" y="1222"/>
                  </a:lnTo>
                  <a:lnTo>
                    <a:pt x="8061" y="1124"/>
                  </a:lnTo>
                  <a:lnTo>
                    <a:pt x="8231" y="1051"/>
                  </a:lnTo>
                  <a:lnTo>
                    <a:pt x="8427" y="1002"/>
                  </a:lnTo>
                  <a:lnTo>
                    <a:pt x="8671" y="978"/>
                  </a:lnTo>
                  <a:lnTo>
                    <a:pt x="8915" y="1002"/>
                  </a:lnTo>
                  <a:lnTo>
                    <a:pt x="9111" y="1051"/>
                  </a:lnTo>
                  <a:lnTo>
                    <a:pt x="9282" y="1124"/>
                  </a:lnTo>
                  <a:lnTo>
                    <a:pt x="9453" y="1222"/>
                  </a:lnTo>
                  <a:lnTo>
                    <a:pt x="9672" y="1344"/>
                  </a:lnTo>
                  <a:lnTo>
                    <a:pt x="9941" y="1466"/>
                  </a:lnTo>
                  <a:lnTo>
                    <a:pt x="10112" y="1515"/>
                  </a:lnTo>
                  <a:lnTo>
                    <a:pt x="10283" y="1540"/>
                  </a:lnTo>
                  <a:lnTo>
                    <a:pt x="10478" y="1564"/>
                  </a:lnTo>
                  <a:lnTo>
                    <a:pt x="10942" y="1564"/>
                  </a:lnTo>
                  <a:lnTo>
                    <a:pt x="11138" y="1540"/>
                  </a:lnTo>
                  <a:lnTo>
                    <a:pt x="11333" y="1515"/>
                  </a:lnTo>
                  <a:lnTo>
                    <a:pt x="11480" y="1466"/>
                  </a:lnTo>
                  <a:lnTo>
                    <a:pt x="11748" y="1344"/>
                  </a:lnTo>
                  <a:lnTo>
                    <a:pt x="11993" y="1222"/>
                  </a:lnTo>
                  <a:lnTo>
                    <a:pt x="12139" y="1124"/>
                  </a:lnTo>
                  <a:lnTo>
                    <a:pt x="12310" y="1051"/>
                  </a:lnTo>
                  <a:lnTo>
                    <a:pt x="12506" y="1002"/>
                  </a:lnTo>
                  <a:lnTo>
                    <a:pt x="12774" y="978"/>
                  </a:lnTo>
                  <a:lnTo>
                    <a:pt x="13018" y="1002"/>
                  </a:lnTo>
                  <a:lnTo>
                    <a:pt x="13214" y="1051"/>
                  </a:lnTo>
                  <a:lnTo>
                    <a:pt x="13385" y="1124"/>
                  </a:lnTo>
                  <a:lnTo>
                    <a:pt x="13556" y="1222"/>
                  </a:lnTo>
                  <a:lnTo>
                    <a:pt x="13776" y="1344"/>
                  </a:lnTo>
                  <a:lnTo>
                    <a:pt x="14044" y="1466"/>
                  </a:lnTo>
                  <a:lnTo>
                    <a:pt x="14215" y="1515"/>
                  </a:lnTo>
                  <a:lnTo>
                    <a:pt x="14386" y="1540"/>
                  </a:lnTo>
                  <a:lnTo>
                    <a:pt x="14581" y="1564"/>
                  </a:lnTo>
                  <a:lnTo>
                    <a:pt x="15046" y="1564"/>
                  </a:lnTo>
                  <a:lnTo>
                    <a:pt x="15241" y="1540"/>
                  </a:lnTo>
                  <a:lnTo>
                    <a:pt x="15412" y="1515"/>
                  </a:lnTo>
                  <a:lnTo>
                    <a:pt x="15583" y="1466"/>
                  </a:lnTo>
                  <a:lnTo>
                    <a:pt x="15851" y="1344"/>
                  </a:lnTo>
                  <a:lnTo>
                    <a:pt x="16071" y="1222"/>
                  </a:lnTo>
                  <a:lnTo>
                    <a:pt x="16242" y="1124"/>
                  </a:lnTo>
                  <a:lnTo>
                    <a:pt x="16413" y="1051"/>
                  </a:lnTo>
                  <a:lnTo>
                    <a:pt x="16609" y="1002"/>
                  </a:lnTo>
                  <a:lnTo>
                    <a:pt x="16853" y="978"/>
                  </a:lnTo>
                  <a:lnTo>
                    <a:pt x="16951" y="978"/>
                  </a:lnTo>
                  <a:lnTo>
                    <a:pt x="17048" y="953"/>
                  </a:lnTo>
                  <a:lnTo>
                    <a:pt x="17121" y="905"/>
                  </a:lnTo>
                  <a:lnTo>
                    <a:pt x="17195" y="856"/>
                  </a:lnTo>
                  <a:lnTo>
                    <a:pt x="17268" y="783"/>
                  </a:lnTo>
                  <a:lnTo>
                    <a:pt x="17317" y="685"/>
                  </a:lnTo>
                  <a:lnTo>
                    <a:pt x="17341" y="612"/>
                  </a:lnTo>
                  <a:lnTo>
                    <a:pt x="17341" y="489"/>
                  </a:lnTo>
                  <a:lnTo>
                    <a:pt x="17341" y="392"/>
                  </a:lnTo>
                  <a:lnTo>
                    <a:pt x="17317" y="318"/>
                  </a:lnTo>
                  <a:lnTo>
                    <a:pt x="17268" y="221"/>
                  </a:lnTo>
                  <a:lnTo>
                    <a:pt x="17195" y="148"/>
                  </a:lnTo>
                  <a:lnTo>
                    <a:pt x="17121" y="99"/>
                  </a:lnTo>
                  <a:lnTo>
                    <a:pt x="17048" y="50"/>
                  </a:lnTo>
                  <a:lnTo>
                    <a:pt x="16951" y="25"/>
                  </a:lnTo>
                  <a:lnTo>
                    <a:pt x="16853" y="1"/>
                  </a:lnTo>
                  <a:lnTo>
                    <a:pt x="16633" y="25"/>
                  </a:lnTo>
                  <a:lnTo>
                    <a:pt x="16438" y="50"/>
                  </a:lnTo>
                  <a:lnTo>
                    <a:pt x="16242" y="74"/>
                  </a:lnTo>
                  <a:lnTo>
                    <a:pt x="16096" y="123"/>
                  </a:lnTo>
                  <a:lnTo>
                    <a:pt x="15827" y="245"/>
                  </a:lnTo>
                  <a:lnTo>
                    <a:pt x="15583" y="367"/>
                  </a:lnTo>
                  <a:lnTo>
                    <a:pt x="15436" y="465"/>
                  </a:lnTo>
                  <a:lnTo>
                    <a:pt x="15265" y="538"/>
                  </a:lnTo>
                  <a:lnTo>
                    <a:pt x="15070" y="587"/>
                  </a:lnTo>
                  <a:lnTo>
                    <a:pt x="14557" y="587"/>
                  </a:lnTo>
                  <a:lnTo>
                    <a:pt x="14362" y="538"/>
                  </a:lnTo>
                  <a:lnTo>
                    <a:pt x="14191" y="465"/>
                  </a:lnTo>
                  <a:lnTo>
                    <a:pt x="14020" y="367"/>
                  </a:lnTo>
                  <a:lnTo>
                    <a:pt x="13800" y="245"/>
                  </a:lnTo>
                  <a:lnTo>
                    <a:pt x="13531" y="123"/>
                  </a:lnTo>
                  <a:lnTo>
                    <a:pt x="13385" y="74"/>
                  </a:lnTo>
                  <a:lnTo>
                    <a:pt x="13189" y="50"/>
                  </a:lnTo>
                  <a:lnTo>
                    <a:pt x="12994" y="25"/>
                  </a:lnTo>
                  <a:lnTo>
                    <a:pt x="12774" y="1"/>
                  </a:lnTo>
                  <a:lnTo>
                    <a:pt x="12530" y="25"/>
                  </a:lnTo>
                  <a:lnTo>
                    <a:pt x="12335" y="50"/>
                  </a:lnTo>
                  <a:lnTo>
                    <a:pt x="12164" y="74"/>
                  </a:lnTo>
                  <a:lnTo>
                    <a:pt x="11993" y="123"/>
                  </a:lnTo>
                  <a:lnTo>
                    <a:pt x="11724" y="245"/>
                  </a:lnTo>
                  <a:lnTo>
                    <a:pt x="11504" y="367"/>
                  </a:lnTo>
                  <a:lnTo>
                    <a:pt x="11333" y="465"/>
                  </a:lnTo>
                  <a:lnTo>
                    <a:pt x="11162" y="538"/>
                  </a:lnTo>
                  <a:lnTo>
                    <a:pt x="10967" y="587"/>
                  </a:lnTo>
                  <a:lnTo>
                    <a:pt x="10478" y="587"/>
                  </a:lnTo>
                  <a:lnTo>
                    <a:pt x="10283" y="538"/>
                  </a:lnTo>
                  <a:lnTo>
                    <a:pt x="10112" y="465"/>
                  </a:lnTo>
                  <a:lnTo>
                    <a:pt x="9941" y="367"/>
                  </a:lnTo>
                  <a:lnTo>
                    <a:pt x="9721" y="245"/>
                  </a:lnTo>
                  <a:lnTo>
                    <a:pt x="9428" y="123"/>
                  </a:lnTo>
                  <a:lnTo>
                    <a:pt x="9282" y="74"/>
                  </a:lnTo>
                  <a:lnTo>
                    <a:pt x="9111" y="50"/>
                  </a:lnTo>
                  <a:lnTo>
                    <a:pt x="8891" y="25"/>
                  </a:lnTo>
                  <a:lnTo>
                    <a:pt x="8671" y="1"/>
                  </a:lnTo>
                  <a:lnTo>
                    <a:pt x="8451" y="25"/>
                  </a:lnTo>
                  <a:lnTo>
                    <a:pt x="8231" y="50"/>
                  </a:lnTo>
                  <a:lnTo>
                    <a:pt x="8061" y="74"/>
                  </a:lnTo>
                  <a:lnTo>
                    <a:pt x="7890" y="123"/>
                  </a:lnTo>
                  <a:lnTo>
                    <a:pt x="7621" y="245"/>
                  </a:lnTo>
                  <a:lnTo>
                    <a:pt x="7401" y="367"/>
                  </a:lnTo>
                  <a:lnTo>
                    <a:pt x="7230" y="465"/>
                  </a:lnTo>
                  <a:lnTo>
                    <a:pt x="7059" y="538"/>
                  </a:lnTo>
                  <a:lnTo>
                    <a:pt x="6864" y="587"/>
                  </a:lnTo>
                  <a:lnTo>
                    <a:pt x="6375" y="587"/>
                  </a:lnTo>
                  <a:lnTo>
                    <a:pt x="6180" y="538"/>
                  </a:lnTo>
                  <a:lnTo>
                    <a:pt x="6009" y="465"/>
                  </a:lnTo>
                  <a:lnTo>
                    <a:pt x="5838" y="367"/>
                  </a:lnTo>
                  <a:lnTo>
                    <a:pt x="5618" y="245"/>
                  </a:lnTo>
                  <a:lnTo>
                    <a:pt x="5350" y="123"/>
                  </a:lnTo>
                  <a:lnTo>
                    <a:pt x="5179" y="74"/>
                  </a:lnTo>
                  <a:lnTo>
                    <a:pt x="5008" y="50"/>
                  </a:lnTo>
                  <a:lnTo>
                    <a:pt x="4812" y="25"/>
                  </a:lnTo>
                  <a:lnTo>
                    <a:pt x="4568" y="1"/>
                  </a:lnTo>
                  <a:lnTo>
                    <a:pt x="4348" y="25"/>
                  </a:lnTo>
                  <a:lnTo>
                    <a:pt x="4153" y="50"/>
                  </a:lnTo>
                  <a:lnTo>
                    <a:pt x="3957" y="74"/>
                  </a:lnTo>
                  <a:lnTo>
                    <a:pt x="3811" y="123"/>
                  </a:lnTo>
                  <a:lnTo>
                    <a:pt x="3542" y="245"/>
                  </a:lnTo>
                  <a:lnTo>
                    <a:pt x="3298" y="367"/>
                  </a:lnTo>
                  <a:lnTo>
                    <a:pt x="3152" y="465"/>
                  </a:lnTo>
                  <a:lnTo>
                    <a:pt x="2981" y="538"/>
                  </a:lnTo>
                  <a:lnTo>
                    <a:pt x="2785" y="587"/>
                  </a:lnTo>
                  <a:lnTo>
                    <a:pt x="2272" y="587"/>
                  </a:lnTo>
                  <a:lnTo>
                    <a:pt x="2077" y="538"/>
                  </a:lnTo>
                  <a:lnTo>
                    <a:pt x="1906" y="465"/>
                  </a:lnTo>
                  <a:lnTo>
                    <a:pt x="1759" y="367"/>
                  </a:lnTo>
                  <a:lnTo>
                    <a:pt x="1515" y="245"/>
                  </a:lnTo>
                  <a:lnTo>
                    <a:pt x="1247" y="123"/>
                  </a:lnTo>
                  <a:lnTo>
                    <a:pt x="1100" y="74"/>
                  </a:lnTo>
                  <a:lnTo>
                    <a:pt x="905" y="50"/>
                  </a:lnTo>
                  <a:lnTo>
                    <a:pt x="709" y="25"/>
                  </a:lnTo>
                  <a:lnTo>
                    <a:pt x="489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52" name="Google Shape;352;p59"/>
            <p:cNvSpPr/>
            <p:nvPr/>
          </p:nvSpPr>
          <p:spPr>
            <a:xfrm>
              <a:off x="6642425" y="4736225"/>
              <a:ext cx="433550" cy="39100"/>
            </a:xfrm>
            <a:custGeom>
              <a:rect b="b" l="l" r="r" t="t"/>
              <a:pathLst>
                <a:path extrusionOk="0" h="1564" w="17342">
                  <a:moveTo>
                    <a:pt x="489" y="1"/>
                  </a:moveTo>
                  <a:lnTo>
                    <a:pt x="392" y="25"/>
                  </a:lnTo>
                  <a:lnTo>
                    <a:pt x="294" y="50"/>
                  </a:lnTo>
                  <a:lnTo>
                    <a:pt x="221" y="99"/>
                  </a:lnTo>
                  <a:lnTo>
                    <a:pt x="147" y="147"/>
                  </a:lnTo>
                  <a:lnTo>
                    <a:pt x="74" y="221"/>
                  </a:lnTo>
                  <a:lnTo>
                    <a:pt x="25" y="318"/>
                  </a:lnTo>
                  <a:lnTo>
                    <a:pt x="1" y="392"/>
                  </a:lnTo>
                  <a:lnTo>
                    <a:pt x="1" y="489"/>
                  </a:lnTo>
                  <a:lnTo>
                    <a:pt x="1" y="611"/>
                  </a:lnTo>
                  <a:lnTo>
                    <a:pt x="25" y="685"/>
                  </a:lnTo>
                  <a:lnTo>
                    <a:pt x="74" y="782"/>
                  </a:lnTo>
                  <a:lnTo>
                    <a:pt x="147" y="856"/>
                  </a:lnTo>
                  <a:lnTo>
                    <a:pt x="221" y="904"/>
                  </a:lnTo>
                  <a:lnTo>
                    <a:pt x="294" y="953"/>
                  </a:lnTo>
                  <a:lnTo>
                    <a:pt x="392" y="978"/>
                  </a:lnTo>
                  <a:lnTo>
                    <a:pt x="489" y="978"/>
                  </a:lnTo>
                  <a:lnTo>
                    <a:pt x="734" y="1002"/>
                  </a:lnTo>
                  <a:lnTo>
                    <a:pt x="929" y="1051"/>
                  </a:lnTo>
                  <a:lnTo>
                    <a:pt x="1100" y="1124"/>
                  </a:lnTo>
                  <a:lnTo>
                    <a:pt x="1271" y="1222"/>
                  </a:lnTo>
                  <a:lnTo>
                    <a:pt x="1491" y="1344"/>
                  </a:lnTo>
                  <a:lnTo>
                    <a:pt x="1759" y="1466"/>
                  </a:lnTo>
                  <a:lnTo>
                    <a:pt x="1930" y="1515"/>
                  </a:lnTo>
                  <a:lnTo>
                    <a:pt x="2101" y="1539"/>
                  </a:lnTo>
                  <a:lnTo>
                    <a:pt x="2297" y="1564"/>
                  </a:lnTo>
                  <a:lnTo>
                    <a:pt x="2761" y="1564"/>
                  </a:lnTo>
                  <a:lnTo>
                    <a:pt x="2956" y="1539"/>
                  </a:lnTo>
                  <a:lnTo>
                    <a:pt x="3127" y="1515"/>
                  </a:lnTo>
                  <a:lnTo>
                    <a:pt x="3298" y="1466"/>
                  </a:lnTo>
                  <a:lnTo>
                    <a:pt x="3567" y="1344"/>
                  </a:lnTo>
                  <a:lnTo>
                    <a:pt x="3787" y="1222"/>
                  </a:lnTo>
                  <a:lnTo>
                    <a:pt x="3957" y="1124"/>
                  </a:lnTo>
                  <a:lnTo>
                    <a:pt x="4128" y="1051"/>
                  </a:lnTo>
                  <a:lnTo>
                    <a:pt x="4324" y="1002"/>
                  </a:lnTo>
                  <a:lnTo>
                    <a:pt x="4568" y="978"/>
                  </a:lnTo>
                  <a:lnTo>
                    <a:pt x="4837" y="1002"/>
                  </a:lnTo>
                  <a:lnTo>
                    <a:pt x="5032" y="1051"/>
                  </a:lnTo>
                  <a:lnTo>
                    <a:pt x="5179" y="1124"/>
                  </a:lnTo>
                  <a:lnTo>
                    <a:pt x="5350" y="1222"/>
                  </a:lnTo>
                  <a:lnTo>
                    <a:pt x="5594" y="1344"/>
                  </a:lnTo>
                  <a:lnTo>
                    <a:pt x="5862" y="1466"/>
                  </a:lnTo>
                  <a:lnTo>
                    <a:pt x="6009" y="1515"/>
                  </a:lnTo>
                  <a:lnTo>
                    <a:pt x="6204" y="1539"/>
                  </a:lnTo>
                  <a:lnTo>
                    <a:pt x="6400" y="1564"/>
                  </a:lnTo>
                  <a:lnTo>
                    <a:pt x="6839" y="1564"/>
                  </a:lnTo>
                  <a:lnTo>
                    <a:pt x="7059" y="1539"/>
                  </a:lnTo>
                  <a:lnTo>
                    <a:pt x="7230" y="1515"/>
                  </a:lnTo>
                  <a:lnTo>
                    <a:pt x="7401" y="1466"/>
                  </a:lnTo>
                  <a:lnTo>
                    <a:pt x="7670" y="1344"/>
                  </a:lnTo>
                  <a:lnTo>
                    <a:pt x="7890" y="1222"/>
                  </a:lnTo>
                  <a:lnTo>
                    <a:pt x="8061" y="1124"/>
                  </a:lnTo>
                  <a:lnTo>
                    <a:pt x="8231" y="1051"/>
                  </a:lnTo>
                  <a:lnTo>
                    <a:pt x="8427" y="1002"/>
                  </a:lnTo>
                  <a:lnTo>
                    <a:pt x="8671" y="978"/>
                  </a:lnTo>
                  <a:lnTo>
                    <a:pt x="8915" y="1002"/>
                  </a:lnTo>
                  <a:lnTo>
                    <a:pt x="9111" y="1051"/>
                  </a:lnTo>
                  <a:lnTo>
                    <a:pt x="9282" y="1124"/>
                  </a:lnTo>
                  <a:lnTo>
                    <a:pt x="9453" y="1222"/>
                  </a:lnTo>
                  <a:lnTo>
                    <a:pt x="9672" y="1344"/>
                  </a:lnTo>
                  <a:lnTo>
                    <a:pt x="9941" y="1466"/>
                  </a:lnTo>
                  <a:lnTo>
                    <a:pt x="10112" y="1515"/>
                  </a:lnTo>
                  <a:lnTo>
                    <a:pt x="10283" y="1539"/>
                  </a:lnTo>
                  <a:lnTo>
                    <a:pt x="10478" y="1564"/>
                  </a:lnTo>
                  <a:lnTo>
                    <a:pt x="10942" y="1564"/>
                  </a:lnTo>
                  <a:lnTo>
                    <a:pt x="11138" y="1539"/>
                  </a:lnTo>
                  <a:lnTo>
                    <a:pt x="11333" y="1515"/>
                  </a:lnTo>
                  <a:lnTo>
                    <a:pt x="11480" y="1466"/>
                  </a:lnTo>
                  <a:lnTo>
                    <a:pt x="11748" y="1344"/>
                  </a:lnTo>
                  <a:lnTo>
                    <a:pt x="11993" y="1222"/>
                  </a:lnTo>
                  <a:lnTo>
                    <a:pt x="12139" y="1124"/>
                  </a:lnTo>
                  <a:lnTo>
                    <a:pt x="12310" y="1051"/>
                  </a:lnTo>
                  <a:lnTo>
                    <a:pt x="12506" y="1002"/>
                  </a:lnTo>
                  <a:lnTo>
                    <a:pt x="12774" y="978"/>
                  </a:lnTo>
                  <a:lnTo>
                    <a:pt x="13018" y="1002"/>
                  </a:lnTo>
                  <a:lnTo>
                    <a:pt x="13214" y="1051"/>
                  </a:lnTo>
                  <a:lnTo>
                    <a:pt x="13385" y="1124"/>
                  </a:lnTo>
                  <a:lnTo>
                    <a:pt x="13556" y="1222"/>
                  </a:lnTo>
                  <a:lnTo>
                    <a:pt x="13776" y="1344"/>
                  </a:lnTo>
                  <a:lnTo>
                    <a:pt x="14044" y="1466"/>
                  </a:lnTo>
                  <a:lnTo>
                    <a:pt x="14215" y="1515"/>
                  </a:lnTo>
                  <a:lnTo>
                    <a:pt x="14386" y="1539"/>
                  </a:lnTo>
                  <a:lnTo>
                    <a:pt x="14581" y="1564"/>
                  </a:lnTo>
                  <a:lnTo>
                    <a:pt x="15046" y="1564"/>
                  </a:lnTo>
                  <a:lnTo>
                    <a:pt x="15241" y="1539"/>
                  </a:lnTo>
                  <a:lnTo>
                    <a:pt x="15412" y="1515"/>
                  </a:lnTo>
                  <a:lnTo>
                    <a:pt x="15583" y="1466"/>
                  </a:lnTo>
                  <a:lnTo>
                    <a:pt x="15851" y="1344"/>
                  </a:lnTo>
                  <a:lnTo>
                    <a:pt x="16071" y="1222"/>
                  </a:lnTo>
                  <a:lnTo>
                    <a:pt x="16242" y="1124"/>
                  </a:lnTo>
                  <a:lnTo>
                    <a:pt x="16413" y="1051"/>
                  </a:lnTo>
                  <a:lnTo>
                    <a:pt x="16609" y="1002"/>
                  </a:lnTo>
                  <a:lnTo>
                    <a:pt x="16853" y="978"/>
                  </a:lnTo>
                  <a:lnTo>
                    <a:pt x="16951" y="978"/>
                  </a:lnTo>
                  <a:lnTo>
                    <a:pt x="17048" y="953"/>
                  </a:lnTo>
                  <a:lnTo>
                    <a:pt x="17121" y="904"/>
                  </a:lnTo>
                  <a:lnTo>
                    <a:pt x="17195" y="856"/>
                  </a:lnTo>
                  <a:lnTo>
                    <a:pt x="17268" y="782"/>
                  </a:lnTo>
                  <a:lnTo>
                    <a:pt x="17317" y="685"/>
                  </a:lnTo>
                  <a:lnTo>
                    <a:pt x="17341" y="611"/>
                  </a:lnTo>
                  <a:lnTo>
                    <a:pt x="17341" y="489"/>
                  </a:lnTo>
                  <a:lnTo>
                    <a:pt x="17341" y="392"/>
                  </a:lnTo>
                  <a:lnTo>
                    <a:pt x="17317" y="318"/>
                  </a:lnTo>
                  <a:lnTo>
                    <a:pt x="17268" y="221"/>
                  </a:lnTo>
                  <a:lnTo>
                    <a:pt x="17195" y="147"/>
                  </a:lnTo>
                  <a:lnTo>
                    <a:pt x="17121" y="99"/>
                  </a:lnTo>
                  <a:lnTo>
                    <a:pt x="17048" y="50"/>
                  </a:lnTo>
                  <a:lnTo>
                    <a:pt x="16951" y="25"/>
                  </a:lnTo>
                  <a:lnTo>
                    <a:pt x="16853" y="1"/>
                  </a:lnTo>
                  <a:lnTo>
                    <a:pt x="16633" y="25"/>
                  </a:lnTo>
                  <a:lnTo>
                    <a:pt x="16438" y="50"/>
                  </a:lnTo>
                  <a:lnTo>
                    <a:pt x="16242" y="74"/>
                  </a:lnTo>
                  <a:lnTo>
                    <a:pt x="16096" y="123"/>
                  </a:lnTo>
                  <a:lnTo>
                    <a:pt x="15827" y="245"/>
                  </a:lnTo>
                  <a:lnTo>
                    <a:pt x="15583" y="367"/>
                  </a:lnTo>
                  <a:lnTo>
                    <a:pt x="15436" y="465"/>
                  </a:lnTo>
                  <a:lnTo>
                    <a:pt x="15265" y="538"/>
                  </a:lnTo>
                  <a:lnTo>
                    <a:pt x="15070" y="587"/>
                  </a:lnTo>
                  <a:lnTo>
                    <a:pt x="14557" y="587"/>
                  </a:lnTo>
                  <a:lnTo>
                    <a:pt x="14362" y="538"/>
                  </a:lnTo>
                  <a:lnTo>
                    <a:pt x="14191" y="465"/>
                  </a:lnTo>
                  <a:lnTo>
                    <a:pt x="14020" y="367"/>
                  </a:lnTo>
                  <a:lnTo>
                    <a:pt x="13800" y="245"/>
                  </a:lnTo>
                  <a:lnTo>
                    <a:pt x="13531" y="123"/>
                  </a:lnTo>
                  <a:lnTo>
                    <a:pt x="13385" y="74"/>
                  </a:lnTo>
                  <a:lnTo>
                    <a:pt x="13189" y="50"/>
                  </a:lnTo>
                  <a:lnTo>
                    <a:pt x="12994" y="25"/>
                  </a:lnTo>
                  <a:lnTo>
                    <a:pt x="12774" y="1"/>
                  </a:lnTo>
                  <a:lnTo>
                    <a:pt x="12530" y="25"/>
                  </a:lnTo>
                  <a:lnTo>
                    <a:pt x="12335" y="50"/>
                  </a:lnTo>
                  <a:lnTo>
                    <a:pt x="12164" y="74"/>
                  </a:lnTo>
                  <a:lnTo>
                    <a:pt x="11993" y="123"/>
                  </a:lnTo>
                  <a:lnTo>
                    <a:pt x="11724" y="245"/>
                  </a:lnTo>
                  <a:lnTo>
                    <a:pt x="11504" y="367"/>
                  </a:lnTo>
                  <a:lnTo>
                    <a:pt x="11333" y="465"/>
                  </a:lnTo>
                  <a:lnTo>
                    <a:pt x="11162" y="538"/>
                  </a:lnTo>
                  <a:lnTo>
                    <a:pt x="10967" y="587"/>
                  </a:lnTo>
                  <a:lnTo>
                    <a:pt x="10478" y="587"/>
                  </a:lnTo>
                  <a:lnTo>
                    <a:pt x="10283" y="538"/>
                  </a:lnTo>
                  <a:lnTo>
                    <a:pt x="10112" y="465"/>
                  </a:lnTo>
                  <a:lnTo>
                    <a:pt x="9941" y="367"/>
                  </a:lnTo>
                  <a:lnTo>
                    <a:pt x="9721" y="245"/>
                  </a:lnTo>
                  <a:lnTo>
                    <a:pt x="9428" y="123"/>
                  </a:lnTo>
                  <a:lnTo>
                    <a:pt x="9282" y="74"/>
                  </a:lnTo>
                  <a:lnTo>
                    <a:pt x="9111" y="50"/>
                  </a:lnTo>
                  <a:lnTo>
                    <a:pt x="8891" y="25"/>
                  </a:lnTo>
                  <a:lnTo>
                    <a:pt x="8671" y="1"/>
                  </a:lnTo>
                  <a:lnTo>
                    <a:pt x="8451" y="25"/>
                  </a:lnTo>
                  <a:lnTo>
                    <a:pt x="8231" y="50"/>
                  </a:lnTo>
                  <a:lnTo>
                    <a:pt x="8061" y="74"/>
                  </a:lnTo>
                  <a:lnTo>
                    <a:pt x="7890" y="123"/>
                  </a:lnTo>
                  <a:lnTo>
                    <a:pt x="7621" y="245"/>
                  </a:lnTo>
                  <a:lnTo>
                    <a:pt x="7401" y="367"/>
                  </a:lnTo>
                  <a:lnTo>
                    <a:pt x="7230" y="465"/>
                  </a:lnTo>
                  <a:lnTo>
                    <a:pt x="7059" y="538"/>
                  </a:lnTo>
                  <a:lnTo>
                    <a:pt x="6864" y="587"/>
                  </a:lnTo>
                  <a:lnTo>
                    <a:pt x="6375" y="587"/>
                  </a:lnTo>
                  <a:lnTo>
                    <a:pt x="6180" y="538"/>
                  </a:lnTo>
                  <a:lnTo>
                    <a:pt x="6009" y="465"/>
                  </a:lnTo>
                  <a:lnTo>
                    <a:pt x="5838" y="367"/>
                  </a:lnTo>
                  <a:lnTo>
                    <a:pt x="5618" y="245"/>
                  </a:lnTo>
                  <a:lnTo>
                    <a:pt x="5350" y="123"/>
                  </a:lnTo>
                  <a:lnTo>
                    <a:pt x="5179" y="74"/>
                  </a:lnTo>
                  <a:lnTo>
                    <a:pt x="5008" y="50"/>
                  </a:lnTo>
                  <a:lnTo>
                    <a:pt x="4812" y="25"/>
                  </a:lnTo>
                  <a:lnTo>
                    <a:pt x="4568" y="1"/>
                  </a:lnTo>
                  <a:lnTo>
                    <a:pt x="4348" y="25"/>
                  </a:lnTo>
                  <a:lnTo>
                    <a:pt x="4153" y="50"/>
                  </a:lnTo>
                  <a:lnTo>
                    <a:pt x="3957" y="74"/>
                  </a:lnTo>
                  <a:lnTo>
                    <a:pt x="3811" y="123"/>
                  </a:lnTo>
                  <a:lnTo>
                    <a:pt x="3542" y="245"/>
                  </a:lnTo>
                  <a:lnTo>
                    <a:pt x="3298" y="367"/>
                  </a:lnTo>
                  <a:lnTo>
                    <a:pt x="3152" y="465"/>
                  </a:lnTo>
                  <a:lnTo>
                    <a:pt x="2981" y="538"/>
                  </a:lnTo>
                  <a:lnTo>
                    <a:pt x="2785" y="587"/>
                  </a:lnTo>
                  <a:lnTo>
                    <a:pt x="2272" y="587"/>
                  </a:lnTo>
                  <a:lnTo>
                    <a:pt x="2077" y="538"/>
                  </a:lnTo>
                  <a:lnTo>
                    <a:pt x="1906" y="465"/>
                  </a:lnTo>
                  <a:lnTo>
                    <a:pt x="1759" y="367"/>
                  </a:lnTo>
                  <a:lnTo>
                    <a:pt x="1515" y="245"/>
                  </a:lnTo>
                  <a:lnTo>
                    <a:pt x="1247" y="123"/>
                  </a:lnTo>
                  <a:lnTo>
                    <a:pt x="1100" y="74"/>
                  </a:lnTo>
                  <a:lnTo>
                    <a:pt x="905" y="50"/>
                  </a:lnTo>
                  <a:lnTo>
                    <a:pt x="709" y="25"/>
                  </a:lnTo>
                  <a:lnTo>
                    <a:pt x="489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53" name="Google Shape;353;p59"/>
            <p:cNvSpPr/>
            <p:nvPr/>
          </p:nvSpPr>
          <p:spPr>
            <a:xfrm>
              <a:off x="6684575" y="4312500"/>
              <a:ext cx="349875" cy="377350"/>
            </a:xfrm>
            <a:custGeom>
              <a:rect b="b" l="l" r="r" t="t"/>
              <a:pathLst>
                <a:path extrusionOk="0" h="15094" w="13995">
                  <a:moveTo>
                    <a:pt x="5691" y="5740"/>
                  </a:moveTo>
                  <a:lnTo>
                    <a:pt x="5764" y="5764"/>
                  </a:lnTo>
                  <a:lnTo>
                    <a:pt x="5813" y="5837"/>
                  </a:lnTo>
                  <a:lnTo>
                    <a:pt x="5862" y="5886"/>
                  </a:lnTo>
                  <a:lnTo>
                    <a:pt x="5935" y="6082"/>
                  </a:lnTo>
                  <a:lnTo>
                    <a:pt x="5959" y="6301"/>
                  </a:lnTo>
                  <a:lnTo>
                    <a:pt x="5935" y="6521"/>
                  </a:lnTo>
                  <a:lnTo>
                    <a:pt x="5862" y="6692"/>
                  </a:lnTo>
                  <a:lnTo>
                    <a:pt x="5813" y="6765"/>
                  </a:lnTo>
                  <a:lnTo>
                    <a:pt x="5764" y="6814"/>
                  </a:lnTo>
                  <a:lnTo>
                    <a:pt x="5691" y="6839"/>
                  </a:lnTo>
                  <a:lnTo>
                    <a:pt x="5642" y="6863"/>
                  </a:lnTo>
                  <a:lnTo>
                    <a:pt x="5569" y="6839"/>
                  </a:lnTo>
                  <a:lnTo>
                    <a:pt x="5520" y="6814"/>
                  </a:lnTo>
                  <a:lnTo>
                    <a:pt x="5446" y="6765"/>
                  </a:lnTo>
                  <a:lnTo>
                    <a:pt x="5398" y="6692"/>
                  </a:lnTo>
                  <a:lnTo>
                    <a:pt x="5349" y="6521"/>
                  </a:lnTo>
                  <a:lnTo>
                    <a:pt x="5324" y="6301"/>
                  </a:lnTo>
                  <a:lnTo>
                    <a:pt x="5349" y="6082"/>
                  </a:lnTo>
                  <a:lnTo>
                    <a:pt x="5398" y="5886"/>
                  </a:lnTo>
                  <a:lnTo>
                    <a:pt x="5446" y="5837"/>
                  </a:lnTo>
                  <a:lnTo>
                    <a:pt x="5520" y="5764"/>
                  </a:lnTo>
                  <a:lnTo>
                    <a:pt x="5569" y="5740"/>
                  </a:lnTo>
                  <a:close/>
                  <a:moveTo>
                    <a:pt x="8402" y="5740"/>
                  </a:moveTo>
                  <a:lnTo>
                    <a:pt x="8475" y="5764"/>
                  </a:lnTo>
                  <a:lnTo>
                    <a:pt x="8524" y="5837"/>
                  </a:lnTo>
                  <a:lnTo>
                    <a:pt x="8573" y="5886"/>
                  </a:lnTo>
                  <a:lnTo>
                    <a:pt x="8621" y="6082"/>
                  </a:lnTo>
                  <a:lnTo>
                    <a:pt x="8646" y="6301"/>
                  </a:lnTo>
                  <a:lnTo>
                    <a:pt x="8621" y="6521"/>
                  </a:lnTo>
                  <a:lnTo>
                    <a:pt x="8573" y="6692"/>
                  </a:lnTo>
                  <a:lnTo>
                    <a:pt x="8524" y="6765"/>
                  </a:lnTo>
                  <a:lnTo>
                    <a:pt x="8475" y="6814"/>
                  </a:lnTo>
                  <a:lnTo>
                    <a:pt x="8402" y="6839"/>
                  </a:lnTo>
                  <a:lnTo>
                    <a:pt x="8328" y="6863"/>
                  </a:lnTo>
                  <a:lnTo>
                    <a:pt x="8280" y="6839"/>
                  </a:lnTo>
                  <a:lnTo>
                    <a:pt x="8206" y="6814"/>
                  </a:lnTo>
                  <a:lnTo>
                    <a:pt x="8157" y="6765"/>
                  </a:lnTo>
                  <a:lnTo>
                    <a:pt x="8109" y="6692"/>
                  </a:lnTo>
                  <a:lnTo>
                    <a:pt x="8035" y="6521"/>
                  </a:lnTo>
                  <a:lnTo>
                    <a:pt x="8011" y="6301"/>
                  </a:lnTo>
                  <a:lnTo>
                    <a:pt x="8035" y="6082"/>
                  </a:lnTo>
                  <a:lnTo>
                    <a:pt x="8109" y="5886"/>
                  </a:lnTo>
                  <a:lnTo>
                    <a:pt x="8157" y="5837"/>
                  </a:lnTo>
                  <a:lnTo>
                    <a:pt x="8206" y="5764"/>
                  </a:lnTo>
                  <a:lnTo>
                    <a:pt x="8280" y="5740"/>
                  </a:lnTo>
                  <a:close/>
                  <a:moveTo>
                    <a:pt x="9867" y="2931"/>
                  </a:moveTo>
                  <a:lnTo>
                    <a:pt x="9867" y="4421"/>
                  </a:lnTo>
                  <a:lnTo>
                    <a:pt x="11552" y="4421"/>
                  </a:lnTo>
                  <a:lnTo>
                    <a:pt x="11552" y="6033"/>
                  </a:lnTo>
                  <a:lnTo>
                    <a:pt x="7229" y="4225"/>
                  </a:lnTo>
                  <a:lnTo>
                    <a:pt x="7229" y="9867"/>
                  </a:lnTo>
                  <a:lnTo>
                    <a:pt x="7205" y="9965"/>
                  </a:lnTo>
                  <a:lnTo>
                    <a:pt x="7156" y="10063"/>
                  </a:lnTo>
                  <a:lnTo>
                    <a:pt x="7083" y="10111"/>
                  </a:lnTo>
                  <a:lnTo>
                    <a:pt x="6887" y="10111"/>
                  </a:lnTo>
                  <a:lnTo>
                    <a:pt x="6814" y="10063"/>
                  </a:lnTo>
                  <a:lnTo>
                    <a:pt x="6765" y="9965"/>
                  </a:lnTo>
                  <a:lnTo>
                    <a:pt x="6741" y="9867"/>
                  </a:lnTo>
                  <a:lnTo>
                    <a:pt x="6741" y="4225"/>
                  </a:lnTo>
                  <a:lnTo>
                    <a:pt x="2418" y="6033"/>
                  </a:lnTo>
                  <a:lnTo>
                    <a:pt x="2418" y="4421"/>
                  </a:lnTo>
                  <a:lnTo>
                    <a:pt x="4103" y="4421"/>
                  </a:lnTo>
                  <a:lnTo>
                    <a:pt x="4103" y="2931"/>
                  </a:lnTo>
                  <a:close/>
                  <a:moveTo>
                    <a:pt x="5520" y="0"/>
                  </a:moveTo>
                  <a:lnTo>
                    <a:pt x="5520" y="2027"/>
                  </a:lnTo>
                  <a:lnTo>
                    <a:pt x="3151" y="2027"/>
                  </a:lnTo>
                  <a:lnTo>
                    <a:pt x="3151" y="3542"/>
                  </a:lnTo>
                  <a:lnTo>
                    <a:pt x="1466" y="3542"/>
                  </a:lnTo>
                  <a:lnTo>
                    <a:pt x="1466" y="6423"/>
                  </a:lnTo>
                  <a:lnTo>
                    <a:pt x="586" y="6765"/>
                  </a:lnTo>
                  <a:lnTo>
                    <a:pt x="415" y="6863"/>
                  </a:lnTo>
                  <a:lnTo>
                    <a:pt x="269" y="6985"/>
                  </a:lnTo>
                  <a:lnTo>
                    <a:pt x="147" y="7132"/>
                  </a:lnTo>
                  <a:lnTo>
                    <a:pt x="49" y="7278"/>
                  </a:lnTo>
                  <a:lnTo>
                    <a:pt x="0" y="7425"/>
                  </a:lnTo>
                  <a:lnTo>
                    <a:pt x="0" y="7596"/>
                  </a:lnTo>
                  <a:lnTo>
                    <a:pt x="0" y="7791"/>
                  </a:lnTo>
                  <a:lnTo>
                    <a:pt x="73" y="7987"/>
                  </a:lnTo>
                  <a:lnTo>
                    <a:pt x="1514" y="11308"/>
                  </a:lnTo>
                  <a:lnTo>
                    <a:pt x="1514" y="14874"/>
                  </a:lnTo>
                  <a:lnTo>
                    <a:pt x="1759" y="14752"/>
                  </a:lnTo>
                  <a:lnTo>
                    <a:pt x="2052" y="14630"/>
                  </a:lnTo>
                  <a:lnTo>
                    <a:pt x="2247" y="14581"/>
                  </a:lnTo>
                  <a:lnTo>
                    <a:pt x="2442" y="14556"/>
                  </a:lnTo>
                  <a:lnTo>
                    <a:pt x="2662" y="14532"/>
                  </a:lnTo>
                  <a:lnTo>
                    <a:pt x="2882" y="14508"/>
                  </a:lnTo>
                  <a:lnTo>
                    <a:pt x="3175" y="14532"/>
                  </a:lnTo>
                  <a:lnTo>
                    <a:pt x="3419" y="14556"/>
                  </a:lnTo>
                  <a:lnTo>
                    <a:pt x="3639" y="14605"/>
                  </a:lnTo>
                  <a:lnTo>
                    <a:pt x="3835" y="14678"/>
                  </a:lnTo>
                  <a:lnTo>
                    <a:pt x="4152" y="14801"/>
                  </a:lnTo>
                  <a:lnTo>
                    <a:pt x="4396" y="14947"/>
                  </a:lnTo>
                  <a:lnTo>
                    <a:pt x="4543" y="15020"/>
                  </a:lnTo>
                  <a:lnTo>
                    <a:pt x="4641" y="15069"/>
                  </a:lnTo>
                  <a:lnTo>
                    <a:pt x="4787" y="15094"/>
                  </a:lnTo>
                  <a:lnTo>
                    <a:pt x="5105" y="15094"/>
                  </a:lnTo>
                  <a:lnTo>
                    <a:pt x="5227" y="15069"/>
                  </a:lnTo>
                  <a:lnTo>
                    <a:pt x="5349" y="15020"/>
                  </a:lnTo>
                  <a:lnTo>
                    <a:pt x="5471" y="14947"/>
                  </a:lnTo>
                  <a:lnTo>
                    <a:pt x="5740" y="14801"/>
                  </a:lnTo>
                  <a:lnTo>
                    <a:pt x="6057" y="14678"/>
                  </a:lnTo>
                  <a:lnTo>
                    <a:pt x="6252" y="14605"/>
                  </a:lnTo>
                  <a:lnTo>
                    <a:pt x="6472" y="14556"/>
                  </a:lnTo>
                  <a:lnTo>
                    <a:pt x="6716" y="14532"/>
                  </a:lnTo>
                  <a:lnTo>
                    <a:pt x="6985" y="14508"/>
                  </a:lnTo>
                  <a:lnTo>
                    <a:pt x="7254" y="14532"/>
                  </a:lnTo>
                  <a:lnTo>
                    <a:pt x="7498" y="14556"/>
                  </a:lnTo>
                  <a:lnTo>
                    <a:pt x="7718" y="14605"/>
                  </a:lnTo>
                  <a:lnTo>
                    <a:pt x="7913" y="14678"/>
                  </a:lnTo>
                  <a:lnTo>
                    <a:pt x="8255" y="14801"/>
                  </a:lnTo>
                  <a:lnTo>
                    <a:pt x="8499" y="14947"/>
                  </a:lnTo>
                  <a:lnTo>
                    <a:pt x="8621" y="15020"/>
                  </a:lnTo>
                  <a:lnTo>
                    <a:pt x="8744" y="15069"/>
                  </a:lnTo>
                  <a:lnTo>
                    <a:pt x="8866" y="15094"/>
                  </a:lnTo>
                  <a:lnTo>
                    <a:pt x="9183" y="15094"/>
                  </a:lnTo>
                  <a:lnTo>
                    <a:pt x="9330" y="15069"/>
                  </a:lnTo>
                  <a:lnTo>
                    <a:pt x="9427" y="15020"/>
                  </a:lnTo>
                  <a:lnTo>
                    <a:pt x="9574" y="14947"/>
                  </a:lnTo>
                  <a:lnTo>
                    <a:pt x="9818" y="14801"/>
                  </a:lnTo>
                  <a:lnTo>
                    <a:pt x="10136" y="14678"/>
                  </a:lnTo>
                  <a:lnTo>
                    <a:pt x="10331" y="14605"/>
                  </a:lnTo>
                  <a:lnTo>
                    <a:pt x="10551" y="14556"/>
                  </a:lnTo>
                  <a:lnTo>
                    <a:pt x="10795" y="14532"/>
                  </a:lnTo>
                  <a:lnTo>
                    <a:pt x="11088" y="14508"/>
                  </a:lnTo>
                  <a:lnTo>
                    <a:pt x="11308" y="14532"/>
                  </a:lnTo>
                  <a:lnTo>
                    <a:pt x="11528" y="14556"/>
                  </a:lnTo>
                  <a:lnTo>
                    <a:pt x="11723" y="14581"/>
                  </a:lnTo>
                  <a:lnTo>
                    <a:pt x="11919" y="14630"/>
                  </a:lnTo>
                  <a:lnTo>
                    <a:pt x="12212" y="14752"/>
                  </a:lnTo>
                  <a:lnTo>
                    <a:pt x="12456" y="14874"/>
                  </a:lnTo>
                  <a:lnTo>
                    <a:pt x="12456" y="11308"/>
                  </a:lnTo>
                  <a:lnTo>
                    <a:pt x="13897" y="7987"/>
                  </a:lnTo>
                  <a:lnTo>
                    <a:pt x="13970" y="7791"/>
                  </a:lnTo>
                  <a:lnTo>
                    <a:pt x="13995" y="7596"/>
                  </a:lnTo>
                  <a:lnTo>
                    <a:pt x="13970" y="7425"/>
                  </a:lnTo>
                  <a:lnTo>
                    <a:pt x="13921" y="7278"/>
                  </a:lnTo>
                  <a:lnTo>
                    <a:pt x="13824" y="7132"/>
                  </a:lnTo>
                  <a:lnTo>
                    <a:pt x="13701" y="6985"/>
                  </a:lnTo>
                  <a:lnTo>
                    <a:pt x="13555" y="6863"/>
                  </a:lnTo>
                  <a:lnTo>
                    <a:pt x="13384" y="6765"/>
                  </a:lnTo>
                  <a:lnTo>
                    <a:pt x="12505" y="6423"/>
                  </a:lnTo>
                  <a:lnTo>
                    <a:pt x="12505" y="3542"/>
                  </a:lnTo>
                  <a:lnTo>
                    <a:pt x="10820" y="3542"/>
                  </a:lnTo>
                  <a:lnTo>
                    <a:pt x="10820" y="2027"/>
                  </a:lnTo>
                  <a:lnTo>
                    <a:pt x="8450" y="2027"/>
                  </a:lnTo>
                  <a:lnTo>
                    <a:pt x="8450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354" name="Google Shape;354;p59"/>
          <p:cNvSpPr/>
          <p:nvPr/>
        </p:nvSpPr>
        <p:spPr>
          <a:xfrm>
            <a:off x="5302468" y="5549378"/>
            <a:ext cx="465527" cy="274647"/>
          </a:xfrm>
          <a:custGeom>
            <a:rect b="b" l="l" r="r" t="t"/>
            <a:pathLst>
              <a:path extrusionOk="0" h="13141" w="22274">
                <a:moveTo>
                  <a:pt x="14532" y="3786"/>
                </a:moveTo>
                <a:lnTo>
                  <a:pt x="11747" y="7084"/>
                </a:lnTo>
                <a:lnTo>
                  <a:pt x="11577" y="7035"/>
                </a:lnTo>
                <a:lnTo>
                  <a:pt x="11406" y="6986"/>
                </a:lnTo>
                <a:lnTo>
                  <a:pt x="11235" y="6937"/>
                </a:lnTo>
                <a:lnTo>
                  <a:pt x="10893" y="6937"/>
                </a:lnTo>
                <a:lnTo>
                  <a:pt x="10746" y="6961"/>
                </a:lnTo>
                <a:lnTo>
                  <a:pt x="9207" y="3786"/>
                </a:lnTo>
                <a:close/>
                <a:moveTo>
                  <a:pt x="7034" y="6082"/>
                </a:moveTo>
                <a:lnTo>
                  <a:pt x="7229" y="6302"/>
                </a:lnTo>
                <a:lnTo>
                  <a:pt x="7400" y="6522"/>
                </a:lnTo>
                <a:lnTo>
                  <a:pt x="7571" y="6766"/>
                </a:lnTo>
                <a:lnTo>
                  <a:pt x="7718" y="7010"/>
                </a:lnTo>
                <a:lnTo>
                  <a:pt x="7840" y="7279"/>
                </a:lnTo>
                <a:lnTo>
                  <a:pt x="7937" y="7572"/>
                </a:lnTo>
                <a:lnTo>
                  <a:pt x="8011" y="7841"/>
                </a:lnTo>
                <a:lnTo>
                  <a:pt x="8060" y="8134"/>
                </a:lnTo>
                <a:lnTo>
                  <a:pt x="5422" y="8134"/>
                </a:lnTo>
                <a:lnTo>
                  <a:pt x="7034" y="6082"/>
                </a:lnTo>
                <a:close/>
                <a:moveTo>
                  <a:pt x="8475" y="4275"/>
                </a:moveTo>
                <a:lnTo>
                  <a:pt x="9965" y="7352"/>
                </a:lnTo>
                <a:lnTo>
                  <a:pt x="9769" y="7523"/>
                </a:lnTo>
                <a:lnTo>
                  <a:pt x="9623" y="7743"/>
                </a:lnTo>
                <a:lnTo>
                  <a:pt x="9525" y="7963"/>
                </a:lnTo>
                <a:lnTo>
                  <a:pt x="9427" y="8183"/>
                </a:lnTo>
                <a:lnTo>
                  <a:pt x="9061" y="8183"/>
                </a:lnTo>
                <a:lnTo>
                  <a:pt x="8988" y="7767"/>
                </a:lnTo>
                <a:lnTo>
                  <a:pt x="8890" y="7377"/>
                </a:lnTo>
                <a:lnTo>
                  <a:pt x="8768" y="6986"/>
                </a:lnTo>
                <a:lnTo>
                  <a:pt x="8597" y="6619"/>
                </a:lnTo>
                <a:lnTo>
                  <a:pt x="8402" y="6253"/>
                </a:lnTo>
                <a:lnTo>
                  <a:pt x="8182" y="5936"/>
                </a:lnTo>
                <a:lnTo>
                  <a:pt x="7937" y="5618"/>
                </a:lnTo>
                <a:lnTo>
                  <a:pt x="7644" y="5325"/>
                </a:lnTo>
                <a:lnTo>
                  <a:pt x="8475" y="4275"/>
                </a:lnTo>
                <a:close/>
                <a:moveTo>
                  <a:pt x="11161" y="8012"/>
                </a:moveTo>
                <a:lnTo>
                  <a:pt x="11259" y="8060"/>
                </a:lnTo>
                <a:lnTo>
                  <a:pt x="11381" y="8109"/>
                </a:lnTo>
                <a:lnTo>
                  <a:pt x="11454" y="8183"/>
                </a:lnTo>
                <a:lnTo>
                  <a:pt x="11528" y="8280"/>
                </a:lnTo>
                <a:lnTo>
                  <a:pt x="11577" y="8378"/>
                </a:lnTo>
                <a:lnTo>
                  <a:pt x="11625" y="8476"/>
                </a:lnTo>
                <a:lnTo>
                  <a:pt x="11625" y="8598"/>
                </a:lnTo>
                <a:lnTo>
                  <a:pt x="11625" y="8695"/>
                </a:lnTo>
                <a:lnTo>
                  <a:pt x="11577" y="8818"/>
                </a:lnTo>
                <a:lnTo>
                  <a:pt x="11528" y="8915"/>
                </a:lnTo>
                <a:lnTo>
                  <a:pt x="11454" y="9013"/>
                </a:lnTo>
                <a:lnTo>
                  <a:pt x="11381" y="9062"/>
                </a:lnTo>
                <a:lnTo>
                  <a:pt x="11259" y="9135"/>
                </a:lnTo>
                <a:lnTo>
                  <a:pt x="11161" y="9159"/>
                </a:lnTo>
                <a:lnTo>
                  <a:pt x="11039" y="9184"/>
                </a:lnTo>
                <a:lnTo>
                  <a:pt x="10942" y="9159"/>
                </a:lnTo>
                <a:lnTo>
                  <a:pt x="10819" y="9135"/>
                </a:lnTo>
                <a:lnTo>
                  <a:pt x="10722" y="9062"/>
                </a:lnTo>
                <a:lnTo>
                  <a:pt x="10624" y="9013"/>
                </a:lnTo>
                <a:lnTo>
                  <a:pt x="10575" y="8915"/>
                </a:lnTo>
                <a:lnTo>
                  <a:pt x="10502" y="8818"/>
                </a:lnTo>
                <a:lnTo>
                  <a:pt x="10477" y="8695"/>
                </a:lnTo>
                <a:lnTo>
                  <a:pt x="10453" y="8598"/>
                </a:lnTo>
                <a:lnTo>
                  <a:pt x="10477" y="8476"/>
                </a:lnTo>
                <a:lnTo>
                  <a:pt x="10502" y="8378"/>
                </a:lnTo>
                <a:lnTo>
                  <a:pt x="10575" y="8280"/>
                </a:lnTo>
                <a:lnTo>
                  <a:pt x="10624" y="8183"/>
                </a:lnTo>
                <a:lnTo>
                  <a:pt x="10722" y="8109"/>
                </a:lnTo>
                <a:lnTo>
                  <a:pt x="10819" y="8060"/>
                </a:lnTo>
                <a:lnTo>
                  <a:pt x="10942" y="8012"/>
                </a:lnTo>
                <a:close/>
                <a:moveTo>
                  <a:pt x="4811" y="5081"/>
                </a:moveTo>
                <a:lnTo>
                  <a:pt x="5056" y="5105"/>
                </a:lnTo>
                <a:lnTo>
                  <a:pt x="5275" y="5154"/>
                </a:lnTo>
                <a:lnTo>
                  <a:pt x="5520" y="5203"/>
                </a:lnTo>
                <a:lnTo>
                  <a:pt x="5739" y="5276"/>
                </a:lnTo>
                <a:lnTo>
                  <a:pt x="5959" y="5374"/>
                </a:lnTo>
                <a:lnTo>
                  <a:pt x="6179" y="5472"/>
                </a:lnTo>
                <a:lnTo>
                  <a:pt x="6374" y="5569"/>
                </a:lnTo>
                <a:lnTo>
                  <a:pt x="4640" y="7816"/>
                </a:lnTo>
                <a:lnTo>
                  <a:pt x="4396" y="7816"/>
                </a:lnTo>
                <a:lnTo>
                  <a:pt x="4250" y="7865"/>
                </a:lnTo>
                <a:lnTo>
                  <a:pt x="4127" y="7938"/>
                </a:lnTo>
                <a:lnTo>
                  <a:pt x="4005" y="8036"/>
                </a:lnTo>
                <a:lnTo>
                  <a:pt x="3908" y="8158"/>
                </a:lnTo>
                <a:lnTo>
                  <a:pt x="3834" y="8280"/>
                </a:lnTo>
                <a:lnTo>
                  <a:pt x="3786" y="8427"/>
                </a:lnTo>
                <a:lnTo>
                  <a:pt x="3761" y="8598"/>
                </a:lnTo>
                <a:lnTo>
                  <a:pt x="3786" y="8744"/>
                </a:lnTo>
                <a:lnTo>
                  <a:pt x="3834" y="8891"/>
                </a:lnTo>
                <a:lnTo>
                  <a:pt x="3908" y="9037"/>
                </a:lnTo>
                <a:lnTo>
                  <a:pt x="4005" y="9135"/>
                </a:lnTo>
                <a:lnTo>
                  <a:pt x="4127" y="9233"/>
                </a:lnTo>
                <a:lnTo>
                  <a:pt x="4250" y="9306"/>
                </a:lnTo>
                <a:lnTo>
                  <a:pt x="4396" y="9355"/>
                </a:lnTo>
                <a:lnTo>
                  <a:pt x="4543" y="9379"/>
                </a:lnTo>
                <a:lnTo>
                  <a:pt x="4738" y="9355"/>
                </a:lnTo>
                <a:lnTo>
                  <a:pt x="4933" y="9282"/>
                </a:lnTo>
                <a:lnTo>
                  <a:pt x="5080" y="9159"/>
                </a:lnTo>
                <a:lnTo>
                  <a:pt x="5227" y="9013"/>
                </a:lnTo>
                <a:lnTo>
                  <a:pt x="8060" y="9013"/>
                </a:lnTo>
                <a:lnTo>
                  <a:pt x="8011" y="9330"/>
                </a:lnTo>
                <a:lnTo>
                  <a:pt x="7937" y="9648"/>
                </a:lnTo>
                <a:lnTo>
                  <a:pt x="7815" y="9965"/>
                </a:lnTo>
                <a:lnTo>
                  <a:pt x="7693" y="10259"/>
                </a:lnTo>
                <a:lnTo>
                  <a:pt x="7522" y="10527"/>
                </a:lnTo>
                <a:lnTo>
                  <a:pt x="7351" y="10771"/>
                </a:lnTo>
                <a:lnTo>
                  <a:pt x="7156" y="11016"/>
                </a:lnTo>
                <a:lnTo>
                  <a:pt x="6912" y="11235"/>
                </a:lnTo>
                <a:lnTo>
                  <a:pt x="6667" y="11431"/>
                </a:lnTo>
                <a:lnTo>
                  <a:pt x="6423" y="11626"/>
                </a:lnTo>
                <a:lnTo>
                  <a:pt x="6130" y="11773"/>
                </a:lnTo>
                <a:lnTo>
                  <a:pt x="5837" y="11895"/>
                </a:lnTo>
                <a:lnTo>
                  <a:pt x="5544" y="12017"/>
                </a:lnTo>
                <a:lnTo>
                  <a:pt x="5227" y="12090"/>
                </a:lnTo>
                <a:lnTo>
                  <a:pt x="4885" y="12139"/>
                </a:lnTo>
                <a:lnTo>
                  <a:pt x="4201" y="12139"/>
                </a:lnTo>
                <a:lnTo>
                  <a:pt x="3834" y="12066"/>
                </a:lnTo>
                <a:lnTo>
                  <a:pt x="3517" y="11993"/>
                </a:lnTo>
                <a:lnTo>
                  <a:pt x="3175" y="11870"/>
                </a:lnTo>
                <a:lnTo>
                  <a:pt x="2882" y="11724"/>
                </a:lnTo>
                <a:lnTo>
                  <a:pt x="2589" y="11553"/>
                </a:lnTo>
                <a:lnTo>
                  <a:pt x="2320" y="11333"/>
                </a:lnTo>
                <a:lnTo>
                  <a:pt x="2052" y="11113"/>
                </a:lnTo>
                <a:lnTo>
                  <a:pt x="1832" y="10869"/>
                </a:lnTo>
                <a:lnTo>
                  <a:pt x="1636" y="10576"/>
                </a:lnTo>
                <a:lnTo>
                  <a:pt x="1441" y="10283"/>
                </a:lnTo>
                <a:lnTo>
                  <a:pt x="1294" y="9990"/>
                </a:lnTo>
                <a:lnTo>
                  <a:pt x="1172" y="9672"/>
                </a:lnTo>
                <a:lnTo>
                  <a:pt x="1099" y="9330"/>
                </a:lnTo>
                <a:lnTo>
                  <a:pt x="1050" y="8964"/>
                </a:lnTo>
                <a:lnTo>
                  <a:pt x="1026" y="8598"/>
                </a:lnTo>
                <a:lnTo>
                  <a:pt x="1050" y="8256"/>
                </a:lnTo>
                <a:lnTo>
                  <a:pt x="1099" y="7889"/>
                </a:lnTo>
                <a:lnTo>
                  <a:pt x="1172" y="7548"/>
                </a:lnTo>
                <a:lnTo>
                  <a:pt x="1294" y="7230"/>
                </a:lnTo>
                <a:lnTo>
                  <a:pt x="1441" y="6913"/>
                </a:lnTo>
                <a:lnTo>
                  <a:pt x="1636" y="6644"/>
                </a:lnTo>
                <a:lnTo>
                  <a:pt x="1832" y="6351"/>
                </a:lnTo>
                <a:lnTo>
                  <a:pt x="2052" y="6107"/>
                </a:lnTo>
                <a:lnTo>
                  <a:pt x="2320" y="5887"/>
                </a:lnTo>
                <a:lnTo>
                  <a:pt x="2589" y="5667"/>
                </a:lnTo>
                <a:lnTo>
                  <a:pt x="2882" y="5496"/>
                </a:lnTo>
                <a:lnTo>
                  <a:pt x="3175" y="5349"/>
                </a:lnTo>
                <a:lnTo>
                  <a:pt x="3517" y="5227"/>
                </a:lnTo>
                <a:lnTo>
                  <a:pt x="3834" y="5154"/>
                </a:lnTo>
                <a:lnTo>
                  <a:pt x="4201" y="5081"/>
                </a:lnTo>
                <a:close/>
                <a:moveTo>
                  <a:pt x="18097" y="5081"/>
                </a:moveTo>
                <a:lnTo>
                  <a:pt x="18464" y="5154"/>
                </a:lnTo>
                <a:lnTo>
                  <a:pt x="18806" y="5227"/>
                </a:lnTo>
                <a:lnTo>
                  <a:pt x="19123" y="5349"/>
                </a:lnTo>
                <a:lnTo>
                  <a:pt x="19441" y="5496"/>
                </a:lnTo>
                <a:lnTo>
                  <a:pt x="19734" y="5667"/>
                </a:lnTo>
                <a:lnTo>
                  <a:pt x="20002" y="5887"/>
                </a:lnTo>
                <a:lnTo>
                  <a:pt x="20247" y="6107"/>
                </a:lnTo>
                <a:lnTo>
                  <a:pt x="20466" y="6351"/>
                </a:lnTo>
                <a:lnTo>
                  <a:pt x="20686" y="6644"/>
                </a:lnTo>
                <a:lnTo>
                  <a:pt x="20857" y="6913"/>
                </a:lnTo>
                <a:lnTo>
                  <a:pt x="21004" y="7230"/>
                </a:lnTo>
                <a:lnTo>
                  <a:pt x="21126" y="7548"/>
                </a:lnTo>
                <a:lnTo>
                  <a:pt x="21199" y="7889"/>
                </a:lnTo>
                <a:lnTo>
                  <a:pt x="21272" y="8256"/>
                </a:lnTo>
                <a:lnTo>
                  <a:pt x="21272" y="8598"/>
                </a:lnTo>
                <a:lnTo>
                  <a:pt x="21272" y="8964"/>
                </a:lnTo>
                <a:lnTo>
                  <a:pt x="21199" y="9330"/>
                </a:lnTo>
                <a:lnTo>
                  <a:pt x="21126" y="9672"/>
                </a:lnTo>
                <a:lnTo>
                  <a:pt x="21004" y="9990"/>
                </a:lnTo>
                <a:lnTo>
                  <a:pt x="20857" y="10283"/>
                </a:lnTo>
                <a:lnTo>
                  <a:pt x="20686" y="10576"/>
                </a:lnTo>
                <a:lnTo>
                  <a:pt x="20466" y="10869"/>
                </a:lnTo>
                <a:lnTo>
                  <a:pt x="20247" y="11113"/>
                </a:lnTo>
                <a:lnTo>
                  <a:pt x="20002" y="11333"/>
                </a:lnTo>
                <a:lnTo>
                  <a:pt x="19734" y="11553"/>
                </a:lnTo>
                <a:lnTo>
                  <a:pt x="19441" y="11724"/>
                </a:lnTo>
                <a:lnTo>
                  <a:pt x="19123" y="11870"/>
                </a:lnTo>
                <a:lnTo>
                  <a:pt x="18806" y="11993"/>
                </a:lnTo>
                <a:lnTo>
                  <a:pt x="18464" y="12066"/>
                </a:lnTo>
                <a:lnTo>
                  <a:pt x="18097" y="12139"/>
                </a:lnTo>
                <a:lnTo>
                  <a:pt x="17389" y="12139"/>
                </a:lnTo>
                <a:lnTo>
                  <a:pt x="17023" y="12066"/>
                </a:lnTo>
                <a:lnTo>
                  <a:pt x="16705" y="11993"/>
                </a:lnTo>
                <a:lnTo>
                  <a:pt x="16363" y="11870"/>
                </a:lnTo>
                <a:lnTo>
                  <a:pt x="16070" y="11724"/>
                </a:lnTo>
                <a:lnTo>
                  <a:pt x="15777" y="11553"/>
                </a:lnTo>
                <a:lnTo>
                  <a:pt x="15509" y="11333"/>
                </a:lnTo>
                <a:lnTo>
                  <a:pt x="15240" y="11113"/>
                </a:lnTo>
                <a:lnTo>
                  <a:pt x="15020" y="10869"/>
                </a:lnTo>
                <a:lnTo>
                  <a:pt x="14825" y="10576"/>
                </a:lnTo>
                <a:lnTo>
                  <a:pt x="14629" y="10283"/>
                </a:lnTo>
                <a:lnTo>
                  <a:pt x="14483" y="9990"/>
                </a:lnTo>
                <a:lnTo>
                  <a:pt x="14361" y="9672"/>
                </a:lnTo>
                <a:lnTo>
                  <a:pt x="14287" y="9330"/>
                </a:lnTo>
                <a:lnTo>
                  <a:pt x="14239" y="8964"/>
                </a:lnTo>
                <a:lnTo>
                  <a:pt x="14214" y="8598"/>
                </a:lnTo>
                <a:lnTo>
                  <a:pt x="14214" y="8354"/>
                </a:lnTo>
                <a:lnTo>
                  <a:pt x="14239" y="8109"/>
                </a:lnTo>
                <a:lnTo>
                  <a:pt x="14287" y="7889"/>
                </a:lnTo>
                <a:lnTo>
                  <a:pt x="14336" y="7645"/>
                </a:lnTo>
                <a:lnTo>
                  <a:pt x="14410" y="7425"/>
                </a:lnTo>
                <a:lnTo>
                  <a:pt x="14507" y="7206"/>
                </a:lnTo>
                <a:lnTo>
                  <a:pt x="14605" y="6986"/>
                </a:lnTo>
                <a:lnTo>
                  <a:pt x="14703" y="6790"/>
                </a:lnTo>
                <a:lnTo>
                  <a:pt x="14849" y="6595"/>
                </a:lnTo>
                <a:lnTo>
                  <a:pt x="14971" y="6424"/>
                </a:lnTo>
                <a:lnTo>
                  <a:pt x="15118" y="6229"/>
                </a:lnTo>
                <a:lnTo>
                  <a:pt x="15289" y="6082"/>
                </a:lnTo>
                <a:lnTo>
                  <a:pt x="15460" y="5911"/>
                </a:lnTo>
                <a:lnTo>
                  <a:pt x="15631" y="5765"/>
                </a:lnTo>
                <a:lnTo>
                  <a:pt x="15826" y="5643"/>
                </a:lnTo>
                <a:lnTo>
                  <a:pt x="16022" y="5520"/>
                </a:lnTo>
                <a:lnTo>
                  <a:pt x="17096" y="8134"/>
                </a:lnTo>
                <a:lnTo>
                  <a:pt x="17023" y="8231"/>
                </a:lnTo>
                <a:lnTo>
                  <a:pt x="16974" y="8354"/>
                </a:lnTo>
                <a:lnTo>
                  <a:pt x="16950" y="8476"/>
                </a:lnTo>
                <a:lnTo>
                  <a:pt x="16925" y="8598"/>
                </a:lnTo>
                <a:lnTo>
                  <a:pt x="16950" y="8744"/>
                </a:lnTo>
                <a:lnTo>
                  <a:pt x="16998" y="8891"/>
                </a:lnTo>
                <a:lnTo>
                  <a:pt x="17072" y="9037"/>
                </a:lnTo>
                <a:lnTo>
                  <a:pt x="17169" y="9135"/>
                </a:lnTo>
                <a:lnTo>
                  <a:pt x="17292" y="9233"/>
                </a:lnTo>
                <a:lnTo>
                  <a:pt x="17414" y="9306"/>
                </a:lnTo>
                <a:lnTo>
                  <a:pt x="17560" y="9355"/>
                </a:lnTo>
                <a:lnTo>
                  <a:pt x="17731" y="9379"/>
                </a:lnTo>
                <a:lnTo>
                  <a:pt x="17878" y="9355"/>
                </a:lnTo>
                <a:lnTo>
                  <a:pt x="18024" y="9306"/>
                </a:lnTo>
                <a:lnTo>
                  <a:pt x="18146" y="9233"/>
                </a:lnTo>
                <a:lnTo>
                  <a:pt x="18268" y="9135"/>
                </a:lnTo>
                <a:lnTo>
                  <a:pt x="18366" y="9037"/>
                </a:lnTo>
                <a:lnTo>
                  <a:pt x="18439" y="8891"/>
                </a:lnTo>
                <a:lnTo>
                  <a:pt x="18488" y="8744"/>
                </a:lnTo>
                <a:lnTo>
                  <a:pt x="18513" y="8598"/>
                </a:lnTo>
                <a:lnTo>
                  <a:pt x="18488" y="8451"/>
                </a:lnTo>
                <a:lnTo>
                  <a:pt x="18464" y="8329"/>
                </a:lnTo>
                <a:lnTo>
                  <a:pt x="18391" y="8207"/>
                </a:lnTo>
                <a:lnTo>
                  <a:pt x="18317" y="8085"/>
                </a:lnTo>
                <a:lnTo>
                  <a:pt x="18220" y="7987"/>
                </a:lnTo>
                <a:lnTo>
                  <a:pt x="18122" y="7914"/>
                </a:lnTo>
                <a:lnTo>
                  <a:pt x="18000" y="7865"/>
                </a:lnTo>
                <a:lnTo>
                  <a:pt x="17853" y="7816"/>
                </a:lnTo>
                <a:lnTo>
                  <a:pt x="16803" y="5203"/>
                </a:lnTo>
                <a:lnTo>
                  <a:pt x="17023" y="5154"/>
                </a:lnTo>
                <a:lnTo>
                  <a:pt x="17267" y="5105"/>
                </a:lnTo>
                <a:lnTo>
                  <a:pt x="17511" y="5081"/>
                </a:lnTo>
                <a:close/>
                <a:moveTo>
                  <a:pt x="6252" y="1"/>
                </a:moveTo>
                <a:lnTo>
                  <a:pt x="6179" y="25"/>
                </a:lnTo>
                <a:lnTo>
                  <a:pt x="6106" y="74"/>
                </a:lnTo>
                <a:lnTo>
                  <a:pt x="6057" y="123"/>
                </a:lnTo>
                <a:lnTo>
                  <a:pt x="6008" y="196"/>
                </a:lnTo>
                <a:lnTo>
                  <a:pt x="5959" y="245"/>
                </a:lnTo>
                <a:lnTo>
                  <a:pt x="5935" y="343"/>
                </a:lnTo>
                <a:lnTo>
                  <a:pt x="5935" y="416"/>
                </a:lnTo>
                <a:lnTo>
                  <a:pt x="5959" y="660"/>
                </a:lnTo>
                <a:lnTo>
                  <a:pt x="6057" y="978"/>
                </a:lnTo>
                <a:lnTo>
                  <a:pt x="6106" y="1124"/>
                </a:lnTo>
                <a:lnTo>
                  <a:pt x="6179" y="1222"/>
                </a:lnTo>
                <a:lnTo>
                  <a:pt x="6252" y="1320"/>
                </a:lnTo>
                <a:lnTo>
                  <a:pt x="6350" y="1344"/>
                </a:lnTo>
                <a:lnTo>
                  <a:pt x="7107" y="1344"/>
                </a:lnTo>
                <a:lnTo>
                  <a:pt x="8084" y="3396"/>
                </a:lnTo>
                <a:lnTo>
                  <a:pt x="6985" y="4788"/>
                </a:lnTo>
                <a:lnTo>
                  <a:pt x="6716" y="4617"/>
                </a:lnTo>
                <a:lnTo>
                  <a:pt x="6423" y="4470"/>
                </a:lnTo>
                <a:lnTo>
                  <a:pt x="6130" y="4348"/>
                </a:lnTo>
                <a:lnTo>
                  <a:pt x="5813" y="4250"/>
                </a:lnTo>
                <a:lnTo>
                  <a:pt x="5495" y="4177"/>
                </a:lnTo>
                <a:lnTo>
                  <a:pt x="5178" y="4104"/>
                </a:lnTo>
                <a:lnTo>
                  <a:pt x="4860" y="4079"/>
                </a:lnTo>
                <a:lnTo>
                  <a:pt x="4030" y="4079"/>
                </a:lnTo>
                <a:lnTo>
                  <a:pt x="3590" y="4153"/>
                </a:lnTo>
                <a:lnTo>
                  <a:pt x="3151" y="4275"/>
                </a:lnTo>
                <a:lnTo>
                  <a:pt x="2735" y="4421"/>
                </a:lnTo>
                <a:lnTo>
                  <a:pt x="2345" y="4617"/>
                </a:lnTo>
                <a:lnTo>
                  <a:pt x="1978" y="4837"/>
                </a:lnTo>
                <a:lnTo>
                  <a:pt x="1636" y="5105"/>
                </a:lnTo>
                <a:lnTo>
                  <a:pt x="1319" y="5398"/>
                </a:lnTo>
                <a:lnTo>
                  <a:pt x="1026" y="5716"/>
                </a:lnTo>
                <a:lnTo>
                  <a:pt x="782" y="6058"/>
                </a:lnTo>
                <a:lnTo>
                  <a:pt x="537" y="6449"/>
                </a:lnTo>
                <a:lnTo>
                  <a:pt x="366" y="6839"/>
                </a:lnTo>
                <a:lnTo>
                  <a:pt x="220" y="7254"/>
                </a:lnTo>
                <a:lnTo>
                  <a:pt x="98" y="7670"/>
                </a:lnTo>
                <a:lnTo>
                  <a:pt x="24" y="8134"/>
                </a:lnTo>
                <a:lnTo>
                  <a:pt x="0" y="8598"/>
                </a:lnTo>
                <a:lnTo>
                  <a:pt x="24" y="9062"/>
                </a:lnTo>
                <a:lnTo>
                  <a:pt x="98" y="9501"/>
                </a:lnTo>
                <a:lnTo>
                  <a:pt x="220" y="9941"/>
                </a:lnTo>
                <a:lnTo>
                  <a:pt x="366" y="10356"/>
                </a:lnTo>
                <a:lnTo>
                  <a:pt x="562" y="10747"/>
                </a:lnTo>
                <a:lnTo>
                  <a:pt x="782" y="11138"/>
                </a:lnTo>
                <a:lnTo>
                  <a:pt x="1050" y="11480"/>
                </a:lnTo>
                <a:lnTo>
                  <a:pt x="1343" y="11797"/>
                </a:lnTo>
                <a:lnTo>
                  <a:pt x="1661" y="12090"/>
                </a:lnTo>
                <a:lnTo>
                  <a:pt x="2003" y="12359"/>
                </a:lnTo>
                <a:lnTo>
                  <a:pt x="2369" y="12579"/>
                </a:lnTo>
                <a:lnTo>
                  <a:pt x="2760" y="12774"/>
                </a:lnTo>
                <a:lnTo>
                  <a:pt x="3175" y="12945"/>
                </a:lnTo>
                <a:lnTo>
                  <a:pt x="3615" y="13043"/>
                </a:lnTo>
                <a:lnTo>
                  <a:pt x="4079" y="13116"/>
                </a:lnTo>
                <a:lnTo>
                  <a:pt x="4518" y="13140"/>
                </a:lnTo>
                <a:lnTo>
                  <a:pt x="4982" y="13116"/>
                </a:lnTo>
                <a:lnTo>
                  <a:pt x="5397" y="13043"/>
                </a:lnTo>
                <a:lnTo>
                  <a:pt x="5813" y="12945"/>
                </a:lnTo>
                <a:lnTo>
                  <a:pt x="6228" y="12823"/>
                </a:lnTo>
                <a:lnTo>
                  <a:pt x="6594" y="12628"/>
                </a:lnTo>
                <a:lnTo>
                  <a:pt x="6961" y="12432"/>
                </a:lnTo>
                <a:lnTo>
                  <a:pt x="7302" y="12188"/>
                </a:lnTo>
                <a:lnTo>
                  <a:pt x="7620" y="11919"/>
                </a:lnTo>
                <a:lnTo>
                  <a:pt x="7913" y="11626"/>
                </a:lnTo>
                <a:lnTo>
                  <a:pt x="8182" y="11309"/>
                </a:lnTo>
                <a:lnTo>
                  <a:pt x="8402" y="10967"/>
                </a:lnTo>
                <a:lnTo>
                  <a:pt x="8597" y="10625"/>
                </a:lnTo>
                <a:lnTo>
                  <a:pt x="8768" y="10234"/>
                </a:lnTo>
                <a:lnTo>
                  <a:pt x="8890" y="9843"/>
                </a:lnTo>
                <a:lnTo>
                  <a:pt x="8988" y="9428"/>
                </a:lnTo>
                <a:lnTo>
                  <a:pt x="9061" y="9013"/>
                </a:lnTo>
                <a:lnTo>
                  <a:pt x="9427" y="9013"/>
                </a:lnTo>
                <a:lnTo>
                  <a:pt x="9525" y="9282"/>
                </a:lnTo>
                <a:lnTo>
                  <a:pt x="9647" y="9501"/>
                </a:lnTo>
                <a:lnTo>
                  <a:pt x="9818" y="9721"/>
                </a:lnTo>
                <a:lnTo>
                  <a:pt x="10013" y="9892"/>
                </a:lnTo>
                <a:lnTo>
                  <a:pt x="10233" y="10039"/>
                </a:lnTo>
                <a:lnTo>
                  <a:pt x="10477" y="10161"/>
                </a:lnTo>
                <a:lnTo>
                  <a:pt x="10746" y="10234"/>
                </a:lnTo>
                <a:lnTo>
                  <a:pt x="11186" y="10234"/>
                </a:lnTo>
                <a:lnTo>
                  <a:pt x="11357" y="10210"/>
                </a:lnTo>
                <a:lnTo>
                  <a:pt x="11503" y="10161"/>
                </a:lnTo>
                <a:lnTo>
                  <a:pt x="11674" y="10112"/>
                </a:lnTo>
                <a:lnTo>
                  <a:pt x="11821" y="10039"/>
                </a:lnTo>
                <a:lnTo>
                  <a:pt x="11943" y="9965"/>
                </a:lnTo>
                <a:lnTo>
                  <a:pt x="12065" y="9868"/>
                </a:lnTo>
                <a:lnTo>
                  <a:pt x="12187" y="9770"/>
                </a:lnTo>
                <a:lnTo>
                  <a:pt x="12309" y="9648"/>
                </a:lnTo>
                <a:lnTo>
                  <a:pt x="12382" y="9526"/>
                </a:lnTo>
                <a:lnTo>
                  <a:pt x="12480" y="9379"/>
                </a:lnTo>
                <a:lnTo>
                  <a:pt x="12553" y="9233"/>
                </a:lnTo>
                <a:lnTo>
                  <a:pt x="12602" y="9086"/>
                </a:lnTo>
                <a:lnTo>
                  <a:pt x="12651" y="8915"/>
                </a:lnTo>
                <a:lnTo>
                  <a:pt x="12676" y="8769"/>
                </a:lnTo>
                <a:lnTo>
                  <a:pt x="12676" y="8598"/>
                </a:lnTo>
                <a:lnTo>
                  <a:pt x="12651" y="8329"/>
                </a:lnTo>
                <a:lnTo>
                  <a:pt x="12602" y="8085"/>
                </a:lnTo>
                <a:lnTo>
                  <a:pt x="12505" y="7865"/>
                </a:lnTo>
                <a:lnTo>
                  <a:pt x="12358" y="7645"/>
                </a:lnTo>
                <a:lnTo>
                  <a:pt x="15411" y="4055"/>
                </a:lnTo>
                <a:lnTo>
                  <a:pt x="15631" y="4592"/>
                </a:lnTo>
                <a:lnTo>
                  <a:pt x="15362" y="4739"/>
                </a:lnTo>
                <a:lnTo>
                  <a:pt x="15093" y="4910"/>
                </a:lnTo>
                <a:lnTo>
                  <a:pt x="14849" y="5105"/>
                </a:lnTo>
                <a:lnTo>
                  <a:pt x="14605" y="5301"/>
                </a:lnTo>
                <a:lnTo>
                  <a:pt x="14385" y="5520"/>
                </a:lnTo>
                <a:lnTo>
                  <a:pt x="14190" y="5765"/>
                </a:lnTo>
                <a:lnTo>
                  <a:pt x="14019" y="6009"/>
                </a:lnTo>
                <a:lnTo>
                  <a:pt x="13848" y="6253"/>
                </a:lnTo>
                <a:lnTo>
                  <a:pt x="13701" y="6522"/>
                </a:lnTo>
                <a:lnTo>
                  <a:pt x="13579" y="6790"/>
                </a:lnTo>
                <a:lnTo>
                  <a:pt x="13457" y="7084"/>
                </a:lnTo>
                <a:lnTo>
                  <a:pt x="13359" y="7377"/>
                </a:lnTo>
                <a:lnTo>
                  <a:pt x="13286" y="7670"/>
                </a:lnTo>
                <a:lnTo>
                  <a:pt x="13237" y="7963"/>
                </a:lnTo>
                <a:lnTo>
                  <a:pt x="13213" y="8280"/>
                </a:lnTo>
                <a:lnTo>
                  <a:pt x="13188" y="8598"/>
                </a:lnTo>
                <a:lnTo>
                  <a:pt x="13213" y="9062"/>
                </a:lnTo>
                <a:lnTo>
                  <a:pt x="13286" y="9501"/>
                </a:lnTo>
                <a:lnTo>
                  <a:pt x="13408" y="9941"/>
                </a:lnTo>
                <a:lnTo>
                  <a:pt x="13555" y="10356"/>
                </a:lnTo>
                <a:lnTo>
                  <a:pt x="13750" y="10747"/>
                </a:lnTo>
                <a:lnTo>
                  <a:pt x="13970" y="11138"/>
                </a:lnTo>
                <a:lnTo>
                  <a:pt x="14239" y="11480"/>
                </a:lnTo>
                <a:lnTo>
                  <a:pt x="14532" y="11797"/>
                </a:lnTo>
                <a:lnTo>
                  <a:pt x="14849" y="12090"/>
                </a:lnTo>
                <a:lnTo>
                  <a:pt x="15191" y="12359"/>
                </a:lnTo>
                <a:lnTo>
                  <a:pt x="15582" y="12579"/>
                </a:lnTo>
                <a:lnTo>
                  <a:pt x="15973" y="12774"/>
                </a:lnTo>
                <a:lnTo>
                  <a:pt x="16388" y="12945"/>
                </a:lnTo>
                <a:lnTo>
                  <a:pt x="16827" y="13043"/>
                </a:lnTo>
                <a:lnTo>
                  <a:pt x="17267" y="13116"/>
                </a:lnTo>
                <a:lnTo>
                  <a:pt x="17756" y="13140"/>
                </a:lnTo>
                <a:lnTo>
                  <a:pt x="18195" y="13116"/>
                </a:lnTo>
                <a:lnTo>
                  <a:pt x="18659" y="13043"/>
                </a:lnTo>
                <a:lnTo>
                  <a:pt x="19099" y="12945"/>
                </a:lnTo>
                <a:lnTo>
                  <a:pt x="19514" y="12774"/>
                </a:lnTo>
                <a:lnTo>
                  <a:pt x="19905" y="12579"/>
                </a:lnTo>
                <a:lnTo>
                  <a:pt x="20271" y="12359"/>
                </a:lnTo>
                <a:lnTo>
                  <a:pt x="20613" y="12090"/>
                </a:lnTo>
                <a:lnTo>
                  <a:pt x="20931" y="11797"/>
                </a:lnTo>
                <a:lnTo>
                  <a:pt x="21224" y="11480"/>
                </a:lnTo>
                <a:lnTo>
                  <a:pt x="21492" y="11138"/>
                </a:lnTo>
                <a:lnTo>
                  <a:pt x="21712" y="10747"/>
                </a:lnTo>
                <a:lnTo>
                  <a:pt x="21907" y="10356"/>
                </a:lnTo>
                <a:lnTo>
                  <a:pt x="22054" y="9941"/>
                </a:lnTo>
                <a:lnTo>
                  <a:pt x="22176" y="9501"/>
                </a:lnTo>
                <a:lnTo>
                  <a:pt x="22249" y="9062"/>
                </a:lnTo>
                <a:lnTo>
                  <a:pt x="22274" y="8598"/>
                </a:lnTo>
                <a:lnTo>
                  <a:pt x="22249" y="8134"/>
                </a:lnTo>
                <a:lnTo>
                  <a:pt x="22176" y="7670"/>
                </a:lnTo>
                <a:lnTo>
                  <a:pt x="22054" y="7230"/>
                </a:lnTo>
                <a:lnTo>
                  <a:pt x="21907" y="6815"/>
                </a:lnTo>
                <a:lnTo>
                  <a:pt x="21712" y="6424"/>
                </a:lnTo>
                <a:lnTo>
                  <a:pt x="21492" y="6058"/>
                </a:lnTo>
                <a:lnTo>
                  <a:pt x="21224" y="5691"/>
                </a:lnTo>
                <a:lnTo>
                  <a:pt x="20931" y="5374"/>
                </a:lnTo>
                <a:lnTo>
                  <a:pt x="20613" y="5081"/>
                </a:lnTo>
                <a:lnTo>
                  <a:pt x="20271" y="4812"/>
                </a:lnTo>
                <a:lnTo>
                  <a:pt x="19905" y="4592"/>
                </a:lnTo>
                <a:lnTo>
                  <a:pt x="19514" y="4397"/>
                </a:lnTo>
                <a:lnTo>
                  <a:pt x="19099" y="4250"/>
                </a:lnTo>
                <a:lnTo>
                  <a:pt x="18659" y="4128"/>
                </a:lnTo>
                <a:lnTo>
                  <a:pt x="18195" y="4079"/>
                </a:lnTo>
                <a:lnTo>
                  <a:pt x="17756" y="4055"/>
                </a:lnTo>
                <a:lnTo>
                  <a:pt x="17414" y="4055"/>
                </a:lnTo>
                <a:lnTo>
                  <a:pt x="17072" y="4104"/>
                </a:lnTo>
                <a:lnTo>
                  <a:pt x="16754" y="4153"/>
                </a:lnTo>
                <a:lnTo>
                  <a:pt x="16412" y="4250"/>
                </a:lnTo>
                <a:lnTo>
                  <a:pt x="15240" y="1344"/>
                </a:lnTo>
                <a:lnTo>
                  <a:pt x="16144" y="1344"/>
                </a:lnTo>
                <a:lnTo>
                  <a:pt x="15997" y="1515"/>
                </a:lnTo>
                <a:lnTo>
                  <a:pt x="15924" y="1564"/>
                </a:lnTo>
                <a:lnTo>
                  <a:pt x="15899" y="1637"/>
                </a:lnTo>
                <a:lnTo>
                  <a:pt x="15875" y="1735"/>
                </a:lnTo>
                <a:lnTo>
                  <a:pt x="15875" y="1808"/>
                </a:lnTo>
                <a:lnTo>
                  <a:pt x="15875" y="1881"/>
                </a:lnTo>
                <a:lnTo>
                  <a:pt x="15899" y="1955"/>
                </a:lnTo>
                <a:lnTo>
                  <a:pt x="15924" y="2028"/>
                </a:lnTo>
                <a:lnTo>
                  <a:pt x="15997" y="2101"/>
                </a:lnTo>
                <a:lnTo>
                  <a:pt x="16046" y="2150"/>
                </a:lnTo>
                <a:lnTo>
                  <a:pt x="16119" y="2199"/>
                </a:lnTo>
                <a:lnTo>
                  <a:pt x="16192" y="2223"/>
                </a:lnTo>
                <a:lnTo>
                  <a:pt x="16363" y="2223"/>
                </a:lnTo>
                <a:lnTo>
                  <a:pt x="16437" y="2199"/>
                </a:lnTo>
                <a:lnTo>
                  <a:pt x="16510" y="2150"/>
                </a:lnTo>
                <a:lnTo>
                  <a:pt x="16583" y="2101"/>
                </a:lnTo>
                <a:lnTo>
                  <a:pt x="16754" y="1930"/>
                </a:lnTo>
                <a:lnTo>
                  <a:pt x="16852" y="1808"/>
                </a:lnTo>
                <a:lnTo>
                  <a:pt x="16925" y="1662"/>
                </a:lnTo>
                <a:lnTo>
                  <a:pt x="16998" y="1491"/>
                </a:lnTo>
                <a:lnTo>
                  <a:pt x="17047" y="1320"/>
                </a:lnTo>
                <a:lnTo>
                  <a:pt x="17047" y="1124"/>
                </a:lnTo>
                <a:lnTo>
                  <a:pt x="16998" y="953"/>
                </a:lnTo>
                <a:lnTo>
                  <a:pt x="16901" y="807"/>
                </a:lnTo>
                <a:lnTo>
                  <a:pt x="16779" y="685"/>
                </a:lnTo>
                <a:lnTo>
                  <a:pt x="16657" y="587"/>
                </a:lnTo>
                <a:lnTo>
                  <a:pt x="16486" y="538"/>
                </a:lnTo>
                <a:lnTo>
                  <a:pt x="16339" y="489"/>
                </a:lnTo>
                <a:lnTo>
                  <a:pt x="16192" y="465"/>
                </a:lnTo>
                <a:lnTo>
                  <a:pt x="14629" y="465"/>
                </a:lnTo>
                <a:lnTo>
                  <a:pt x="14507" y="489"/>
                </a:lnTo>
                <a:lnTo>
                  <a:pt x="14434" y="514"/>
                </a:lnTo>
                <a:lnTo>
                  <a:pt x="14312" y="611"/>
                </a:lnTo>
                <a:lnTo>
                  <a:pt x="14239" y="709"/>
                </a:lnTo>
                <a:lnTo>
                  <a:pt x="14214" y="807"/>
                </a:lnTo>
                <a:lnTo>
                  <a:pt x="14214" y="929"/>
                </a:lnTo>
                <a:lnTo>
                  <a:pt x="14239" y="1027"/>
                </a:lnTo>
                <a:lnTo>
                  <a:pt x="14996" y="2883"/>
                </a:lnTo>
                <a:lnTo>
                  <a:pt x="8792" y="2883"/>
                </a:lnTo>
                <a:lnTo>
                  <a:pt x="8035" y="1344"/>
                </a:lnTo>
                <a:lnTo>
                  <a:pt x="9427" y="1344"/>
                </a:lnTo>
                <a:lnTo>
                  <a:pt x="9525" y="1320"/>
                </a:lnTo>
                <a:lnTo>
                  <a:pt x="9598" y="1295"/>
                </a:lnTo>
                <a:lnTo>
                  <a:pt x="9672" y="1271"/>
                </a:lnTo>
                <a:lnTo>
                  <a:pt x="9720" y="1222"/>
                </a:lnTo>
                <a:lnTo>
                  <a:pt x="9794" y="1149"/>
                </a:lnTo>
                <a:lnTo>
                  <a:pt x="9818" y="1075"/>
                </a:lnTo>
                <a:lnTo>
                  <a:pt x="9842" y="1002"/>
                </a:lnTo>
                <a:lnTo>
                  <a:pt x="9842" y="904"/>
                </a:lnTo>
                <a:lnTo>
                  <a:pt x="9842" y="831"/>
                </a:lnTo>
                <a:lnTo>
                  <a:pt x="9818" y="734"/>
                </a:lnTo>
                <a:lnTo>
                  <a:pt x="9794" y="685"/>
                </a:lnTo>
                <a:lnTo>
                  <a:pt x="9720" y="611"/>
                </a:lnTo>
                <a:lnTo>
                  <a:pt x="9672" y="563"/>
                </a:lnTo>
                <a:lnTo>
                  <a:pt x="9598" y="514"/>
                </a:lnTo>
                <a:lnTo>
                  <a:pt x="9525" y="489"/>
                </a:lnTo>
                <a:lnTo>
                  <a:pt x="9427" y="489"/>
                </a:lnTo>
                <a:lnTo>
                  <a:pt x="6350" y="1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grpSp>
        <p:nvGrpSpPr>
          <p:cNvPr id="355" name="Google Shape;355;p59"/>
          <p:cNvGrpSpPr/>
          <p:nvPr/>
        </p:nvGrpSpPr>
        <p:grpSpPr>
          <a:xfrm>
            <a:off x="5912920" y="5503799"/>
            <a:ext cx="371623" cy="365499"/>
            <a:chOff x="1244325" y="4999400"/>
            <a:chExt cx="444525" cy="437200"/>
          </a:xfrm>
        </p:grpSpPr>
        <p:sp>
          <p:nvSpPr>
            <p:cNvPr id="356" name="Google Shape;356;p59"/>
            <p:cNvSpPr/>
            <p:nvPr/>
          </p:nvSpPr>
          <p:spPr>
            <a:xfrm>
              <a:off x="1244325" y="5161200"/>
              <a:ext cx="374925" cy="222275"/>
            </a:xfrm>
            <a:custGeom>
              <a:rect b="b" l="l" r="r" t="t"/>
              <a:pathLst>
                <a:path extrusionOk="0" h="8891" w="14997">
                  <a:moveTo>
                    <a:pt x="2077" y="1661"/>
                  </a:moveTo>
                  <a:lnTo>
                    <a:pt x="2199" y="1685"/>
                  </a:lnTo>
                  <a:lnTo>
                    <a:pt x="2468" y="1783"/>
                  </a:lnTo>
                  <a:lnTo>
                    <a:pt x="2687" y="1930"/>
                  </a:lnTo>
                  <a:lnTo>
                    <a:pt x="2883" y="2076"/>
                  </a:lnTo>
                  <a:lnTo>
                    <a:pt x="2932" y="2443"/>
                  </a:lnTo>
                  <a:lnTo>
                    <a:pt x="3005" y="2833"/>
                  </a:lnTo>
                  <a:lnTo>
                    <a:pt x="3176" y="3664"/>
                  </a:lnTo>
                  <a:lnTo>
                    <a:pt x="3396" y="4470"/>
                  </a:lnTo>
                  <a:lnTo>
                    <a:pt x="3567" y="5154"/>
                  </a:lnTo>
                  <a:lnTo>
                    <a:pt x="3371" y="5105"/>
                  </a:lnTo>
                  <a:lnTo>
                    <a:pt x="3152" y="5031"/>
                  </a:lnTo>
                  <a:lnTo>
                    <a:pt x="2956" y="4934"/>
                  </a:lnTo>
                  <a:lnTo>
                    <a:pt x="2736" y="4812"/>
                  </a:lnTo>
                  <a:lnTo>
                    <a:pt x="2541" y="4690"/>
                  </a:lnTo>
                  <a:lnTo>
                    <a:pt x="2321" y="4543"/>
                  </a:lnTo>
                  <a:lnTo>
                    <a:pt x="2126" y="4372"/>
                  </a:lnTo>
                  <a:lnTo>
                    <a:pt x="1930" y="4201"/>
                  </a:lnTo>
                  <a:lnTo>
                    <a:pt x="1759" y="4006"/>
                  </a:lnTo>
                  <a:lnTo>
                    <a:pt x="1613" y="3810"/>
                  </a:lnTo>
                  <a:lnTo>
                    <a:pt x="1466" y="3590"/>
                  </a:lnTo>
                  <a:lnTo>
                    <a:pt x="1344" y="3395"/>
                  </a:lnTo>
                  <a:lnTo>
                    <a:pt x="1247" y="3175"/>
                  </a:lnTo>
                  <a:lnTo>
                    <a:pt x="1173" y="2931"/>
                  </a:lnTo>
                  <a:lnTo>
                    <a:pt x="1124" y="2711"/>
                  </a:lnTo>
                  <a:lnTo>
                    <a:pt x="1124" y="2491"/>
                  </a:lnTo>
                  <a:lnTo>
                    <a:pt x="1124" y="2320"/>
                  </a:lnTo>
                  <a:lnTo>
                    <a:pt x="1173" y="2174"/>
                  </a:lnTo>
                  <a:lnTo>
                    <a:pt x="1247" y="2027"/>
                  </a:lnTo>
                  <a:lnTo>
                    <a:pt x="1369" y="1905"/>
                  </a:lnTo>
                  <a:lnTo>
                    <a:pt x="1491" y="1808"/>
                  </a:lnTo>
                  <a:lnTo>
                    <a:pt x="1613" y="1734"/>
                  </a:lnTo>
                  <a:lnTo>
                    <a:pt x="1784" y="1685"/>
                  </a:lnTo>
                  <a:lnTo>
                    <a:pt x="1955" y="1661"/>
                  </a:lnTo>
                  <a:close/>
                  <a:moveTo>
                    <a:pt x="3225" y="0"/>
                  </a:moveTo>
                  <a:lnTo>
                    <a:pt x="3127" y="25"/>
                  </a:lnTo>
                  <a:lnTo>
                    <a:pt x="3029" y="98"/>
                  </a:lnTo>
                  <a:lnTo>
                    <a:pt x="2932" y="147"/>
                  </a:lnTo>
                  <a:lnTo>
                    <a:pt x="2883" y="245"/>
                  </a:lnTo>
                  <a:lnTo>
                    <a:pt x="2834" y="342"/>
                  </a:lnTo>
                  <a:lnTo>
                    <a:pt x="2785" y="440"/>
                  </a:lnTo>
                  <a:lnTo>
                    <a:pt x="2785" y="538"/>
                  </a:lnTo>
                  <a:lnTo>
                    <a:pt x="2785" y="709"/>
                  </a:lnTo>
                  <a:lnTo>
                    <a:pt x="2565" y="635"/>
                  </a:lnTo>
                  <a:lnTo>
                    <a:pt x="2370" y="586"/>
                  </a:lnTo>
                  <a:lnTo>
                    <a:pt x="2150" y="562"/>
                  </a:lnTo>
                  <a:lnTo>
                    <a:pt x="1955" y="538"/>
                  </a:lnTo>
                  <a:lnTo>
                    <a:pt x="1759" y="562"/>
                  </a:lnTo>
                  <a:lnTo>
                    <a:pt x="1564" y="586"/>
                  </a:lnTo>
                  <a:lnTo>
                    <a:pt x="1369" y="635"/>
                  </a:lnTo>
                  <a:lnTo>
                    <a:pt x="1198" y="709"/>
                  </a:lnTo>
                  <a:lnTo>
                    <a:pt x="1027" y="782"/>
                  </a:lnTo>
                  <a:lnTo>
                    <a:pt x="856" y="880"/>
                  </a:lnTo>
                  <a:lnTo>
                    <a:pt x="709" y="1002"/>
                  </a:lnTo>
                  <a:lnTo>
                    <a:pt x="563" y="1124"/>
                  </a:lnTo>
                  <a:lnTo>
                    <a:pt x="441" y="1246"/>
                  </a:lnTo>
                  <a:lnTo>
                    <a:pt x="343" y="1417"/>
                  </a:lnTo>
                  <a:lnTo>
                    <a:pt x="245" y="1563"/>
                  </a:lnTo>
                  <a:lnTo>
                    <a:pt x="147" y="1734"/>
                  </a:lnTo>
                  <a:lnTo>
                    <a:pt x="99" y="1905"/>
                  </a:lnTo>
                  <a:lnTo>
                    <a:pt x="50" y="2101"/>
                  </a:lnTo>
                  <a:lnTo>
                    <a:pt x="1" y="2296"/>
                  </a:lnTo>
                  <a:lnTo>
                    <a:pt x="1" y="2491"/>
                  </a:lnTo>
                  <a:lnTo>
                    <a:pt x="25" y="2858"/>
                  </a:lnTo>
                  <a:lnTo>
                    <a:pt x="99" y="3200"/>
                  </a:lnTo>
                  <a:lnTo>
                    <a:pt x="221" y="3566"/>
                  </a:lnTo>
                  <a:lnTo>
                    <a:pt x="367" y="3884"/>
                  </a:lnTo>
                  <a:lnTo>
                    <a:pt x="563" y="4225"/>
                  </a:lnTo>
                  <a:lnTo>
                    <a:pt x="782" y="4543"/>
                  </a:lnTo>
                  <a:lnTo>
                    <a:pt x="1027" y="4836"/>
                  </a:lnTo>
                  <a:lnTo>
                    <a:pt x="1295" y="5105"/>
                  </a:lnTo>
                  <a:lnTo>
                    <a:pt x="1588" y="5349"/>
                  </a:lnTo>
                  <a:lnTo>
                    <a:pt x="1906" y="5593"/>
                  </a:lnTo>
                  <a:lnTo>
                    <a:pt x="2248" y="5789"/>
                  </a:lnTo>
                  <a:lnTo>
                    <a:pt x="2590" y="5960"/>
                  </a:lnTo>
                  <a:lnTo>
                    <a:pt x="2932" y="6106"/>
                  </a:lnTo>
                  <a:lnTo>
                    <a:pt x="3274" y="6204"/>
                  </a:lnTo>
                  <a:lnTo>
                    <a:pt x="3616" y="6277"/>
                  </a:lnTo>
                  <a:lnTo>
                    <a:pt x="3957" y="6301"/>
                  </a:lnTo>
                  <a:lnTo>
                    <a:pt x="4080" y="6643"/>
                  </a:lnTo>
                  <a:lnTo>
                    <a:pt x="4226" y="6961"/>
                  </a:lnTo>
                  <a:lnTo>
                    <a:pt x="4519" y="7596"/>
                  </a:lnTo>
                  <a:lnTo>
                    <a:pt x="4812" y="8133"/>
                  </a:lnTo>
                  <a:lnTo>
                    <a:pt x="5081" y="8597"/>
                  </a:lnTo>
                  <a:lnTo>
                    <a:pt x="5154" y="8719"/>
                  </a:lnTo>
                  <a:lnTo>
                    <a:pt x="5276" y="8817"/>
                  </a:lnTo>
                  <a:lnTo>
                    <a:pt x="5423" y="8866"/>
                  </a:lnTo>
                  <a:lnTo>
                    <a:pt x="5569" y="8890"/>
                  </a:lnTo>
                  <a:lnTo>
                    <a:pt x="12212" y="8890"/>
                  </a:lnTo>
                  <a:lnTo>
                    <a:pt x="12359" y="8866"/>
                  </a:lnTo>
                  <a:lnTo>
                    <a:pt x="12506" y="8817"/>
                  </a:lnTo>
                  <a:lnTo>
                    <a:pt x="12628" y="8719"/>
                  </a:lnTo>
                  <a:lnTo>
                    <a:pt x="12701" y="8597"/>
                  </a:lnTo>
                  <a:lnTo>
                    <a:pt x="12994" y="8060"/>
                  </a:lnTo>
                  <a:lnTo>
                    <a:pt x="13360" y="7352"/>
                  </a:lnTo>
                  <a:lnTo>
                    <a:pt x="13727" y="6472"/>
                  </a:lnTo>
                  <a:lnTo>
                    <a:pt x="13922" y="6008"/>
                  </a:lnTo>
                  <a:lnTo>
                    <a:pt x="14117" y="5495"/>
                  </a:lnTo>
                  <a:lnTo>
                    <a:pt x="14288" y="4958"/>
                  </a:lnTo>
                  <a:lnTo>
                    <a:pt x="14459" y="4372"/>
                  </a:lnTo>
                  <a:lnTo>
                    <a:pt x="14606" y="3786"/>
                  </a:lnTo>
                  <a:lnTo>
                    <a:pt x="14752" y="3175"/>
                  </a:lnTo>
                  <a:lnTo>
                    <a:pt x="14850" y="2540"/>
                  </a:lnTo>
                  <a:lnTo>
                    <a:pt x="14923" y="1881"/>
                  </a:lnTo>
                  <a:lnTo>
                    <a:pt x="14972" y="1221"/>
                  </a:lnTo>
                  <a:lnTo>
                    <a:pt x="14997" y="538"/>
                  </a:lnTo>
                  <a:lnTo>
                    <a:pt x="14997" y="440"/>
                  </a:lnTo>
                  <a:lnTo>
                    <a:pt x="14948" y="342"/>
                  </a:lnTo>
                  <a:lnTo>
                    <a:pt x="14899" y="245"/>
                  </a:lnTo>
                  <a:lnTo>
                    <a:pt x="14850" y="147"/>
                  </a:lnTo>
                  <a:lnTo>
                    <a:pt x="14752" y="98"/>
                  </a:lnTo>
                  <a:lnTo>
                    <a:pt x="14655" y="25"/>
                  </a:lnTo>
                  <a:lnTo>
                    <a:pt x="14557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57" name="Google Shape;357;p59"/>
            <p:cNvSpPr/>
            <p:nvPr/>
          </p:nvSpPr>
          <p:spPr>
            <a:xfrm>
              <a:off x="1244325" y="5397500"/>
              <a:ext cx="444525" cy="39100"/>
            </a:xfrm>
            <a:custGeom>
              <a:rect b="b" l="l" r="r" t="t"/>
              <a:pathLst>
                <a:path extrusionOk="0" h="1564" w="17781">
                  <a:moveTo>
                    <a:pt x="1" y="0"/>
                  </a:moveTo>
                  <a:lnTo>
                    <a:pt x="25" y="244"/>
                  </a:lnTo>
                  <a:lnTo>
                    <a:pt x="99" y="488"/>
                  </a:lnTo>
                  <a:lnTo>
                    <a:pt x="196" y="757"/>
                  </a:lnTo>
                  <a:lnTo>
                    <a:pt x="318" y="1001"/>
                  </a:lnTo>
                  <a:lnTo>
                    <a:pt x="489" y="1221"/>
                  </a:lnTo>
                  <a:lnTo>
                    <a:pt x="685" y="1392"/>
                  </a:lnTo>
                  <a:lnTo>
                    <a:pt x="782" y="1465"/>
                  </a:lnTo>
                  <a:lnTo>
                    <a:pt x="880" y="1514"/>
                  </a:lnTo>
                  <a:lnTo>
                    <a:pt x="1002" y="1539"/>
                  </a:lnTo>
                  <a:lnTo>
                    <a:pt x="1124" y="1563"/>
                  </a:lnTo>
                  <a:lnTo>
                    <a:pt x="16657" y="1563"/>
                  </a:lnTo>
                  <a:lnTo>
                    <a:pt x="16780" y="1539"/>
                  </a:lnTo>
                  <a:lnTo>
                    <a:pt x="16902" y="1514"/>
                  </a:lnTo>
                  <a:lnTo>
                    <a:pt x="16999" y="1465"/>
                  </a:lnTo>
                  <a:lnTo>
                    <a:pt x="17097" y="1392"/>
                  </a:lnTo>
                  <a:lnTo>
                    <a:pt x="17292" y="1221"/>
                  </a:lnTo>
                  <a:lnTo>
                    <a:pt x="17463" y="1001"/>
                  </a:lnTo>
                  <a:lnTo>
                    <a:pt x="17586" y="757"/>
                  </a:lnTo>
                  <a:lnTo>
                    <a:pt x="17683" y="488"/>
                  </a:lnTo>
                  <a:lnTo>
                    <a:pt x="17756" y="244"/>
                  </a:lnTo>
                  <a:lnTo>
                    <a:pt x="17781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58" name="Google Shape;358;p59"/>
            <p:cNvSpPr/>
            <p:nvPr/>
          </p:nvSpPr>
          <p:spPr>
            <a:xfrm>
              <a:off x="1451925" y="4999400"/>
              <a:ext cx="31175" cy="129450"/>
            </a:xfrm>
            <a:custGeom>
              <a:rect b="b" l="l" r="r" t="t"/>
              <a:pathLst>
                <a:path extrusionOk="0" h="5178" w="1247">
                  <a:moveTo>
                    <a:pt x="953" y="0"/>
                  </a:moveTo>
                  <a:lnTo>
                    <a:pt x="856" y="25"/>
                  </a:lnTo>
                  <a:lnTo>
                    <a:pt x="758" y="98"/>
                  </a:lnTo>
                  <a:lnTo>
                    <a:pt x="709" y="171"/>
                  </a:lnTo>
                  <a:lnTo>
                    <a:pt x="685" y="293"/>
                  </a:lnTo>
                  <a:lnTo>
                    <a:pt x="660" y="464"/>
                  </a:lnTo>
                  <a:lnTo>
                    <a:pt x="611" y="611"/>
                  </a:lnTo>
                  <a:lnTo>
                    <a:pt x="514" y="733"/>
                  </a:lnTo>
                  <a:lnTo>
                    <a:pt x="416" y="879"/>
                  </a:lnTo>
                  <a:lnTo>
                    <a:pt x="269" y="1026"/>
                  </a:lnTo>
                  <a:lnTo>
                    <a:pt x="147" y="1246"/>
                  </a:lnTo>
                  <a:lnTo>
                    <a:pt x="74" y="1368"/>
                  </a:lnTo>
                  <a:lnTo>
                    <a:pt x="50" y="1490"/>
                  </a:lnTo>
                  <a:lnTo>
                    <a:pt x="1" y="1661"/>
                  </a:lnTo>
                  <a:lnTo>
                    <a:pt x="1" y="1832"/>
                  </a:lnTo>
                  <a:lnTo>
                    <a:pt x="1" y="2003"/>
                  </a:lnTo>
                  <a:lnTo>
                    <a:pt x="50" y="2149"/>
                  </a:lnTo>
                  <a:lnTo>
                    <a:pt x="74" y="2296"/>
                  </a:lnTo>
                  <a:lnTo>
                    <a:pt x="147" y="2394"/>
                  </a:lnTo>
                  <a:lnTo>
                    <a:pt x="269" y="2613"/>
                  </a:lnTo>
                  <a:lnTo>
                    <a:pt x="416" y="2784"/>
                  </a:lnTo>
                  <a:lnTo>
                    <a:pt x="514" y="2907"/>
                  </a:lnTo>
                  <a:lnTo>
                    <a:pt x="611" y="3029"/>
                  </a:lnTo>
                  <a:lnTo>
                    <a:pt x="660" y="3175"/>
                  </a:lnTo>
                  <a:lnTo>
                    <a:pt x="685" y="3346"/>
                  </a:lnTo>
                  <a:lnTo>
                    <a:pt x="660" y="3542"/>
                  </a:lnTo>
                  <a:lnTo>
                    <a:pt x="611" y="3688"/>
                  </a:lnTo>
                  <a:lnTo>
                    <a:pt x="514" y="3810"/>
                  </a:lnTo>
                  <a:lnTo>
                    <a:pt x="416" y="3932"/>
                  </a:lnTo>
                  <a:lnTo>
                    <a:pt x="269" y="4103"/>
                  </a:lnTo>
                  <a:lnTo>
                    <a:pt x="147" y="4299"/>
                  </a:lnTo>
                  <a:lnTo>
                    <a:pt x="74" y="4421"/>
                  </a:lnTo>
                  <a:lnTo>
                    <a:pt x="50" y="4567"/>
                  </a:lnTo>
                  <a:lnTo>
                    <a:pt x="1" y="4714"/>
                  </a:lnTo>
                  <a:lnTo>
                    <a:pt x="1" y="4885"/>
                  </a:lnTo>
                  <a:lnTo>
                    <a:pt x="25" y="5007"/>
                  </a:lnTo>
                  <a:lnTo>
                    <a:pt x="74" y="5080"/>
                  </a:lnTo>
                  <a:lnTo>
                    <a:pt x="172" y="5153"/>
                  </a:lnTo>
                  <a:lnTo>
                    <a:pt x="294" y="5178"/>
                  </a:lnTo>
                  <a:lnTo>
                    <a:pt x="392" y="5153"/>
                  </a:lnTo>
                  <a:lnTo>
                    <a:pt x="489" y="5080"/>
                  </a:lnTo>
                  <a:lnTo>
                    <a:pt x="538" y="5007"/>
                  </a:lnTo>
                  <a:lnTo>
                    <a:pt x="563" y="4885"/>
                  </a:lnTo>
                  <a:lnTo>
                    <a:pt x="587" y="4714"/>
                  </a:lnTo>
                  <a:lnTo>
                    <a:pt x="636" y="4567"/>
                  </a:lnTo>
                  <a:lnTo>
                    <a:pt x="733" y="4445"/>
                  </a:lnTo>
                  <a:lnTo>
                    <a:pt x="831" y="4299"/>
                  </a:lnTo>
                  <a:lnTo>
                    <a:pt x="978" y="4152"/>
                  </a:lnTo>
                  <a:lnTo>
                    <a:pt x="1100" y="3932"/>
                  </a:lnTo>
                  <a:lnTo>
                    <a:pt x="1149" y="3810"/>
                  </a:lnTo>
                  <a:lnTo>
                    <a:pt x="1197" y="3688"/>
                  </a:lnTo>
                  <a:lnTo>
                    <a:pt x="1222" y="3542"/>
                  </a:lnTo>
                  <a:lnTo>
                    <a:pt x="1246" y="3346"/>
                  </a:lnTo>
                  <a:lnTo>
                    <a:pt x="1222" y="3175"/>
                  </a:lnTo>
                  <a:lnTo>
                    <a:pt x="1197" y="3029"/>
                  </a:lnTo>
                  <a:lnTo>
                    <a:pt x="1149" y="2882"/>
                  </a:lnTo>
                  <a:lnTo>
                    <a:pt x="1100" y="2784"/>
                  </a:lnTo>
                  <a:lnTo>
                    <a:pt x="978" y="2565"/>
                  </a:lnTo>
                  <a:lnTo>
                    <a:pt x="831" y="2394"/>
                  </a:lnTo>
                  <a:lnTo>
                    <a:pt x="733" y="2272"/>
                  </a:lnTo>
                  <a:lnTo>
                    <a:pt x="636" y="2149"/>
                  </a:lnTo>
                  <a:lnTo>
                    <a:pt x="587" y="2003"/>
                  </a:lnTo>
                  <a:lnTo>
                    <a:pt x="563" y="1832"/>
                  </a:lnTo>
                  <a:lnTo>
                    <a:pt x="587" y="1637"/>
                  </a:lnTo>
                  <a:lnTo>
                    <a:pt x="636" y="1490"/>
                  </a:lnTo>
                  <a:lnTo>
                    <a:pt x="733" y="1368"/>
                  </a:lnTo>
                  <a:lnTo>
                    <a:pt x="831" y="1246"/>
                  </a:lnTo>
                  <a:lnTo>
                    <a:pt x="978" y="1075"/>
                  </a:lnTo>
                  <a:lnTo>
                    <a:pt x="1100" y="879"/>
                  </a:lnTo>
                  <a:lnTo>
                    <a:pt x="1149" y="757"/>
                  </a:lnTo>
                  <a:lnTo>
                    <a:pt x="1197" y="611"/>
                  </a:lnTo>
                  <a:lnTo>
                    <a:pt x="1222" y="464"/>
                  </a:lnTo>
                  <a:lnTo>
                    <a:pt x="1246" y="293"/>
                  </a:lnTo>
                  <a:lnTo>
                    <a:pt x="1222" y="171"/>
                  </a:lnTo>
                  <a:lnTo>
                    <a:pt x="1149" y="98"/>
                  </a:lnTo>
                  <a:lnTo>
                    <a:pt x="1075" y="25"/>
                  </a:lnTo>
                  <a:lnTo>
                    <a:pt x="953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59" name="Google Shape;359;p59"/>
            <p:cNvSpPr/>
            <p:nvPr/>
          </p:nvSpPr>
          <p:spPr>
            <a:xfrm>
              <a:off x="1407975" y="4999400"/>
              <a:ext cx="31150" cy="129450"/>
            </a:xfrm>
            <a:custGeom>
              <a:rect b="b" l="l" r="r" t="t"/>
              <a:pathLst>
                <a:path extrusionOk="0" h="5178" w="1246">
                  <a:moveTo>
                    <a:pt x="977" y="0"/>
                  </a:moveTo>
                  <a:lnTo>
                    <a:pt x="855" y="25"/>
                  </a:lnTo>
                  <a:lnTo>
                    <a:pt x="782" y="98"/>
                  </a:lnTo>
                  <a:lnTo>
                    <a:pt x="709" y="171"/>
                  </a:lnTo>
                  <a:lnTo>
                    <a:pt x="684" y="293"/>
                  </a:lnTo>
                  <a:lnTo>
                    <a:pt x="660" y="464"/>
                  </a:lnTo>
                  <a:lnTo>
                    <a:pt x="611" y="611"/>
                  </a:lnTo>
                  <a:lnTo>
                    <a:pt x="538" y="733"/>
                  </a:lnTo>
                  <a:lnTo>
                    <a:pt x="416" y="879"/>
                  </a:lnTo>
                  <a:lnTo>
                    <a:pt x="269" y="1026"/>
                  </a:lnTo>
                  <a:lnTo>
                    <a:pt x="147" y="1246"/>
                  </a:lnTo>
                  <a:lnTo>
                    <a:pt x="98" y="1368"/>
                  </a:lnTo>
                  <a:lnTo>
                    <a:pt x="49" y="1490"/>
                  </a:lnTo>
                  <a:lnTo>
                    <a:pt x="25" y="1661"/>
                  </a:lnTo>
                  <a:lnTo>
                    <a:pt x="0" y="1832"/>
                  </a:lnTo>
                  <a:lnTo>
                    <a:pt x="25" y="2003"/>
                  </a:lnTo>
                  <a:lnTo>
                    <a:pt x="49" y="2149"/>
                  </a:lnTo>
                  <a:lnTo>
                    <a:pt x="98" y="2296"/>
                  </a:lnTo>
                  <a:lnTo>
                    <a:pt x="147" y="2394"/>
                  </a:lnTo>
                  <a:lnTo>
                    <a:pt x="269" y="2613"/>
                  </a:lnTo>
                  <a:lnTo>
                    <a:pt x="416" y="2784"/>
                  </a:lnTo>
                  <a:lnTo>
                    <a:pt x="538" y="2907"/>
                  </a:lnTo>
                  <a:lnTo>
                    <a:pt x="611" y="3029"/>
                  </a:lnTo>
                  <a:lnTo>
                    <a:pt x="660" y="3175"/>
                  </a:lnTo>
                  <a:lnTo>
                    <a:pt x="684" y="3346"/>
                  </a:lnTo>
                  <a:lnTo>
                    <a:pt x="660" y="3542"/>
                  </a:lnTo>
                  <a:lnTo>
                    <a:pt x="611" y="3688"/>
                  </a:lnTo>
                  <a:lnTo>
                    <a:pt x="538" y="3810"/>
                  </a:lnTo>
                  <a:lnTo>
                    <a:pt x="416" y="3932"/>
                  </a:lnTo>
                  <a:lnTo>
                    <a:pt x="269" y="4103"/>
                  </a:lnTo>
                  <a:lnTo>
                    <a:pt x="147" y="4299"/>
                  </a:lnTo>
                  <a:lnTo>
                    <a:pt x="98" y="4421"/>
                  </a:lnTo>
                  <a:lnTo>
                    <a:pt x="49" y="4567"/>
                  </a:lnTo>
                  <a:lnTo>
                    <a:pt x="25" y="4714"/>
                  </a:lnTo>
                  <a:lnTo>
                    <a:pt x="0" y="4885"/>
                  </a:lnTo>
                  <a:lnTo>
                    <a:pt x="25" y="5007"/>
                  </a:lnTo>
                  <a:lnTo>
                    <a:pt x="98" y="5080"/>
                  </a:lnTo>
                  <a:lnTo>
                    <a:pt x="171" y="5153"/>
                  </a:lnTo>
                  <a:lnTo>
                    <a:pt x="293" y="5178"/>
                  </a:lnTo>
                  <a:lnTo>
                    <a:pt x="391" y="5153"/>
                  </a:lnTo>
                  <a:lnTo>
                    <a:pt x="489" y="5080"/>
                  </a:lnTo>
                  <a:lnTo>
                    <a:pt x="562" y="5007"/>
                  </a:lnTo>
                  <a:lnTo>
                    <a:pt x="586" y="4885"/>
                  </a:lnTo>
                  <a:lnTo>
                    <a:pt x="586" y="4714"/>
                  </a:lnTo>
                  <a:lnTo>
                    <a:pt x="660" y="4567"/>
                  </a:lnTo>
                  <a:lnTo>
                    <a:pt x="733" y="4445"/>
                  </a:lnTo>
                  <a:lnTo>
                    <a:pt x="831" y="4299"/>
                  </a:lnTo>
                  <a:lnTo>
                    <a:pt x="977" y="4152"/>
                  </a:lnTo>
                  <a:lnTo>
                    <a:pt x="1124" y="3932"/>
                  </a:lnTo>
                  <a:lnTo>
                    <a:pt x="1173" y="3810"/>
                  </a:lnTo>
                  <a:lnTo>
                    <a:pt x="1221" y="3688"/>
                  </a:lnTo>
                  <a:lnTo>
                    <a:pt x="1246" y="3542"/>
                  </a:lnTo>
                  <a:lnTo>
                    <a:pt x="1246" y="3346"/>
                  </a:lnTo>
                  <a:lnTo>
                    <a:pt x="1246" y="3175"/>
                  </a:lnTo>
                  <a:lnTo>
                    <a:pt x="1221" y="3029"/>
                  </a:lnTo>
                  <a:lnTo>
                    <a:pt x="1173" y="2882"/>
                  </a:lnTo>
                  <a:lnTo>
                    <a:pt x="1124" y="2784"/>
                  </a:lnTo>
                  <a:lnTo>
                    <a:pt x="977" y="2565"/>
                  </a:lnTo>
                  <a:lnTo>
                    <a:pt x="831" y="2394"/>
                  </a:lnTo>
                  <a:lnTo>
                    <a:pt x="733" y="2272"/>
                  </a:lnTo>
                  <a:lnTo>
                    <a:pt x="660" y="2149"/>
                  </a:lnTo>
                  <a:lnTo>
                    <a:pt x="586" y="2003"/>
                  </a:lnTo>
                  <a:lnTo>
                    <a:pt x="586" y="1832"/>
                  </a:lnTo>
                  <a:lnTo>
                    <a:pt x="586" y="1637"/>
                  </a:lnTo>
                  <a:lnTo>
                    <a:pt x="660" y="1490"/>
                  </a:lnTo>
                  <a:lnTo>
                    <a:pt x="733" y="1368"/>
                  </a:lnTo>
                  <a:lnTo>
                    <a:pt x="831" y="1246"/>
                  </a:lnTo>
                  <a:lnTo>
                    <a:pt x="977" y="1075"/>
                  </a:lnTo>
                  <a:lnTo>
                    <a:pt x="1124" y="879"/>
                  </a:lnTo>
                  <a:lnTo>
                    <a:pt x="1173" y="757"/>
                  </a:lnTo>
                  <a:lnTo>
                    <a:pt x="1221" y="611"/>
                  </a:lnTo>
                  <a:lnTo>
                    <a:pt x="1246" y="464"/>
                  </a:lnTo>
                  <a:lnTo>
                    <a:pt x="1246" y="293"/>
                  </a:lnTo>
                  <a:lnTo>
                    <a:pt x="1221" y="171"/>
                  </a:lnTo>
                  <a:lnTo>
                    <a:pt x="1173" y="98"/>
                  </a:lnTo>
                  <a:lnTo>
                    <a:pt x="1075" y="25"/>
                  </a:lnTo>
                  <a:lnTo>
                    <a:pt x="977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60" name="Google Shape;360;p59"/>
            <p:cNvSpPr/>
            <p:nvPr/>
          </p:nvSpPr>
          <p:spPr>
            <a:xfrm>
              <a:off x="1495900" y="4999400"/>
              <a:ext cx="30550" cy="129450"/>
            </a:xfrm>
            <a:custGeom>
              <a:rect b="b" l="l" r="r" t="t"/>
              <a:pathLst>
                <a:path extrusionOk="0" h="5178" w="1222">
                  <a:moveTo>
                    <a:pt x="953" y="0"/>
                  </a:moveTo>
                  <a:lnTo>
                    <a:pt x="831" y="25"/>
                  </a:lnTo>
                  <a:lnTo>
                    <a:pt x="757" y="98"/>
                  </a:lnTo>
                  <a:lnTo>
                    <a:pt x="684" y="171"/>
                  </a:lnTo>
                  <a:lnTo>
                    <a:pt x="660" y="293"/>
                  </a:lnTo>
                  <a:lnTo>
                    <a:pt x="660" y="464"/>
                  </a:lnTo>
                  <a:lnTo>
                    <a:pt x="586" y="611"/>
                  </a:lnTo>
                  <a:lnTo>
                    <a:pt x="513" y="733"/>
                  </a:lnTo>
                  <a:lnTo>
                    <a:pt x="391" y="879"/>
                  </a:lnTo>
                  <a:lnTo>
                    <a:pt x="269" y="1026"/>
                  </a:lnTo>
                  <a:lnTo>
                    <a:pt x="122" y="1246"/>
                  </a:lnTo>
                  <a:lnTo>
                    <a:pt x="73" y="1368"/>
                  </a:lnTo>
                  <a:lnTo>
                    <a:pt x="25" y="1490"/>
                  </a:lnTo>
                  <a:lnTo>
                    <a:pt x="0" y="1661"/>
                  </a:lnTo>
                  <a:lnTo>
                    <a:pt x="0" y="1832"/>
                  </a:lnTo>
                  <a:lnTo>
                    <a:pt x="0" y="2003"/>
                  </a:lnTo>
                  <a:lnTo>
                    <a:pt x="25" y="2149"/>
                  </a:lnTo>
                  <a:lnTo>
                    <a:pt x="73" y="2296"/>
                  </a:lnTo>
                  <a:lnTo>
                    <a:pt x="122" y="2394"/>
                  </a:lnTo>
                  <a:lnTo>
                    <a:pt x="269" y="2613"/>
                  </a:lnTo>
                  <a:lnTo>
                    <a:pt x="391" y="2784"/>
                  </a:lnTo>
                  <a:lnTo>
                    <a:pt x="513" y="2907"/>
                  </a:lnTo>
                  <a:lnTo>
                    <a:pt x="586" y="3029"/>
                  </a:lnTo>
                  <a:lnTo>
                    <a:pt x="660" y="3175"/>
                  </a:lnTo>
                  <a:lnTo>
                    <a:pt x="660" y="3346"/>
                  </a:lnTo>
                  <a:lnTo>
                    <a:pt x="660" y="3542"/>
                  </a:lnTo>
                  <a:lnTo>
                    <a:pt x="586" y="3688"/>
                  </a:lnTo>
                  <a:lnTo>
                    <a:pt x="513" y="3810"/>
                  </a:lnTo>
                  <a:lnTo>
                    <a:pt x="391" y="3932"/>
                  </a:lnTo>
                  <a:lnTo>
                    <a:pt x="269" y="4103"/>
                  </a:lnTo>
                  <a:lnTo>
                    <a:pt x="122" y="4299"/>
                  </a:lnTo>
                  <a:lnTo>
                    <a:pt x="73" y="4421"/>
                  </a:lnTo>
                  <a:lnTo>
                    <a:pt x="25" y="4567"/>
                  </a:lnTo>
                  <a:lnTo>
                    <a:pt x="0" y="4714"/>
                  </a:lnTo>
                  <a:lnTo>
                    <a:pt x="0" y="4885"/>
                  </a:lnTo>
                  <a:lnTo>
                    <a:pt x="25" y="5007"/>
                  </a:lnTo>
                  <a:lnTo>
                    <a:pt x="73" y="5080"/>
                  </a:lnTo>
                  <a:lnTo>
                    <a:pt x="171" y="5153"/>
                  </a:lnTo>
                  <a:lnTo>
                    <a:pt x="269" y="5178"/>
                  </a:lnTo>
                  <a:lnTo>
                    <a:pt x="391" y="5153"/>
                  </a:lnTo>
                  <a:lnTo>
                    <a:pt x="464" y="5080"/>
                  </a:lnTo>
                  <a:lnTo>
                    <a:pt x="538" y="5007"/>
                  </a:lnTo>
                  <a:lnTo>
                    <a:pt x="562" y="4885"/>
                  </a:lnTo>
                  <a:lnTo>
                    <a:pt x="586" y="4714"/>
                  </a:lnTo>
                  <a:lnTo>
                    <a:pt x="635" y="4567"/>
                  </a:lnTo>
                  <a:lnTo>
                    <a:pt x="708" y="4445"/>
                  </a:lnTo>
                  <a:lnTo>
                    <a:pt x="831" y="4299"/>
                  </a:lnTo>
                  <a:lnTo>
                    <a:pt x="953" y="4152"/>
                  </a:lnTo>
                  <a:lnTo>
                    <a:pt x="1099" y="3932"/>
                  </a:lnTo>
                  <a:lnTo>
                    <a:pt x="1148" y="3810"/>
                  </a:lnTo>
                  <a:lnTo>
                    <a:pt x="1197" y="3688"/>
                  </a:lnTo>
                  <a:lnTo>
                    <a:pt x="1221" y="3542"/>
                  </a:lnTo>
                  <a:lnTo>
                    <a:pt x="1221" y="3346"/>
                  </a:lnTo>
                  <a:lnTo>
                    <a:pt x="1221" y="3175"/>
                  </a:lnTo>
                  <a:lnTo>
                    <a:pt x="1197" y="3029"/>
                  </a:lnTo>
                  <a:lnTo>
                    <a:pt x="1148" y="2882"/>
                  </a:lnTo>
                  <a:lnTo>
                    <a:pt x="1099" y="2784"/>
                  </a:lnTo>
                  <a:lnTo>
                    <a:pt x="953" y="2565"/>
                  </a:lnTo>
                  <a:lnTo>
                    <a:pt x="831" y="2394"/>
                  </a:lnTo>
                  <a:lnTo>
                    <a:pt x="708" y="2272"/>
                  </a:lnTo>
                  <a:lnTo>
                    <a:pt x="635" y="2149"/>
                  </a:lnTo>
                  <a:lnTo>
                    <a:pt x="586" y="2003"/>
                  </a:lnTo>
                  <a:lnTo>
                    <a:pt x="562" y="1832"/>
                  </a:lnTo>
                  <a:lnTo>
                    <a:pt x="586" y="1637"/>
                  </a:lnTo>
                  <a:lnTo>
                    <a:pt x="635" y="1490"/>
                  </a:lnTo>
                  <a:lnTo>
                    <a:pt x="708" y="1368"/>
                  </a:lnTo>
                  <a:lnTo>
                    <a:pt x="831" y="1246"/>
                  </a:lnTo>
                  <a:lnTo>
                    <a:pt x="953" y="1075"/>
                  </a:lnTo>
                  <a:lnTo>
                    <a:pt x="1099" y="879"/>
                  </a:lnTo>
                  <a:lnTo>
                    <a:pt x="1148" y="757"/>
                  </a:lnTo>
                  <a:lnTo>
                    <a:pt x="1197" y="611"/>
                  </a:lnTo>
                  <a:lnTo>
                    <a:pt x="1221" y="464"/>
                  </a:lnTo>
                  <a:lnTo>
                    <a:pt x="1221" y="293"/>
                  </a:lnTo>
                  <a:lnTo>
                    <a:pt x="1221" y="171"/>
                  </a:lnTo>
                  <a:lnTo>
                    <a:pt x="1148" y="98"/>
                  </a:lnTo>
                  <a:lnTo>
                    <a:pt x="1050" y="25"/>
                  </a:lnTo>
                  <a:lnTo>
                    <a:pt x="953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361" name="Google Shape;361;p59"/>
          <p:cNvGrpSpPr/>
          <p:nvPr/>
        </p:nvGrpSpPr>
        <p:grpSpPr>
          <a:xfrm>
            <a:off x="6509636" y="5492053"/>
            <a:ext cx="305265" cy="388970"/>
            <a:chOff x="1958100" y="4985350"/>
            <a:chExt cx="365150" cy="465275"/>
          </a:xfrm>
        </p:grpSpPr>
        <p:sp>
          <p:nvSpPr>
            <p:cNvPr id="362" name="Google Shape;362;p59"/>
            <p:cNvSpPr/>
            <p:nvPr/>
          </p:nvSpPr>
          <p:spPr>
            <a:xfrm>
              <a:off x="1958100" y="4985350"/>
              <a:ext cx="365150" cy="465275"/>
            </a:xfrm>
            <a:custGeom>
              <a:rect b="b" l="l" r="r" t="t"/>
              <a:pathLst>
                <a:path extrusionOk="0" h="18611" w="14606">
                  <a:moveTo>
                    <a:pt x="4152" y="1734"/>
                  </a:moveTo>
                  <a:lnTo>
                    <a:pt x="4274" y="1759"/>
                  </a:lnTo>
                  <a:lnTo>
                    <a:pt x="4397" y="1783"/>
                  </a:lnTo>
                  <a:lnTo>
                    <a:pt x="4543" y="1808"/>
                  </a:lnTo>
                  <a:lnTo>
                    <a:pt x="4812" y="1930"/>
                  </a:lnTo>
                  <a:lnTo>
                    <a:pt x="5105" y="2125"/>
                  </a:lnTo>
                  <a:lnTo>
                    <a:pt x="5398" y="2394"/>
                  </a:lnTo>
                  <a:lnTo>
                    <a:pt x="5496" y="2516"/>
                  </a:lnTo>
                  <a:lnTo>
                    <a:pt x="5593" y="2638"/>
                  </a:lnTo>
                  <a:lnTo>
                    <a:pt x="5789" y="2956"/>
                  </a:lnTo>
                  <a:lnTo>
                    <a:pt x="5935" y="3322"/>
                  </a:lnTo>
                  <a:lnTo>
                    <a:pt x="6057" y="3688"/>
                  </a:lnTo>
                  <a:lnTo>
                    <a:pt x="6155" y="4079"/>
                  </a:lnTo>
                  <a:lnTo>
                    <a:pt x="6204" y="4470"/>
                  </a:lnTo>
                  <a:lnTo>
                    <a:pt x="6277" y="4836"/>
                  </a:lnTo>
                  <a:lnTo>
                    <a:pt x="6302" y="5154"/>
                  </a:lnTo>
                  <a:lnTo>
                    <a:pt x="5984" y="5129"/>
                  </a:lnTo>
                  <a:lnTo>
                    <a:pt x="5618" y="5080"/>
                  </a:lnTo>
                  <a:lnTo>
                    <a:pt x="5227" y="5007"/>
                  </a:lnTo>
                  <a:lnTo>
                    <a:pt x="4836" y="4909"/>
                  </a:lnTo>
                  <a:lnTo>
                    <a:pt x="4470" y="4787"/>
                  </a:lnTo>
                  <a:lnTo>
                    <a:pt x="4104" y="4641"/>
                  </a:lnTo>
                  <a:lnTo>
                    <a:pt x="3786" y="4445"/>
                  </a:lnTo>
                  <a:lnTo>
                    <a:pt x="3664" y="4348"/>
                  </a:lnTo>
                  <a:lnTo>
                    <a:pt x="3542" y="4250"/>
                  </a:lnTo>
                  <a:lnTo>
                    <a:pt x="3273" y="3957"/>
                  </a:lnTo>
                  <a:lnTo>
                    <a:pt x="3078" y="3664"/>
                  </a:lnTo>
                  <a:lnTo>
                    <a:pt x="2956" y="3395"/>
                  </a:lnTo>
                  <a:lnTo>
                    <a:pt x="2931" y="3273"/>
                  </a:lnTo>
                  <a:lnTo>
                    <a:pt x="2907" y="3127"/>
                  </a:lnTo>
                  <a:lnTo>
                    <a:pt x="2882" y="3004"/>
                  </a:lnTo>
                  <a:lnTo>
                    <a:pt x="2907" y="2858"/>
                  </a:lnTo>
                  <a:lnTo>
                    <a:pt x="2931" y="2736"/>
                  </a:lnTo>
                  <a:lnTo>
                    <a:pt x="2956" y="2614"/>
                  </a:lnTo>
                  <a:lnTo>
                    <a:pt x="3004" y="2492"/>
                  </a:lnTo>
                  <a:lnTo>
                    <a:pt x="3078" y="2369"/>
                  </a:lnTo>
                  <a:lnTo>
                    <a:pt x="3273" y="2125"/>
                  </a:lnTo>
                  <a:lnTo>
                    <a:pt x="3517" y="1930"/>
                  </a:lnTo>
                  <a:lnTo>
                    <a:pt x="3639" y="1857"/>
                  </a:lnTo>
                  <a:lnTo>
                    <a:pt x="3762" y="1808"/>
                  </a:lnTo>
                  <a:lnTo>
                    <a:pt x="3884" y="1783"/>
                  </a:lnTo>
                  <a:lnTo>
                    <a:pt x="4006" y="1759"/>
                  </a:lnTo>
                  <a:lnTo>
                    <a:pt x="4152" y="1734"/>
                  </a:lnTo>
                  <a:close/>
                  <a:moveTo>
                    <a:pt x="10454" y="1734"/>
                  </a:moveTo>
                  <a:lnTo>
                    <a:pt x="10600" y="1759"/>
                  </a:lnTo>
                  <a:lnTo>
                    <a:pt x="10722" y="1783"/>
                  </a:lnTo>
                  <a:lnTo>
                    <a:pt x="10844" y="1808"/>
                  </a:lnTo>
                  <a:lnTo>
                    <a:pt x="10966" y="1857"/>
                  </a:lnTo>
                  <a:lnTo>
                    <a:pt x="11089" y="1930"/>
                  </a:lnTo>
                  <a:lnTo>
                    <a:pt x="11333" y="2125"/>
                  </a:lnTo>
                  <a:lnTo>
                    <a:pt x="11528" y="2369"/>
                  </a:lnTo>
                  <a:lnTo>
                    <a:pt x="11601" y="2492"/>
                  </a:lnTo>
                  <a:lnTo>
                    <a:pt x="11650" y="2614"/>
                  </a:lnTo>
                  <a:lnTo>
                    <a:pt x="11675" y="2736"/>
                  </a:lnTo>
                  <a:lnTo>
                    <a:pt x="11699" y="2858"/>
                  </a:lnTo>
                  <a:lnTo>
                    <a:pt x="11724" y="3004"/>
                  </a:lnTo>
                  <a:lnTo>
                    <a:pt x="11699" y="3127"/>
                  </a:lnTo>
                  <a:lnTo>
                    <a:pt x="11675" y="3273"/>
                  </a:lnTo>
                  <a:lnTo>
                    <a:pt x="11650" y="3395"/>
                  </a:lnTo>
                  <a:lnTo>
                    <a:pt x="11528" y="3664"/>
                  </a:lnTo>
                  <a:lnTo>
                    <a:pt x="11333" y="3957"/>
                  </a:lnTo>
                  <a:lnTo>
                    <a:pt x="11064" y="4250"/>
                  </a:lnTo>
                  <a:lnTo>
                    <a:pt x="10942" y="4348"/>
                  </a:lnTo>
                  <a:lnTo>
                    <a:pt x="10820" y="4445"/>
                  </a:lnTo>
                  <a:lnTo>
                    <a:pt x="10502" y="4641"/>
                  </a:lnTo>
                  <a:lnTo>
                    <a:pt x="10136" y="4787"/>
                  </a:lnTo>
                  <a:lnTo>
                    <a:pt x="9770" y="4909"/>
                  </a:lnTo>
                  <a:lnTo>
                    <a:pt x="9379" y="5007"/>
                  </a:lnTo>
                  <a:lnTo>
                    <a:pt x="8988" y="5080"/>
                  </a:lnTo>
                  <a:lnTo>
                    <a:pt x="8622" y="5129"/>
                  </a:lnTo>
                  <a:lnTo>
                    <a:pt x="8304" y="5154"/>
                  </a:lnTo>
                  <a:lnTo>
                    <a:pt x="8329" y="4836"/>
                  </a:lnTo>
                  <a:lnTo>
                    <a:pt x="8402" y="4470"/>
                  </a:lnTo>
                  <a:lnTo>
                    <a:pt x="8451" y="4079"/>
                  </a:lnTo>
                  <a:lnTo>
                    <a:pt x="8549" y="3688"/>
                  </a:lnTo>
                  <a:lnTo>
                    <a:pt x="8671" y="3322"/>
                  </a:lnTo>
                  <a:lnTo>
                    <a:pt x="8817" y="2956"/>
                  </a:lnTo>
                  <a:lnTo>
                    <a:pt x="9013" y="2638"/>
                  </a:lnTo>
                  <a:lnTo>
                    <a:pt x="9110" y="2516"/>
                  </a:lnTo>
                  <a:lnTo>
                    <a:pt x="9208" y="2394"/>
                  </a:lnTo>
                  <a:lnTo>
                    <a:pt x="9501" y="2125"/>
                  </a:lnTo>
                  <a:lnTo>
                    <a:pt x="9794" y="1930"/>
                  </a:lnTo>
                  <a:lnTo>
                    <a:pt x="10063" y="1808"/>
                  </a:lnTo>
                  <a:lnTo>
                    <a:pt x="10209" y="1783"/>
                  </a:lnTo>
                  <a:lnTo>
                    <a:pt x="10331" y="1759"/>
                  </a:lnTo>
                  <a:lnTo>
                    <a:pt x="10454" y="1734"/>
                  </a:lnTo>
                  <a:close/>
                  <a:moveTo>
                    <a:pt x="3639" y="0"/>
                  </a:moveTo>
                  <a:lnTo>
                    <a:pt x="3395" y="25"/>
                  </a:lnTo>
                  <a:lnTo>
                    <a:pt x="3151" y="74"/>
                  </a:lnTo>
                  <a:lnTo>
                    <a:pt x="2907" y="147"/>
                  </a:lnTo>
                  <a:lnTo>
                    <a:pt x="2687" y="220"/>
                  </a:lnTo>
                  <a:lnTo>
                    <a:pt x="2467" y="342"/>
                  </a:lnTo>
                  <a:lnTo>
                    <a:pt x="2272" y="464"/>
                  </a:lnTo>
                  <a:lnTo>
                    <a:pt x="2101" y="611"/>
                  </a:lnTo>
                  <a:lnTo>
                    <a:pt x="1930" y="782"/>
                  </a:lnTo>
                  <a:lnTo>
                    <a:pt x="1759" y="953"/>
                  </a:lnTo>
                  <a:lnTo>
                    <a:pt x="1612" y="1124"/>
                  </a:lnTo>
                  <a:lnTo>
                    <a:pt x="1490" y="1344"/>
                  </a:lnTo>
                  <a:lnTo>
                    <a:pt x="1368" y="1539"/>
                  </a:lnTo>
                  <a:lnTo>
                    <a:pt x="1295" y="1759"/>
                  </a:lnTo>
                  <a:lnTo>
                    <a:pt x="1222" y="2003"/>
                  </a:lnTo>
                  <a:lnTo>
                    <a:pt x="1173" y="2247"/>
                  </a:lnTo>
                  <a:lnTo>
                    <a:pt x="1148" y="2492"/>
                  </a:lnTo>
                  <a:lnTo>
                    <a:pt x="1173" y="2760"/>
                  </a:lnTo>
                  <a:lnTo>
                    <a:pt x="1197" y="3029"/>
                  </a:lnTo>
                  <a:lnTo>
                    <a:pt x="1295" y="3298"/>
                  </a:lnTo>
                  <a:lnTo>
                    <a:pt x="1393" y="3566"/>
                  </a:lnTo>
                  <a:lnTo>
                    <a:pt x="1539" y="3859"/>
                  </a:lnTo>
                  <a:lnTo>
                    <a:pt x="1734" y="4152"/>
                  </a:lnTo>
                  <a:lnTo>
                    <a:pt x="1954" y="4445"/>
                  </a:lnTo>
                  <a:lnTo>
                    <a:pt x="2223" y="4739"/>
                  </a:lnTo>
                  <a:lnTo>
                    <a:pt x="2394" y="4885"/>
                  </a:lnTo>
                  <a:lnTo>
                    <a:pt x="2565" y="5007"/>
                  </a:lnTo>
                  <a:lnTo>
                    <a:pt x="2931" y="5251"/>
                  </a:lnTo>
                  <a:lnTo>
                    <a:pt x="3346" y="5471"/>
                  </a:lnTo>
                  <a:lnTo>
                    <a:pt x="3762" y="5642"/>
                  </a:lnTo>
                  <a:lnTo>
                    <a:pt x="391" y="5642"/>
                  </a:lnTo>
                  <a:lnTo>
                    <a:pt x="318" y="5667"/>
                  </a:lnTo>
                  <a:lnTo>
                    <a:pt x="220" y="5715"/>
                  </a:lnTo>
                  <a:lnTo>
                    <a:pt x="147" y="5789"/>
                  </a:lnTo>
                  <a:lnTo>
                    <a:pt x="98" y="5838"/>
                  </a:lnTo>
                  <a:lnTo>
                    <a:pt x="49" y="5935"/>
                  </a:lnTo>
                  <a:lnTo>
                    <a:pt x="25" y="6033"/>
                  </a:lnTo>
                  <a:lnTo>
                    <a:pt x="0" y="6131"/>
                  </a:lnTo>
                  <a:lnTo>
                    <a:pt x="0" y="9599"/>
                  </a:lnTo>
                  <a:lnTo>
                    <a:pt x="5325" y="9599"/>
                  </a:lnTo>
                  <a:lnTo>
                    <a:pt x="5325" y="6009"/>
                  </a:lnTo>
                  <a:lnTo>
                    <a:pt x="5813" y="6082"/>
                  </a:lnTo>
                  <a:lnTo>
                    <a:pt x="5813" y="18611"/>
                  </a:lnTo>
                  <a:lnTo>
                    <a:pt x="8793" y="18611"/>
                  </a:lnTo>
                  <a:lnTo>
                    <a:pt x="8793" y="6082"/>
                  </a:lnTo>
                  <a:lnTo>
                    <a:pt x="9281" y="6009"/>
                  </a:lnTo>
                  <a:lnTo>
                    <a:pt x="9281" y="9599"/>
                  </a:lnTo>
                  <a:lnTo>
                    <a:pt x="14605" y="9599"/>
                  </a:lnTo>
                  <a:lnTo>
                    <a:pt x="14605" y="6131"/>
                  </a:lnTo>
                  <a:lnTo>
                    <a:pt x="14581" y="6033"/>
                  </a:lnTo>
                  <a:lnTo>
                    <a:pt x="14557" y="5935"/>
                  </a:lnTo>
                  <a:lnTo>
                    <a:pt x="14508" y="5838"/>
                  </a:lnTo>
                  <a:lnTo>
                    <a:pt x="14459" y="5789"/>
                  </a:lnTo>
                  <a:lnTo>
                    <a:pt x="14386" y="5715"/>
                  </a:lnTo>
                  <a:lnTo>
                    <a:pt x="14288" y="5667"/>
                  </a:lnTo>
                  <a:lnTo>
                    <a:pt x="14215" y="5642"/>
                  </a:lnTo>
                  <a:lnTo>
                    <a:pt x="10844" y="5642"/>
                  </a:lnTo>
                  <a:lnTo>
                    <a:pt x="11259" y="5471"/>
                  </a:lnTo>
                  <a:lnTo>
                    <a:pt x="11675" y="5251"/>
                  </a:lnTo>
                  <a:lnTo>
                    <a:pt x="12041" y="5007"/>
                  </a:lnTo>
                  <a:lnTo>
                    <a:pt x="12212" y="4885"/>
                  </a:lnTo>
                  <a:lnTo>
                    <a:pt x="12383" y="4739"/>
                  </a:lnTo>
                  <a:lnTo>
                    <a:pt x="12652" y="4445"/>
                  </a:lnTo>
                  <a:lnTo>
                    <a:pt x="12871" y="4152"/>
                  </a:lnTo>
                  <a:lnTo>
                    <a:pt x="13067" y="3859"/>
                  </a:lnTo>
                  <a:lnTo>
                    <a:pt x="13213" y="3566"/>
                  </a:lnTo>
                  <a:lnTo>
                    <a:pt x="13311" y="3298"/>
                  </a:lnTo>
                  <a:lnTo>
                    <a:pt x="13409" y="3029"/>
                  </a:lnTo>
                  <a:lnTo>
                    <a:pt x="13433" y="2760"/>
                  </a:lnTo>
                  <a:lnTo>
                    <a:pt x="13458" y="2492"/>
                  </a:lnTo>
                  <a:lnTo>
                    <a:pt x="13433" y="2247"/>
                  </a:lnTo>
                  <a:lnTo>
                    <a:pt x="13384" y="2003"/>
                  </a:lnTo>
                  <a:lnTo>
                    <a:pt x="13311" y="1759"/>
                  </a:lnTo>
                  <a:lnTo>
                    <a:pt x="13238" y="1539"/>
                  </a:lnTo>
                  <a:lnTo>
                    <a:pt x="13116" y="1344"/>
                  </a:lnTo>
                  <a:lnTo>
                    <a:pt x="12994" y="1124"/>
                  </a:lnTo>
                  <a:lnTo>
                    <a:pt x="12847" y="953"/>
                  </a:lnTo>
                  <a:lnTo>
                    <a:pt x="12676" y="782"/>
                  </a:lnTo>
                  <a:lnTo>
                    <a:pt x="12505" y="611"/>
                  </a:lnTo>
                  <a:lnTo>
                    <a:pt x="12334" y="464"/>
                  </a:lnTo>
                  <a:lnTo>
                    <a:pt x="12139" y="342"/>
                  </a:lnTo>
                  <a:lnTo>
                    <a:pt x="11919" y="220"/>
                  </a:lnTo>
                  <a:lnTo>
                    <a:pt x="11699" y="147"/>
                  </a:lnTo>
                  <a:lnTo>
                    <a:pt x="11455" y="74"/>
                  </a:lnTo>
                  <a:lnTo>
                    <a:pt x="11211" y="25"/>
                  </a:lnTo>
                  <a:lnTo>
                    <a:pt x="10966" y="0"/>
                  </a:lnTo>
                  <a:lnTo>
                    <a:pt x="10698" y="25"/>
                  </a:lnTo>
                  <a:lnTo>
                    <a:pt x="10429" y="49"/>
                  </a:lnTo>
                  <a:lnTo>
                    <a:pt x="10160" y="147"/>
                  </a:lnTo>
                  <a:lnTo>
                    <a:pt x="9892" y="245"/>
                  </a:lnTo>
                  <a:lnTo>
                    <a:pt x="9599" y="391"/>
                  </a:lnTo>
                  <a:lnTo>
                    <a:pt x="9306" y="587"/>
                  </a:lnTo>
                  <a:lnTo>
                    <a:pt x="9013" y="806"/>
                  </a:lnTo>
                  <a:lnTo>
                    <a:pt x="8719" y="1075"/>
                  </a:lnTo>
                  <a:lnTo>
                    <a:pt x="8475" y="1368"/>
                  </a:lnTo>
                  <a:lnTo>
                    <a:pt x="8280" y="1661"/>
                  </a:lnTo>
                  <a:lnTo>
                    <a:pt x="8084" y="2003"/>
                  </a:lnTo>
                  <a:lnTo>
                    <a:pt x="7914" y="2369"/>
                  </a:lnTo>
                  <a:lnTo>
                    <a:pt x="7791" y="2736"/>
                  </a:lnTo>
                  <a:lnTo>
                    <a:pt x="7669" y="3102"/>
                  </a:lnTo>
                  <a:lnTo>
                    <a:pt x="7572" y="3469"/>
                  </a:lnTo>
                  <a:lnTo>
                    <a:pt x="7498" y="3835"/>
                  </a:lnTo>
                  <a:lnTo>
                    <a:pt x="7401" y="4519"/>
                  </a:lnTo>
                  <a:lnTo>
                    <a:pt x="7327" y="5080"/>
                  </a:lnTo>
                  <a:lnTo>
                    <a:pt x="7303" y="5667"/>
                  </a:lnTo>
                  <a:lnTo>
                    <a:pt x="7279" y="5080"/>
                  </a:lnTo>
                  <a:lnTo>
                    <a:pt x="7205" y="4519"/>
                  </a:lnTo>
                  <a:lnTo>
                    <a:pt x="7108" y="3835"/>
                  </a:lnTo>
                  <a:lnTo>
                    <a:pt x="7034" y="3469"/>
                  </a:lnTo>
                  <a:lnTo>
                    <a:pt x="6937" y="3102"/>
                  </a:lnTo>
                  <a:lnTo>
                    <a:pt x="6814" y="2736"/>
                  </a:lnTo>
                  <a:lnTo>
                    <a:pt x="6692" y="2369"/>
                  </a:lnTo>
                  <a:lnTo>
                    <a:pt x="6521" y="2003"/>
                  </a:lnTo>
                  <a:lnTo>
                    <a:pt x="6326" y="1661"/>
                  </a:lnTo>
                  <a:lnTo>
                    <a:pt x="6131" y="1368"/>
                  </a:lnTo>
                  <a:lnTo>
                    <a:pt x="5886" y="1075"/>
                  </a:lnTo>
                  <a:lnTo>
                    <a:pt x="5593" y="806"/>
                  </a:lnTo>
                  <a:lnTo>
                    <a:pt x="5300" y="587"/>
                  </a:lnTo>
                  <a:lnTo>
                    <a:pt x="5007" y="391"/>
                  </a:lnTo>
                  <a:lnTo>
                    <a:pt x="4714" y="245"/>
                  </a:lnTo>
                  <a:lnTo>
                    <a:pt x="4445" y="147"/>
                  </a:lnTo>
                  <a:lnTo>
                    <a:pt x="4177" y="49"/>
                  </a:lnTo>
                  <a:lnTo>
                    <a:pt x="3908" y="25"/>
                  </a:lnTo>
                  <a:lnTo>
                    <a:pt x="3639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63" name="Google Shape;363;p59"/>
            <p:cNvSpPr/>
            <p:nvPr/>
          </p:nvSpPr>
          <p:spPr>
            <a:xfrm>
              <a:off x="1977625" y="5237525"/>
              <a:ext cx="113600" cy="213100"/>
            </a:xfrm>
            <a:custGeom>
              <a:rect b="b" l="l" r="r" t="t"/>
              <a:pathLst>
                <a:path extrusionOk="0" h="8524" w="4544">
                  <a:moveTo>
                    <a:pt x="1" y="0"/>
                  </a:moveTo>
                  <a:lnTo>
                    <a:pt x="1" y="8035"/>
                  </a:lnTo>
                  <a:lnTo>
                    <a:pt x="25" y="8133"/>
                  </a:lnTo>
                  <a:lnTo>
                    <a:pt x="50" y="8231"/>
                  </a:lnTo>
                  <a:lnTo>
                    <a:pt x="99" y="8304"/>
                  </a:lnTo>
                  <a:lnTo>
                    <a:pt x="148" y="8377"/>
                  </a:lnTo>
                  <a:lnTo>
                    <a:pt x="221" y="8426"/>
                  </a:lnTo>
                  <a:lnTo>
                    <a:pt x="318" y="8475"/>
                  </a:lnTo>
                  <a:lnTo>
                    <a:pt x="392" y="8499"/>
                  </a:lnTo>
                  <a:lnTo>
                    <a:pt x="489" y="8524"/>
                  </a:lnTo>
                  <a:lnTo>
                    <a:pt x="4544" y="8524"/>
                  </a:lnTo>
                  <a:lnTo>
                    <a:pt x="4544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64" name="Google Shape;364;p59"/>
            <p:cNvSpPr/>
            <p:nvPr/>
          </p:nvSpPr>
          <p:spPr>
            <a:xfrm>
              <a:off x="2190125" y="5237525"/>
              <a:ext cx="113575" cy="213100"/>
            </a:xfrm>
            <a:custGeom>
              <a:rect b="b" l="l" r="r" t="t"/>
              <a:pathLst>
                <a:path extrusionOk="0" h="8524" w="4543">
                  <a:moveTo>
                    <a:pt x="0" y="0"/>
                  </a:moveTo>
                  <a:lnTo>
                    <a:pt x="0" y="8524"/>
                  </a:lnTo>
                  <a:lnTo>
                    <a:pt x="4054" y="8524"/>
                  </a:lnTo>
                  <a:lnTo>
                    <a:pt x="4152" y="8499"/>
                  </a:lnTo>
                  <a:lnTo>
                    <a:pt x="4225" y="8475"/>
                  </a:lnTo>
                  <a:lnTo>
                    <a:pt x="4323" y="8426"/>
                  </a:lnTo>
                  <a:lnTo>
                    <a:pt x="4396" y="8377"/>
                  </a:lnTo>
                  <a:lnTo>
                    <a:pt x="4445" y="8304"/>
                  </a:lnTo>
                  <a:lnTo>
                    <a:pt x="4494" y="8231"/>
                  </a:lnTo>
                  <a:lnTo>
                    <a:pt x="4518" y="8133"/>
                  </a:lnTo>
                  <a:lnTo>
                    <a:pt x="4543" y="8035"/>
                  </a:lnTo>
                  <a:lnTo>
                    <a:pt x="4543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365" name="Google Shape;365;p59"/>
          <p:cNvGrpSpPr/>
          <p:nvPr/>
        </p:nvGrpSpPr>
        <p:grpSpPr>
          <a:xfrm>
            <a:off x="7050695" y="5506850"/>
            <a:ext cx="350200" cy="359877"/>
            <a:chOff x="2605300" y="5003050"/>
            <a:chExt cx="418900" cy="430475"/>
          </a:xfrm>
        </p:grpSpPr>
        <p:sp>
          <p:nvSpPr>
            <p:cNvPr id="366" name="Google Shape;366;p59"/>
            <p:cNvSpPr/>
            <p:nvPr/>
          </p:nvSpPr>
          <p:spPr>
            <a:xfrm>
              <a:off x="2820225" y="5222250"/>
              <a:ext cx="202750" cy="211275"/>
            </a:xfrm>
            <a:custGeom>
              <a:rect b="b" l="l" r="r" t="t"/>
              <a:pathLst>
                <a:path extrusionOk="0" h="8451" w="8110">
                  <a:moveTo>
                    <a:pt x="1710" y="1"/>
                  </a:moveTo>
                  <a:lnTo>
                    <a:pt x="1" y="1857"/>
                  </a:lnTo>
                  <a:lnTo>
                    <a:pt x="5813" y="8158"/>
                  </a:lnTo>
                  <a:lnTo>
                    <a:pt x="5960" y="8280"/>
                  </a:lnTo>
                  <a:lnTo>
                    <a:pt x="6131" y="8378"/>
                  </a:lnTo>
                  <a:lnTo>
                    <a:pt x="6302" y="8427"/>
                  </a:lnTo>
                  <a:lnTo>
                    <a:pt x="6497" y="8451"/>
                  </a:lnTo>
                  <a:lnTo>
                    <a:pt x="6668" y="8427"/>
                  </a:lnTo>
                  <a:lnTo>
                    <a:pt x="6839" y="8378"/>
                  </a:lnTo>
                  <a:lnTo>
                    <a:pt x="7010" y="8280"/>
                  </a:lnTo>
                  <a:lnTo>
                    <a:pt x="7157" y="8158"/>
                  </a:lnTo>
                  <a:lnTo>
                    <a:pt x="7841" y="7474"/>
                  </a:lnTo>
                  <a:lnTo>
                    <a:pt x="7963" y="7328"/>
                  </a:lnTo>
                  <a:lnTo>
                    <a:pt x="8060" y="7157"/>
                  </a:lnTo>
                  <a:lnTo>
                    <a:pt x="8109" y="6986"/>
                  </a:lnTo>
                  <a:lnTo>
                    <a:pt x="8109" y="6815"/>
                  </a:lnTo>
                  <a:lnTo>
                    <a:pt x="8109" y="6619"/>
                  </a:lnTo>
                  <a:lnTo>
                    <a:pt x="8060" y="6448"/>
                  </a:lnTo>
                  <a:lnTo>
                    <a:pt x="7963" y="6277"/>
                  </a:lnTo>
                  <a:lnTo>
                    <a:pt x="7841" y="6131"/>
                  </a:lnTo>
                  <a:lnTo>
                    <a:pt x="1710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67" name="Google Shape;367;p59"/>
            <p:cNvSpPr/>
            <p:nvPr/>
          </p:nvSpPr>
          <p:spPr>
            <a:xfrm>
              <a:off x="2606525" y="5003050"/>
              <a:ext cx="203975" cy="208225"/>
            </a:xfrm>
            <a:custGeom>
              <a:rect b="b" l="l" r="r" t="t"/>
              <a:pathLst>
                <a:path extrusionOk="0" h="8329" w="8159">
                  <a:moveTo>
                    <a:pt x="880" y="1"/>
                  </a:moveTo>
                  <a:lnTo>
                    <a:pt x="685" y="50"/>
                  </a:lnTo>
                  <a:lnTo>
                    <a:pt x="514" y="123"/>
                  </a:lnTo>
                  <a:lnTo>
                    <a:pt x="391" y="245"/>
                  </a:lnTo>
                  <a:lnTo>
                    <a:pt x="269" y="367"/>
                  </a:lnTo>
                  <a:lnTo>
                    <a:pt x="172" y="514"/>
                  </a:lnTo>
                  <a:lnTo>
                    <a:pt x="98" y="685"/>
                  </a:lnTo>
                  <a:lnTo>
                    <a:pt x="50" y="856"/>
                  </a:lnTo>
                  <a:lnTo>
                    <a:pt x="1" y="1026"/>
                  </a:lnTo>
                  <a:lnTo>
                    <a:pt x="1" y="1222"/>
                  </a:lnTo>
                  <a:lnTo>
                    <a:pt x="1" y="1417"/>
                  </a:lnTo>
                  <a:lnTo>
                    <a:pt x="1" y="1613"/>
                  </a:lnTo>
                  <a:lnTo>
                    <a:pt x="74" y="2028"/>
                  </a:lnTo>
                  <a:lnTo>
                    <a:pt x="221" y="2492"/>
                  </a:lnTo>
                  <a:lnTo>
                    <a:pt x="391" y="2931"/>
                  </a:lnTo>
                  <a:lnTo>
                    <a:pt x="611" y="3396"/>
                  </a:lnTo>
                  <a:lnTo>
                    <a:pt x="856" y="3884"/>
                  </a:lnTo>
                  <a:lnTo>
                    <a:pt x="1124" y="4324"/>
                  </a:lnTo>
                  <a:lnTo>
                    <a:pt x="1417" y="4788"/>
                  </a:lnTo>
                  <a:lnTo>
                    <a:pt x="1710" y="5203"/>
                  </a:lnTo>
                  <a:lnTo>
                    <a:pt x="2003" y="5594"/>
                  </a:lnTo>
                  <a:lnTo>
                    <a:pt x="2296" y="5960"/>
                  </a:lnTo>
                  <a:lnTo>
                    <a:pt x="2590" y="6302"/>
                  </a:lnTo>
                  <a:lnTo>
                    <a:pt x="2858" y="6571"/>
                  </a:lnTo>
                  <a:lnTo>
                    <a:pt x="3078" y="6790"/>
                  </a:lnTo>
                  <a:lnTo>
                    <a:pt x="3322" y="6986"/>
                  </a:lnTo>
                  <a:lnTo>
                    <a:pt x="3566" y="7157"/>
                  </a:lnTo>
                  <a:lnTo>
                    <a:pt x="3811" y="7328"/>
                  </a:lnTo>
                  <a:lnTo>
                    <a:pt x="4324" y="7621"/>
                  </a:lnTo>
                  <a:lnTo>
                    <a:pt x="4836" y="7841"/>
                  </a:lnTo>
                  <a:lnTo>
                    <a:pt x="5325" y="8036"/>
                  </a:lnTo>
                  <a:lnTo>
                    <a:pt x="5740" y="8182"/>
                  </a:lnTo>
                  <a:lnTo>
                    <a:pt x="6351" y="8329"/>
                  </a:lnTo>
                  <a:lnTo>
                    <a:pt x="8158" y="6668"/>
                  </a:lnTo>
                  <a:lnTo>
                    <a:pt x="4446" y="2956"/>
                  </a:lnTo>
                  <a:lnTo>
                    <a:pt x="1735" y="245"/>
                  </a:lnTo>
                  <a:lnTo>
                    <a:pt x="1588" y="123"/>
                  </a:lnTo>
                  <a:lnTo>
                    <a:pt x="1417" y="50"/>
                  </a:lnTo>
                  <a:lnTo>
                    <a:pt x="1246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68" name="Google Shape;368;p59"/>
            <p:cNvSpPr/>
            <p:nvPr/>
          </p:nvSpPr>
          <p:spPr>
            <a:xfrm>
              <a:off x="2605300" y="5008550"/>
              <a:ext cx="418900" cy="418875"/>
            </a:xfrm>
            <a:custGeom>
              <a:rect b="b" l="l" r="r" t="t"/>
              <a:pathLst>
                <a:path extrusionOk="0" h="16755" w="16756">
                  <a:moveTo>
                    <a:pt x="13922" y="1"/>
                  </a:moveTo>
                  <a:lnTo>
                    <a:pt x="13824" y="49"/>
                  </a:lnTo>
                  <a:lnTo>
                    <a:pt x="13360" y="342"/>
                  </a:lnTo>
                  <a:lnTo>
                    <a:pt x="12261" y="1026"/>
                  </a:lnTo>
                  <a:lnTo>
                    <a:pt x="11602" y="1466"/>
                  </a:lnTo>
                  <a:lnTo>
                    <a:pt x="10942" y="1930"/>
                  </a:lnTo>
                  <a:lnTo>
                    <a:pt x="10381" y="2370"/>
                  </a:lnTo>
                  <a:lnTo>
                    <a:pt x="10112" y="2589"/>
                  </a:lnTo>
                  <a:lnTo>
                    <a:pt x="9917" y="2785"/>
                  </a:lnTo>
                  <a:lnTo>
                    <a:pt x="9795" y="2907"/>
                  </a:lnTo>
                  <a:lnTo>
                    <a:pt x="9697" y="3053"/>
                  </a:lnTo>
                  <a:lnTo>
                    <a:pt x="9599" y="3224"/>
                  </a:lnTo>
                  <a:lnTo>
                    <a:pt x="9526" y="3420"/>
                  </a:lnTo>
                  <a:lnTo>
                    <a:pt x="9404" y="3835"/>
                  </a:lnTo>
                  <a:lnTo>
                    <a:pt x="9330" y="4275"/>
                  </a:lnTo>
                  <a:lnTo>
                    <a:pt x="9282" y="4714"/>
                  </a:lnTo>
                  <a:lnTo>
                    <a:pt x="9306" y="5178"/>
                  </a:lnTo>
                  <a:lnTo>
                    <a:pt x="9355" y="5593"/>
                  </a:lnTo>
                  <a:lnTo>
                    <a:pt x="9379" y="5789"/>
                  </a:lnTo>
                  <a:lnTo>
                    <a:pt x="9453" y="5960"/>
                  </a:lnTo>
                  <a:lnTo>
                    <a:pt x="270" y="14459"/>
                  </a:lnTo>
                  <a:lnTo>
                    <a:pt x="147" y="14606"/>
                  </a:lnTo>
                  <a:lnTo>
                    <a:pt x="74" y="14776"/>
                  </a:lnTo>
                  <a:lnTo>
                    <a:pt x="1" y="14947"/>
                  </a:lnTo>
                  <a:lnTo>
                    <a:pt x="1" y="15118"/>
                  </a:lnTo>
                  <a:lnTo>
                    <a:pt x="1" y="15314"/>
                  </a:lnTo>
                  <a:lnTo>
                    <a:pt x="74" y="15485"/>
                  </a:lnTo>
                  <a:lnTo>
                    <a:pt x="147" y="15656"/>
                  </a:lnTo>
                  <a:lnTo>
                    <a:pt x="270" y="15802"/>
                  </a:lnTo>
                  <a:lnTo>
                    <a:pt x="953" y="16486"/>
                  </a:lnTo>
                  <a:lnTo>
                    <a:pt x="1100" y="16608"/>
                  </a:lnTo>
                  <a:lnTo>
                    <a:pt x="1271" y="16681"/>
                  </a:lnTo>
                  <a:lnTo>
                    <a:pt x="1442" y="16755"/>
                  </a:lnTo>
                  <a:lnTo>
                    <a:pt x="1808" y="16755"/>
                  </a:lnTo>
                  <a:lnTo>
                    <a:pt x="1979" y="16681"/>
                  </a:lnTo>
                  <a:lnTo>
                    <a:pt x="2150" y="16608"/>
                  </a:lnTo>
                  <a:lnTo>
                    <a:pt x="2297" y="16486"/>
                  </a:lnTo>
                  <a:lnTo>
                    <a:pt x="10796" y="7303"/>
                  </a:lnTo>
                  <a:lnTo>
                    <a:pt x="11162" y="7401"/>
                  </a:lnTo>
                  <a:lnTo>
                    <a:pt x="11577" y="7450"/>
                  </a:lnTo>
                  <a:lnTo>
                    <a:pt x="12041" y="7474"/>
                  </a:lnTo>
                  <a:lnTo>
                    <a:pt x="12481" y="7425"/>
                  </a:lnTo>
                  <a:lnTo>
                    <a:pt x="12921" y="7352"/>
                  </a:lnTo>
                  <a:lnTo>
                    <a:pt x="13336" y="7230"/>
                  </a:lnTo>
                  <a:lnTo>
                    <a:pt x="13531" y="7156"/>
                  </a:lnTo>
                  <a:lnTo>
                    <a:pt x="13702" y="7059"/>
                  </a:lnTo>
                  <a:lnTo>
                    <a:pt x="13849" y="6961"/>
                  </a:lnTo>
                  <a:lnTo>
                    <a:pt x="13971" y="6839"/>
                  </a:lnTo>
                  <a:lnTo>
                    <a:pt x="14166" y="6644"/>
                  </a:lnTo>
                  <a:lnTo>
                    <a:pt x="14386" y="6375"/>
                  </a:lnTo>
                  <a:lnTo>
                    <a:pt x="14826" y="5813"/>
                  </a:lnTo>
                  <a:lnTo>
                    <a:pt x="15290" y="5154"/>
                  </a:lnTo>
                  <a:lnTo>
                    <a:pt x="15729" y="4494"/>
                  </a:lnTo>
                  <a:lnTo>
                    <a:pt x="16413" y="3395"/>
                  </a:lnTo>
                  <a:lnTo>
                    <a:pt x="16706" y="2931"/>
                  </a:lnTo>
                  <a:lnTo>
                    <a:pt x="16755" y="2834"/>
                  </a:lnTo>
                  <a:lnTo>
                    <a:pt x="16755" y="2736"/>
                  </a:lnTo>
                  <a:lnTo>
                    <a:pt x="16755" y="2663"/>
                  </a:lnTo>
                  <a:lnTo>
                    <a:pt x="16706" y="2589"/>
                  </a:lnTo>
                  <a:lnTo>
                    <a:pt x="16633" y="2541"/>
                  </a:lnTo>
                  <a:lnTo>
                    <a:pt x="16462" y="2541"/>
                  </a:lnTo>
                  <a:lnTo>
                    <a:pt x="16364" y="2589"/>
                  </a:lnTo>
                  <a:lnTo>
                    <a:pt x="13653" y="4958"/>
                  </a:lnTo>
                  <a:lnTo>
                    <a:pt x="13580" y="5007"/>
                  </a:lnTo>
                  <a:lnTo>
                    <a:pt x="13458" y="5007"/>
                  </a:lnTo>
                  <a:lnTo>
                    <a:pt x="13360" y="4983"/>
                  </a:lnTo>
                  <a:lnTo>
                    <a:pt x="13238" y="4885"/>
                  </a:lnTo>
                  <a:lnTo>
                    <a:pt x="13140" y="4763"/>
                  </a:lnTo>
                  <a:lnTo>
                    <a:pt x="13092" y="4641"/>
                  </a:lnTo>
                  <a:lnTo>
                    <a:pt x="13092" y="4543"/>
                  </a:lnTo>
                  <a:lnTo>
                    <a:pt x="13140" y="4446"/>
                  </a:lnTo>
                  <a:lnTo>
                    <a:pt x="15607" y="1490"/>
                  </a:lnTo>
                  <a:lnTo>
                    <a:pt x="15656" y="1393"/>
                  </a:lnTo>
                  <a:lnTo>
                    <a:pt x="15656" y="1319"/>
                  </a:lnTo>
                  <a:lnTo>
                    <a:pt x="15656" y="1222"/>
                  </a:lnTo>
                  <a:lnTo>
                    <a:pt x="15607" y="1148"/>
                  </a:lnTo>
                  <a:lnTo>
                    <a:pt x="15534" y="1100"/>
                  </a:lnTo>
                  <a:lnTo>
                    <a:pt x="15363" y="1100"/>
                  </a:lnTo>
                  <a:lnTo>
                    <a:pt x="15265" y="1148"/>
                  </a:lnTo>
                  <a:lnTo>
                    <a:pt x="12310" y="3615"/>
                  </a:lnTo>
                  <a:lnTo>
                    <a:pt x="12212" y="3664"/>
                  </a:lnTo>
                  <a:lnTo>
                    <a:pt x="12115" y="3664"/>
                  </a:lnTo>
                  <a:lnTo>
                    <a:pt x="11993" y="3615"/>
                  </a:lnTo>
                  <a:lnTo>
                    <a:pt x="11895" y="3517"/>
                  </a:lnTo>
                  <a:lnTo>
                    <a:pt x="11797" y="3395"/>
                  </a:lnTo>
                  <a:lnTo>
                    <a:pt x="11748" y="3298"/>
                  </a:lnTo>
                  <a:lnTo>
                    <a:pt x="11748" y="3176"/>
                  </a:lnTo>
                  <a:lnTo>
                    <a:pt x="11797" y="3102"/>
                  </a:lnTo>
                  <a:lnTo>
                    <a:pt x="14166" y="391"/>
                  </a:lnTo>
                  <a:lnTo>
                    <a:pt x="14215" y="294"/>
                  </a:lnTo>
                  <a:lnTo>
                    <a:pt x="14215" y="220"/>
                  </a:lnTo>
                  <a:lnTo>
                    <a:pt x="14215" y="123"/>
                  </a:lnTo>
                  <a:lnTo>
                    <a:pt x="14166" y="49"/>
                  </a:lnTo>
                  <a:lnTo>
                    <a:pt x="14093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369" name="Google Shape;369;p59"/>
          <p:cNvGrpSpPr/>
          <p:nvPr/>
        </p:nvGrpSpPr>
        <p:grpSpPr>
          <a:xfrm>
            <a:off x="7580029" y="5514521"/>
            <a:ext cx="418585" cy="344056"/>
            <a:chOff x="3238475" y="5012225"/>
            <a:chExt cx="500700" cy="411550"/>
          </a:xfrm>
        </p:grpSpPr>
        <p:sp>
          <p:nvSpPr>
            <p:cNvPr id="370" name="Google Shape;370;p59"/>
            <p:cNvSpPr/>
            <p:nvPr/>
          </p:nvSpPr>
          <p:spPr>
            <a:xfrm>
              <a:off x="3238475" y="5315050"/>
              <a:ext cx="500700" cy="108725"/>
            </a:xfrm>
            <a:custGeom>
              <a:rect b="b" l="l" r="r" t="t"/>
              <a:pathLst>
                <a:path extrusionOk="0" h="4349" w="20028">
                  <a:moveTo>
                    <a:pt x="17683" y="856"/>
                  </a:moveTo>
                  <a:lnTo>
                    <a:pt x="17781" y="880"/>
                  </a:lnTo>
                  <a:lnTo>
                    <a:pt x="17854" y="929"/>
                  </a:lnTo>
                  <a:lnTo>
                    <a:pt x="17903" y="1002"/>
                  </a:lnTo>
                  <a:lnTo>
                    <a:pt x="17927" y="1100"/>
                  </a:lnTo>
                  <a:lnTo>
                    <a:pt x="17903" y="1198"/>
                  </a:lnTo>
                  <a:lnTo>
                    <a:pt x="17854" y="1271"/>
                  </a:lnTo>
                  <a:lnTo>
                    <a:pt x="17781" y="1320"/>
                  </a:lnTo>
                  <a:lnTo>
                    <a:pt x="17683" y="1344"/>
                  </a:lnTo>
                  <a:lnTo>
                    <a:pt x="2345" y="1344"/>
                  </a:lnTo>
                  <a:lnTo>
                    <a:pt x="2247" y="1320"/>
                  </a:lnTo>
                  <a:lnTo>
                    <a:pt x="2174" y="1271"/>
                  </a:lnTo>
                  <a:lnTo>
                    <a:pt x="2125" y="1198"/>
                  </a:lnTo>
                  <a:lnTo>
                    <a:pt x="2101" y="1100"/>
                  </a:lnTo>
                  <a:lnTo>
                    <a:pt x="2125" y="1002"/>
                  </a:lnTo>
                  <a:lnTo>
                    <a:pt x="2174" y="929"/>
                  </a:lnTo>
                  <a:lnTo>
                    <a:pt x="2247" y="880"/>
                  </a:lnTo>
                  <a:lnTo>
                    <a:pt x="2345" y="856"/>
                  </a:lnTo>
                  <a:close/>
                  <a:moveTo>
                    <a:pt x="367" y="1"/>
                  </a:moveTo>
                  <a:lnTo>
                    <a:pt x="269" y="25"/>
                  </a:lnTo>
                  <a:lnTo>
                    <a:pt x="196" y="74"/>
                  </a:lnTo>
                  <a:lnTo>
                    <a:pt x="123" y="123"/>
                  </a:lnTo>
                  <a:lnTo>
                    <a:pt x="74" y="196"/>
                  </a:lnTo>
                  <a:lnTo>
                    <a:pt x="49" y="270"/>
                  </a:lnTo>
                  <a:lnTo>
                    <a:pt x="25" y="343"/>
                  </a:lnTo>
                  <a:lnTo>
                    <a:pt x="1" y="441"/>
                  </a:lnTo>
                  <a:lnTo>
                    <a:pt x="25" y="514"/>
                  </a:lnTo>
                  <a:lnTo>
                    <a:pt x="49" y="587"/>
                  </a:lnTo>
                  <a:lnTo>
                    <a:pt x="74" y="660"/>
                  </a:lnTo>
                  <a:lnTo>
                    <a:pt x="123" y="734"/>
                  </a:lnTo>
                  <a:lnTo>
                    <a:pt x="196" y="782"/>
                  </a:lnTo>
                  <a:lnTo>
                    <a:pt x="269" y="831"/>
                  </a:lnTo>
                  <a:lnTo>
                    <a:pt x="367" y="856"/>
                  </a:lnTo>
                  <a:lnTo>
                    <a:pt x="440" y="856"/>
                  </a:lnTo>
                  <a:lnTo>
                    <a:pt x="489" y="880"/>
                  </a:lnTo>
                  <a:lnTo>
                    <a:pt x="562" y="905"/>
                  </a:lnTo>
                  <a:lnTo>
                    <a:pt x="709" y="1051"/>
                  </a:lnTo>
                  <a:lnTo>
                    <a:pt x="855" y="1246"/>
                  </a:lnTo>
                  <a:lnTo>
                    <a:pt x="1026" y="1491"/>
                  </a:lnTo>
                  <a:lnTo>
                    <a:pt x="1344" y="2028"/>
                  </a:lnTo>
                  <a:lnTo>
                    <a:pt x="1637" y="2516"/>
                  </a:lnTo>
                  <a:lnTo>
                    <a:pt x="1906" y="3005"/>
                  </a:lnTo>
                  <a:lnTo>
                    <a:pt x="2174" y="3469"/>
                  </a:lnTo>
                  <a:lnTo>
                    <a:pt x="2467" y="3884"/>
                  </a:lnTo>
                  <a:lnTo>
                    <a:pt x="2589" y="4055"/>
                  </a:lnTo>
                  <a:lnTo>
                    <a:pt x="2736" y="4226"/>
                  </a:lnTo>
                  <a:lnTo>
                    <a:pt x="2809" y="4275"/>
                  </a:lnTo>
                  <a:lnTo>
                    <a:pt x="2882" y="4299"/>
                  </a:lnTo>
                  <a:lnTo>
                    <a:pt x="2980" y="4324"/>
                  </a:lnTo>
                  <a:lnTo>
                    <a:pt x="3053" y="4348"/>
                  </a:lnTo>
                  <a:lnTo>
                    <a:pt x="16975" y="4348"/>
                  </a:lnTo>
                  <a:lnTo>
                    <a:pt x="17048" y="4324"/>
                  </a:lnTo>
                  <a:lnTo>
                    <a:pt x="17146" y="4299"/>
                  </a:lnTo>
                  <a:lnTo>
                    <a:pt x="17219" y="4275"/>
                  </a:lnTo>
                  <a:lnTo>
                    <a:pt x="17292" y="4226"/>
                  </a:lnTo>
                  <a:lnTo>
                    <a:pt x="17439" y="4055"/>
                  </a:lnTo>
                  <a:lnTo>
                    <a:pt x="17561" y="3884"/>
                  </a:lnTo>
                  <a:lnTo>
                    <a:pt x="17854" y="3469"/>
                  </a:lnTo>
                  <a:lnTo>
                    <a:pt x="18122" y="3005"/>
                  </a:lnTo>
                  <a:lnTo>
                    <a:pt x="18391" y="2516"/>
                  </a:lnTo>
                  <a:lnTo>
                    <a:pt x="18684" y="2028"/>
                  </a:lnTo>
                  <a:lnTo>
                    <a:pt x="19002" y="1491"/>
                  </a:lnTo>
                  <a:lnTo>
                    <a:pt x="19173" y="1246"/>
                  </a:lnTo>
                  <a:lnTo>
                    <a:pt x="19319" y="1051"/>
                  </a:lnTo>
                  <a:lnTo>
                    <a:pt x="19466" y="905"/>
                  </a:lnTo>
                  <a:lnTo>
                    <a:pt x="19539" y="880"/>
                  </a:lnTo>
                  <a:lnTo>
                    <a:pt x="19588" y="856"/>
                  </a:lnTo>
                  <a:lnTo>
                    <a:pt x="19661" y="856"/>
                  </a:lnTo>
                  <a:lnTo>
                    <a:pt x="19759" y="831"/>
                  </a:lnTo>
                  <a:lnTo>
                    <a:pt x="19832" y="782"/>
                  </a:lnTo>
                  <a:lnTo>
                    <a:pt x="19905" y="734"/>
                  </a:lnTo>
                  <a:lnTo>
                    <a:pt x="19954" y="660"/>
                  </a:lnTo>
                  <a:lnTo>
                    <a:pt x="19979" y="587"/>
                  </a:lnTo>
                  <a:lnTo>
                    <a:pt x="20003" y="514"/>
                  </a:lnTo>
                  <a:lnTo>
                    <a:pt x="20027" y="441"/>
                  </a:lnTo>
                  <a:lnTo>
                    <a:pt x="20003" y="343"/>
                  </a:lnTo>
                  <a:lnTo>
                    <a:pt x="19979" y="270"/>
                  </a:lnTo>
                  <a:lnTo>
                    <a:pt x="19954" y="196"/>
                  </a:lnTo>
                  <a:lnTo>
                    <a:pt x="19881" y="123"/>
                  </a:lnTo>
                  <a:lnTo>
                    <a:pt x="19832" y="74"/>
                  </a:lnTo>
                  <a:lnTo>
                    <a:pt x="19759" y="25"/>
                  </a:lnTo>
                  <a:lnTo>
                    <a:pt x="19661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71" name="Google Shape;371;p59"/>
            <p:cNvSpPr/>
            <p:nvPr/>
          </p:nvSpPr>
          <p:spPr>
            <a:xfrm>
              <a:off x="3282450" y="5160575"/>
              <a:ext cx="412750" cy="140475"/>
            </a:xfrm>
            <a:custGeom>
              <a:rect b="b" l="l" r="r" t="t"/>
              <a:pathLst>
                <a:path extrusionOk="0" h="5619" w="16510">
                  <a:moveTo>
                    <a:pt x="8475" y="1"/>
                  </a:moveTo>
                  <a:lnTo>
                    <a:pt x="8157" y="50"/>
                  </a:lnTo>
                  <a:lnTo>
                    <a:pt x="7840" y="99"/>
                  </a:lnTo>
                  <a:lnTo>
                    <a:pt x="7522" y="172"/>
                  </a:lnTo>
                  <a:lnTo>
                    <a:pt x="7229" y="270"/>
                  </a:lnTo>
                  <a:lnTo>
                    <a:pt x="6936" y="367"/>
                  </a:lnTo>
                  <a:lnTo>
                    <a:pt x="6643" y="514"/>
                  </a:lnTo>
                  <a:lnTo>
                    <a:pt x="6374" y="660"/>
                  </a:lnTo>
                  <a:lnTo>
                    <a:pt x="6106" y="807"/>
                  </a:lnTo>
                  <a:lnTo>
                    <a:pt x="5862" y="1002"/>
                  </a:lnTo>
                  <a:lnTo>
                    <a:pt x="5617" y="1173"/>
                  </a:lnTo>
                  <a:lnTo>
                    <a:pt x="5398" y="1393"/>
                  </a:lnTo>
                  <a:lnTo>
                    <a:pt x="5202" y="1613"/>
                  </a:lnTo>
                  <a:lnTo>
                    <a:pt x="5007" y="1857"/>
                  </a:lnTo>
                  <a:lnTo>
                    <a:pt x="4811" y="2101"/>
                  </a:lnTo>
                  <a:lnTo>
                    <a:pt x="4640" y="2370"/>
                  </a:lnTo>
                  <a:lnTo>
                    <a:pt x="4372" y="2272"/>
                  </a:lnTo>
                  <a:lnTo>
                    <a:pt x="4103" y="2223"/>
                  </a:lnTo>
                  <a:lnTo>
                    <a:pt x="3834" y="2199"/>
                  </a:lnTo>
                  <a:lnTo>
                    <a:pt x="3541" y="2175"/>
                  </a:lnTo>
                  <a:lnTo>
                    <a:pt x="3199" y="2199"/>
                  </a:lnTo>
                  <a:lnTo>
                    <a:pt x="2858" y="2248"/>
                  </a:lnTo>
                  <a:lnTo>
                    <a:pt x="2516" y="2345"/>
                  </a:lnTo>
                  <a:lnTo>
                    <a:pt x="2198" y="2443"/>
                  </a:lnTo>
                  <a:lnTo>
                    <a:pt x="1881" y="2590"/>
                  </a:lnTo>
                  <a:lnTo>
                    <a:pt x="1588" y="2761"/>
                  </a:lnTo>
                  <a:lnTo>
                    <a:pt x="1319" y="2956"/>
                  </a:lnTo>
                  <a:lnTo>
                    <a:pt x="1075" y="3176"/>
                  </a:lnTo>
                  <a:lnTo>
                    <a:pt x="855" y="3420"/>
                  </a:lnTo>
                  <a:lnTo>
                    <a:pt x="635" y="3689"/>
                  </a:lnTo>
                  <a:lnTo>
                    <a:pt x="464" y="3982"/>
                  </a:lnTo>
                  <a:lnTo>
                    <a:pt x="318" y="4275"/>
                  </a:lnTo>
                  <a:lnTo>
                    <a:pt x="195" y="4592"/>
                  </a:lnTo>
                  <a:lnTo>
                    <a:pt x="98" y="4910"/>
                  </a:lnTo>
                  <a:lnTo>
                    <a:pt x="24" y="5252"/>
                  </a:lnTo>
                  <a:lnTo>
                    <a:pt x="0" y="5618"/>
                  </a:lnTo>
                  <a:lnTo>
                    <a:pt x="16510" y="5618"/>
                  </a:lnTo>
                  <a:lnTo>
                    <a:pt x="16437" y="5423"/>
                  </a:lnTo>
                  <a:lnTo>
                    <a:pt x="16339" y="5252"/>
                  </a:lnTo>
                  <a:lnTo>
                    <a:pt x="16119" y="4934"/>
                  </a:lnTo>
                  <a:lnTo>
                    <a:pt x="15851" y="4641"/>
                  </a:lnTo>
                  <a:lnTo>
                    <a:pt x="15533" y="4397"/>
                  </a:lnTo>
                  <a:lnTo>
                    <a:pt x="15362" y="4299"/>
                  </a:lnTo>
                  <a:lnTo>
                    <a:pt x="15191" y="4202"/>
                  </a:lnTo>
                  <a:lnTo>
                    <a:pt x="15020" y="4104"/>
                  </a:lnTo>
                  <a:lnTo>
                    <a:pt x="14825" y="4055"/>
                  </a:lnTo>
                  <a:lnTo>
                    <a:pt x="14629" y="3982"/>
                  </a:lnTo>
                  <a:lnTo>
                    <a:pt x="14434" y="3957"/>
                  </a:lnTo>
                  <a:lnTo>
                    <a:pt x="14214" y="3933"/>
                  </a:lnTo>
                  <a:lnTo>
                    <a:pt x="14019" y="3909"/>
                  </a:lnTo>
                  <a:lnTo>
                    <a:pt x="13775" y="3933"/>
                  </a:lnTo>
                  <a:lnTo>
                    <a:pt x="13555" y="3957"/>
                  </a:lnTo>
                  <a:lnTo>
                    <a:pt x="13457" y="3542"/>
                  </a:lnTo>
                  <a:lnTo>
                    <a:pt x="13335" y="3151"/>
                  </a:lnTo>
                  <a:lnTo>
                    <a:pt x="13164" y="2761"/>
                  </a:lnTo>
                  <a:lnTo>
                    <a:pt x="12969" y="2394"/>
                  </a:lnTo>
                  <a:lnTo>
                    <a:pt x="12749" y="2052"/>
                  </a:lnTo>
                  <a:lnTo>
                    <a:pt x="12505" y="1710"/>
                  </a:lnTo>
                  <a:lnTo>
                    <a:pt x="12212" y="1417"/>
                  </a:lnTo>
                  <a:lnTo>
                    <a:pt x="11918" y="1124"/>
                  </a:lnTo>
                  <a:lnTo>
                    <a:pt x="11577" y="880"/>
                  </a:lnTo>
                  <a:lnTo>
                    <a:pt x="11235" y="660"/>
                  </a:lnTo>
                  <a:lnTo>
                    <a:pt x="10868" y="465"/>
                  </a:lnTo>
                  <a:lnTo>
                    <a:pt x="10477" y="294"/>
                  </a:lnTo>
                  <a:lnTo>
                    <a:pt x="10087" y="172"/>
                  </a:lnTo>
                  <a:lnTo>
                    <a:pt x="9672" y="74"/>
                  </a:lnTo>
                  <a:lnTo>
                    <a:pt x="9232" y="25"/>
                  </a:lnTo>
                  <a:lnTo>
                    <a:pt x="8792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72" name="Google Shape;372;p59"/>
            <p:cNvSpPr/>
            <p:nvPr/>
          </p:nvSpPr>
          <p:spPr>
            <a:xfrm>
              <a:off x="3473550" y="5012225"/>
              <a:ext cx="30550" cy="129450"/>
            </a:xfrm>
            <a:custGeom>
              <a:rect b="b" l="l" r="r" t="t"/>
              <a:pathLst>
                <a:path extrusionOk="0" h="5178" w="1222">
                  <a:moveTo>
                    <a:pt x="953" y="0"/>
                  </a:moveTo>
                  <a:lnTo>
                    <a:pt x="831" y="24"/>
                  </a:lnTo>
                  <a:lnTo>
                    <a:pt x="758" y="98"/>
                  </a:lnTo>
                  <a:lnTo>
                    <a:pt x="684" y="171"/>
                  </a:lnTo>
                  <a:lnTo>
                    <a:pt x="660" y="293"/>
                  </a:lnTo>
                  <a:lnTo>
                    <a:pt x="635" y="464"/>
                  </a:lnTo>
                  <a:lnTo>
                    <a:pt x="587" y="611"/>
                  </a:lnTo>
                  <a:lnTo>
                    <a:pt x="513" y="733"/>
                  </a:lnTo>
                  <a:lnTo>
                    <a:pt x="391" y="879"/>
                  </a:lnTo>
                  <a:lnTo>
                    <a:pt x="269" y="1026"/>
                  </a:lnTo>
                  <a:lnTo>
                    <a:pt x="123" y="1246"/>
                  </a:lnTo>
                  <a:lnTo>
                    <a:pt x="74" y="1368"/>
                  </a:lnTo>
                  <a:lnTo>
                    <a:pt x="25" y="1490"/>
                  </a:lnTo>
                  <a:lnTo>
                    <a:pt x="0" y="1636"/>
                  </a:lnTo>
                  <a:lnTo>
                    <a:pt x="0" y="1832"/>
                  </a:lnTo>
                  <a:lnTo>
                    <a:pt x="0" y="2003"/>
                  </a:lnTo>
                  <a:lnTo>
                    <a:pt x="25" y="2149"/>
                  </a:lnTo>
                  <a:lnTo>
                    <a:pt x="74" y="2271"/>
                  </a:lnTo>
                  <a:lnTo>
                    <a:pt x="123" y="2394"/>
                  </a:lnTo>
                  <a:lnTo>
                    <a:pt x="269" y="2613"/>
                  </a:lnTo>
                  <a:lnTo>
                    <a:pt x="391" y="2784"/>
                  </a:lnTo>
                  <a:lnTo>
                    <a:pt x="513" y="2906"/>
                  </a:lnTo>
                  <a:lnTo>
                    <a:pt x="587" y="3029"/>
                  </a:lnTo>
                  <a:lnTo>
                    <a:pt x="635" y="3175"/>
                  </a:lnTo>
                  <a:lnTo>
                    <a:pt x="660" y="3346"/>
                  </a:lnTo>
                  <a:lnTo>
                    <a:pt x="635" y="3541"/>
                  </a:lnTo>
                  <a:lnTo>
                    <a:pt x="587" y="3688"/>
                  </a:lnTo>
                  <a:lnTo>
                    <a:pt x="513" y="3810"/>
                  </a:lnTo>
                  <a:lnTo>
                    <a:pt x="391" y="3932"/>
                  </a:lnTo>
                  <a:lnTo>
                    <a:pt x="269" y="4103"/>
                  </a:lnTo>
                  <a:lnTo>
                    <a:pt x="123" y="4299"/>
                  </a:lnTo>
                  <a:lnTo>
                    <a:pt x="74" y="4421"/>
                  </a:lnTo>
                  <a:lnTo>
                    <a:pt x="25" y="4567"/>
                  </a:lnTo>
                  <a:lnTo>
                    <a:pt x="0" y="4714"/>
                  </a:lnTo>
                  <a:lnTo>
                    <a:pt x="0" y="4885"/>
                  </a:lnTo>
                  <a:lnTo>
                    <a:pt x="0" y="5007"/>
                  </a:lnTo>
                  <a:lnTo>
                    <a:pt x="74" y="5080"/>
                  </a:lnTo>
                  <a:lnTo>
                    <a:pt x="171" y="5153"/>
                  </a:lnTo>
                  <a:lnTo>
                    <a:pt x="269" y="5178"/>
                  </a:lnTo>
                  <a:lnTo>
                    <a:pt x="391" y="5153"/>
                  </a:lnTo>
                  <a:lnTo>
                    <a:pt x="464" y="5080"/>
                  </a:lnTo>
                  <a:lnTo>
                    <a:pt x="538" y="5007"/>
                  </a:lnTo>
                  <a:lnTo>
                    <a:pt x="562" y="4885"/>
                  </a:lnTo>
                  <a:lnTo>
                    <a:pt x="587" y="4714"/>
                  </a:lnTo>
                  <a:lnTo>
                    <a:pt x="635" y="4567"/>
                  </a:lnTo>
                  <a:lnTo>
                    <a:pt x="709" y="4445"/>
                  </a:lnTo>
                  <a:lnTo>
                    <a:pt x="831" y="4299"/>
                  </a:lnTo>
                  <a:lnTo>
                    <a:pt x="953" y="4152"/>
                  </a:lnTo>
                  <a:lnTo>
                    <a:pt x="1099" y="3932"/>
                  </a:lnTo>
                  <a:lnTo>
                    <a:pt x="1148" y="3810"/>
                  </a:lnTo>
                  <a:lnTo>
                    <a:pt x="1197" y="3688"/>
                  </a:lnTo>
                  <a:lnTo>
                    <a:pt x="1222" y="3517"/>
                  </a:lnTo>
                  <a:lnTo>
                    <a:pt x="1222" y="3346"/>
                  </a:lnTo>
                  <a:lnTo>
                    <a:pt x="1222" y="3175"/>
                  </a:lnTo>
                  <a:lnTo>
                    <a:pt x="1197" y="3029"/>
                  </a:lnTo>
                  <a:lnTo>
                    <a:pt x="1148" y="2882"/>
                  </a:lnTo>
                  <a:lnTo>
                    <a:pt x="1099" y="2760"/>
                  </a:lnTo>
                  <a:lnTo>
                    <a:pt x="953" y="2564"/>
                  </a:lnTo>
                  <a:lnTo>
                    <a:pt x="831" y="2394"/>
                  </a:lnTo>
                  <a:lnTo>
                    <a:pt x="709" y="2271"/>
                  </a:lnTo>
                  <a:lnTo>
                    <a:pt x="635" y="2149"/>
                  </a:lnTo>
                  <a:lnTo>
                    <a:pt x="587" y="2003"/>
                  </a:lnTo>
                  <a:lnTo>
                    <a:pt x="562" y="1832"/>
                  </a:lnTo>
                  <a:lnTo>
                    <a:pt x="587" y="1636"/>
                  </a:lnTo>
                  <a:lnTo>
                    <a:pt x="635" y="1490"/>
                  </a:lnTo>
                  <a:lnTo>
                    <a:pt x="709" y="1368"/>
                  </a:lnTo>
                  <a:lnTo>
                    <a:pt x="831" y="1246"/>
                  </a:lnTo>
                  <a:lnTo>
                    <a:pt x="953" y="1075"/>
                  </a:lnTo>
                  <a:lnTo>
                    <a:pt x="1099" y="879"/>
                  </a:lnTo>
                  <a:lnTo>
                    <a:pt x="1148" y="757"/>
                  </a:lnTo>
                  <a:lnTo>
                    <a:pt x="1197" y="611"/>
                  </a:lnTo>
                  <a:lnTo>
                    <a:pt x="1222" y="464"/>
                  </a:lnTo>
                  <a:lnTo>
                    <a:pt x="1222" y="293"/>
                  </a:lnTo>
                  <a:lnTo>
                    <a:pt x="1222" y="171"/>
                  </a:lnTo>
                  <a:lnTo>
                    <a:pt x="1148" y="98"/>
                  </a:lnTo>
                  <a:lnTo>
                    <a:pt x="1051" y="24"/>
                  </a:lnTo>
                  <a:lnTo>
                    <a:pt x="953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73" name="Google Shape;373;p59"/>
            <p:cNvSpPr/>
            <p:nvPr/>
          </p:nvSpPr>
          <p:spPr>
            <a:xfrm>
              <a:off x="3429575" y="5012225"/>
              <a:ext cx="31175" cy="129450"/>
            </a:xfrm>
            <a:custGeom>
              <a:rect b="b" l="l" r="r" t="t"/>
              <a:pathLst>
                <a:path extrusionOk="0" h="5178" w="1247">
                  <a:moveTo>
                    <a:pt x="953" y="0"/>
                  </a:moveTo>
                  <a:lnTo>
                    <a:pt x="856" y="24"/>
                  </a:lnTo>
                  <a:lnTo>
                    <a:pt x="758" y="98"/>
                  </a:lnTo>
                  <a:lnTo>
                    <a:pt x="709" y="171"/>
                  </a:lnTo>
                  <a:lnTo>
                    <a:pt x="685" y="293"/>
                  </a:lnTo>
                  <a:lnTo>
                    <a:pt x="660" y="464"/>
                  </a:lnTo>
                  <a:lnTo>
                    <a:pt x="612" y="611"/>
                  </a:lnTo>
                  <a:lnTo>
                    <a:pt x="514" y="733"/>
                  </a:lnTo>
                  <a:lnTo>
                    <a:pt x="416" y="879"/>
                  </a:lnTo>
                  <a:lnTo>
                    <a:pt x="270" y="1026"/>
                  </a:lnTo>
                  <a:lnTo>
                    <a:pt x="148" y="1246"/>
                  </a:lnTo>
                  <a:lnTo>
                    <a:pt x="74" y="1368"/>
                  </a:lnTo>
                  <a:lnTo>
                    <a:pt x="50" y="1490"/>
                  </a:lnTo>
                  <a:lnTo>
                    <a:pt x="1" y="1636"/>
                  </a:lnTo>
                  <a:lnTo>
                    <a:pt x="1" y="1832"/>
                  </a:lnTo>
                  <a:lnTo>
                    <a:pt x="1" y="2003"/>
                  </a:lnTo>
                  <a:lnTo>
                    <a:pt x="50" y="2149"/>
                  </a:lnTo>
                  <a:lnTo>
                    <a:pt x="74" y="2271"/>
                  </a:lnTo>
                  <a:lnTo>
                    <a:pt x="148" y="2394"/>
                  </a:lnTo>
                  <a:lnTo>
                    <a:pt x="270" y="2613"/>
                  </a:lnTo>
                  <a:lnTo>
                    <a:pt x="416" y="2784"/>
                  </a:lnTo>
                  <a:lnTo>
                    <a:pt x="514" y="2906"/>
                  </a:lnTo>
                  <a:lnTo>
                    <a:pt x="612" y="3029"/>
                  </a:lnTo>
                  <a:lnTo>
                    <a:pt x="660" y="3175"/>
                  </a:lnTo>
                  <a:lnTo>
                    <a:pt x="685" y="3346"/>
                  </a:lnTo>
                  <a:lnTo>
                    <a:pt x="660" y="3541"/>
                  </a:lnTo>
                  <a:lnTo>
                    <a:pt x="612" y="3688"/>
                  </a:lnTo>
                  <a:lnTo>
                    <a:pt x="514" y="3810"/>
                  </a:lnTo>
                  <a:lnTo>
                    <a:pt x="416" y="3932"/>
                  </a:lnTo>
                  <a:lnTo>
                    <a:pt x="270" y="4103"/>
                  </a:lnTo>
                  <a:lnTo>
                    <a:pt x="148" y="4299"/>
                  </a:lnTo>
                  <a:lnTo>
                    <a:pt x="74" y="4421"/>
                  </a:lnTo>
                  <a:lnTo>
                    <a:pt x="50" y="4567"/>
                  </a:lnTo>
                  <a:lnTo>
                    <a:pt x="1" y="4714"/>
                  </a:lnTo>
                  <a:lnTo>
                    <a:pt x="1" y="4885"/>
                  </a:lnTo>
                  <a:lnTo>
                    <a:pt x="25" y="5007"/>
                  </a:lnTo>
                  <a:lnTo>
                    <a:pt x="74" y="5080"/>
                  </a:lnTo>
                  <a:lnTo>
                    <a:pt x="172" y="5153"/>
                  </a:lnTo>
                  <a:lnTo>
                    <a:pt x="294" y="5178"/>
                  </a:lnTo>
                  <a:lnTo>
                    <a:pt x="392" y="5153"/>
                  </a:lnTo>
                  <a:lnTo>
                    <a:pt x="489" y="5080"/>
                  </a:lnTo>
                  <a:lnTo>
                    <a:pt x="538" y="5007"/>
                  </a:lnTo>
                  <a:lnTo>
                    <a:pt x="563" y="4885"/>
                  </a:lnTo>
                  <a:lnTo>
                    <a:pt x="587" y="4714"/>
                  </a:lnTo>
                  <a:lnTo>
                    <a:pt x="636" y="4567"/>
                  </a:lnTo>
                  <a:lnTo>
                    <a:pt x="734" y="4445"/>
                  </a:lnTo>
                  <a:lnTo>
                    <a:pt x="831" y="4299"/>
                  </a:lnTo>
                  <a:lnTo>
                    <a:pt x="978" y="4152"/>
                  </a:lnTo>
                  <a:lnTo>
                    <a:pt x="1100" y="3932"/>
                  </a:lnTo>
                  <a:lnTo>
                    <a:pt x="1149" y="3810"/>
                  </a:lnTo>
                  <a:lnTo>
                    <a:pt x="1198" y="3688"/>
                  </a:lnTo>
                  <a:lnTo>
                    <a:pt x="1222" y="3517"/>
                  </a:lnTo>
                  <a:lnTo>
                    <a:pt x="1247" y="3346"/>
                  </a:lnTo>
                  <a:lnTo>
                    <a:pt x="1222" y="3175"/>
                  </a:lnTo>
                  <a:lnTo>
                    <a:pt x="1198" y="3029"/>
                  </a:lnTo>
                  <a:lnTo>
                    <a:pt x="1149" y="2882"/>
                  </a:lnTo>
                  <a:lnTo>
                    <a:pt x="1100" y="2760"/>
                  </a:lnTo>
                  <a:lnTo>
                    <a:pt x="978" y="2564"/>
                  </a:lnTo>
                  <a:lnTo>
                    <a:pt x="831" y="2394"/>
                  </a:lnTo>
                  <a:lnTo>
                    <a:pt x="734" y="2271"/>
                  </a:lnTo>
                  <a:lnTo>
                    <a:pt x="636" y="2149"/>
                  </a:lnTo>
                  <a:lnTo>
                    <a:pt x="587" y="2003"/>
                  </a:lnTo>
                  <a:lnTo>
                    <a:pt x="563" y="1832"/>
                  </a:lnTo>
                  <a:lnTo>
                    <a:pt x="587" y="1636"/>
                  </a:lnTo>
                  <a:lnTo>
                    <a:pt x="636" y="1490"/>
                  </a:lnTo>
                  <a:lnTo>
                    <a:pt x="734" y="1368"/>
                  </a:lnTo>
                  <a:lnTo>
                    <a:pt x="831" y="1246"/>
                  </a:lnTo>
                  <a:lnTo>
                    <a:pt x="978" y="1075"/>
                  </a:lnTo>
                  <a:lnTo>
                    <a:pt x="1100" y="879"/>
                  </a:lnTo>
                  <a:lnTo>
                    <a:pt x="1149" y="757"/>
                  </a:lnTo>
                  <a:lnTo>
                    <a:pt x="1198" y="611"/>
                  </a:lnTo>
                  <a:lnTo>
                    <a:pt x="1222" y="464"/>
                  </a:lnTo>
                  <a:lnTo>
                    <a:pt x="1247" y="293"/>
                  </a:lnTo>
                  <a:lnTo>
                    <a:pt x="1222" y="171"/>
                  </a:lnTo>
                  <a:lnTo>
                    <a:pt x="1149" y="98"/>
                  </a:lnTo>
                  <a:lnTo>
                    <a:pt x="1076" y="24"/>
                  </a:lnTo>
                  <a:lnTo>
                    <a:pt x="953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74" name="Google Shape;374;p59"/>
            <p:cNvSpPr/>
            <p:nvPr/>
          </p:nvSpPr>
          <p:spPr>
            <a:xfrm>
              <a:off x="3516900" y="5012225"/>
              <a:ext cx="31175" cy="129450"/>
            </a:xfrm>
            <a:custGeom>
              <a:rect b="b" l="l" r="r" t="t"/>
              <a:pathLst>
                <a:path extrusionOk="0" h="5178" w="1247">
                  <a:moveTo>
                    <a:pt x="953" y="0"/>
                  </a:moveTo>
                  <a:lnTo>
                    <a:pt x="855" y="24"/>
                  </a:lnTo>
                  <a:lnTo>
                    <a:pt x="758" y="98"/>
                  </a:lnTo>
                  <a:lnTo>
                    <a:pt x="709" y="171"/>
                  </a:lnTo>
                  <a:lnTo>
                    <a:pt x="684" y="293"/>
                  </a:lnTo>
                  <a:lnTo>
                    <a:pt x="660" y="464"/>
                  </a:lnTo>
                  <a:lnTo>
                    <a:pt x="611" y="611"/>
                  </a:lnTo>
                  <a:lnTo>
                    <a:pt x="513" y="733"/>
                  </a:lnTo>
                  <a:lnTo>
                    <a:pt x="416" y="879"/>
                  </a:lnTo>
                  <a:lnTo>
                    <a:pt x="269" y="1026"/>
                  </a:lnTo>
                  <a:lnTo>
                    <a:pt x="147" y="1246"/>
                  </a:lnTo>
                  <a:lnTo>
                    <a:pt x="98" y="1368"/>
                  </a:lnTo>
                  <a:lnTo>
                    <a:pt x="49" y="1490"/>
                  </a:lnTo>
                  <a:lnTo>
                    <a:pt x="25" y="1636"/>
                  </a:lnTo>
                  <a:lnTo>
                    <a:pt x="0" y="1832"/>
                  </a:lnTo>
                  <a:lnTo>
                    <a:pt x="25" y="2003"/>
                  </a:lnTo>
                  <a:lnTo>
                    <a:pt x="49" y="2149"/>
                  </a:lnTo>
                  <a:lnTo>
                    <a:pt x="98" y="2271"/>
                  </a:lnTo>
                  <a:lnTo>
                    <a:pt x="147" y="2394"/>
                  </a:lnTo>
                  <a:lnTo>
                    <a:pt x="269" y="2613"/>
                  </a:lnTo>
                  <a:lnTo>
                    <a:pt x="416" y="2784"/>
                  </a:lnTo>
                  <a:lnTo>
                    <a:pt x="513" y="2906"/>
                  </a:lnTo>
                  <a:lnTo>
                    <a:pt x="611" y="3029"/>
                  </a:lnTo>
                  <a:lnTo>
                    <a:pt x="660" y="3175"/>
                  </a:lnTo>
                  <a:lnTo>
                    <a:pt x="684" y="3346"/>
                  </a:lnTo>
                  <a:lnTo>
                    <a:pt x="660" y="3541"/>
                  </a:lnTo>
                  <a:lnTo>
                    <a:pt x="611" y="3688"/>
                  </a:lnTo>
                  <a:lnTo>
                    <a:pt x="513" y="3810"/>
                  </a:lnTo>
                  <a:lnTo>
                    <a:pt x="416" y="3932"/>
                  </a:lnTo>
                  <a:lnTo>
                    <a:pt x="269" y="4103"/>
                  </a:lnTo>
                  <a:lnTo>
                    <a:pt x="147" y="4299"/>
                  </a:lnTo>
                  <a:lnTo>
                    <a:pt x="98" y="4421"/>
                  </a:lnTo>
                  <a:lnTo>
                    <a:pt x="49" y="4567"/>
                  </a:lnTo>
                  <a:lnTo>
                    <a:pt x="25" y="4714"/>
                  </a:lnTo>
                  <a:lnTo>
                    <a:pt x="0" y="4885"/>
                  </a:lnTo>
                  <a:lnTo>
                    <a:pt x="25" y="5007"/>
                  </a:lnTo>
                  <a:lnTo>
                    <a:pt x="98" y="5080"/>
                  </a:lnTo>
                  <a:lnTo>
                    <a:pt x="171" y="5153"/>
                  </a:lnTo>
                  <a:lnTo>
                    <a:pt x="294" y="5178"/>
                  </a:lnTo>
                  <a:lnTo>
                    <a:pt x="391" y="5153"/>
                  </a:lnTo>
                  <a:lnTo>
                    <a:pt x="489" y="5080"/>
                  </a:lnTo>
                  <a:lnTo>
                    <a:pt x="538" y="5007"/>
                  </a:lnTo>
                  <a:lnTo>
                    <a:pt x="562" y="4885"/>
                  </a:lnTo>
                  <a:lnTo>
                    <a:pt x="587" y="4714"/>
                  </a:lnTo>
                  <a:lnTo>
                    <a:pt x="635" y="4567"/>
                  </a:lnTo>
                  <a:lnTo>
                    <a:pt x="733" y="4445"/>
                  </a:lnTo>
                  <a:lnTo>
                    <a:pt x="831" y="4299"/>
                  </a:lnTo>
                  <a:lnTo>
                    <a:pt x="977" y="4152"/>
                  </a:lnTo>
                  <a:lnTo>
                    <a:pt x="1099" y="3932"/>
                  </a:lnTo>
                  <a:lnTo>
                    <a:pt x="1173" y="3810"/>
                  </a:lnTo>
                  <a:lnTo>
                    <a:pt x="1197" y="3688"/>
                  </a:lnTo>
                  <a:lnTo>
                    <a:pt x="1246" y="3517"/>
                  </a:lnTo>
                  <a:lnTo>
                    <a:pt x="1246" y="3346"/>
                  </a:lnTo>
                  <a:lnTo>
                    <a:pt x="1246" y="3175"/>
                  </a:lnTo>
                  <a:lnTo>
                    <a:pt x="1197" y="3029"/>
                  </a:lnTo>
                  <a:lnTo>
                    <a:pt x="1173" y="2882"/>
                  </a:lnTo>
                  <a:lnTo>
                    <a:pt x="1099" y="2760"/>
                  </a:lnTo>
                  <a:lnTo>
                    <a:pt x="977" y="2564"/>
                  </a:lnTo>
                  <a:lnTo>
                    <a:pt x="831" y="2394"/>
                  </a:lnTo>
                  <a:lnTo>
                    <a:pt x="733" y="2271"/>
                  </a:lnTo>
                  <a:lnTo>
                    <a:pt x="635" y="2149"/>
                  </a:lnTo>
                  <a:lnTo>
                    <a:pt x="587" y="2003"/>
                  </a:lnTo>
                  <a:lnTo>
                    <a:pt x="562" y="1832"/>
                  </a:lnTo>
                  <a:lnTo>
                    <a:pt x="587" y="1636"/>
                  </a:lnTo>
                  <a:lnTo>
                    <a:pt x="635" y="1490"/>
                  </a:lnTo>
                  <a:lnTo>
                    <a:pt x="733" y="1368"/>
                  </a:lnTo>
                  <a:lnTo>
                    <a:pt x="831" y="1246"/>
                  </a:lnTo>
                  <a:lnTo>
                    <a:pt x="977" y="1075"/>
                  </a:lnTo>
                  <a:lnTo>
                    <a:pt x="1099" y="879"/>
                  </a:lnTo>
                  <a:lnTo>
                    <a:pt x="1173" y="757"/>
                  </a:lnTo>
                  <a:lnTo>
                    <a:pt x="1197" y="611"/>
                  </a:lnTo>
                  <a:lnTo>
                    <a:pt x="1246" y="464"/>
                  </a:lnTo>
                  <a:lnTo>
                    <a:pt x="1246" y="293"/>
                  </a:lnTo>
                  <a:lnTo>
                    <a:pt x="1222" y="171"/>
                  </a:lnTo>
                  <a:lnTo>
                    <a:pt x="1173" y="98"/>
                  </a:lnTo>
                  <a:lnTo>
                    <a:pt x="1075" y="24"/>
                  </a:lnTo>
                  <a:lnTo>
                    <a:pt x="953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375" name="Google Shape;375;p59"/>
          <p:cNvGrpSpPr/>
          <p:nvPr/>
        </p:nvGrpSpPr>
        <p:grpSpPr>
          <a:xfrm>
            <a:off x="8686663" y="5477758"/>
            <a:ext cx="459424" cy="417561"/>
            <a:chOff x="4562200" y="4968250"/>
            <a:chExt cx="549550" cy="499475"/>
          </a:xfrm>
        </p:grpSpPr>
        <p:sp>
          <p:nvSpPr>
            <p:cNvPr id="376" name="Google Shape;376;p59"/>
            <p:cNvSpPr/>
            <p:nvPr/>
          </p:nvSpPr>
          <p:spPr>
            <a:xfrm>
              <a:off x="4842450" y="5242400"/>
              <a:ext cx="213125" cy="225325"/>
            </a:xfrm>
            <a:custGeom>
              <a:rect b="b" l="l" r="r" t="t"/>
              <a:pathLst>
                <a:path extrusionOk="0" h="9013" w="8525">
                  <a:moveTo>
                    <a:pt x="8524" y="1"/>
                  </a:moveTo>
                  <a:lnTo>
                    <a:pt x="2272" y="3542"/>
                  </a:lnTo>
                  <a:lnTo>
                    <a:pt x="2150" y="3591"/>
                  </a:lnTo>
                  <a:lnTo>
                    <a:pt x="2028" y="3615"/>
                  </a:lnTo>
                  <a:lnTo>
                    <a:pt x="1906" y="3591"/>
                  </a:lnTo>
                  <a:lnTo>
                    <a:pt x="1808" y="3566"/>
                  </a:lnTo>
                  <a:lnTo>
                    <a:pt x="1735" y="3517"/>
                  </a:lnTo>
                  <a:lnTo>
                    <a:pt x="1662" y="3444"/>
                  </a:lnTo>
                  <a:lnTo>
                    <a:pt x="1588" y="3371"/>
                  </a:lnTo>
                  <a:lnTo>
                    <a:pt x="1" y="440"/>
                  </a:lnTo>
                  <a:lnTo>
                    <a:pt x="1" y="9013"/>
                  </a:lnTo>
                  <a:lnTo>
                    <a:pt x="8524" y="4104"/>
                  </a:lnTo>
                  <a:lnTo>
                    <a:pt x="8524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77" name="Google Shape;377;p59"/>
            <p:cNvSpPr/>
            <p:nvPr/>
          </p:nvSpPr>
          <p:spPr>
            <a:xfrm>
              <a:off x="4617775" y="5241800"/>
              <a:ext cx="212500" cy="225925"/>
            </a:xfrm>
            <a:custGeom>
              <a:rect b="b" l="l" r="r" t="t"/>
              <a:pathLst>
                <a:path extrusionOk="0" h="9037" w="8500">
                  <a:moveTo>
                    <a:pt x="0" y="0"/>
                  </a:moveTo>
                  <a:lnTo>
                    <a:pt x="0" y="4128"/>
                  </a:lnTo>
                  <a:lnTo>
                    <a:pt x="8499" y="9037"/>
                  </a:lnTo>
                  <a:lnTo>
                    <a:pt x="8499" y="586"/>
                  </a:lnTo>
                  <a:lnTo>
                    <a:pt x="6961" y="3395"/>
                  </a:lnTo>
                  <a:lnTo>
                    <a:pt x="6887" y="3468"/>
                  </a:lnTo>
                  <a:lnTo>
                    <a:pt x="6814" y="3541"/>
                  </a:lnTo>
                  <a:lnTo>
                    <a:pt x="6741" y="3590"/>
                  </a:lnTo>
                  <a:lnTo>
                    <a:pt x="6643" y="3615"/>
                  </a:lnTo>
                  <a:lnTo>
                    <a:pt x="6521" y="3639"/>
                  </a:lnTo>
                  <a:lnTo>
                    <a:pt x="6399" y="3615"/>
                  </a:lnTo>
                  <a:lnTo>
                    <a:pt x="6277" y="35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78" name="Google Shape;378;p59"/>
            <p:cNvSpPr/>
            <p:nvPr/>
          </p:nvSpPr>
          <p:spPr>
            <a:xfrm>
              <a:off x="4631200" y="4968250"/>
              <a:ext cx="411550" cy="236325"/>
            </a:xfrm>
            <a:custGeom>
              <a:rect b="b" l="l" r="r" t="t"/>
              <a:pathLst>
                <a:path extrusionOk="0" h="9453" w="16462">
                  <a:moveTo>
                    <a:pt x="8182" y="1"/>
                  </a:moveTo>
                  <a:lnTo>
                    <a:pt x="0" y="4763"/>
                  </a:lnTo>
                  <a:lnTo>
                    <a:pt x="8231" y="9452"/>
                  </a:lnTo>
                  <a:lnTo>
                    <a:pt x="16462" y="4763"/>
                  </a:lnTo>
                  <a:lnTo>
                    <a:pt x="8182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79" name="Google Shape;379;p59"/>
            <p:cNvSpPr/>
            <p:nvPr/>
          </p:nvSpPr>
          <p:spPr>
            <a:xfrm>
              <a:off x="4562200" y="5094025"/>
              <a:ext cx="274800" cy="226550"/>
            </a:xfrm>
            <a:custGeom>
              <a:rect b="b" l="l" r="r" t="t"/>
              <a:pathLst>
                <a:path extrusionOk="0" h="9062" w="10992">
                  <a:moveTo>
                    <a:pt x="2248" y="1"/>
                  </a:moveTo>
                  <a:lnTo>
                    <a:pt x="1" y="4079"/>
                  </a:lnTo>
                  <a:lnTo>
                    <a:pt x="8744" y="9062"/>
                  </a:lnTo>
                  <a:lnTo>
                    <a:pt x="10991" y="4983"/>
                  </a:lnTo>
                  <a:lnTo>
                    <a:pt x="2248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80" name="Google Shape;380;p59"/>
            <p:cNvSpPr/>
            <p:nvPr/>
          </p:nvSpPr>
          <p:spPr>
            <a:xfrm>
              <a:off x="4836975" y="5094025"/>
              <a:ext cx="274775" cy="226550"/>
            </a:xfrm>
            <a:custGeom>
              <a:rect b="b" l="l" r="r" t="t"/>
              <a:pathLst>
                <a:path extrusionOk="0" h="9062" w="10991">
                  <a:moveTo>
                    <a:pt x="8743" y="1"/>
                  </a:moveTo>
                  <a:lnTo>
                    <a:pt x="0" y="4983"/>
                  </a:lnTo>
                  <a:lnTo>
                    <a:pt x="2247" y="9062"/>
                  </a:lnTo>
                  <a:lnTo>
                    <a:pt x="10990" y="4079"/>
                  </a:lnTo>
                  <a:lnTo>
                    <a:pt x="8743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381" name="Google Shape;381;p59"/>
          <p:cNvGrpSpPr/>
          <p:nvPr/>
        </p:nvGrpSpPr>
        <p:grpSpPr>
          <a:xfrm>
            <a:off x="8193591" y="5501249"/>
            <a:ext cx="318516" cy="370076"/>
            <a:chOff x="3972400" y="4996350"/>
            <a:chExt cx="381000" cy="442675"/>
          </a:xfrm>
        </p:grpSpPr>
        <p:sp>
          <p:nvSpPr>
            <p:cNvPr id="382" name="Google Shape;382;p59"/>
            <p:cNvSpPr/>
            <p:nvPr/>
          </p:nvSpPr>
          <p:spPr>
            <a:xfrm>
              <a:off x="4157400" y="4996350"/>
              <a:ext cx="86725" cy="103200"/>
            </a:xfrm>
            <a:custGeom>
              <a:rect b="b" l="l" r="r" t="t"/>
              <a:pathLst>
                <a:path extrusionOk="0" h="4128" w="3469">
                  <a:moveTo>
                    <a:pt x="3395" y="0"/>
                  </a:moveTo>
                  <a:lnTo>
                    <a:pt x="3029" y="98"/>
                  </a:lnTo>
                  <a:lnTo>
                    <a:pt x="2638" y="195"/>
                  </a:lnTo>
                  <a:lnTo>
                    <a:pt x="2149" y="342"/>
                  </a:lnTo>
                  <a:lnTo>
                    <a:pt x="1661" y="537"/>
                  </a:lnTo>
                  <a:lnTo>
                    <a:pt x="1392" y="659"/>
                  </a:lnTo>
                  <a:lnTo>
                    <a:pt x="1148" y="806"/>
                  </a:lnTo>
                  <a:lnTo>
                    <a:pt x="904" y="953"/>
                  </a:lnTo>
                  <a:lnTo>
                    <a:pt x="684" y="1124"/>
                  </a:lnTo>
                  <a:lnTo>
                    <a:pt x="489" y="1319"/>
                  </a:lnTo>
                  <a:lnTo>
                    <a:pt x="318" y="1514"/>
                  </a:lnTo>
                  <a:lnTo>
                    <a:pt x="196" y="1710"/>
                  </a:lnTo>
                  <a:lnTo>
                    <a:pt x="98" y="1929"/>
                  </a:lnTo>
                  <a:lnTo>
                    <a:pt x="49" y="2149"/>
                  </a:lnTo>
                  <a:lnTo>
                    <a:pt x="0" y="2369"/>
                  </a:lnTo>
                  <a:lnTo>
                    <a:pt x="0" y="2589"/>
                  </a:lnTo>
                  <a:lnTo>
                    <a:pt x="25" y="2784"/>
                  </a:lnTo>
                  <a:lnTo>
                    <a:pt x="49" y="2980"/>
                  </a:lnTo>
                  <a:lnTo>
                    <a:pt x="98" y="3175"/>
                  </a:lnTo>
                  <a:lnTo>
                    <a:pt x="220" y="3517"/>
                  </a:lnTo>
                  <a:lnTo>
                    <a:pt x="342" y="3786"/>
                  </a:lnTo>
                  <a:lnTo>
                    <a:pt x="489" y="4030"/>
                  </a:lnTo>
                  <a:lnTo>
                    <a:pt x="757" y="4079"/>
                  </a:lnTo>
                  <a:lnTo>
                    <a:pt x="1050" y="4103"/>
                  </a:lnTo>
                  <a:lnTo>
                    <a:pt x="1392" y="4128"/>
                  </a:lnTo>
                  <a:lnTo>
                    <a:pt x="1588" y="4103"/>
                  </a:lnTo>
                  <a:lnTo>
                    <a:pt x="1808" y="4079"/>
                  </a:lnTo>
                  <a:lnTo>
                    <a:pt x="2003" y="4030"/>
                  </a:lnTo>
                  <a:lnTo>
                    <a:pt x="2198" y="3957"/>
                  </a:lnTo>
                  <a:lnTo>
                    <a:pt x="2394" y="3859"/>
                  </a:lnTo>
                  <a:lnTo>
                    <a:pt x="2589" y="3737"/>
                  </a:lnTo>
                  <a:lnTo>
                    <a:pt x="2760" y="3590"/>
                  </a:lnTo>
                  <a:lnTo>
                    <a:pt x="2931" y="3395"/>
                  </a:lnTo>
                  <a:lnTo>
                    <a:pt x="3053" y="3175"/>
                  </a:lnTo>
                  <a:lnTo>
                    <a:pt x="3175" y="2931"/>
                  </a:lnTo>
                  <a:lnTo>
                    <a:pt x="3273" y="2662"/>
                  </a:lnTo>
                  <a:lnTo>
                    <a:pt x="3346" y="2394"/>
                  </a:lnTo>
                  <a:lnTo>
                    <a:pt x="3395" y="2125"/>
                  </a:lnTo>
                  <a:lnTo>
                    <a:pt x="3419" y="1832"/>
                  </a:lnTo>
                  <a:lnTo>
                    <a:pt x="3468" y="1294"/>
                  </a:lnTo>
                  <a:lnTo>
                    <a:pt x="3468" y="782"/>
                  </a:lnTo>
                  <a:lnTo>
                    <a:pt x="3444" y="391"/>
                  </a:lnTo>
                  <a:lnTo>
                    <a:pt x="3395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83" name="Google Shape;383;p59"/>
            <p:cNvSpPr/>
            <p:nvPr/>
          </p:nvSpPr>
          <p:spPr>
            <a:xfrm>
              <a:off x="3972400" y="5048250"/>
              <a:ext cx="381000" cy="390775"/>
            </a:xfrm>
            <a:custGeom>
              <a:rect b="b" l="l" r="r" t="t"/>
              <a:pathLst>
                <a:path extrusionOk="0" h="15631" w="15240">
                  <a:moveTo>
                    <a:pt x="4689" y="3810"/>
                  </a:moveTo>
                  <a:lnTo>
                    <a:pt x="4787" y="3834"/>
                  </a:lnTo>
                  <a:lnTo>
                    <a:pt x="4860" y="3908"/>
                  </a:lnTo>
                  <a:lnTo>
                    <a:pt x="4885" y="4005"/>
                  </a:lnTo>
                  <a:lnTo>
                    <a:pt x="4885" y="4103"/>
                  </a:lnTo>
                  <a:lnTo>
                    <a:pt x="4836" y="4176"/>
                  </a:lnTo>
                  <a:lnTo>
                    <a:pt x="4787" y="4250"/>
                  </a:lnTo>
                  <a:lnTo>
                    <a:pt x="4689" y="4298"/>
                  </a:lnTo>
                  <a:lnTo>
                    <a:pt x="4421" y="4347"/>
                  </a:lnTo>
                  <a:lnTo>
                    <a:pt x="4176" y="4421"/>
                  </a:lnTo>
                  <a:lnTo>
                    <a:pt x="3957" y="4518"/>
                  </a:lnTo>
                  <a:lnTo>
                    <a:pt x="3737" y="4640"/>
                  </a:lnTo>
                  <a:lnTo>
                    <a:pt x="3566" y="4787"/>
                  </a:lnTo>
                  <a:lnTo>
                    <a:pt x="3395" y="4933"/>
                  </a:lnTo>
                  <a:lnTo>
                    <a:pt x="3248" y="5080"/>
                  </a:lnTo>
                  <a:lnTo>
                    <a:pt x="3102" y="5251"/>
                  </a:lnTo>
                  <a:lnTo>
                    <a:pt x="3004" y="5422"/>
                  </a:lnTo>
                  <a:lnTo>
                    <a:pt x="2882" y="5617"/>
                  </a:lnTo>
                  <a:lnTo>
                    <a:pt x="2735" y="5984"/>
                  </a:lnTo>
                  <a:lnTo>
                    <a:pt x="2613" y="6374"/>
                  </a:lnTo>
                  <a:lnTo>
                    <a:pt x="2516" y="6765"/>
                  </a:lnTo>
                  <a:lnTo>
                    <a:pt x="2491" y="6838"/>
                  </a:lnTo>
                  <a:lnTo>
                    <a:pt x="2442" y="6912"/>
                  </a:lnTo>
                  <a:lnTo>
                    <a:pt x="2369" y="6936"/>
                  </a:lnTo>
                  <a:lnTo>
                    <a:pt x="2296" y="6961"/>
                  </a:lnTo>
                  <a:lnTo>
                    <a:pt x="2247" y="6961"/>
                  </a:lnTo>
                  <a:lnTo>
                    <a:pt x="2149" y="6912"/>
                  </a:lnTo>
                  <a:lnTo>
                    <a:pt x="2076" y="6863"/>
                  </a:lnTo>
                  <a:lnTo>
                    <a:pt x="2052" y="6765"/>
                  </a:lnTo>
                  <a:lnTo>
                    <a:pt x="2052" y="6668"/>
                  </a:lnTo>
                  <a:lnTo>
                    <a:pt x="2100" y="6374"/>
                  </a:lnTo>
                  <a:lnTo>
                    <a:pt x="2174" y="6106"/>
                  </a:lnTo>
                  <a:lnTo>
                    <a:pt x="2271" y="5837"/>
                  </a:lnTo>
                  <a:lnTo>
                    <a:pt x="2369" y="5593"/>
                  </a:lnTo>
                  <a:lnTo>
                    <a:pt x="2491" y="5349"/>
                  </a:lnTo>
                  <a:lnTo>
                    <a:pt x="2613" y="5129"/>
                  </a:lnTo>
                  <a:lnTo>
                    <a:pt x="2760" y="4933"/>
                  </a:lnTo>
                  <a:lnTo>
                    <a:pt x="2906" y="4738"/>
                  </a:lnTo>
                  <a:lnTo>
                    <a:pt x="3077" y="4567"/>
                  </a:lnTo>
                  <a:lnTo>
                    <a:pt x="3248" y="4396"/>
                  </a:lnTo>
                  <a:lnTo>
                    <a:pt x="3444" y="4250"/>
                  </a:lnTo>
                  <a:lnTo>
                    <a:pt x="3663" y="4128"/>
                  </a:lnTo>
                  <a:lnTo>
                    <a:pt x="3883" y="4030"/>
                  </a:lnTo>
                  <a:lnTo>
                    <a:pt x="4103" y="3932"/>
                  </a:lnTo>
                  <a:lnTo>
                    <a:pt x="4347" y="3859"/>
                  </a:lnTo>
                  <a:lnTo>
                    <a:pt x="4616" y="3810"/>
                  </a:lnTo>
                  <a:close/>
                  <a:moveTo>
                    <a:pt x="6374" y="0"/>
                  </a:moveTo>
                  <a:lnTo>
                    <a:pt x="6008" y="293"/>
                  </a:lnTo>
                  <a:lnTo>
                    <a:pt x="6301" y="953"/>
                  </a:lnTo>
                  <a:lnTo>
                    <a:pt x="7083" y="2687"/>
                  </a:lnTo>
                  <a:lnTo>
                    <a:pt x="6619" y="2662"/>
                  </a:lnTo>
                  <a:lnTo>
                    <a:pt x="6179" y="2638"/>
                  </a:lnTo>
                  <a:lnTo>
                    <a:pt x="5373" y="2516"/>
                  </a:lnTo>
                  <a:lnTo>
                    <a:pt x="4592" y="2516"/>
                  </a:lnTo>
                  <a:lnTo>
                    <a:pt x="4421" y="2540"/>
                  </a:lnTo>
                  <a:lnTo>
                    <a:pt x="4225" y="2589"/>
                  </a:lnTo>
                  <a:lnTo>
                    <a:pt x="4030" y="2662"/>
                  </a:lnTo>
                  <a:lnTo>
                    <a:pt x="3834" y="2735"/>
                  </a:lnTo>
                  <a:lnTo>
                    <a:pt x="3419" y="2955"/>
                  </a:lnTo>
                  <a:lnTo>
                    <a:pt x="3004" y="3175"/>
                  </a:lnTo>
                  <a:lnTo>
                    <a:pt x="2638" y="3444"/>
                  </a:lnTo>
                  <a:lnTo>
                    <a:pt x="2271" y="3712"/>
                  </a:lnTo>
                  <a:lnTo>
                    <a:pt x="1929" y="4030"/>
                  </a:lnTo>
                  <a:lnTo>
                    <a:pt x="1612" y="4347"/>
                  </a:lnTo>
                  <a:lnTo>
                    <a:pt x="1319" y="4689"/>
                  </a:lnTo>
                  <a:lnTo>
                    <a:pt x="1075" y="5056"/>
                  </a:lnTo>
                  <a:lnTo>
                    <a:pt x="830" y="5446"/>
                  </a:lnTo>
                  <a:lnTo>
                    <a:pt x="611" y="5862"/>
                  </a:lnTo>
                  <a:lnTo>
                    <a:pt x="440" y="6301"/>
                  </a:lnTo>
                  <a:lnTo>
                    <a:pt x="293" y="6741"/>
                  </a:lnTo>
                  <a:lnTo>
                    <a:pt x="171" y="7205"/>
                  </a:lnTo>
                  <a:lnTo>
                    <a:pt x="73" y="7693"/>
                  </a:lnTo>
                  <a:lnTo>
                    <a:pt x="24" y="8206"/>
                  </a:lnTo>
                  <a:lnTo>
                    <a:pt x="0" y="8719"/>
                  </a:lnTo>
                  <a:lnTo>
                    <a:pt x="24" y="9256"/>
                  </a:lnTo>
                  <a:lnTo>
                    <a:pt x="73" y="9794"/>
                  </a:lnTo>
                  <a:lnTo>
                    <a:pt x="171" y="10307"/>
                  </a:lnTo>
                  <a:lnTo>
                    <a:pt x="293" y="10795"/>
                  </a:lnTo>
                  <a:lnTo>
                    <a:pt x="464" y="11308"/>
                  </a:lnTo>
                  <a:lnTo>
                    <a:pt x="659" y="11772"/>
                  </a:lnTo>
                  <a:lnTo>
                    <a:pt x="879" y="12236"/>
                  </a:lnTo>
                  <a:lnTo>
                    <a:pt x="1123" y="12676"/>
                  </a:lnTo>
                  <a:lnTo>
                    <a:pt x="1392" y="13091"/>
                  </a:lnTo>
                  <a:lnTo>
                    <a:pt x="1710" y="13506"/>
                  </a:lnTo>
                  <a:lnTo>
                    <a:pt x="2027" y="13872"/>
                  </a:lnTo>
                  <a:lnTo>
                    <a:pt x="2393" y="14239"/>
                  </a:lnTo>
                  <a:lnTo>
                    <a:pt x="2760" y="14581"/>
                  </a:lnTo>
                  <a:lnTo>
                    <a:pt x="3151" y="14874"/>
                  </a:lnTo>
                  <a:lnTo>
                    <a:pt x="3590" y="15167"/>
                  </a:lnTo>
                  <a:lnTo>
                    <a:pt x="4030" y="15411"/>
                  </a:lnTo>
                  <a:lnTo>
                    <a:pt x="4225" y="15509"/>
                  </a:lnTo>
                  <a:lnTo>
                    <a:pt x="4421" y="15582"/>
                  </a:lnTo>
                  <a:lnTo>
                    <a:pt x="4640" y="15631"/>
                  </a:lnTo>
                  <a:lnTo>
                    <a:pt x="5275" y="15631"/>
                  </a:lnTo>
                  <a:lnTo>
                    <a:pt x="5739" y="15558"/>
                  </a:lnTo>
                  <a:lnTo>
                    <a:pt x="6668" y="15362"/>
                  </a:lnTo>
                  <a:lnTo>
                    <a:pt x="7132" y="15289"/>
                  </a:lnTo>
                  <a:lnTo>
                    <a:pt x="7376" y="15264"/>
                  </a:lnTo>
                  <a:lnTo>
                    <a:pt x="7864" y="15264"/>
                  </a:lnTo>
                  <a:lnTo>
                    <a:pt x="8108" y="15289"/>
                  </a:lnTo>
                  <a:lnTo>
                    <a:pt x="8597" y="15362"/>
                  </a:lnTo>
                  <a:lnTo>
                    <a:pt x="9549" y="15558"/>
                  </a:lnTo>
                  <a:lnTo>
                    <a:pt x="9989" y="15606"/>
                  </a:lnTo>
                  <a:lnTo>
                    <a:pt x="10209" y="15631"/>
                  </a:lnTo>
                  <a:lnTo>
                    <a:pt x="10429" y="15631"/>
                  </a:lnTo>
                  <a:lnTo>
                    <a:pt x="10648" y="15606"/>
                  </a:lnTo>
                  <a:lnTo>
                    <a:pt x="10868" y="15558"/>
                  </a:lnTo>
                  <a:lnTo>
                    <a:pt x="11064" y="15484"/>
                  </a:lnTo>
                  <a:lnTo>
                    <a:pt x="11283" y="15387"/>
                  </a:lnTo>
                  <a:lnTo>
                    <a:pt x="11723" y="15142"/>
                  </a:lnTo>
                  <a:lnTo>
                    <a:pt x="12114" y="14849"/>
                  </a:lnTo>
                  <a:lnTo>
                    <a:pt x="12529" y="14532"/>
                  </a:lnTo>
                  <a:lnTo>
                    <a:pt x="12895" y="14214"/>
                  </a:lnTo>
                  <a:lnTo>
                    <a:pt x="13237" y="13848"/>
                  </a:lnTo>
                  <a:lnTo>
                    <a:pt x="13555" y="13457"/>
                  </a:lnTo>
                  <a:lnTo>
                    <a:pt x="13872" y="13066"/>
                  </a:lnTo>
                  <a:lnTo>
                    <a:pt x="14141" y="12651"/>
                  </a:lnTo>
                  <a:lnTo>
                    <a:pt x="14385" y="12212"/>
                  </a:lnTo>
                  <a:lnTo>
                    <a:pt x="14605" y="11748"/>
                  </a:lnTo>
                  <a:lnTo>
                    <a:pt x="14800" y="11283"/>
                  </a:lnTo>
                  <a:lnTo>
                    <a:pt x="14947" y="10795"/>
                  </a:lnTo>
                  <a:lnTo>
                    <a:pt x="15069" y="10282"/>
                  </a:lnTo>
                  <a:lnTo>
                    <a:pt x="15167" y="9769"/>
                  </a:lnTo>
                  <a:lnTo>
                    <a:pt x="15216" y="9256"/>
                  </a:lnTo>
                  <a:lnTo>
                    <a:pt x="15240" y="8719"/>
                  </a:lnTo>
                  <a:lnTo>
                    <a:pt x="15216" y="8182"/>
                  </a:lnTo>
                  <a:lnTo>
                    <a:pt x="15167" y="7669"/>
                  </a:lnTo>
                  <a:lnTo>
                    <a:pt x="15069" y="7180"/>
                  </a:lnTo>
                  <a:lnTo>
                    <a:pt x="14947" y="6692"/>
                  </a:lnTo>
                  <a:lnTo>
                    <a:pt x="14776" y="6252"/>
                  </a:lnTo>
                  <a:lnTo>
                    <a:pt x="14605" y="5813"/>
                  </a:lnTo>
                  <a:lnTo>
                    <a:pt x="14385" y="5398"/>
                  </a:lnTo>
                  <a:lnTo>
                    <a:pt x="14141" y="5007"/>
                  </a:lnTo>
                  <a:lnTo>
                    <a:pt x="13848" y="4616"/>
                  </a:lnTo>
                  <a:lnTo>
                    <a:pt x="13555" y="4274"/>
                  </a:lnTo>
                  <a:lnTo>
                    <a:pt x="13213" y="3957"/>
                  </a:lnTo>
                  <a:lnTo>
                    <a:pt x="12871" y="3639"/>
                  </a:lnTo>
                  <a:lnTo>
                    <a:pt x="12505" y="3370"/>
                  </a:lnTo>
                  <a:lnTo>
                    <a:pt x="12089" y="3102"/>
                  </a:lnTo>
                  <a:lnTo>
                    <a:pt x="11674" y="2858"/>
                  </a:lnTo>
                  <a:lnTo>
                    <a:pt x="11259" y="2662"/>
                  </a:lnTo>
                  <a:lnTo>
                    <a:pt x="11064" y="2589"/>
                  </a:lnTo>
                  <a:lnTo>
                    <a:pt x="10893" y="2540"/>
                  </a:lnTo>
                  <a:lnTo>
                    <a:pt x="10697" y="2516"/>
                  </a:lnTo>
                  <a:lnTo>
                    <a:pt x="10526" y="2491"/>
                  </a:lnTo>
                  <a:lnTo>
                    <a:pt x="10111" y="2491"/>
                  </a:lnTo>
                  <a:lnTo>
                    <a:pt x="9696" y="2516"/>
                  </a:lnTo>
                  <a:lnTo>
                    <a:pt x="8841" y="2613"/>
                  </a:lnTo>
                  <a:lnTo>
                    <a:pt x="8426" y="2662"/>
                  </a:lnTo>
                  <a:lnTo>
                    <a:pt x="7986" y="2687"/>
                  </a:lnTo>
                  <a:lnTo>
                    <a:pt x="6374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384" name="Google Shape;384;p59"/>
          <p:cNvGrpSpPr/>
          <p:nvPr/>
        </p:nvGrpSpPr>
        <p:grpSpPr>
          <a:xfrm>
            <a:off x="9254287" y="5470108"/>
            <a:ext cx="451252" cy="432860"/>
            <a:chOff x="5241175" y="4959100"/>
            <a:chExt cx="539775" cy="517775"/>
          </a:xfrm>
        </p:grpSpPr>
        <p:sp>
          <p:nvSpPr>
            <p:cNvPr id="385" name="Google Shape;385;p59"/>
            <p:cNvSpPr/>
            <p:nvPr/>
          </p:nvSpPr>
          <p:spPr>
            <a:xfrm>
              <a:off x="5575150" y="4959100"/>
              <a:ext cx="161225" cy="178300"/>
            </a:xfrm>
            <a:custGeom>
              <a:rect b="b" l="l" r="r" t="t"/>
              <a:pathLst>
                <a:path extrusionOk="0" h="7132" w="6449">
                  <a:moveTo>
                    <a:pt x="4641" y="0"/>
                  </a:moveTo>
                  <a:lnTo>
                    <a:pt x="4470" y="25"/>
                  </a:lnTo>
                  <a:lnTo>
                    <a:pt x="4299" y="49"/>
                  </a:lnTo>
                  <a:lnTo>
                    <a:pt x="4128" y="98"/>
                  </a:lnTo>
                  <a:lnTo>
                    <a:pt x="3957" y="147"/>
                  </a:lnTo>
                  <a:lnTo>
                    <a:pt x="3786" y="220"/>
                  </a:lnTo>
                  <a:lnTo>
                    <a:pt x="3640" y="318"/>
                  </a:lnTo>
                  <a:lnTo>
                    <a:pt x="3517" y="415"/>
                  </a:lnTo>
                  <a:lnTo>
                    <a:pt x="3395" y="538"/>
                  </a:lnTo>
                  <a:lnTo>
                    <a:pt x="3273" y="660"/>
                  </a:lnTo>
                  <a:lnTo>
                    <a:pt x="3175" y="806"/>
                  </a:lnTo>
                  <a:lnTo>
                    <a:pt x="3078" y="953"/>
                  </a:lnTo>
                  <a:lnTo>
                    <a:pt x="3005" y="1099"/>
                  </a:lnTo>
                  <a:lnTo>
                    <a:pt x="2931" y="1270"/>
                  </a:lnTo>
                  <a:lnTo>
                    <a:pt x="2907" y="1441"/>
                  </a:lnTo>
                  <a:lnTo>
                    <a:pt x="2882" y="1612"/>
                  </a:lnTo>
                  <a:lnTo>
                    <a:pt x="2858" y="1808"/>
                  </a:lnTo>
                  <a:lnTo>
                    <a:pt x="2882" y="2076"/>
                  </a:lnTo>
                  <a:lnTo>
                    <a:pt x="2956" y="2345"/>
                  </a:lnTo>
                  <a:lnTo>
                    <a:pt x="3053" y="2589"/>
                  </a:lnTo>
                  <a:lnTo>
                    <a:pt x="3175" y="2809"/>
                  </a:lnTo>
                  <a:lnTo>
                    <a:pt x="0" y="6546"/>
                  </a:lnTo>
                  <a:lnTo>
                    <a:pt x="367" y="6814"/>
                  </a:lnTo>
                  <a:lnTo>
                    <a:pt x="709" y="7132"/>
                  </a:lnTo>
                  <a:lnTo>
                    <a:pt x="3884" y="3419"/>
                  </a:lnTo>
                  <a:lnTo>
                    <a:pt x="4055" y="3493"/>
                  </a:lnTo>
                  <a:lnTo>
                    <a:pt x="4250" y="3542"/>
                  </a:lnTo>
                  <a:lnTo>
                    <a:pt x="4445" y="3566"/>
                  </a:lnTo>
                  <a:lnTo>
                    <a:pt x="4641" y="3590"/>
                  </a:lnTo>
                  <a:lnTo>
                    <a:pt x="4836" y="3566"/>
                  </a:lnTo>
                  <a:lnTo>
                    <a:pt x="5007" y="3542"/>
                  </a:lnTo>
                  <a:lnTo>
                    <a:pt x="5178" y="3517"/>
                  </a:lnTo>
                  <a:lnTo>
                    <a:pt x="5349" y="3444"/>
                  </a:lnTo>
                  <a:lnTo>
                    <a:pt x="5496" y="3371"/>
                  </a:lnTo>
                  <a:lnTo>
                    <a:pt x="5642" y="3273"/>
                  </a:lnTo>
                  <a:lnTo>
                    <a:pt x="5789" y="3175"/>
                  </a:lnTo>
                  <a:lnTo>
                    <a:pt x="5911" y="3053"/>
                  </a:lnTo>
                  <a:lnTo>
                    <a:pt x="6033" y="2931"/>
                  </a:lnTo>
                  <a:lnTo>
                    <a:pt x="6131" y="2809"/>
                  </a:lnTo>
                  <a:lnTo>
                    <a:pt x="6228" y="2638"/>
                  </a:lnTo>
                  <a:lnTo>
                    <a:pt x="6302" y="2491"/>
                  </a:lnTo>
                  <a:lnTo>
                    <a:pt x="6350" y="2320"/>
                  </a:lnTo>
                  <a:lnTo>
                    <a:pt x="6399" y="2149"/>
                  </a:lnTo>
                  <a:lnTo>
                    <a:pt x="6424" y="1979"/>
                  </a:lnTo>
                  <a:lnTo>
                    <a:pt x="6448" y="1808"/>
                  </a:lnTo>
                  <a:lnTo>
                    <a:pt x="6424" y="1612"/>
                  </a:lnTo>
                  <a:lnTo>
                    <a:pt x="6399" y="1441"/>
                  </a:lnTo>
                  <a:lnTo>
                    <a:pt x="6350" y="1270"/>
                  </a:lnTo>
                  <a:lnTo>
                    <a:pt x="6302" y="1099"/>
                  </a:lnTo>
                  <a:lnTo>
                    <a:pt x="6228" y="953"/>
                  </a:lnTo>
                  <a:lnTo>
                    <a:pt x="6131" y="806"/>
                  </a:lnTo>
                  <a:lnTo>
                    <a:pt x="6033" y="660"/>
                  </a:lnTo>
                  <a:lnTo>
                    <a:pt x="5911" y="538"/>
                  </a:lnTo>
                  <a:lnTo>
                    <a:pt x="5789" y="415"/>
                  </a:lnTo>
                  <a:lnTo>
                    <a:pt x="5642" y="318"/>
                  </a:lnTo>
                  <a:lnTo>
                    <a:pt x="5496" y="220"/>
                  </a:lnTo>
                  <a:lnTo>
                    <a:pt x="5349" y="147"/>
                  </a:lnTo>
                  <a:lnTo>
                    <a:pt x="5178" y="98"/>
                  </a:lnTo>
                  <a:lnTo>
                    <a:pt x="5007" y="49"/>
                  </a:lnTo>
                  <a:lnTo>
                    <a:pt x="4836" y="25"/>
                  </a:lnTo>
                  <a:lnTo>
                    <a:pt x="4641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86" name="Google Shape;386;p59"/>
            <p:cNvSpPr/>
            <p:nvPr/>
          </p:nvSpPr>
          <p:spPr>
            <a:xfrm>
              <a:off x="5330925" y="4985350"/>
              <a:ext cx="128250" cy="148400"/>
            </a:xfrm>
            <a:custGeom>
              <a:rect b="b" l="l" r="r" t="t"/>
              <a:pathLst>
                <a:path extrusionOk="0" h="5936" w="5130">
                  <a:moveTo>
                    <a:pt x="1563" y="0"/>
                  </a:moveTo>
                  <a:lnTo>
                    <a:pt x="1392" y="25"/>
                  </a:lnTo>
                  <a:lnTo>
                    <a:pt x="1221" y="74"/>
                  </a:lnTo>
                  <a:lnTo>
                    <a:pt x="1075" y="147"/>
                  </a:lnTo>
                  <a:lnTo>
                    <a:pt x="904" y="220"/>
                  </a:lnTo>
                  <a:lnTo>
                    <a:pt x="757" y="318"/>
                  </a:lnTo>
                  <a:lnTo>
                    <a:pt x="635" y="416"/>
                  </a:lnTo>
                  <a:lnTo>
                    <a:pt x="513" y="538"/>
                  </a:lnTo>
                  <a:lnTo>
                    <a:pt x="391" y="660"/>
                  </a:lnTo>
                  <a:lnTo>
                    <a:pt x="293" y="806"/>
                  </a:lnTo>
                  <a:lnTo>
                    <a:pt x="196" y="953"/>
                  </a:lnTo>
                  <a:lnTo>
                    <a:pt x="122" y="1099"/>
                  </a:lnTo>
                  <a:lnTo>
                    <a:pt x="74" y="1270"/>
                  </a:lnTo>
                  <a:lnTo>
                    <a:pt x="25" y="1466"/>
                  </a:lnTo>
                  <a:lnTo>
                    <a:pt x="0" y="1637"/>
                  </a:lnTo>
                  <a:lnTo>
                    <a:pt x="0" y="1808"/>
                  </a:lnTo>
                  <a:lnTo>
                    <a:pt x="0" y="2003"/>
                  </a:lnTo>
                  <a:lnTo>
                    <a:pt x="25" y="2174"/>
                  </a:lnTo>
                  <a:lnTo>
                    <a:pt x="74" y="2345"/>
                  </a:lnTo>
                  <a:lnTo>
                    <a:pt x="147" y="2492"/>
                  </a:lnTo>
                  <a:lnTo>
                    <a:pt x="220" y="2663"/>
                  </a:lnTo>
                  <a:lnTo>
                    <a:pt x="318" y="2785"/>
                  </a:lnTo>
                  <a:lnTo>
                    <a:pt x="415" y="2931"/>
                  </a:lnTo>
                  <a:lnTo>
                    <a:pt x="538" y="3053"/>
                  </a:lnTo>
                  <a:lnTo>
                    <a:pt x="660" y="3175"/>
                  </a:lnTo>
                  <a:lnTo>
                    <a:pt x="806" y="3273"/>
                  </a:lnTo>
                  <a:lnTo>
                    <a:pt x="953" y="3371"/>
                  </a:lnTo>
                  <a:lnTo>
                    <a:pt x="1099" y="3444"/>
                  </a:lnTo>
                  <a:lnTo>
                    <a:pt x="1270" y="3493"/>
                  </a:lnTo>
                  <a:lnTo>
                    <a:pt x="1466" y="3542"/>
                  </a:lnTo>
                  <a:lnTo>
                    <a:pt x="1710" y="3566"/>
                  </a:lnTo>
                  <a:lnTo>
                    <a:pt x="1979" y="3566"/>
                  </a:lnTo>
                  <a:lnTo>
                    <a:pt x="2223" y="3517"/>
                  </a:lnTo>
                  <a:lnTo>
                    <a:pt x="2467" y="3444"/>
                  </a:lnTo>
                  <a:lnTo>
                    <a:pt x="4396" y="5935"/>
                  </a:lnTo>
                  <a:lnTo>
                    <a:pt x="4738" y="5642"/>
                  </a:lnTo>
                  <a:lnTo>
                    <a:pt x="5129" y="5374"/>
                  </a:lnTo>
                  <a:lnTo>
                    <a:pt x="3200" y="2858"/>
                  </a:lnTo>
                  <a:lnTo>
                    <a:pt x="3322" y="2687"/>
                  </a:lnTo>
                  <a:lnTo>
                    <a:pt x="3419" y="2516"/>
                  </a:lnTo>
                  <a:lnTo>
                    <a:pt x="3493" y="2321"/>
                  </a:lnTo>
                  <a:lnTo>
                    <a:pt x="3542" y="2101"/>
                  </a:lnTo>
                  <a:lnTo>
                    <a:pt x="3566" y="1930"/>
                  </a:lnTo>
                  <a:lnTo>
                    <a:pt x="3566" y="1734"/>
                  </a:lnTo>
                  <a:lnTo>
                    <a:pt x="3566" y="1564"/>
                  </a:lnTo>
                  <a:lnTo>
                    <a:pt x="3517" y="1393"/>
                  </a:lnTo>
                  <a:lnTo>
                    <a:pt x="3468" y="1222"/>
                  </a:lnTo>
                  <a:lnTo>
                    <a:pt x="3419" y="1075"/>
                  </a:lnTo>
                  <a:lnTo>
                    <a:pt x="3346" y="904"/>
                  </a:lnTo>
                  <a:lnTo>
                    <a:pt x="3249" y="758"/>
                  </a:lnTo>
                  <a:lnTo>
                    <a:pt x="3151" y="635"/>
                  </a:lnTo>
                  <a:lnTo>
                    <a:pt x="3029" y="513"/>
                  </a:lnTo>
                  <a:lnTo>
                    <a:pt x="2907" y="391"/>
                  </a:lnTo>
                  <a:lnTo>
                    <a:pt x="2760" y="294"/>
                  </a:lnTo>
                  <a:lnTo>
                    <a:pt x="2614" y="196"/>
                  </a:lnTo>
                  <a:lnTo>
                    <a:pt x="2443" y="123"/>
                  </a:lnTo>
                  <a:lnTo>
                    <a:pt x="2272" y="74"/>
                  </a:lnTo>
                  <a:lnTo>
                    <a:pt x="2101" y="25"/>
                  </a:lnTo>
                  <a:lnTo>
                    <a:pt x="1930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87" name="Google Shape;387;p59"/>
            <p:cNvSpPr/>
            <p:nvPr/>
          </p:nvSpPr>
          <p:spPr>
            <a:xfrm>
              <a:off x="5241175" y="5241175"/>
              <a:ext cx="180125" cy="109325"/>
            </a:xfrm>
            <a:custGeom>
              <a:rect b="b" l="l" r="r" t="t"/>
              <a:pathLst>
                <a:path extrusionOk="0" h="4373" w="7205">
                  <a:moveTo>
                    <a:pt x="6839" y="1"/>
                  </a:moveTo>
                  <a:lnTo>
                    <a:pt x="3224" y="1491"/>
                  </a:lnTo>
                  <a:lnTo>
                    <a:pt x="3102" y="1368"/>
                  </a:lnTo>
                  <a:lnTo>
                    <a:pt x="2980" y="1246"/>
                  </a:lnTo>
                  <a:lnTo>
                    <a:pt x="2858" y="1124"/>
                  </a:lnTo>
                  <a:lnTo>
                    <a:pt x="2687" y="1026"/>
                  </a:lnTo>
                  <a:lnTo>
                    <a:pt x="2540" y="953"/>
                  </a:lnTo>
                  <a:lnTo>
                    <a:pt x="2369" y="880"/>
                  </a:lnTo>
                  <a:lnTo>
                    <a:pt x="2198" y="831"/>
                  </a:lnTo>
                  <a:lnTo>
                    <a:pt x="2027" y="807"/>
                  </a:lnTo>
                  <a:lnTo>
                    <a:pt x="1856" y="782"/>
                  </a:lnTo>
                  <a:lnTo>
                    <a:pt x="1685" y="807"/>
                  </a:lnTo>
                  <a:lnTo>
                    <a:pt x="1514" y="807"/>
                  </a:lnTo>
                  <a:lnTo>
                    <a:pt x="1343" y="856"/>
                  </a:lnTo>
                  <a:lnTo>
                    <a:pt x="1172" y="904"/>
                  </a:lnTo>
                  <a:lnTo>
                    <a:pt x="1026" y="978"/>
                  </a:lnTo>
                  <a:lnTo>
                    <a:pt x="879" y="1051"/>
                  </a:lnTo>
                  <a:lnTo>
                    <a:pt x="733" y="1149"/>
                  </a:lnTo>
                  <a:lnTo>
                    <a:pt x="586" y="1271"/>
                  </a:lnTo>
                  <a:lnTo>
                    <a:pt x="464" y="1393"/>
                  </a:lnTo>
                  <a:lnTo>
                    <a:pt x="342" y="1515"/>
                  </a:lnTo>
                  <a:lnTo>
                    <a:pt x="244" y="1686"/>
                  </a:lnTo>
                  <a:lnTo>
                    <a:pt x="171" y="1832"/>
                  </a:lnTo>
                  <a:lnTo>
                    <a:pt x="98" y="2003"/>
                  </a:lnTo>
                  <a:lnTo>
                    <a:pt x="49" y="2174"/>
                  </a:lnTo>
                  <a:lnTo>
                    <a:pt x="25" y="2345"/>
                  </a:lnTo>
                  <a:lnTo>
                    <a:pt x="0" y="2516"/>
                  </a:lnTo>
                  <a:lnTo>
                    <a:pt x="0" y="2687"/>
                  </a:lnTo>
                  <a:lnTo>
                    <a:pt x="25" y="2858"/>
                  </a:lnTo>
                  <a:lnTo>
                    <a:pt x="73" y="3029"/>
                  </a:lnTo>
                  <a:lnTo>
                    <a:pt x="122" y="3200"/>
                  </a:lnTo>
                  <a:lnTo>
                    <a:pt x="195" y="3347"/>
                  </a:lnTo>
                  <a:lnTo>
                    <a:pt x="269" y="3518"/>
                  </a:lnTo>
                  <a:lnTo>
                    <a:pt x="366" y="3640"/>
                  </a:lnTo>
                  <a:lnTo>
                    <a:pt x="464" y="3786"/>
                  </a:lnTo>
                  <a:lnTo>
                    <a:pt x="611" y="3908"/>
                  </a:lnTo>
                  <a:lnTo>
                    <a:pt x="733" y="4031"/>
                  </a:lnTo>
                  <a:lnTo>
                    <a:pt x="904" y="4128"/>
                  </a:lnTo>
                  <a:lnTo>
                    <a:pt x="1050" y="4201"/>
                  </a:lnTo>
                  <a:lnTo>
                    <a:pt x="1221" y="4275"/>
                  </a:lnTo>
                  <a:lnTo>
                    <a:pt x="1392" y="4324"/>
                  </a:lnTo>
                  <a:lnTo>
                    <a:pt x="1563" y="4348"/>
                  </a:lnTo>
                  <a:lnTo>
                    <a:pt x="1734" y="4372"/>
                  </a:lnTo>
                  <a:lnTo>
                    <a:pt x="1905" y="4372"/>
                  </a:lnTo>
                  <a:lnTo>
                    <a:pt x="2076" y="4348"/>
                  </a:lnTo>
                  <a:lnTo>
                    <a:pt x="2247" y="4299"/>
                  </a:lnTo>
                  <a:lnTo>
                    <a:pt x="2418" y="4250"/>
                  </a:lnTo>
                  <a:lnTo>
                    <a:pt x="2565" y="4201"/>
                  </a:lnTo>
                  <a:lnTo>
                    <a:pt x="2711" y="4104"/>
                  </a:lnTo>
                  <a:lnTo>
                    <a:pt x="2858" y="4006"/>
                  </a:lnTo>
                  <a:lnTo>
                    <a:pt x="3004" y="3908"/>
                  </a:lnTo>
                  <a:lnTo>
                    <a:pt x="3126" y="3786"/>
                  </a:lnTo>
                  <a:lnTo>
                    <a:pt x="3248" y="3640"/>
                  </a:lnTo>
                  <a:lnTo>
                    <a:pt x="3346" y="3493"/>
                  </a:lnTo>
                  <a:lnTo>
                    <a:pt x="3468" y="3200"/>
                  </a:lnTo>
                  <a:lnTo>
                    <a:pt x="3541" y="2931"/>
                  </a:lnTo>
                  <a:lnTo>
                    <a:pt x="3590" y="2638"/>
                  </a:lnTo>
                  <a:lnTo>
                    <a:pt x="3566" y="2345"/>
                  </a:lnTo>
                  <a:lnTo>
                    <a:pt x="7205" y="856"/>
                  </a:lnTo>
                  <a:lnTo>
                    <a:pt x="6985" y="440"/>
                  </a:lnTo>
                  <a:lnTo>
                    <a:pt x="6839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88" name="Google Shape;388;p59"/>
            <p:cNvSpPr/>
            <p:nvPr/>
          </p:nvSpPr>
          <p:spPr>
            <a:xfrm>
              <a:off x="5461575" y="5316900"/>
              <a:ext cx="89175" cy="159975"/>
            </a:xfrm>
            <a:custGeom>
              <a:rect b="b" l="l" r="r" t="t"/>
              <a:pathLst>
                <a:path extrusionOk="0" h="6399" w="3567">
                  <a:moveTo>
                    <a:pt x="1491" y="0"/>
                  </a:moveTo>
                  <a:lnTo>
                    <a:pt x="1393" y="2858"/>
                  </a:lnTo>
                  <a:lnTo>
                    <a:pt x="1198" y="2907"/>
                  </a:lnTo>
                  <a:lnTo>
                    <a:pt x="1002" y="3004"/>
                  </a:lnTo>
                  <a:lnTo>
                    <a:pt x="807" y="3102"/>
                  </a:lnTo>
                  <a:lnTo>
                    <a:pt x="636" y="3224"/>
                  </a:lnTo>
                  <a:lnTo>
                    <a:pt x="489" y="3346"/>
                  </a:lnTo>
                  <a:lnTo>
                    <a:pt x="392" y="3493"/>
                  </a:lnTo>
                  <a:lnTo>
                    <a:pt x="269" y="3639"/>
                  </a:lnTo>
                  <a:lnTo>
                    <a:pt x="196" y="3786"/>
                  </a:lnTo>
                  <a:lnTo>
                    <a:pt x="123" y="3932"/>
                  </a:lnTo>
                  <a:lnTo>
                    <a:pt x="74" y="4103"/>
                  </a:lnTo>
                  <a:lnTo>
                    <a:pt x="25" y="4274"/>
                  </a:lnTo>
                  <a:lnTo>
                    <a:pt x="1" y="4445"/>
                  </a:lnTo>
                  <a:lnTo>
                    <a:pt x="1" y="4616"/>
                  </a:lnTo>
                  <a:lnTo>
                    <a:pt x="1" y="4787"/>
                  </a:lnTo>
                  <a:lnTo>
                    <a:pt x="25" y="4958"/>
                  </a:lnTo>
                  <a:lnTo>
                    <a:pt x="74" y="5129"/>
                  </a:lnTo>
                  <a:lnTo>
                    <a:pt x="123" y="5276"/>
                  </a:lnTo>
                  <a:lnTo>
                    <a:pt x="196" y="5447"/>
                  </a:lnTo>
                  <a:lnTo>
                    <a:pt x="294" y="5593"/>
                  </a:lnTo>
                  <a:lnTo>
                    <a:pt x="416" y="5740"/>
                  </a:lnTo>
                  <a:lnTo>
                    <a:pt x="538" y="5886"/>
                  </a:lnTo>
                  <a:lnTo>
                    <a:pt x="660" y="6008"/>
                  </a:lnTo>
                  <a:lnTo>
                    <a:pt x="807" y="6106"/>
                  </a:lnTo>
                  <a:lnTo>
                    <a:pt x="953" y="6179"/>
                  </a:lnTo>
                  <a:lnTo>
                    <a:pt x="1124" y="6252"/>
                  </a:lnTo>
                  <a:lnTo>
                    <a:pt x="1271" y="6326"/>
                  </a:lnTo>
                  <a:lnTo>
                    <a:pt x="1442" y="6350"/>
                  </a:lnTo>
                  <a:lnTo>
                    <a:pt x="1613" y="6375"/>
                  </a:lnTo>
                  <a:lnTo>
                    <a:pt x="1784" y="6399"/>
                  </a:lnTo>
                  <a:lnTo>
                    <a:pt x="1955" y="6375"/>
                  </a:lnTo>
                  <a:lnTo>
                    <a:pt x="2126" y="6350"/>
                  </a:lnTo>
                  <a:lnTo>
                    <a:pt x="2297" y="6301"/>
                  </a:lnTo>
                  <a:lnTo>
                    <a:pt x="2468" y="6252"/>
                  </a:lnTo>
                  <a:lnTo>
                    <a:pt x="2614" y="6179"/>
                  </a:lnTo>
                  <a:lnTo>
                    <a:pt x="2785" y="6082"/>
                  </a:lnTo>
                  <a:lnTo>
                    <a:pt x="2932" y="5984"/>
                  </a:lnTo>
                  <a:lnTo>
                    <a:pt x="3054" y="5862"/>
                  </a:lnTo>
                  <a:lnTo>
                    <a:pt x="3176" y="5715"/>
                  </a:lnTo>
                  <a:lnTo>
                    <a:pt x="3273" y="5569"/>
                  </a:lnTo>
                  <a:lnTo>
                    <a:pt x="3371" y="5422"/>
                  </a:lnTo>
                  <a:lnTo>
                    <a:pt x="3444" y="5276"/>
                  </a:lnTo>
                  <a:lnTo>
                    <a:pt x="3493" y="5105"/>
                  </a:lnTo>
                  <a:lnTo>
                    <a:pt x="3542" y="4934"/>
                  </a:lnTo>
                  <a:lnTo>
                    <a:pt x="3567" y="4763"/>
                  </a:lnTo>
                  <a:lnTo>
                    <a:pt x="3567" y="4592"/>
                  </a:lnTo>
                  <a:lnTo>
                    <a:pt x="3567" y="4421"/>
                  </a:lnTo>
                  <a:lnTo>
                    <a:pt x="3542" y="4250"/>
                  </a:lnTo>
                  <a:lnTo>
                    <a:pt x="3493" y="4079"/>
                  </a:lnTo>
                  <a:lnTo>
                    <a:pt x="3420" y="3908"/>
                  </a:lnTo>
                  <a:lnTo>
                    <a:pt x="3347" y="3761"/>
                  </a:lnTo>
                  <a:lnTo>
                    <a:pt x="3273" y="3615"/>
                  </a:lnTo>
                  <a:lnTo>
                    <a:pt x="3151" y="3468"/>
                  </a:lnTo>
                  <a:lnTo>
                    <a:pt x="2980" y="3273"/>
                  </a:lnTo>
                  <a:lnTo>
                    <a:pt x="2761" y="3102"/>
                  </a:lnTo>
                  <a:lnTo>
                    <a:pt x="2541" y="2980"/>
                  </a:lnTo>
                  <a:lnTo>
                    <a:pt x="2321" y="2907"/>
                  </a:lnTo>
                  <a:lnTo>
                    <a:pt x="2419" y="25"/>
                  </a:lnTo>
                  <a:lnTo>
                    <a:pt x="2419" y="25"/>
                  </a:lnTo>
                  <a:lnTo>
                    <a:pt x="2126" y="49"/>
                  </a:lnTo>
                  <a:lnTo>
                    <a:pt x="1808" y="25"/>
                  </a:lnTo>
                  <a:lnTo>
                    <a:pt x="1491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89" name="Google Shape;389;p59"/>
            <p:cNvSpPr/>
            <p:nvPr/>
          </p:nvSpPr>
          <p:spPr>
            <a:xfrm>
              <a:off x="5619100" y="5194175"/>
              <a:ext cx="161850" cy="89775"/>
            </a:xfrm>
            <a:custGeom>
              <a:rect b="b" l="l" r="r" t="t"/>
              <a:pathLst>
                <a:path extrusionOk="0" h="3591" w="6474">
                  <a:moveTo>
                    <a:pt x="4592" y="0"/>
                  </a:moveTo>
                  <a:lnTo>
                    <a:pt x="4422" y="25"/>
                  </a:lnTo>
                  <a:lnTo>
                    <a:pt x="4251" y="73"/>
                  </a:lnTo>
                  <a:lnTo>
                    <a:pt x="4080" y="122"/>
                  </a:lnTo>
                  <a:lnTo>
                    <a:pt x="3884" y="196"/>
                  </a:lnTo>
                  <a:lnTo>
                    <a:pt x="3713" y="293"/>
                  </a:lnTo>
                  <a:lnTo>
                    <a:pt x="3567" y="391"/>
                  </a:lnTo>
                  <a:lnTo>
                    <a:pt x="3420" y="513"/>
                  </a:lnTo>
                  <a:lnTo>
                    <a:pt x="3298" y="660"/>
                  </a:lnTo>
                  <a:lnTo>
                    <a:pt x="3200" y="806"/>
                  </a:lnTo>
                  <a:lnTo>
                    <a:pt x="3103" y="953"/>
                  </a:lnTo>
                  <a:lnTo>
                    <a:pt x="3029" y="1124"/>
                  </a:lnTo>
                  <a:lnTo>
                    <a:pt x="99" y="757"/>
                  </a:lnTo>
                  <a:lnTo>
                    <a:pt x="74" y="1221"/>
                  </a:lnTo>
                  <a:lnTo>
                    <a:pt x="1" y="1661"/>
                  </a:lnTo>
                  <a:lnTo>
                    <a:pt x="2907" y="2027"/>
                  </a:lnTo>
                  <a:lnTo>
                    <a:pt x="2932" y="2223"/>
                  </a:lnTo>
                  <a:lnTo>
                    <a:pt x="3005" y="2418"/>
                  </a:lnTo>
                  <a:lnTo>
                    <a:pt x="3078" y="2565"/>
                  </a:lnTo>
                  <a:lnTo>
                    <a:pt x="3152" y="2736"/>
                  </a:lnTo>
                  <a:lnTo>
                    <a:pt x="3249" y="2882"/>
                  </a:lnTo>
                  <a:lnTo>
                    <a:pt x="3371" y="3004"/>
                  </a:lnTo>
                  <a:lnTo>
                    <a:pt x="3493" y="3126"/>
                  </a:lnTo>
                  <a:lnTo>
                    <a:pt x="3616" y="3248"/>
                  </a:lnTo>
                  <a:lnTo>
                    <a:pt x="3762" y="3346"/>
                  </a:lnTo>
                  <a:lnTo>
                    <a:pt x="3909" y="3419"/>
                  </a:lnTo>
                  <a:lnTo>
                    <a:pt x="4080" y="3493"/>
                  </a:lnTo>
                  <a:lnTo>
                    <a:pt x="4251" y="3541"/>
                  </a:lnTo>
                  <a:lnTo>
                    <a:pt x="4422" y="3566"/>
                  </a:lnTo>
                  <a:lnTo>
                    <a:pt x="4592" y="3590"/>
                  </a:lnTo>
                  <a:lnTo>
                    <a:pt x="4763" y="3590"/>
                  </a:lnTo>
                  <a:lnTo>
                    <a:pt x="4934" y="3566"/>
                  </a:lnTo>
                  <a:lnTo>
                    <a:pt x="5105" y="3541"/>
                  </a:lnTo>
                  <a:lnTo>
                    <a:pt x="5276" y="3468"/>
                  </a:lnTo>
                  <a:lnTo>
                    <a:pt x="5447" y="3419"/>
                  </a:lnTo>
                  <a:lnTo>
                    <a:pt x="5618" y="3322"/>
                  </a:lnTo>
                  <a:lnTo>
                    <a:pt x="5765" y="3224"/>
                  </a:lnTo>
                  <a:lnTo>
                    <a:pt x="5887" y="3102"/>
                  </a:lnTo>
                  <a:lnTo>
                    <a:pt x="6009" y="2980"/>
                  </a:lnTo>
                  <a:lnTo>
                    <a:pt x="6131" y="2858"/>
                  </a:lnTo>
                  <a:lnTo>
                    <a:pt x="6204" y="2711"/>
                  </a:lnTo>
                  <a:lnTo>
                    <a:pt x="6302" y="2565"/>
                  </a:lnTo>
                  <a:lnTo>
                    <a:pt x="6351" y="2394"/>
                  </a:lnTo>
                  <a:lnTo>
                    <a:pt x="6400" y="2223"/>
                  </a:lnTo>
                  <a:lnTo>
                    <a:pt x="6449" y="2076"/>
                  </a:lnTo>
                  <a:lnTo>
                    <a:pt x="6473" y="1881"/>
                  </a:lnTo>
                  <a:lnTo>
                    <a:pt x="6473" y="1710"/>
                  </a:lnTo>
                  <a:lnTo>
                    <a:pt x="6449" y="1539"/>
                  </a:lnTo>
                  <a:lnTo>
                    <a:pt x="6424" y="1368"/>
                  </a:lnTo>
                  <a:lnTo>
                    <a:pt x="6351" y="1197"/>
                  </a:lnTo>
                  <a:lnTo>
                    <a:pt x="6278" y="1026"/>
                  </a:lnTo>
                  <a:lnTo>
                    <a:pt x="6204" y="855"/>
                  </a:lnTo>
                  <a:lnTo>
                    <a:pt x="6107" y="708"/>
                  </a:lnTo>
                  <a:lnTo>
                    <a:pt x="5985" y="586"/>
                  </a:lnTo>
                  <a:lnTo>
                    <a:pt x="5862" y="464"/>
                  </a:lnTo>
                  <a:lnTo>
                    <a:pt x="5740" y="342"/>
                  </a:lnTo>
                  <a:lnTo>
                    <a:pt x="5594" y="269"/>
                  </a:lnTo>
                  <a:lnTo>
                    <a:pt x="5447" y="171"/>
                  </a:lnTo>
                  <a:lnTo>
                    <a:pt x="5276" y="122"/>
                  </a:lnTo>
                  <a:lnTo>
                    <a:pt x="5105" y="73"/>
                  </a:lnTo>
                  <a:lnTo>
                    <a:pt x="4934" y="25"/>
                  </a:lnTo>
                  <a:lnTo>
                    <a:pt x="4763" y="25"/>
                  </a:lnTo>
                  <a:lnTo>
                    <a:pt x="4592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90" name="Google Shape;390;p59"/>
            <p:cNvSpPr/>
            <p:nvPr/>
          </p:nvSpPr>
          <p:spPr>
            <a:xfrm>
              <a:off x="5420075" y="5116000"/>
              <a:ext cx="189300" cy="189925"/>
            </a:xfrm>
            <a:custGeom>
              <a:rect b="b" l="l" r="r" t="t"/>
              <a:pathLst>
                <a:path extrusionOk="0" h="7597" w="7572">
                  <a:moveTo>
                    <a:pt x="3786" y="1"/>
                  </a:moveTo>
                  <a:lnTo>
                    <a:pt x="3395" y="25"/>
                  </a:lnTo>
                  <a:lnTo>
                    <a:pt x="3028" y="74"/>
                  </a:lnTo>
                  <a:lnTo>
                    <a:pt x="2662" y="172"/>
                  </a:lnTo>
                  <a:lnTo>
                    <a:pt x="2320" y="294"/>
                  </a:lnTo>
                  <a:lnTo>
                    <a:pt x="1978" y="465"/>
                  </a:lnTo>
                  <a:lnTo>
                    <a:pt x="1661" y="660"/>
                  </a:lnTo>
                  <a:lnTo>
                    <a:pt x="1392" y="880"/>
                  </a:lnTo>
                  <a:lnTo>
                    <a:pt x="1123" y="1124"/>
                  </a:lnTo>
                  <a:lnTo>
                    <a:pt x="879" y="1393"/>
                  </a:lnTo>
                  <a:lnTo>
                    <a:pt x="659" y="1686"/>
                  </a:lnTo>
                  <a:lnTo>
                    <a:pt x="464" y="1979"/>
                  </a:lnTo>
                  <a:lnTo>
                    <a:pt x="293" y="2321"/>
                  </a:lnTo>
                  <a:lnTo>
                    <a:pt x="171" y="2663"/>
                  </a:lnTo>
                  <a:lnTo>
                    <a:pt x="73" y="3029"/>
                  </a:lnTo>
                  <a:lnTo>
                    <a:pt x="24" y="3420"/>
                  </a:lnTo>
                  <a:lnTo>
                    <a:pt x="0" y="3787"/>
                  </a:lnTo>
                  <a:lnTo>
                    <a:pt x="24" y="4177"/>
                  </a:lnTo>
                  <a:lnTo>
                    <a:pt x="73" y="4568"/>
                  </a:lnTo>
                  <a:lnTo>
                    <a:pt x="171" y="4934"/>
                  </a:lnTo>
                  <a:lnTo>
                    <a:pt x="293" y="5276"/>
                  </a:lnTo>
                  <a:lnTo>
                    <a:pt x="464" y="5594"/>
                  </a:lnTo>
                  <a:lnTo>
                    <a:pt x="659" y="5911"/>
                  </a:lnTo>
                  <a:lnTo>
                    <a:pt x="879" y="6204"/>
                  </a:lnTo>
                  <a:lnTo>
                    <a:pt x="1123" y="6473"/>
                  </a:lnTo>
                  <a:lnTo>
                    <a:pt x="1392" y="6717"/>
                  </a:lnTo>
                  <a:lnTo>
                    <a:pt x="1661" y="6937"/>
                  </a:lnTo>
                  <a:lnTo>
                    <a:pt x="1978" y="7133"/>
                  </a:lnTo>
                  <a:lnTo>
                    <a:pt x="2320" y="7279"/>
                  </a:lnTo>
                  <a:lnTo>
                    <a:pt x="2662" y="7426"/>
                  </a:lnTo>
                  <a:lnTo>
                    <a:pt x="3028" y="7499"/>
                  </a:lnTo>
                  <a:lnTo>
                    <a:pt x="3395" y="7572"/>
                  </a:lnTo>
                  <a:lnTo>
                    <a:pt x="3786" y="7597"/>
                  </a:lnTo>
                  <a:lnTo>
                    <a:pt x="4176" y="7572"/>
                  </a:lnTo>
                  <a:lnTo>
                    <a:pt x="4567" y="7499"/>
                  </a:lnTo>
                  <a:lnTo>
                    <a:pt x="4909" y="7426"/>
                  </a:lnTo>
                  <a:lnTo>
                    <a:pt x="5275" y="7279"/>
                  </a:lnTo>
                  <a:lnTo>
                    <a:pt x="5593" y="7133"/>
                  </a:lnTo>
                  <a:lnTo>
                    <a:pt x="5910" y="6937"/>
                  </a:lnTo>
                  <a:lnTo>
                    <a:pt x="6203" y="6717"/>
                  </a:lnTo>
                  <a:lnTo>
                    <a:pt x="6472" y="6473"/>
                  </a:lnTo>
                  <a:lnTo>
                    <a:pt x="6716" y="6204"/>
                  </a:lnTo>
                  <a:lnTo>
                    <a:pt x="6936" y="5911"/>
                  </a:lnTo>
                  <a:lnTo>
                    <a:pt x="7132" y="5594"/>
                  </a:lnTo>
                  <a:lnTo>
                    <a:pt x="7278" y="5276"/>
                  </a:lnTo>
                  <a:lnTo>
                    <a:pt x="7425" y="4934"/>
                  </a:lnTo>
                  <a:lnTo>
                    <a:pt x="7498" y="4568"/>
                  </a:lnTo>
                  <a:lnTo>
                    <a:pt x="7571" y="4177"/>
                  </a:lnTo>
                  <a:lnTo>
                    <a:pt x="7571" y="3787"/>
                  </a:lnTo>
                  <a:lnTo>
                    <a:pt x="7571" y="3420"/>
                  </a:lnTo>
                  <a:lnTo>
                    <a:pt x="7498" y="3029"/>
                  </a:lnTo>
                  <a:lnTo>
                    <a:pt x="7425" y="2663"/>
                  </a:lnTo>
                  <a:lnTo>
                    <a:pt x="7278" y="2321"/>
                  </a:lnTo>
                  <a:lnTo>
                    <a:pt x="7132" y="1979"/>
                  </a:lnTo>
                  <a:lnTo>
                    <a:pt x="6936" y="1686"/>
                  </a:lnTo>
                  <a:lnTo>
                    <a:pt x="6716" y="1393"/>
                  </a:lnTo>
                  <a:lnTo>
                    <a:pt x="6472" y="1124"/>
                  </a:lnTo>
                  <a:lnTo>
                    <a:pt x="6203" y="880"/>
                  </a:lnTo>
                  <a:lnTo>
                    <a:pt x="5910" y="660"/>
                  </a:lnTo>
                  <a:lnTo>
                    <a:pt x="5593" y="465"/>
                  </a:lnTo>
                  <a:lnTo>
                    <a:pt x="5275" y="294"/>
                  </a:lnTo>
                  <a:lnTo>
                    <a:pt x="4909" y="172"/>
                  </a:lnTo>
                  <a:lnTo>
                    <a:pt x="4567" y="74"/>
                  </a:lnTo>
                  <a:lnTo>
                    <a:pt x="4176" y="25"/>
                  </a:lnTo>
                  <a:lnTo>
                    <a:pt x="3786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391" name="Google Shape;391;p59"/>
          <p:cNvSpPr/>
          <p:nvPr/>
        </p:nvSpPr>
        <p:spPr>
          <a:xfrm>
            <a:off x="9845048" y="5576947"/>
            <a:ext cx="397142" cy="219513"/>
          </a:xfrm>
          <a:custGeom>
            <a:rect b="b" l="l" r="r" t="t"/>
            <a:pathLst>
              <a:path extrusionOk="0" h="10503" w="19002">
                <a:moveTo>
                  <a:pt x="17072" y="1100"/>
                </a:moveTo>
                <a:lnTo>
                  <a:pt x="17145" y="1124"/>
                </a:lnTo>
                <a:lnTo>
                  <a:pt x="17268" y="1197"/>
                </a:lnTo>
                <a:lnTo>
                  <a:pt x="17365" y="1320"/>
                </a:lnTo>
                <a:lnTo>
                  <a:pt x="17390" y="1393"/>
                </a:lnTo>
                <a:lnTo>
                  <a:pt x="17390" y="1490"/>
                </a:lnTo>
                <a:lnTo>
                  <a:pt x="17390" y="1564"/>
                </a:lnTo>
                <a:lnTo>
                  <a:pt x="17365" y="1637"/>
                </a:lnTo>
                <a:lnTo>
                  <a:pt x="17268" y="1759"/>
                </a:lnTo>
                <a:lnTo>
                  <a:pt x="17145" y="1832"/>
                </a:lnTo>
                <a:lnTo>
                  <a:pt x="17072" y="1857"/>
                </a:lnTo>
                <a:lnTo>
                  <a:pt x="16926" y="1857"/>
                </a:lnTo>
                <a:lnTo>
                  <a:pt x="16852" y="1832"/>
                </a:lnTo>
                <a:lnTo>
                  <a:pt x="16730" y="1759"/>
                </a:lnTo>
                <a:lnTo>
                  <a:pt x="16657" y="1637"/>
                </a:lnTo>
                <a:lnTo>
                  <a:pt x="16633" y="1564"/>
                </a:lnTo>
                <a:lnTo>
                  <a:pt x="16608" y="1490"/>
                </a:lnTo>
                <a:lnTo>
                  <a:pt x="16633" y="1393"/>
                </a:lnTo>
                <a:lnTo>
                  <a:pt x="16657" y="1320"/>
                </a:lnTo>
                <a:lnTo>
                  <a:pt x="16730" y="1197"/>
                </a:lnTo>
                <a:lnTo>
                  <a:pt x="16852" y="1124"/>
                </a:lnTo>
                <a:lnTo>
                  <a:pt x="16926" y="1100"/>
                </a:lnTo>
                <a:close/>
                <a:moveTo>
                  <a:pt x="15924" y="1"/>
                </a:moveTo>
                <a:lnTo>
                  <a:pt x="15656" y="25"/>
                </a:lnTo>
                <a:lnTo>
                  <a:pt x="15387" y="74"/>
                </a:lnTo>
                <a:lnTo>
                  <a:pt x="15192" y="123"/>
                </a:lnTo>
                <a:lnTo>
                  <a:pt x="14996" y="172"/>
                </a:lnTo>
                <a:lnTo>
                  <a:pt x="14801" y="269"/>
                </a:lnTo>
                <a:lnTo>
                  <a:pt x="14605" y="367"/>
                </a:lnTo>
                <a:lnTo>
                  <a:pt x="14435" y="489"/>
                </a:lnTo>
                <a:lnTo>
                  <a:pt x="14264" y="611"/>
                </a:lnTo>
                <a:lnTo>
                  <a:pt x="14093" y="758"/>
                </a:lnTo>
                <a:lnTo>
                  <a:pt x="13970" y="929"/>
                </a:lnTo>
                <a:lnTo>
                  <a:pt x="13824" y="1100"/>
                </a:lnTo>
                <a:lnTo>
                  <a:pt x="13726" y="1271"/>
                </a:lnTo>
                <a:lnTo>
                  <a:pt x="13629" y="1466"/>
                </a:lnTo>
                <a:lnTo>
                  <a:pt x="13531" y="1661"/>
                </a:lnTo>
                <a:lnTo>
                  <a:pt x="13482" y="1881"/>
                </a:lnTo>
                <a:lnTo>
                  <a:pt x="13433" y="2101"/>
                </a:lnTo>
                <a:lnTo>
                  <a:pt x="13409" y="2345"/>
                </a:lnTo>
                <a:lnTo>
                  <a:pt x="13409" y="2565"/>
                </a:lnTo>
                <a:lnTo>
                  <a:pt x="6668" y="4372"/>
                </a:lnTo>
                <a:lnTo>
                  <a:pt x="6986" y="4592"/>
                </a:lnTo>
                <a:lnTo>
                  <a:pt x="7303" y="4812"/>
                </a:lnTo>
                <a:lnTo>
                  <a:pt x="7621" y="5032"/>
                </a:lnTo>
                <a:lnTo>
                  <a:pt x="7938" y="5203"/>
                </a:lnTo>
                <a:lnTo>
                  <a:pt x="8280" y="5374"/>
                </a:lnTo>
                <a:lnTo>
                  <a:pt x="8597" y="5496"/>
                </a:lnTo>
                <a:lnTo>
                  <a:pt x="8939" y="5618"/>
                </a:lnTo>
                <a:lnTo>
                  <a:pt x="9257" y="5740"/>
                </a:lnTo>
                <a:lnTo>
                  <a:pt x="9599" y="5813"/>
                </a:lnTo>
                <a:lnTo>
                  <a:pt x="9941" y="5862"/>
                </a:lnTo>
                <a:lnTo>
                  <a:pt x="10258" y="5911"/>
                </a:lnTo>
                <a:lnTo>
                  <a:pt x="10600" y="5935"/>
                </a:lnTo>
                <a:lnTo>
                  <a:pt x="10942" y="5935"/>
                </a:lnTo>
                <a:lnTo>
                  <a:pt x="11284" y="5911"/>
                </a:lnTo>
                <a:lnTo>
                  <a:pt x="11626" y="5862"/>
                </a:lnTo>
                <a:lnTo>
                  <a:pt x="11968" y="5813"/>
                </a:lnTo>
                <a:lnTo>
                  <a:pt x="12285" y="5716"/>
                </a:lnTo>
                <a:lnTo>
                  <a:pt x="12603" y="5642"/>
                </a:lnTo>
                <a:lnTo>
                  <a:pt x="13140" y="5423"/>
                </a:lnTo>
                <a:lnTo>
                  <a:pt x="13629" y="5203"/>
                </a:lnTo>
                <a:lnTo>
                  <a:pt x="14044" y="4983"/>
                </a:lnTo>
                <a:lnTo>
                  <a:pt x="14386" y="4763"/>
                </a:lnTo>
                <a:lnTo>
                  <a:pt x="14630" y="4592"/>
                </a:lnTo>
                <a:lnTo>
                  <a:pt x="14850" y="4421"/>
                </a:lnTo>
                <a:lnTo>
                  <a:pt x="14923" y="4372"/>
                </a:lnTo>
                <a:lnTo>
                  <a:pt x="15021" y="4348"/>
                </a:lnTo>
                <a:lnTo>
                  <a:pt x="15118" y="4372"/>
                </a:lnTo>
                <a:lnTo>
                  <a:pt x="15192" y="4421"/>
                </a:lnTo>
                <a:lnTo>
                  <a:pt x="15240" y="4519"/>
                </a:lnTo>
                <a:lnTo>
                  <a:pt x="15240" y="4592"/>
                </a:lnTo>
                <a:lnTo>
                  <a:pt x="15240" y="4690"/>
                </a:lnTo>
                <a:lnTo>
                  <a:pt x="15167" y="4763"/>
                </a:lnTo>
                <a:lnTo>
                  <a:pt x="15045" y="4861"/>
                </a:lnTo>
                <a:lnTo>
                  <a:pt x="14752" y="5105"/>
                </a:lnTo>
                <a:lnTo>
                  <a:pt x="14312" y="5398"/>
                </a:lnTo>
                <a:lnTo>
                  <a:pt x="14019" y="5569"/>
                </a:lnTo>
                <a:lnTo>
                  <a:pt x="13702" y="5716"/>
                </a:lnTo>
                <a:lnTo>
                  <a:pt x="13213" y="5935"/>
                </a:lnTo>
                <a:lnTo>
                  <a:pt x="12969" y="6033"/>
                </a:lnTo>
                <a:lnTo>
                  <a:pt x="12676" y="6131"/>
                </a:lnTo>
                <a:lnTo>
                  <a:pt x="12090" y="6277"/>
                </a:lnTo>
                <a:lnTo>
                  <a:pt x="11797" y="6326"/>
                </a:lnTo>
                <a:lnTo>
                  <a:pt x="11479" y="6375"/>
                </a:lnTo>
                <a:lnTo>
                  <a:pt x="11137" y="6400"/>
                </a:lnTo>
                <a:lnTo>
                  <a:pt x="10796" y="6424"/>
                </a:lnTo>
                <a:lnTo>
                  <a:pt x="10429" y="6400"/>
                </a:lnTo>
                <a:lnTo>
                  <a:pt x="10063" y="6375"/>
                </a:lnTo>
                <a:lnTo>
                  <a:pt x="9696" y="6326"/>
                </a:lnTo>
                <a:lnTo>
                  <a:pt x="9306" y="6229"/>
                </a:lnTo>
                <a:lnTo>
                  <a:pt x="8915" y="6131"/>
                </a:lnTo>
                <a:lnTo>
                  <a:pt x="8500" y="5984"/>
                </a:lnTo>
                <a:lnTo>
                  <a:pt x="8085" y="5813"/>
                </a:lnTo>
                <a:lnTo>
                  <a:pt x="7669" y="5594"/>
                </a:lnTo>
                <a:lnTo>
                  <a:pt x="7572" y="5569"/>
                </a:lnTo>
                <a:lnTo>
                  <a:pt x="7376" y="5471"/>
                </a:lnTo>
                <a:lnTo>
                  <a:pt x="7254" y="5471"/>
                </a:lnTo>
                <a:lnTo>
                  <a:pt x="7132" y="5496"/>
                </a:lnTo>
                <a:lnTo>
                  <a:pt x="318" y="7694"/>
                </a:lnTo>
                <a:lnTo>
                  <a:pt x="245" y="7743"/>
                </a:lnTo>
                <a:lnTo>
                  <a:pt x="147" y="7792"/>
                </a:lnTo>
                <a:lnTo>
                  <a:pt x="98" y="7865"/>
                </a:lnTo>
                <a:lnTo>
                  <a:pt x="49" y="7938"/>
                </a:lnTo>
                <a:lnTo>
                  <a:pt x="1" y="8036"/>
                </a:lnTo>
                <a:lnTo>
                  <a:pt x="1" y="8134"/>
                </a:lnTo>
                <a:lnTo>
                  <a:pt x="1" y="8207"/>
                </a:lnTo>
                <a:lnTo>
                  <a:pt x="25" y="8305"/>
                </a:lnTo>
                <a:lnTo>
                  <a:pt x="98" y="8451"/>
                </a:lnTo>
                <a:lnTo>
                  <a:pt x="196" y="8549"/>
                </a:lnTo>
                <a:lnTo>
                  <a:pt x="318" y="8622"/>
                </a:lnTo>
                <a:lnTo>
                  <a:pt x="489" y="8646"/>
                </a:lnTo>
                <a:lnTo>
                  <a:pt x="611" y="8622"/>
                </a:lnTo>
                <a:lnTo>
                  <a:pt x="269" y="8793"/>
                </a:lnTo>
                <a:lnTo>
                  <a:pt x="171" y="8842"/>
                </a:lnTo>
                <a:lnTo>
                  <a:pt x="123" y="8915"/>
                </a:lnTo>
                <a:lnTo>
                  <a:pt x="49" y="8988"/>
                </a:lnTo>
                <a:lnTo>
                  <a:pt x="25" y="9086"/>
                </a:lnTo>
                <a:lnTo>
                  <a:pt x="1" y="9159"/>
                </a:lnTo>
                <a:lnTo>
                  <a:pt x="1" y="9257"/>
                </a:lnTo>
                <a:lnTo>
                  <a:pt x="1" y="9355"/>
                </a:lnTo>
                <a:lnTo>
                  <a:pt x="49" y="9452"/>
                </a:lnTo>
                <a:lnTo>
                  <a:pt x="123" y="9575"/>
                </a:lnTo>
                <a:lnTo>
                  <a:pt x="220" y="9648"/>
                </a:lnTo>
                <a:lnTo>
                  <a:pt x="342" y="9697"/>
                </a:lnTo>
                <a:lnTo>
                  <a:pt x="489" y="9721"/>
                </a:lnTo>
                <a:lnTo>
                  <a:pt x="587" y="9721"/>
                </a:lnTo>
                <a:lnTo>
                  <a:pt x="684" y="9672"/>
                </a:lnTo>
                <a:lnTo>
                  <a:pt x="855" y="9599"/>
                </a:lnTo>
                <a:lnTo>
                  <a:pt x="782" y="9721"/>
                </a:lnTo>
                <a:lnTo>
                  <a:pt x="758" y="9868"/>
                </a:lnTo>
                <a:lnTo>
                  <a:pt x="782" y="10014"/>
                </a:lnTo>
                <a:lnTo>
                  <a:pt x="831" y="10161"/>
                </a:lnTo>
                <a:lnTo>
                  <a:pt x="929" y="10258"/>
                </a:lnTo>
                <a:lnTo>
                  <a:pt x="1026" y="10307"/>
                </a:lnTo>
                <a:lnTo>
                  <a:pt x="1124" y="10356"/>
                </a:lnTo>
                <a:lnTo>
                  <a:pt x="1246" y="10380"/>
                </a:lnTo>
                <a:lnTo>
                  <a:pt x="1393" y="10356"/>
                </a:lnTo>
                <a:lnTo>
                  <a:pt x="1515" y="10283"/>
                </a:lnTo>
                <a:lnTo>
                  <a:pt x="6082" y="7303"/>
                </a:lnTo>
                <a:lnTo>
                  <a:pt x="6546" y="7523"/>
                </a:lnTo>
                <a:lnTo>
                  <a:pt x="7108" y="7743"/>
                </a:lnTo>
                <a:lnTo>
                  <a:pt x="7791" y="7987"/>
                </a:lnTo>
                <a:lnTo>
                  <a:pt x="8524" y="8207"/>
                </a:lnTo>
                <a:lnTo>
                  <a:pt x="9306" y="8402"/>
                </a:lnTo>
                <a:lnTo>
                  <a:pt x="10087" y="8549"/>
                </a:lnTo>
                <a:lnTo>
                  <a:pt x="10454" y="8598"/>
                </a:lnTo>
                <a:lnTo>
                  <a:pt x="10820" y="8646"/>
                </a:lnTo>
                <a:lnTo>
                  <a:pt x="11528" y="8646"/>
                </a:lnTo>
                <a:lnTo>
                  <a:pt x="12212" y="10356"/>
                </a:lnTo>
                <a:lnTo>
                  <a:pt x="12261" y="10405"/>
                </a:lnTo>
                <a:lnTo>
                  <a:pt x="12310" y="10454"/>
                </a:lnTo>
                <a:lnTo>
                  <a:pt x="12383" y="10478"/>
                </a:lnTo>
                <a:lnTo>
                  <a:pt x="12456" y="10503"/>
                </a:lnTo>
                <a:lnTo>
                  <a:pt x="13384" y="10503"/>
                </a:lnTo>
                <a:lnTo>
                  <a:pt x="13482" y="10478"/>
                </a:lnTo>
                <a:lnTo>
                  <a:pt x="13555" y="10454"/>
                </a:lnTo>
                <a:lnTo>
                  <a:pt x="13604" y="10405"/>
                </a:lnTo>
                <a:lnTo>
                  <a:pt x="13629" y="10332"/>
                </a:lnTo>
                <a:lnTo>
                  <a:pt x="13629" y="10234"/>
                </a:lnTo>
                <a:lnTo>
                  <a:pt x="13580" y="10161"/>
                </a:lnTo>
                <a:lnTo>
                  <a:pt x="13506" y="10087"/>
                </a:lnTo>
                <a:lnTo>
                  <a:pt x="13409" y="10087"/>
                </a:lnTo>
                <a:lnTo>
                  <a:pt x="12603" y="10014"/>
                </a:lnTo>
                <a:lnTo>
                  <a:pt x="12163" y="8646"/>
                </a:lnTo>
                <a:lnTo>
                  <a:pt x="12700" y="8598"/>
                </a:lnTo>
                <a:lnTo>
                  <a:pt x="13067" y="8549"/>
                </a:lnTo>
                <a:lnTo>
                  <a:pt x="13482" y="8475"/>
                </a:lnTo>
                <a:lnTo>
                  <a:pt x="13922" y="8378"/>
                </a:lnTo>
                <a:lnTo>
                  <a:pt x="14386" y="8280"/>
                </a:lnTo>
                <a:lnTo>
                  <a:pt x="14874" y="8109"/>
                </a:lnTo>
                <a:lnTo>
                  <a:pt x="15363" y="7914"/>
                </a:lnTo>
                <a:lnTo>
                  <a:pt x="15827" y="7670"/>
                </a:lnTo>
                <a:lnTo>
                  <a:pt x="16046" y="7547"/>
                </a:lnTo>
                <a:lnTo>
                  <a:pt x="16291" y="7376"/>
                </a:lnTo>
                <a:lnTo>
                  <a:pt x="16486" y="7205"/>
                </a:lnTo>
                <a:lnTo>
                  <a:pt x="16681" y="7035"/>
                </a:lnTo>
                <a:lnTo>
                  <a:pt x="16877" y="6839"/>
                </a:lnTo>
                <a:lnTo>
                  <a:pt x="17072" y="6619"/>
                </a:lnTo>
                <a:lnTo>
                  <a:pt x="17219" y="6375"/>
                </a:lnTo>
                <a:lnTo>
                  <a:pt x="17365" y="6131"/>
                </a:lnTo>
                <a:lnTo>
                  <a:pt x="17512" y="5862"/>
                </a:lnTo>
                <a:lnTo>
                  <a:pt x="17610" y="5569"/>
                </a:lnTo>
                <a:lnTo>
                  <a:pt x="17707" y="5276"/>
                </a:lnTo>
                <a:lnTo>
                  <a:pt x="17780" y="4959"/>
                </a:lnTo>
                <a:lnTo>
                  <a:pt x="17829" y="4592"/>
                </a:lnTo>
                <a:lnTo>
                  <a:pt x="17854" y="4226"/>
                </a:lnTo>
                <a:lnTo>
                  <a:pt x="17854" y="3884"/>
                </a:lnTo>
                <a:lnTo>
                  <a:pt x="17829" y="3444"/>
                </a:lnTo>
                <a:lnTo>
                  <a:pt x="17829" y="2980"/>
                </a:lnTo>
                <a:lnTo>
                  <a:pt x="17829" y="2760"/>
                </a:lnTo>
                <a:lnTo>
                  <a:pt x="17878" y="2590"/>
                </a:lnTo>
                <a:lnTo>
                  <a:pt x="18440" y="2370"/>
                </a:lnTo>
                <a:lnTo>
                  <a:pt x="18733" y="2272"/>
                </a:lnTo>
                <a:lnTo>
                  <a:pt x="18293" y="2125"/>
                </a:lnTo>
                <a:lnTo>
                  <a:pt x="18586" y="1979"/>
                </a:lnTo>
                <a:lnTo>
                  <a:pt x="18855" y="1857"/>
                </a:lnTo>
                <a:lnTo>
                  <a:pt x="18953" y="1808"/>
                </a:lnTo>
                <a:lnTo>
                  <a:pt x="19002" y="1759"/>
                </a:lnTo>
                <a:lnTo>
                  <a:pt x="19002" y="1710"/>
                </a:lnTo>
                <a:lnTo>
                  <a:pt x="18953" y="1686"/>
                </a:lnTo>
                <a:lnTo>
                  <a:pt x="18000" y="1271"/>
                </a:lnTo>
                <a:lnTo>
                  <a:pt x="17780" y="1026"/>
                </a:lnTo>
                <a:lnTo>
                  <a:pt x="17561" y="782"/>
                </a:lnTo>
                <a:lnTo>
                  <a:pt x="17243" y="514"/>
                </a:lnTo>
                <a:lnTo>
                  <a:pt x="17048" y="391"/>
                </a:lnTo>
                <a:lnTo>
                  <a:pt x="16852" y="269"/>
                </a:lnTo>
                <a:lnTo>
                  <a:pt x="16633" y="172"/>
                </a:lnTo>
                <a:lnTo>
                  <a:pt x="16413" y="98"/>
                </a:lnTo>
                <a:lnTo>
                  <a:pt x="16169" y="25"/>
                </a:lnTo>
                <a:lnTo>
                  <a:pt x="15924" y="1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grpSp>
        <p:nvGrpSpPr>
          <p:cNvPr id="392" name="Google Shape;392;p59"/>
          <p:cNvGrpSpPr/>
          <p:nvPr/>
        </p:nvGrpSpPr>
        <p:grpSpPr>
          <a:xfrm>
            <a:off x="10461471" y="5534417"/>
            <a:ext cx="289444" cy="332833"/>
            <a:chOff x="6685175" y="5036025"/>
            <a:chExt cx="346225" cy="398125"/>
          </a:xfrm>
        </p:grpSpPr>
        <p:sp>
          <p:nvSpPr>
            <p:cNvPr id="393" name="Google Shape;393;p59"/>
            <p:cNvSpPr/>
            <p:nvPr/>
          </p:nvSpPr>
          <p:spPr>
            <a:xfrm>
              <a:off x="6743800" y="5036025"/>
              <a:ext cx="105650" cy="147775"/>
            </a:xfrm>
            <a:custGeom>
              <a:rect b="b" l="l" r="r" t="t"/>
              <a:pathLst>
                <a:path extrusionOk="0" h="5911" w="4226">
                  <a:moveTo>
                    <a:pt x="2931" y="1"/>
                  </a:moveTo>
                  <a:lnTo>
                    <a:pt x="2736" y="25"/>
                  </a:lnTo>
                  <a:lnTo>
                    <a:pt x="2516" y="74"/>
                  </a:lnTo>
                  <a:lnTo>
                    <a:pt x="2272" y="147"/>
                  </a:lnTo>
                  <a:lnTo>
                    <a:pt x="2027" y="269"/>
                  </a:lnTo>
                  <a:lnTo>
                    <a:pt x="1783" y="416"/>
                  </a:lnTo>
                  <a:lnTo>
                    <a:pt x="1539" y="611"/>
                  </a:lnTo>
                  <a:lnTo>
                    <a:pt x="1319" y="807"/>
                  </a:lnTo>
                  <a:lnTo>
                    <a:pt x="1075" y="1026"/>
                  </a:lnTo>
                  <a:lnTo>
                    <a:pt x="855" y="1271"/>
                  </a:lnTo>
                  <a:lnTo>
                    <a:pt x="660" y="1539"/>
                  </a:lnTo>
                  <a:lnTo>
                    <a:pt x="489" y="1808"/>
                  </a:lnTo>
                  <a:lnTo>
                    <a:pt x="318" y="2101"/>
                  </a:lnTo>
                  <a:lnTo>
                    <a:pt x="196" y="2370"/>
                  </a:lnTo>
                  <a:lnTo>
                    <a:pt x="98" y="2663"/>
                  </a:lnTo>
                  <a:lnTo>
                    <a:pt x="25" y="2956"/>
                  </a:lnTo>
                  <a:lnTo>
                    <a:pt x="0" y="3249"/>
                  </a:lnTo>
                  <a:lnTo>
                    <a:pt x="0" y="3517"/>
                  </a:lnTo>
                  <a:lnTo>
                    <a:pt x="49" y="3786"/>
                  </a:lnTo>
                  <a:lnTo>
                    <a:pt x="122" y="4055"/>
                  </a:lnTo>
                  <a:lnTo>
                    <a:pt x="196" y="4299"/>
                  </a:lnTo>
                  <a:lnTo>
                    <a:pt x="293" y="4543"/>
                  </a:lnTo>
                  <a:lnTo>
                    <a:pt x="415" y="4763"/>
                  </a:lnTo>
                  <a:lnTo>
                    <a:pt x="562" y="4958"/>
                  </a:lnTo>
                  <a:lnTo>
                    <a:pt x="708" y="5154"/>
                  </a:lnTo>
                  <a:lnTo>
                    <a:pt x="855" y="5325"/>
                  </a:lnTo>
                  <a:lnTo>
                    <a:pt x="1026" y="5471"/>
                  </a:lnTo>
                  <a:lnTo>
                    <a:pt x="1221" y="5618"/>
                  </a:lnTo>
                  <a:lnTo>
                    <a:pt x="1392" y="5716"/>
                  </a:lnTo>
                  <a:lnTo>
                    <a:pt x="1588" y="5813"/>
                  </a:lnTo>
                  <a:lnTo>
                    <a:pt x="1807" y="5862"/>
                  </a:lnTo>
                  <a:lnTo>
                    <a:pt x="2003" y="5911"/>
                  </a:lnTo>
                  <a:lnTo>
                    <a:pt x="2442" y="5911"/>
                  </a:lnTo>
                  <a:lnTo>
                    <a:pt x="2662" y="5862"/>
                  </a:lnTo>
                  <a:lnTo>
                    <a:pt x="2858" y="5789"/>
                  </a:lnTo>
                  <a:lnTo>
                    <a:pt x="3053" y="5716"/>
                  </a:lnTo>
                  <a:lnTo>
                    <a:pt x="3224" y="5593"/>
                  </a:lnTo>
                  <a:lnTo>
                    <a:pt x="3395" y="5471"/>
                  </a:lnTo>
                  <a:lnTo>
                    <a:pt x="3541" y="5300"/>
                  </a:lnTo>
                  <a:lnTo>
                    <a:pt x="3688" y="5129"/>
                  </a:lnTo>
                  <a:lnTo>
                    <a:pt x="3810" y="4934"/>
                  </a:lnTo>
                  <a:lnTo>
                    <a:pt x="3932" y="4739"/>
                  </a:lnTo>
                  <a:lnTo>
                    <a:pt x="4030" y="4519"/>
                  </a:lnTo>
                  <a:lnTo>
                    <a:pt x="4103" y="4275"/>
                  </a:lnTo>
                  <a:lnTo>
                    <a:pt x="4152" y="4030"/>
                  </a:lnTo>
                  <a:lnTo>
                    <a:pt x="4201" y="3786"/>
                  </a:lnTo>
                  <a:lnTo>
                    <a:pt x="4225" y="3517"/>
                  </a:lnTo>
                  <a:lnTo>
                    <a:pt x="4201" y="3249"/>
                  </a:lnTo>
                  <a:lnTo>
                    <a:pt x="4176" y="2980"/>
                  </a:lnTo>
                  <a:lnTo>
                    <a:pt x="4054" y="1881"/>
                  </a:lnTo>
                  <a:lnTo>
                    <a:pt x="3957" y="1368"/>
                  </a:lnTo>
                  <a:lnTo>
                    <a:pt x="3835" y="904"/>
                  </a:lnTo>
                  <a:lnTo>
                    <a:pt x="3737" y="684"/>
                  </a:lnTo>
                  <a:lnTo>
                    <a:pt x="3664" y="513"/>
                  </a:lnTo>
                  <a:lnTo>
                    <a:pt x="3541" y="342"/>
                  </a:lnTo>
                  <a:lnTo>
                    <a:pt x="3419" y="220"/>
                  </a:lnTo>
                  <a:lnTo>
                    <a:pt x="3273" y="123"/>
                  </a:lnTo>
                  <a:lnTo>
                    <a:pt x="3126" y="49"/>
                  </a:lnTo>
                  <a:lnTo>
                    <a:pt x="2931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94" name="Google Shape;394;p59"/>
            <p:cNvSpPr/>
            <p:nvPr/>
          </p:nvSpPr>
          <p:spPr>
            <a:xfrm>
              <a:off x="6685175" y="5152025"/>
              <a:ext cx="84275" cy="117275"/>
            </a:xfrm>
            <a:custGeom>
              <a:rect b="b" l="l" r="r" t="t"/>
              <a:pathLst>
                <a:path extrusionOk="0" h="4691" w="3371">
                  <a:moveTo>
                    <a:pt x="1368" y="1"/>
                  </a:moveTo>
                  <a:lnTo>
                    <a:pt x="1197" y="25"/>
                  </a:lnTo>
                  <a:lnTo>
                    <a:pt x="1026" y="99"/>
                  </a:lnTo>
                  <a:lnTo>
                    <a:pt x="855" y="172"/>
                  </a:lnTo>
                  <a:lnTo>
                    <a:pt x="709" y="270"/>
                  </a:lnTo>
                  <a:lnTo>
                    <a:pt x="562" y="392"/>
                  </a:lnTo>
                  <a:lnTo>
                    <a:pt x="440" y="538"/>
                  </a:lnTo>
                  <a:lnTo>
                    <a:pt x="318" y="685"/>
                  </a:lnTo>
                  <a:lnTo>
                    <a:pt x="220" y="856"/>
                  </a:lnTo>
                  <a:lnTo>
                    <a:pt x="147" y="1051"/>
                  </a:lnTo>
                  <a:lnTo>
                    <a:pt x="74" y="1247"/>
                  </a:lnTo>
                  <a:lnTo>
                    <a:pt x="49" y="1442"/>
                  </a:lnTo>
                  <a:lnTo>
                    <a:pt x="1" y="1662"/>
                  </a:lnTo>
                  <a:lnTo>
                    <a:pt x="1" y="1882"/>
                  </a:lnTo>
                  <a:lnTo>
                    <a:pt x="1" y="2101"/>
                  </a:lnTo>
                  <a:lnTo>
                    <a:pt x="25" y="2346"/>
                  </a:lnTo>
                  <a:lnTo>
                    <a:pt x="74" y="2565"/>
                  </a:lnTo>
                  <a:lnTo>
                    <a:pt x="147" y="2810"/>
                  </a:lnTo>
                  <a:lnTo>
                    <a:pt x="220" y="3054"/>
                  </a:lnTo>
                  <a:lnTo>
                    <a:pt x="342" y="3274"/>
                  </a:lnTo>
                  <a:lnTo>
                    <a:pt x="440" y="3493"/>
                  </a:lnTo>
                  <a:lnTo>
                    <a:pt x="587" y="3689"/>
                  </a:lnTo>
                  <a:lnTo>
                    <a:pt x="733" y="3860"/>
                  </a:lnTo>
                  <a:lnTo>
                    <a:pt x="880" y="4031"/>
                  </a:lnTo>
                  <a:lnTo>
                    <a:pt x="1051" y="4177"/>
                  </a:lnTo>
                  <a:lnTo>
                    <a:pt x="1222" y="4324"/>
                  </a:lnTo>
                  <a:lnTo>
                    <a:pt x="1393" y="4422"/>
                  </a:lnTo>
                  <a:lnTo>
                    <a:pt x="1564" y="4519"/>
                  </a:lnTo>
                  <a:lnTo>
                    <a:pt x="1759" y="4592"/>
                  </a:lnTo>
                  <a:lnTo>
                    <a:pt x="1954" y="4641"/>
                  </a:lnTo>
                  <a:lnTo>
                    <a:pt x="2125" y="4690"/>
                  </a:lnTo>
                  <a:lnTo>
                    <a:pt x="2516" y="4690"/>
                  </a:lnTo>
                  <a:lnTo>
                    <a:pt x="2687" y="4641"/>
                  </a:lnTo>
                  <a:lnTo>
                    <a:pt x="2882" y="4592"/>
                  </a:lnTo>
                  <a:lnTo>
                    <a:pt x="3029" y="4495"/>
                  </a:lnTo>
                  <a:lnTo>
                    <a:pt x="3151" y="4397"/>
                  </a:lnTo>
                  <a:lnTo>
                    <a:pt x="3249" y="4299"/>
                  </a:lnTo>
                  <a:lnTo>
                    <a:pt x="3322" y="4153"/>
                  </a:lnTo>
                  <a:lnTo>
                    <a:pt x="3371" y="4006"/>
                  </a:lnTo>
                  <a:lnTo>
                    <a:pt x="3371" y="3860"/>
                  </a:lnTo>
                  <a:lnTo>
                    <a:pt x="3371" y="3689"/>
                  </a:lnTo>
                  <a:lnTo>
                    <a:pt x="3347" y="3518"/>
                  </a:lnTo>
                  <a:lnTo>
                    <a:pt x="3249" y="3127"/>
                  </a:lnTo>
                  <a:lnTo>
                    <a:pt x="3078" y="2712"/>
                  </a:lnTo>
                  <a:lnTo>
                    <a:pt x="2712" y="1808"/>
                  </a:lnTo>
                  <a:lnTo>
                    <a:pt x="2370" y="953"/>
                  </a:lnTo>
                  <a:lnTo>
                    <a:pt x="2199" y="612"/>
                  </a:lnTo>
                  <a:lnTo>
                    <a:pt x="2028" y="343"/>
                  </a:lnTo>
                  <a:lnTo>
                    <a:pt x="1954" y="221"/>
                  </a:lnTo>
                  <a:lnTo>
                    <a:pt x="1857" y="123"/>
                  </a:lnTo>
                  <a:lnTo>
                    <a:pt x="1735" y="74"/>
                  </a:lnTo>
                  <a:lnTo>
                    <a:pt x="1637" y="25"/>
                  </a:lnTo>
                  <a:lnTo>
                    <a:pt x="1490" y="1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95" name="Google Shape;395;p59"/>
            <p:cNvSpPr/>
            <p:nvPr/>
          </p:nvSpPr>
          <p:spPr>
            <a:xfrm>
              <a:off x="6871400" y="5038475"/>
              <a:ext cx="105650" cy="145325"/>
            </a:xfrm>
            <a:custGeom>
              <a:rect b="b" l="l" r="r" t="t"/>
              <a:pathLst>
                <a:path extrusionOk="0" h="5813" w="4226">
                  <a:moveTo>
                    <a:pt x="1295" y="0"/>
                  </a:moveTo>
                  <a:lnTo>
                    <a:pt x="1100" y="49"/>
                  </a:lnTo>
                  <a:lnTo>
                    <a:pt x="953" y="98"/>
                  </a:lnTo>
                  <a:lnTo>
                    <a:pt x="807" y="196"/>
                  </a:lnTo>
                  <a:lnTo>
                    <a:pt x="684" y="318"/>
                  </a:lnTo>
                  <a:lnTo>
                    <a:pt x="587" y="464"/>
                  </a:lnTo>
                  <a:lnTo>
                    <a:pt x="489" y="660"/>
                  </a:lnTo>
                  <a:lnTo>
                    <a:pt x="391" y="855"/>
                  </a:lnTo>
                  <a:lnTo>
                    <a:pt x="269" y="1295"/>
                  </a:lnTo>
                  <a:lnTo>
                    <a:pt x="172" y="1808"/>
                  </a:lnTo>
                  <a:lnTo>
                    <a:pt x="49" y="2882"/>
                  </a:lnTo>
                  <a:lnTo>
                    <a:pt x="1" y="3151"/>
                  </a:lnTo>
                  <a:lnTo>
                    <a:pt x="1" y="3419"/>
                  </a:lnTo>
                  <a:lnTo>
                    <a:pt x="25" y="3688"/>
                  </a:lnTo>
                  <a:lnTo>
                    <a:pt x="74" y="3932"/>
                  </a:lnTo>
                  <a:lnTo>
                    <a:pt x="123" y="4177"/>
                  </a:lnTo>
                  <a:lnTo>
                    <a:pt x="196" y="4421"/>
                  </a:lnTo>
                  <a:lnTo>
                    <a:pt x="294" y="4641"/>
                  </a:lnTo>
                  <a:lnTo>
                    <a:pt x="416" y="4836"/>
                  </a:lnTo>
                  <a:lnTo>
                    <a:pt x="538" y="5031"/>
                  </a:lnTo>
                  <a:lnTo>
                    <a:pt x="684" y="5202"/>
                  </a:lnTo>
                  <a:lnTo>
                    <a:pt x="831" y="5373"/>
                  </a:lnTo>
                  <a:lnTo>
                    <a:pt x="1002" y="5495"/>
                  </a:lnTo>
                  <a:lnTo>
                    <a:pt x="1173" y="5618"/>
                  </a:lnTo>
                  <a:lnTo>
                    <a:pt x="1368" y="5691"/>
                  </a:lnTo>
                  <a:lnTo>
                    <a:pt x="1588" y="5764"/>
                  </a:lnTo>
                  <a:lnTo>
                    <a:pt x="1783" y="5813"/>
                  </a:lnTo>
                  <a:lnTo>
                    <a:pt x="2223" y="5813"/>
                  </a:lnTo>
                  <a:lnTo>
                    <a:pt x="2418" y="5764"/>
                  </a:lnTo>
                  <a:lnTo>
                    <a:pt x="2638" y="5715"/>
                  </a:lnTo>
                  <a:lnTo>
                    <a:pt x="2834" y="5618"/>
                  </a:lnTo>
                  <a:lnTo>
                    <a:pt x="3005" y="5520"/>
                  </a:lnTo>
                  <a:lnTo>
                    <a:pt x="3200" y="5373"/>
                  </a:lnTo>
                  <a:lnTo>
                    <a:pt x="3371" y="5227"/>
                  </a:lnTo>
                  <a:lnTo>
                    <a:pt x="3517" y="5056"/>
                  </a:lnTo>
                  <a:lnTo>
                    <a:pt x="3664" y="4860"/>
                  </a:lnTo>
                  <a:lnTo>
                    <a:pt x="3811" y="4665"/>
                  </a:lnTo>
                  <a:lnTo>
                    <a:pt x="3933" y="4445"/>
                  </a:lnTo>
                  <a:lnTo>
                    <a:pt x="4030" y="4201"/>
                  </a:lnTo>
                  <a:lnTo>
                    <a:pt x="4104" y="3957"/>
                  </a:lnTo>
                  <a:lnTo>
                    <a:pt x="4177" y="3688"/>
                  </a:lnTo>
                  <a:lnTo>
                    <a:pt x="4226" y="3419"/>
                  </a:lnTo>
                  <a:lnTo>
                    <a:pt x="4226" y="3151"/>
                  </a:lnTo>
                  <a:lnTo>
                    <a:pt x="4201" y="2858"/>
                  </a:lnTo>
                  <a:lnTo>
                    <a:pt x="4128" y="2589"/>
                  </a:lnTo>
                  <a:lnTo>
                    <a:pt x="4030" y="2296"/>
                  </a:lnTo>
                  <a:lnTo>
                    <a:pt x="3908" y="2027"/>
                  </a:lnTo>
                  <a:lnTo>
                    <a:pt x="3737" y="1734"/>
                  </a:lnTo>
                  <a:lnTo>
                    <a:pt x="3566" y="1490"/>
                  </a:lnTo>
                  <a:lnTo>
                    <a:pt x="3371" y="1221"/>
                  </a:lnTo>
                  <a:lnTo>
                    <a:pt x="3151" y="1002"/>
                  </a:lnTo>
                  <a:lnTo>
                    <a:pt x="2907" y="782"/>
                  </a:lnTo>
                  <a:lnTo>
                    <a:pt x="2687" y="586"/>
                  </a:lnTo>
                  <a:lnTo>
                    <a:pt x="2443" y="415"/>
                  </a:lnTo>
                  <a:lnTo>
                    <a:pt x="2199" y="269"/>
                  </a:lnTo>
                  <a:lnTo>
                    <a:pt x="1954" y="147"/>
                  </a:lnTo>
                  <a:lnTo>
                    <a:pt x="1710" y="74"/>
                  </a:lnTo>
                  <a:lnTo>
                    <a:pt x="1490" y="25"/>
                  </a:lnTo>
                  <a:lnTo>
                    <a:pt x="1295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96" name="Google Shape;396;p59"/>
            <p:cNvSpPr/>
            <p:nvPr/>
          </p:nvSpPr>
          <p:spPr>
            <a:xfrm>
              <a:off x="6944050" y="5155700"/>
              <a:ext cx="87350" cy="116025"/>
            </a:xfrm>
            <a:custGeom>
              <a:rect b="b" l="l" r="r" t="t"/>
              <a:pathLst>
                <a:path extrusionOk="0" h="4641" w="3494">
                  <a:moveTo>
                    <a:pt x="1979" y="0"/>
                  </a:moveTo>
                  <a:lnTo>
                    <a:pt x="1857" y="49"/>
                  </a:lnTo>
                  <a:lnTo>
                    <a:pt x="1735" y="98"/>
                  </a:lnTo>
                  <a:lnTo>
                    <a:pt x="1637" y="196"/>
                  </a:lnTo>
                  <a:lnTo>
                    <a:pt x="1540" y="294"/>
                  </a:lnTo>
                  <a:lnTo>
                    <a:pt x="1369" y="562"/>
                  </a:lnTo>
                  <a:lnTo>
                    <a:pt x="1173" y="904"/>
                  </a:lnTo>
                  <a:lnTo>
                    <a:pt x="782" y="1735"/>
                  </a:lnTo>
                  <a:lnTo>
                    <a:pt x="367" y="2614"/>
                  </a:lnTo>
                  <a:lnTo>
                    <a:pt x="196" y="3005"/>
                  </a:lnTo>
                  <a:lnTo>
                    <a:pt x="74" y="3395"/>
                  </a:lnTo>
                  <a:lnTo>
                    <a:pt x="25" y="3566"/>
                  </a:lnTo>
                  <a:lnTo>
                    <a:pt x="1" y="3737"/>
                  </a:lnTo>
                  <a:lnTo>
                    <a:pt x="25" y="3908"/>
                  </a:lnTo>
                  <a:lnTo>
                    <a:pt x="50" y="4055"/>
                  </a:lnTo>
                  <a:lnTo>
                    <a:pt x="99" y="4177"/>
                  </a:lnTo>
                  <a:lnTo>
                    <a:pt x="196" y="4299"/>
                  </a:lnTo>
                  <a:lnTo>
                    <a:pt x="318" y="4397"/>
                  </a:lnTo>
                  <a:lnTo>
                    <a:pt x="465" y="4494"/>
                  </a:lnTo>
                  <a:lnTo>
                    <a:pt x="636" y="4568"/>
                  </a:lnTo>
                  <a:lnTo>
                    <a:pt x="831" y="4616"/>
                  </a:lnTo>
                  <a:lnTo>
                    <a:pt x="1027" y="4641"/>
                  </a:lnTo>
                  <a:lnTo>
                    <a:pt x="1198" y="4641"/>
                  </a:lnTo>
                  <a:lnTo>
                    <a:pt x="1393" y="4616"/>
                  </a:lnTo>
                  <a:lnTo>
                    <a:pt x="1588" y="4568"/>
                  </a:lnTo>
                  <a:lnTo>
                    <a:pt x="1784" y="4494"/>
                  </a:lnTo>
                  <a:lnTo>
                    <a:pt x="1955" y="4421"/>
                  </a:lnTo>
                  <a:lnTo>
                    <a:pt x="2150" y="4323"/>
                  </a:lnTo>
                  <a:lnTo>
                    <a:pt x="2321" y="4201"/>
                  </a:lnTo>
                  <a:lnTo>
                    <a:pt x="2492" y="4055"/>
                  </a:lnTo>
                  <a:lnTo>
                    <a:pt x="2663" y="3884"/>
                  </a:lnTo>
                  <a:lnTo>
                    <a:pt x="2810" y="3713"/>
                  </a:lnTo>
                  <a:lnTo>
                    <a:pt x="2956" y="3517"/>
                  </a:lnTo>
                  <a:lnTo>
                    <a:pt x="3078" y="3322"/>
                  </a:lnTo>
                  <a:lnTo>
                    <a:pt x="3200" y="3102"/>
                  </a:lnTo>
                  <a:lnTo>
                    <a:pt x="3298" y="2882"/>
                  </a:lnTo>
                  <a:lnTo>
                    <a:pt x="3371" y="2638"/>
                  </a:lnTo>
                  <a:lnTo>
                    <a:pt x="3420" y="2418"/>
                  </a:lnTo>
                  <a:lnTo>
                    <a:pt x="3469" y="2174"/>
                  </a:lnTo>
                  <a:lnTo>
                    <a:pt x="3493" y="1954"/>
                  </a:lnTo>
                  <a:lnTo>
                    <a:pt x="3493" y="1735"/>
                  </a:lnTo>
                  <a:lnTo>
                    <a:pt x="3469" y="1515"/>
                  </a:lnTo>
                  <a:lnTo>
                    <a:pt x="3445" y="1319"/>
                  </a:lnTo>
                  <a:lnTo>
                    <a:pt x="3396" y="1124"/>
                  </a:lnTo>
                  <a:lnTo>
                    <a:pt x="3322" y="929"/>
                  </a:lnTo>
                  <a:lnTo>
                    <a:pt x="3249" y="758"/>
                  </a:lnTo>
                  <a:lnTo>
                    <a:pt x="3127" y="587"/>
                  </a:lnTo>
                  <a:lnTo>
                    <a:pt x="3005" y="440"/>
                  </a:lnTo>
                  <a:lnTo>
                    <a:pt x="2883" y="318"/>
                  </a:lnTo>
                  <a:lnTo>
                    <a:pt x="2736" y="196"/>
                  </a:lnTo>
                  <a:lnTo>
                    <a:pt x="2565" y="98"/>
                  </a:lnTo>
                  <a:lnTo>
                    <a:pt x="2394" y="49"/>
                  </a:lnTo>
                  <a:lnTo>
                    <a:pt x="2248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397" name="Google Shape;397;p59"/>
            <p:cNvSpPr/>
            <p:nvPr/>
          </p:nvSpPr>
          <p:spPr>
            <a:xfrm>
              <a:off x="6727300" y="5185625"/>
              <a:ext cx="263800" cy="248525"/>
            </a:xfrm>
            <a:custGeom>
              <a:rect b="b" l="l" r="r" t="t"/>
              <a:pathLst>
                <a:path extrusionOk="0" h="9941" w="10552">
                  <a:moveTo>
                    <a:pt x="5252" y="0"/>
                  </a:moveTo>
                  <a:lnTo>
                    <a:pt x="4959" y="25"/>
                  </a:lnTo>
                  <a:lnTo>
                    <a:pt x="4666" y="73"/>
                  </a:lnTo>
                  <a:lnTo>
                    <a:pt x="4372" y="171"/>
                  </a:lnTo>
                  <a:lnTo>
                    <a:pt x="4104" y="293"/>
                  </a:lnTo>
                  <a:lnTo>
                    <a:pt x="3835" y="464"/>
                  </a:lnTo>
                  <a:lnTo>
                    <a:pt x="3591" y="635"/>
                  </a:lnTo>
                  <a:lnTo>
                    <a:pt x="3371" y="855"/>
                  </a:lnTo>
                  <a:lnTo>
                    <a:pt x="3176" y="1124"/>
                  </a:lnTo>
                  <a:lnTo>
                    <a:pt x="3029" y="1343"/>
                  </a:lnTo>
                  <a:lnTo>
                    <a:pt x="2907" y="1612"/>
                  </a:lnTo>
                  <a:lnTo>
                    <a:pt x="2809" y="1856"/>
                  </a:lnTo>
                  <a:lnTo>
                    <a:pt x="2736" y="2125"/>
                  </a:lnTo>
                  <a:lnTo>
                    <a:pt x="2565" y="2662"/>
                  </a:lnTo>
                  <a:lnTo>
                    <a:pt x="2492" y="2931"/>
                  </a:lnTo>
                  <a:lnTo>
                    <a:pt x="2394" y="3200"/>
                  </a:lnTo>
                  <a:lnTo>
                    <a:pt x="2248" y="3444"/>
                  </a:lnTo>
                  <a:lnTo>
                    <a:pt x="2101" y="3688"/>
                  </a:lnTo>
                  <a:lnTo>
                    <a:pt x="1906" y="3908"/>
                  </a:lnTo>
                  <a:lnTo>
                    <a:pt x="1735" y="4103"/>
                  </a:lnTo>
                  <a:lnTo>
                    <a:pt x="1320" y="4470"/>
                  </a:lnTo>
                  <a:lnTo>
                    <a:pt x="904" y="4860"/>
                  </a:lnTo>
                  <a:lnTo>
                    <a:pt x="709" y="5080"/>
                  </a:lnTo>
                  <a:lnTo>
                    <a:pt x="514" y="5324"/>
                  </a:lnTo>
                  <a:lnTo>
                    <a:pt x="367" y="5569"/>
                  </a:lnTo>
                  <a:lnTo>
                    <a:pt x="245" y="5837"/>
                  </a:lnTo>
                  <a:lnTo>
                    <a:pt x="147" y="6130"/>
                  </a:lnTo>
                  <a:lnTo>
                    <a:pt x="74" y="6423"/>
                  </a:lnTo>
                  <a:lnTo>
                    <a:pt x="25" y="6741"/>
                  </a:lnTo>
                  <a:lnTo>
                    <a:pt x="1" y="7034"/>
                  </a:lnTo>
                  <a:lnTo>
                    <a:pt x="25" y="7327"/>
                  </a:lnTo>
                  <a:lnTo>
                    <a:pt x="50" y="7620"/>
                  </a:lnTo>
                  <a:lnTo>
                    <a:pt x="123" y="7889"/>
                  </a:lnTo>
                  <a:lnTo>
                    <a:pt x="221" y="8158"/>
                  </a:lnTo>
                  <a:lnTo>
                    <a:pt x="318" y="8426"/>
                  </a:lnTo>
                  <a:lnTo>
                    <a:pt x="440" y="8646"/>
                  </a:lnTo>
                  <a:lnTo>
                    <a:pt x="611" y="8890"/>
                  </a:lnTo>
                  <a:lnTo>
                    <a:pt x="782" y="9086"/>
                  </a:lnTo>
                  <a:lnTo>
                    <a:pt x="953" y="9281"/>
                  </a:lnTo>
                  <a:lnTo>
                    <a:pt x="1149" y="9428"/>
                  </a:lnTo>
                  <a:lnTo>
                    <a:pt x="1368" y="9574"/>
                  </a:lnTo>
                  <a:lnTo>
                    <a:pt x="1613" y="9696"/>
                  </a:lnTo>
                  <a:lnTo>
                    <a:pt x="1857" y="9794"/>
                  </a:lnTo>
                  <a:lnTo>
                    <a:pt x="2101" y="9867"/>
                  </a:lnTo>
                  <a:lnTo>
                    <a:pt x="2370" y="9916"/>
                  </a:lnTo>
                  <a:lnTo>
                    <a:pt x="2614" y="9940"/>
                  </a:lnTo>
                  <a:lnTo>
                    <a:pt x="2980" y="9916"/>
                  </a:lnTo>
                  <a:lnTo>
                    <a:pt x="3347" y="9818"/>
                  </a:lnTo>
                  <a:lnTo>
                    <a:pt x="3689" y="9696"/>
                  </a:lnTo>
                  <a:lnTo>
                    <a:pt x="4006" y="9501"/>
                  </a:lnTo>
                  <a:lnTo>
                    <a:pt x="4153" y="9403"/>
                  </a:lnTo>
                  <a:lnTo>
                    <a:pt x="4299" y="9330"/>
                  </a:lnTo>
                  <a:lnTo>
                    <a:pt x="4446" y="9305"/>
                  </a:lnTo>
                  <a:lnTo>
                    <a:pt x="4592" y="9257"/>
                  </a:lnTo>
                  <a:lnTo>
                    <a:pt x="4910" y="9232"/>
                  </a:lnTo>
                  <a:lnTo>
                    <a:pt x="5642" y="9232"/>
                  </a:lnTo>
                  <a:lnTo>
                    <a:pt x="5960" y="9257"/>
                  </a:lnTo>
                  <a:lnTo>
                    <a:pt x="6106" y="9305"/>
                  </a:lnTo>
                  <a:lnTo>
                    <a:pt x="6253" y="9330"/>
                  </a:lnTo>
                  <a:lnTo>
                    <a:pt x="6400" y="9403"/>
                  </a:lnTo>
                  <a:lnTo>
                    <a:pt x="6546" y="9501"/>
                  </a:lnTo>
                  <a:lnTo>
                    <a:pt x="6864" y="9696"/>
                  </a:lnTo>
                  <a:lnTo>
                    <a:pt x="7206" y="9818"/>
                  </a:lnTo>
                  <a:lnTo>
                    <a:pt x="7572" y="9916"/>
                  </a:lnTo>
                  <a:lnTo>
                    <a:pt x="7938" y="9940"/>
                  </a:lnTo>
                  <a:lnTo>
                    <a:pt x="8207" y="9916"/>
                  </a:lnTo>
                  <a:lnTo>
                    <a:pt x="8451" y="9867"/>
                  </a:lnTo>
                  <a:lnTo>
                    <a:pt x="8695" y="9794"/>
                  </a:lnTo>
                  <a:lnTo>
                    <a:pt x="8940" y="9696"/>
                  </a:lnTo>
                  <a:lnTo>
                    <a:pt x="9184" y="9574"/>
                  </a:lnTo>
                  <a:lnTo>
                    <a:pt x="9404" y="9428"/>
                  </a:lnTo>
                  <a:lnTo>
                    <a:pt x="9599" y="9281"/>
                  </a:lnTo>
                  <a:lnTo>
                    <a:pt x="9770" y="9086"/>
                  </a:lnTo>
                  <a:lnTo>
                    <a:pt x="9941" y="8890"/>
                  </a:lnTo>
                  <a:lnTo>
                    <a:pt x="10112" y="8646"/>
                  </a:lnTo>
                  <a:lnTo>
                    <a:pt x="10234" y="8426"/>
                  </a:lnTo>
                  <a:lnTo>
                    <a:pt x="10332" y="8158"/>
                  </a:lnTo>
                  <a:lnTo>
                    <a:pt x="10429" y="7889"/>
                  </a:lnTo>
                  <a:lnTo>
                    <a:pt x="10503" y="7620"/>
                  </a:lnTo>
                  <a:lnTo>
                    <a:pt x="10527" y="7327"/>
                  </a:lnTo>
                  <a:lnTo>
                    <a:pt x="10551" y="7034"/>
                  </a:lnTo>
                  <a:lnTo>
                    <a:pt x="10527" y="6741"/>
                  </a:lnTo>
                  <a:lnTo>
                    <a:pt x="10478" y="6423"/>
                  </a:lnTo>
                  <a:lnTo>
                    <a:pt x="10405" y="6130"/>
                  </a:lnTo>
                  <a:lnTo>
                    <a:pt x="10307" y="5837"/>
                  </a:lnTo>
                  <a:lnTo>
                    <a:pt x="10185" y="5569"/>
                  </a:lnTo>
                  <a:lnTo>
                    <a:pt x="10039" y="5324"/>
                  </a:lnTo>
                  <a:lnTo>
                    <a:pt x="9843" y="5080"/>
                  </a:lnTo>
                  <a:lnTo>
                    <a:pt x="9648" y="4860"/>
                  </a:lnTo>
                  <a:lnTo>
                    <a:pt x="9233" y="4470"/>
                  </a:lnTo>
                  <a:lnTo>
                    <a:pt x="8817" y="4103"/>
                  </a:lnTo>
                  <a:lnTo>
                    <a:pt x="8646" y="3908"/>
                  </a:lnTo>
                  <a:lnTo>
                    <a:pt x="8451" y="3688"/>
                  </a:lnTo>
                  <a:lnTo>
                    <a:pt x="8305" y="3444"/>
                  </a:lnTo>
                  <a:lnTo>
                    <a:pt x="8158" y="3200"/>
                  </a:lnTo>
                  <a:lnTo>
                    <a:pt x="8060" y="2931"/>
                  </a:lnTo>
                  <a:lnTo>
                    <a:pt x="7963" y="2662"/>
                  </a:lnTo>
                  <a:lnTo>
                    <a:pt x="7816" y="2125"/>
                  </a:lnTo>
                  <a:lnTo>
                    <a:pt x="7743" y="1856"/>
                  </a:lnTo>
                  <a:lnTo>
                    <a:pt x="7645" y="1612"/>
                  </a:lnTo>
                  <a:lnTo>
                    <a:pt x="7523" y="1343"/>
                  </a:lnTo>
                  <a:lnTo>
                    <a:pt x="7376" y="1124"/>
                  </a:lnTo>
                  <a:lnTo>
                    <a:pt x="7181" y="855"/>
                  </a:lnTo>
                  <a:lnTo>
                    <a:pt x="6961" y="635"/>
                  </a:lnTo>
                  <a:lnTo>
                    <a:pt x="6717" y="464"/>
                  </a:lnTo>
                  <a:lnTo>
                    <a:pt x="6448" y="293"/>
                  </a:lnTo>
                  <a:lnTo>
                    <a:pt x="6180" y="171"/>
                  </a:lnTo>
                  <a:lnTo>
                    <a:pt x="5887" y="73"/>
                  </a:lnTo>
                  <a:lnTo>
                    <a:pt x="5594" y="25"/>
                  </a:lnTo>
                  <a:lnTo>
                    <a:pt x="5301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t Icone [b]">
  <p:cSld name="Set Icone [b]"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60"/>
          <p:cNvSpPr txBox="1"/>
          <p:nvPr>
            <p:ph type="title"/>
          </p:nvPr>
        </p:nvSpPr>
        <p:spPr>
          <a:xfrm>
            <a:off x="276305" y="180000"/>
            <a:ext cx="11652170" cy="7073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4400"/>
              <a:buFont typeface="Century Gothic"/>
              <a:buNone/>
              <a:defRPr sz="4400">
                <a:solidFill>
                  <a:srgbClr val="7F7F7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0" name="Google Shape;400;p60"/>
          <p:cNvSpPr/>
          <p:nvPr/>
        </p:nvSpPr>
        <p:spPr>
          <a:xfrm>
            <a:off x="263525" y="927751"/>
            <a:ext cx="3743156" cy="5256000"/>
          </a:xfrm>
          <a:prstGeom prst="roundRect">
            <a:avLst>
              <a:gd fmla="val 3968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1">
              <a:solidFill>
                <a:srgbClr val="016B8E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1" name="Google Shape;401;p60"/>
          <p:cNvSpPr/>
          <p:nvPr/>
        </p:nvSpPr>
        <p:spPr>
          <a:xfrm>
            <a:off x="441448" y="1125751"/>
            <a:ext cx="153868" cy="4860000"/>
          </a:xfrm>
          <a:prstGeom prst="roundRect">
            <a:avLst>
              <a:gd fmla="val 50000" name="adj"/>
            </a:avLst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1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2" name="Google Shape;402;p60"/>
          <p:cNvSpPr/>
          <p:nvPr/>
        </p:nvSpPr>
        <p:spPr>
          <a:xfrm rot="5400000">
            <a:off x="3136411" y="1145529"/>
            <a:ext cx="685849" cy="685148"/>
          </a:xfrm>
          <a:prstGeom prst="halfFrame">
            <a:avLst>
              <a:gd fmla="val 23728" name="adj1"/>
              <a:gd fmla="val 24642" name="adj2"/>
            </a:avLst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1">
              <a:solidFill>
                <a:srgbClr val="004B8B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3" name="Google Shape;403;p60"/>
          <p:cNvSpPr txBox="1"/>
          <p:nvPr/>
        </p:nvSpPr>
        <p:spPr>
          <a:xfrm>
            <a:off x="621218" y="1655296"/>
            <a:ext cx="2586326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 xml:space="preserve">È possibile ridimensionare senza perdere la qualità </a:t>
            </a:r>
            <a:endParaRPr b="0" sz="14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4" name="Google Shape;404;p60"/>
          <p:cNvSpPr txBox="1"/>
          <p:nvPr/>
        </p:nvSpPr>
        <p:spPr>
          <a:xfrm>
            <a:off x="621219" y="2356903"/>
            <a:ext cx="2232248" cy="738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È possibile cambiare il colore di riempimento e il colore della linea</a:t>
            </a:r>
            <a:endParaRPr b="0" sz="14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5" name="Google Shape;405;p60"/>
          <p:cNvSpPr txBox="1"/>
          <p:nvPr/>
        </p:nvSpPr>
        <p:spPr>
          <a:xfrm>
            <a:off x="630743" y="4191219"/>
            <a:ext cx="3357411" cy="13849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entury Gothic"/>
              <a:buNone/>
            </a:pPr>
            <a:r>
              <a:rPr b="1" lang="en-US" sz="2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SET DI ICONE COMPLETAMENTE MODIFICABILI</a:t>
            </a:r>
            <a:endParaRPr b="1" sz="2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6" name="Google Shape;406;p60"/>
          <p:cNvSpPr txBox="1"/>
          <p:nvPr/>
        </p:nvSpPr>
        <p:spPr>
          <a:xfrm>
            <a:off x="3355356" y="5413740"/>
            <a:ext cx="532518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b</a:t>
            </a:r>
            <a:endParaRPr/>
          </a:p>
        </p:txBody>
      </p:sp>
      <p:sp>
        <p:nvSpPr>
          <p:cNvPr id="407" name="Google Shape;407;p60"/>
          <p:cNvSpPr/>
          <p:nvPr/>
        </p:nvSpPr>
        <p:spPr>
          <a:xfrm>
            <a:off x="6112070" y="1492152"/>
            <a:ext cx="523149" cy="524695"/>
          </a:xfrm>
          <a:custGeom>
            <a:rect b="b" l="l" r="r" t="t"/>
            <a:pathLst>
              <a:path extrusionOk="0" h="3249575" w="3240001">
                <a:moveTo>
                  <a:pt x="1275349" y="2002569"/>
                </a:moveTo>
                <a:lnTo>
                  <a:pt x="1625117" y="2233002"/>
                </a:lnTo>
                <a:lnTo>
                  <a:pt x="1968772" y="2006596"/>
                </a:lnTo>
                <a:lnTo>
                  <a:pt x="3240001" y="3249575"/>
                </a:lnTo>
                <a:lnTo>
                  <a:pt x="0" y="3249575"/>
                </a:lnTo>
                <a:close/>
                <a:moveTo>
                  <a:pt x="1067116" y="1473605"/>
                </a:moveTo>
                <a:lnTo>
                  <a:pt x="1067116" y="1581605"/>
                </a:lnTo>
                <a:lnTo>
                  <a:pt x="2183116" y="1581605"/>
                </a:lnTo>
                <a:lnTo>
                  <a:pt x="2183116" y="1473605"/>
                </a:lnTo>
                <a:close/>
                <a:moveTo>
                  <a:pt x="1067116" y="1267205"/>
                </a:moveTo>
                <a:lnTo>
                  <a:pt x="1067116" y="1375205"/>
                </a:lnTo>
                <a:lnTo>
                  <a:pt x="2183116" y="1375205"/>
                </a:lnTo>
                <a:lnTo>
                  <a:pt x="2183116" y="1267205"/>
                </a:lnTo>
                <a:close/>
                <a:moveTo>
                  <a:pt x="3240001" y="1172196"/>
                </a:moveTo>
                <a:lnTo>
                  <a:pt x="3240001" y="3142550"/>
                </a:lnTo>
                <a:lnTo>
                  <a:pt x="2026252" y="1968728"/>
                </a:lnTo>
                <a:lnTo>
                  <a:pt x="3049854" y="1294362"/>
                </a:lnTo>
                <a:close/>
                <a:moveTo>
                  <a:pt x="0" y="1172196"/>
                </a:moveTo>
                <a:lnTo>
                  <a:pt x="602850" y="1559516"/>
                </a:lnTo>
                <a:lnTo>
                  <a:pt x="1217896" y="1964719"/>
                </a:lnTo>
                <a:lnTo>
                  <a:pt x="0" y="3142550"/>
                </a:lnTo>
                <a:close/>
                <a:moveTo>
                  <a:pt x="1067116" y="1060805"/>
                </a:moveTo>
                <a:lnTo>
                  <a:pt x="1067116" y="1168805"/>
                </a:lnTo>
                <a:lnTo>
                  <a:pt x="2183116" y="1168805"/>
                </a:lnTo>
                <a:lnTo>
                  <a:pt x="2183116" y="1060805"/>
                </a:lnTo>
                <a:close/>
                <a:moveTo>
                  <a:pt x="869032" y="816137"/>
                </a:moveTo>
                <a:lnTo>
                  <a:pt x="2381200" y="816137"/>
                </a:lnTo>
                <a:lnTo>
                  <a:pt x="2381200" y="1623491"/>
                </a:lnTo>
                <a:lnTo>
                  <a:pt x="1668045" y="2093329"/>
                </a:lnTo>
                <a:lnTo>
                  <a:pt x="1625116" y="2121611"/>
                </a:lnTo>
                <a:lnTo>
                  <a:pt x="869032" y="1623491"/>
                </a:lnTo>
                <a:close/>
                <a:moveTo>
                  <a:pt x="1625116" y="0"/>
                </a:moveTo>
                <a:lnTo>
                  <a:pt x="3235286" y="1060806"/>
                </a:lnTo>
                <a:lnTo>
                  <a:pt x="2489212" y="1552331"/>
                </a:lnTo>
                <a:lnTo>
                  <a:pt x="2489212" y="708008"/>
                </a:lnTo>
                <a:lnTo>
                  <a:pt x="761020" y="708008"/>
                </a:lnTo>
                <a:lnTo>
                  <a:pt x="761020" y="1552331"/>
                </a:lnTo>
                <a:lnTo>
                  <a:pt x="14946" y="1060806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8" name="Google Shape;408;p60"/>
          <p:cNvSpPr/>
          <p:nvPr/>
        </p:nvSpPr>
        <p:spPr>
          <a:xfrm>
            <a:off x="5273316" y="1562686"/>
            <a:ext cx="523147" cy="383626"/>
          </a:xfrm>
          <a:custGeom>
            <a:rect b="b" l="l" r="r" t="t"/>
            <a:pathLst>
              <a:path extrusionOk="0" h="2375905" w="3240001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9" name="Google Shape;409;p60"/>
          <p:cNvSpPr/>
          <p:nvPr/>
        </p:nvSpPr>
        <p:spPr>
          <a:xfrm>
            <a:off x="6114156" y="4520206"/>
            <a:ext cx="313133" cy="707899"/>
          </a:xfrm>
          <a:custGeom>
            <a:rect b="b" l="l" r="r" t="t"/>
            <a:pathLst>
              <a:path extrusionOk="0" h="3166775" w="1346449">
                <a:moveTo>
                  <a:pt x="1148449" y="2374775"/>
                </a:moveTo>
                <a:lnTo>
                  <a:pt x="198001" y="2374775"/>
                </a:lnTo>
                <a:lnTo>
                  <a:pt x="1" y="3166775"/>
                </a:lnTo>
                <a:lnTo>
                  <a:pt x="1346449" y="3166775"/>
                </a:lnTo>
                <a:lnTo>
                  <a:pt x="1148449" y="2374775"/>
                </a:lnTo>
                <a:close/>
                <a:moveTo>
                  <a:pt x="755186" y="0"/>
                </a:moveTo>
                <a:cubicBezTo>
                  <a:pt x="755186" y="438198"/>
                  <a:pt x="734449" y="793446"/>
                  <a:pt x="734449" y="1231644"/>
                </a:cubicBezTo>
                <a:cubicBezTo>
                  <a:pt x="803843" y="1256124"/>
                  <a:pt x="853246" y="1322425"/>
                  <a:pt x="853246" y="1400264"/>
                </a:cubicBezTo>
                <a:cubicBezTo>
                  <a:pt x="853246" y="1499686"/>
                  <a:pt x="772648" y="1580284"/>
                  <a:pt x="673226" y="1580284"/>
                </a:cubicBezTo>
                <a:cubicBezTo>
                  <a:pt x="573804" y="1580284"/>
                  <a:pt x="493206" y="1499686"/>
                  <a:pt x="493206" y="1400264"/>
                </a:cubicBezTo>
                <a:cubicBezTo>
                  <a:pt x="493206" y="1322426"/>
                  <a:pt x="542608" y="1256126"/>
                  <a:pt x="612000" y="1231645"/>
                </a:cubicBezTo>
                <a:lnTo>
                  <a:pt x="591263" y="10368"/>
                </a:lnTo>
                <a:lnTo>
                  <a:pt x="2939" y="1491744"/>
                </a:lnTo>
                <a:lnTo>
                  <a:pt x="0" y="1491744"/>
                </a:lnTo>
                <a:lnTo>
                  <a:pt x="2009" y="1494147"/>
                </a:lnTo>
                <a:lnTo>
                  <a:pt x="0" y="1499342"/>
                </a:lnTo>
                <a:lnTo>
                  <a:pt x="6353" y="1499342"/>
                </a:lnTo>
                <a:cubicBezTo>
                  <a:pt x="274151" y="1797289"/>
                  <a:pt x="320153" y="2031319"/>
                  <a:pt x="273414" y="2293171"/>
                </a:cubicBezTo>
                <a:lnTo>
                  <a:pt x="1091887" y="2283744"/>
                </a:lnTo>
                <a:cubicBezTo>
                  <a:pt x="1035756" y="1984266"/>
                  <a:pt x="1081794" y="1833397"/>
                  <a:pt x="1340768" y="1499342"/>
                </a:cubicBezTo>
                <a:lnTo>
                  <a:pt x="1346449" y="1499342"/>
                </a:lnTo>
                <a:lnTo>
                  <a:pt x="1344512" y="1494334"/>
                </a:lnTo>
                <a:cubicBezTo>
                  <a:pt x="1345124" y="1493447"/>
                  <a:pt x="1345785" y="1492596"/>
                  <a:pt x="1346448" y="1491744"/>
                </a:cubicBezTo>
                <a:lnTo>
                  <a:pt x="1343510" y="1491744"/>
                </a:lnTo>
                <a:cubicBezTo>
                  <a:pt x="1140490" y="966846"/>
                  <a:pt x="958206" y="524898"/>
                  <a:pt x="755186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0" name="Google Shape;410;p60"/>
          <p:cNvSpPr/>
          <p:nvPr/>
        </p:nvSpPr>
        <p:spPr>
          <a:xfrm rot="-2700000">
            <a:off x="9585735" y="3654558"/>
            <a:ext cx="225664" cy="502732"/>
          </a:xfrm>
          <a:custGeom>
            <a:rect b="b" l="l" r="r" t="t"/>
            <a:pathLst>
              <a:path extrusionOk="0" h="343323" w="154109">
                <a:moveTo>
                  <a:pt x="102909" y="313772"/>
                </a:moveTo>
                <a:lnTo>
                  <a:pt x="102909" y="328547"/>
                </a:lnTo>
                <a:cubicBezTo>
                  <a:pt x="102909" y="336708"/>
                  <a:pt x="96294" y="343322"/>
                  <a:pt x="88133" y="343323"/>
                </a:cubicBezTo>
                <a:lnTo>
                  <a:pt x="65975" y="343322"/>
                </a:lnTo>
                <a:cubicBezTo>
                  <a:pt x="57814" y="343322"/>
                  <a:pt x="51199" y="336708"/>
                  <a:pt x="51199" y="328547"/>
                </a:cubicBezTo>
                <a:cubicBezTo>
                  <a:pt x="51199" y="323622"/>
                  <a:pt x="51200" y="318696"/>
                  <a:pt x="51200" y="313771"/>
                </a:cubicBezTo>
                <a:close/>
                <a:moveTo>
                  <a:pt x="123327" y="15459"/>
                </a:moveTo>
                <a:cubicBezTo>
                  <a:pt x="141678" y="29245"/>
                  <a:pt x="152926" y="50497"/>
                  <a:pt x="154008" y="73425"/>
                </a:cubicBezTo>
                <a:cubicBezTo>
                  <a:pt x="155089" y="96353"/>
                  <a:pt x="145890" y="118568"/>
                  <a:pt x="128916" y="134021"/>
                </a:cubicBezTo>
                <a:lnTo>
                  <a:pt x="119294" y="123450"/>
                </a:lnTo>
                <a:cubicBezTo>
                  <a:pt x="133118" y="110865"/>
                  <a:pt x="140611" y="92772"/>
                  <a:pt x="139730" y="74098"/>
                </a:cubicBezTo>
                <a:cubicBezTo>
                  <a:pt x="138850" y="55424"/>
                  <a:pt x="129689" y="38115"/>
                  <a:pt x="114743" y="26887"/>
                </a:cubicBezTo>
                <a:close/>
                <a:moveTo>
                  <a:pt x="136698" y="17411"/>
                </a:moveTo>
                <a:cubicBezTo>
                  <a:pt x="103758" y="-15529"/>
                  <a:pt x="50351" y="-15529"/>
                  <a:pt x="17412" y="17411"/>
                </a:cubicBezTo>
                <a:cubicBezTo>
                  <a:pt x="-15528" y="50351"/>
                  <a:pt x="-15528" y="103757"/>
                  <a:pt x="17412" y="136697"/>
                </a:cubicBezTo>
                <a:cubicBezTo>
                  <a:pt x="50351" y="169637"/>
                  <a:pt x="103758" y="169637"/>
                  <a:pt x="136698" y="136697"/>
                </a:cubicBezTo>
                <a:cubicBezTo>
                  <a:pt x="169637" y="103757"/>
                  <a:pt x="169637" y="50351"/>
                  <a:pt x="136698" y="17411"/>
                </a:cubicBezTo>
                <a:close/>
                <a:moveTo>
                  <a:pt x="154109" y="0"/>
                </a:moveTo>
                <a:cubicBezTo>
                  <a:pt x="196665" y="42556"/>
                  <a:pt x="196665" y="111552"/>
                  <a:pt x="154109" y="154108"/>
                </a:cubicBezTo>
                <a:cubicBezTo>
                  <a:pt x="139576" y="168641"/>
                  <a:pt x="121959" y="178211"/>
                  <a:pt x="102912" y="180994"/>
                </a:cubicBezTo>
                <a:lnTo>
                  <a:pt x="102912" y="308310"/>
                </a:lnTo>
                <a:lnTo>
                  <a:pt x="51197" y="308310"/>
                </a:lnTo>
                <a:lnTo>
                  <a:pt x="51197" y="180994"/>
                </a:lnTo>
                <a:cubicBezTo>
                  <a:pt x="32150" y="178211"/>
                  <a:pt x="14534" y="168641"/>
                  <a:pt x="0" y="154108"/>
                </a:cubicBezTo>
                <a:cubicBezTo>
                  <a:pt x="-42555" y="111552"/>
                  <a:pt x="-42555" y="42556"/>
                  <a:pt x="0" y="0"/>
                </a:cubicBezTo>
                <a:cubicBezTo>
                  <a:pt x="42556" y="-42556"/>
                  <a:pt x="111553" y="-42556"/>
                  <a:pt x="154109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1" name="Google Shape;411;p60"/>
          <p:cNvSpPr/>
          <p:nvPr/>
        </p:nvSpPr>
        <p:spPr>
          <a:xfrm flipH="1">
            <a:off x="5267026" y="4641909"/>
            <a:ext cx="464493" cy="464493"/>
          </a:xfrm>
          <a:custGeom>
            <a:rect b="b" l="l" r="r" t="t"/>
            <a:pathLst>
              <a:path extrusionOk="0" h="3227814" w="3242753">
                <a:moveTo>
                  <a:pt x="1621376" y="1043635"/>
                </a:moveTo>
                <a:cubicBezTo>
                  <a:pt x="1557188" y="1043635"/>
                  <a:pt x="1505154" y="1095669"/>
                  <a:pt x="1505154" y="1159857"/>
                </a:cubicBezTo>
                <a:lnTo>
                  <a:pt x="1505154" y="1625483"/>
                </a:lnTo>
                <a:lnTo>
                  <a:pt x="1033577" y="1625483"/>
                </a:lnTo>
                <a:cubicBezTo>
                  <a:pt x="969389" y="1625483"/>
                  <a:pt x="917355" y="1677517"/>
                  <a:pt x="917355" y="1741705"/>
                </a:cubicBezTo>
                <a:cubicBezTo>
                  <a:pt x="917355" y="1805893"/>
                  <a:pt x="969389" y="1857927"/>
                  <a:pt x="1033577" y="1857927"/>
                </a:cubicBezTo>
                <a:lnTo>
                  <a:pt x="1614688" y="1857927"/>
                </a:lnTo>
                <a:lnTo>
                  <a:pt x="1619859" y="1856884"/>
                </a:lnTo>
                <a:cubicBezTo>
                  <a:pt x="1620361" y="1857187"/>
                  <a:pt x="1620868" y="1857190"/>
                  <a:pt x="1621376" y="1857190"/>
                </a:cubicBezTo>
                <a:cubicBezTo>
                  <a:pt x="1685564" y="1857190"/>
                  <a:pt x="1737598" y="1805156"/>
                  <a:pt x="1737598" y="1740968"/>
                </a:cubicBezTo>
                <a:lnTo>
                  <a:pt x="1737598" y="1159857"/>
                </a:lnTo>
                <a:cubicBezTo>
                  <a:pt x="1737598" y="1095669"/>
                  <a:pt x="1685564" y="1043635"/>
                  <a:pt x="1621376" y="1043635"/>
                </a:cubicBezTo>
                <a:close/>
                <a:moveTo>
                  <a:pt x="1621376" y="628818"/>
                </a:moveTo>
                <a:cubicBezTo>
                  <a:pt x="2206882" y="628818"/>
                  <a:pt x="2681529" y="1103464"/>
                  <a:pt x="2681529" y="1688970"/>
                </a:cubicBezTo>
                <a:cubicBezTo>
                  <a:pt x="2681529" y="2274476"/>
                  <a:pt x="2206882" y="2749122"/>
                  <a:pt x="1621376" y="2749122"/>
                </a:cubicBezTo>
                <a:cubicBezTo>
                  <a:pt x="1035870" y="2749122"/>
                  <a:pt x="561223" y="2274476"/>
                  <a:pt x="561223" y="1688970"/>
                </a:cubicBezTo>
                <a:cubicBezTo>
                  <a:pt x="561223" y="1103464"/>
                  <a:pt x="1035870" y="628818"/>
                  <a:pt x="1621376" y="628818"/>
                </a:cubicBezTo>
                <a:close/>
                <a:moveTo>
                  <a:pt x="1621376" y="424596"/>
                </a:moveTo>
                <a:cubicBezTo>
                  <a:pt x="923081" y="424596"/>
                  <a:pt x="357001" y="990676"/>
                  <a:pt x="357001" y="1688970"/>
                </a:cubicBezTo>
                <a:cubicBezTo>
                  <a:pt x="357001" y="2128645"/>
                  <a:pt x="581423" y="2515905"/>
                  <a:pt x="922189" y="2742109"/>
                </a:cubicBezTo>
                <a:lnTo>
                  <a:pt x="652992" y="3227814"/>
                </a:lnTo>
                <a:lnTo>
                  <a:pt x="911997" y="3227814"/>
                </a:lnTo>
                <a:lnTo>
                  <a:pt x="1121304" y="2850168"/>
                </a:lnTo>
                <a:cubicBezTo>
                  <a:pt x="1274563" y="2916691"/>
                  <a:pt x="1443689" y="2953344"/>
                  <a:pt x="1621376" y="2953344"/>
                </a:cubicBezTo>
                <a:cubicBezTo>
                  <a:pt x="1799063" y="2953344"/>
                  <a:pt x="1968189" y="2916691"/>
                  <a:pt x="2121449" y="2850168"/>
                </a:cubicBezTo>
                <a:lnTo>
                  <a:pt x="2330755" y="3227814"/>
                </a:lnTo>
                <a:lnTo>
                  <a:pt x="2589760" y="3227814"/>
                </a:lnTo>
                <a:lnTo>
                  <a:pt x="2320563" y="2742109"/>
                </a:lnTo>
                <a:cubicBezTo>
                  <a:pt x="2661329" y="2515905"/>
                  <a:pt x="2885751" y="2128645"/>
                  <a:pt x="2885751" y="1688970"/>
                </a:cubicBezTo>
                <a:cubicBezTo>
                  <a:pt x="2885751" y="990676"/>
                  <a:pt x="2319671" y="424596"/>
                  <a:pt x="1621376" y="424596"/>
                </a:cubicBezTo>
                <a:close/>
                <a:moveTo>
                  <a:pt x="2599800" y="123238"/>
                </a:moveTo>
                <a:cubicBezTo>
                  <a:pt x="2434609" y="120698"/>
                  <a:pt x="2268460" y="180476"/>
                  <a:pt x="2139563" y="303161"/>
                </a:cubicBezTo>
                <a:lnTo>
                  <a:pt x="3057258" y="1232053"/>
                </a:lnTo>
                <a:cubicBezTo>
                  <a:pt x="3305736" y="977255"/>
                  <a:pt x="3304415" y="570405"/>
                  <a:pt x="3054287" y="317226"/>
                </a:cubicBezTo>
                <a:cubicBezTo>
                  <a:pt x="2929224" y="190636"/>
                  <a:pt x="2764991" y="125778"/>
                  <a:pt x="2599800" y="123238"/>
                </a:cubicBezTo>
                <a:close/>
                <a:moveTo>
                  <a:pt x="642953" y="123238"/>
                </a:moveTo>
                <a:cubicBezTo>
                  <a:pt x="477762" y="125778"/>
                  <a:pt x="313529" y="190636"/>
                  <a:pt x="188466" y="317226"/>
                </a:cubicBezTo>
                <a:cubicBezTo>
                  <a:pt x="-61662" y="570405"/>
                  <a:pt x="-62983" y="977255"/>
                  <a:pt x="185495" y="1232053"/>
                </a:cubicBezTo>
                <a:lnTo>
                  <a:pt x="1103190" y="303161"/>
                </a:lnTo>
                <a:cubicBezTo>
                  <a:pt x="974294" y="180476"/>
                  <a:pt x="808144" y="120698"/>
                  <a:pt x="642953" y="123238"/>
                </a:cubicBezTo>
                <a:close/>
                <a:moveTo>
                  <a:pt x="1722692" y="0"/>
                </a:moveTo>
                <a:lnTo>
                  <a:pt x="1520061" y="0"/>
                </a:lnTo>
                <a:cubicBezTo>
                  <a:pt x="1440152" y="0"/>
                  <a:pt x="1375373" y="64779"/>
                  <a:pt x="1375373" y="144688"/>
                </a:cubicBezTo>
                <a:lnTo>
                  <a:pt x="1375373" y="289376"/>
                </a:lnTo>
                <a:lnTo>
                  <a:pt x="1867380" y="289376"/>
                </a:lnTo>
                <a:lnTo>
                  <a:pt x="1867380" y="144688"/>
                </a:lnTo>
                <a:cubicBezTo>
                  <a:pt x="1867380" y="64779"/>
                  <a:pt x="1802601" y="0"/>
                  <a:pt x="1722692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2" name="Google Shape;412;p60"/>
          <p:cNvSpPr/>
          <p:nvPr/>
        </p:nvSpPr>
        <p:spPr>
          <a:xfrm>
            <a:off x="7745410" y="3642506"/>
            <a:ext cx="460778" cy="453389"/>
          </a:xfrm>
          <a:custGeom>
            <a:rect b="b" l="l" r="r" t="t"/>
            <a:pathLst>
              <a:path extrusionOk="0" h="3162551" w="3214097">
                <a:moveTo>
                  <a:pt x="1014592" y="2306036"/>
                </a:moveTo>
                <a:cubicBezTo>
                  <a:pt x="854868" y="2306036"/>
                  <a:pt x="725386" y="2435518"/>
                  <a:pt x="725386" y="2595242"/>
                </a:cubicBezTo>
                <a:cubicBezTo>
                  <a:pt x="725386" y="2754966"/>
                  <a:pt x="854868" y="2884448"/>
                  <a:pt x="1014592" y="2884448"/>
                </a:cubicBezTo>
                <a:cubicBezTo>
                  <a:pt x="1174316" y="2884448"/>
                  <a:pt x="1303798" y="2754966"/>
                  <a:pt x="1303798" y="2595242"/>
                </a:cubicBezTo>
                <a:cubicBezTo>
                  <a:pt x="1303798" y="2435518"/>
                  <a:pt x="1174316" y="2306036"/>
                  <a:pt x="1014592" y="2306036"/>
                </a:cubicBezTo>
                <a:close/>
                <a:moveTo>
                  <a:pt x="481275" y="1691816"/>
                </a:moveTo>
                <a:cubicBezTo>
                  <a:pt x="321551" y="1691816"/>
                  <a:pt x="192069" y="1821298"/>
                  <a:pt x="192069" y="1981022"/>
                </a:cubicBezTo>
                <a:cubicBezTo>
                  <a:pt x="192069" y="2140746"/>
                  <a:pt x="321551" y="2270228"/>
                  <a:pt x="481275" y="2270228"/>
                </a:cubicBezTo>
                <a:cubicBezTo>
                  <a:pt x="640999" y="2270228"/>
                  <a:pt x="770481" y="2140746"/>
                  <a:pt x="770481" y="1981022"/>
                </a:cubicBezTo>
                <a:cubicBezTo>
                  <a:pt x="770481" y="1821298"/>
                  <a:pt x="640999" y="1691816"/>
                  <a:pt x="481275" y="1691816"/>
                </a:cubicBezTo>
                <a:close/>
                <a:moveTo>
                  <a:pt x="2764751" y="1113404"/>
                </a:moveTo>
                <a:cubicBezTo>
                  <a:pt x="2605027" y="1113404"/>
                  <a:pt x="2475545" y="1242886"/>
                  <a:pt x="2475545" y="1402610"/>
                </a:cubicBezTo>
                <a:cubicBezTo>
                  <a:pt x="2475545" y="1562334"/>
                  <a:pt x="2605027" y="1691816"/>
                  <a:pt x="2764751" y="1691816"/>
                </a:cubicBezTo>
                <a:cubicBezTo>
                  <a:pt x="2924475" y="1691816"/>
                  <a:pt x="3053957" y="1562334"/>
                  <a:pt x="3053957" y="1402610"/>
                </a:cubicBezTo>
                <a:cubicBezTo>
                  <a:pt x="3053957" y="1242886"/>
                  <a:pt x="2924475" y="1113404"/>
                  <a:pt x="2764751" y="1113404"/>
                </a:cubicBezTo>
                <a:close/>
                <a:moveTo>
                  <a:pt x="532503" y="881964"/>
                </a:moveTo>
                <a:cubicBezTo>
                  <a:pt x="372779" y="881964"/>
                  <a:pt x="243297" y="1011446"/>
                  <a:pt x="243297" y="1171170"/>
                </a:cubicBezTo>
                <a:cubicBezTo>
                  <a:pt x="243297" y="1330894"/>
                  <a:pt x="372779" y="1460376"/>
                  <a:pt x="532503" y="1460376"/>
                </a:cubicBezTo>
                <a:cubicBezTo>
                  <a:pt x="692227" y="1460376"/>
                  <a:pt x="821709" y="1330894"/>
                  <a:pt x="821709" y="1171170"/>
                </a:cubicBezTo>
                <a:cubicBezTo>
                  <a:pt x="821709" y="1011446"/>
                  <a:pt x="692227" y="881964"/>
                  <a:pt x="532503" y="881964"/>
                </a:cubicBezTo>
                <a:close/>
                <a:moveTo>
                  <a:pt x="1162143" y="321316"/>
                </a:moveTo>
                <a:cubicBezTo>
                  <a:pt x="1002419" y="321316"/>
                  <a:pt x="872937" y="450798"/>
                  <a:pt x="872937" y="610522"/>
                </a:cubicBezTo>
                <a:cubicBezTo>
                  <a:pt x="872937" y="770246"/>
                  <a:pt x="1002419" y="899728"/>
                  <a:pt x="1162143" y="899728"/>
                </a:cubicBezTo>
                <a:cubicBezTo>
                  <a:pt x="1321867" y="899728"/>
                  <a:pt x="1451349" y="770246"/>
                  <a:pt x="1451349" y="610522"/>
                </a:cubicBezTo>
                <a:cubicBezTo>
                  <a:pt x="1451349" y="450798"/>
                  <a:pt x="1321867" y="321316"/>
                  <a:pt x="1162143" y="321316"/>
                </a:cubicBezTo>
                <a:close/>
                <a:moveTo>
                  <a:pt x="1963447" y="177300"/>
                </a:moveTo>
                <a:cubicBezTo>
                  <a:pt x="1803723" y="177300"/>
                  <a:pt x="1674241" y="306782"/>
                  <a:pt x="1674241" y="466506"/>
                </a:cubicBezTo>
                <a:cubicBezTo>
                  <a:pt x="1674241" y="626230"/>
                  <a:pt x="1803723" y="755712"/>
                  <a:pt x="1963447" y="755712"/>
                </a:cubicBezTo>
                <a:cubicBezTo>
                  <a:pt x="2123171" y="755712"/>
                  <a:pt x="2252653" y="626230"/>
                  <a:pt x="2252653" y="466506"/>
                </a:cubicBezTo>
                <a:cubicBezTo>
                  <a:pt x="2252653" y="306782"/>
                  <a:pt x="2123171" y="177300"/>
                  <a:pt x="1963447" y="177300"/>
                </a:cubicBezTo>
                <a:close/>
                <a:moveTo>
                  <a:pt x="1752672" y="312"/>
                </a:moveTo>
                <a:cubicBezTo>
                  <a:pt x="1817888" y="-690"/>
                  <a:pt x="1885249" y="703"/>
                  <a:pt x="1954799" y="4657"/>
                </a:cubicBezTo>
                <a:cubicBezTo>
                  <a:pt x="2504015" y="53541"/>
                  <a:pt x="2975590" y="412975"/>
                  <a:pt x="3145244" y="944937"/>
                </a:cubicBezTo>
                <a:cubicBezTo>
                  <a:pt x="3412664" y="2126757"/>
                  <a:pt x="2837568" y="2017487"/>
                  <a:pt x="2506889" y="1867964"/>
                </a:cubicBezTo>
                <a:cubicBezTo>
                  <a:pt x="1580987" y="1673869"/>
                  <a:pt x="2725425" y="3197869"/>
                  <a:pt x="1014520" y="3161925"/>
                </a:cubicBezTo>
                <a:cubicBezTo>
                  <a:pt x="-14898" y="3061283"/>
                  <a:pt x="-138545" y="1873713"/>
                  <a:pt x="108747" y="1100212"/>
                </a:cubicBezTo>
                <a:cubicBezTo>
                  <a:pt x="278579" y="569148"/>
                  <a:pt x="774429" y="15339"/>
                  <a:pt x="1752672" y="312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3" name="Google Shape;413;p60"/>
          <p:cNvSpPr/>
          <p:nvPr/>
        </p:nvSpPr>
        <p:spPr>
          <a:xfrm>
            <a:off x="11063701" y="3600566"/>
            <a:ext cx="464493" cy="463135"/>
          </a:xfrm>
          <a:custGeom>
            <a:rect b="b" l="l" r="r" t="t"/>
            <a:pathLst>
              <a:path extrusionOk="0" h="3230531" w="3240000">
                <a:moveTo>
                  <a:pt x="720000" y="2697973"/>
                </a:moveTo>
                <a:cubicBezTo>
                  <a:pt x="680235" y="2697973"/>
                  <a:pt x="648000" y="2730208"/>
                  <a:pt x="648000" y="2769973"/>
                </a:cubicBezTo>
                <a:cubicBezTo>
                  <a:pt x="648000" y="2809738"/>
                  <a:pt x="680235" y="2841973"/>
                  <a:pt x="720000" y="2841973"/>
                </a:cubicBezTo>
                <a:lnTo>
                  <a:pt x="2520000" y="2841973"/>
                </a:lnTo>
                <a:cubicBezTo>
                  <a:pt x="2559765" y="2841973"/>
                  <a:pt x="2592000" y="2809738"/>
                  <a:pt x="2592000" y="2769973"/>
                </a:cubicBezTo>
                <a:cubicBezTo>
                  <a:pt x="2592000" y="2730208"/>
                  <a:pt x="2559765" y="2697973"/>
                  <a:pt x="2520000" y="2697973"/>
                </a:cubicBezTo>
                <a:close/>
                <a:moveTo>
                  <a:pt x="720000" y="2366733"/>
                </a:moveTo>
                <a:cubicBezTo>
                  <a:pt x="680235" y="2366733"/>
                  <a:pt x="648000" y="2398968"/>
                  <a:pt x="648000" y="2438733"/>
                </a:cubicBezTo>
                <a:cubicBezTo>
                  <a:pt x="648000" y="2478498"/>
                  <a:pt x="680235" y="2510733"/>
                  <a:pt x="720000" y="2510733"/>
                </a:cubicBezTo>
                <a:lnTo>
                  <a:pt x="2520000" y="2510733"/>
                </a:lnTo>
                <a:cubicBezTo>
                  <a:pt x="2559765" y="2510733"/>
                  <a:pt x="2592000" y="2478498"/>
                  <a:pt x="2592000" y="2438733"/>
                </a:cubicBezTo>
                <a:cubicBezTo>
                  <a:pt x="2592000" y="2398968"/>
                  <a:pt x="2559765" y="2366733"/>
                  <a:pt x="2520000" y="2366733"/>
                </a:cubicBezTo>
                <a:close/>
                <a:moveTo>
                  <a:pt x="720000" y="2035493"/>
                </a:moveTo>
                <a:cubicBezTo>
                  <a:pt x="680235" y="2035493"/>
                  <a:pt x="648000" y="2067728"/>
                  <a:pt x="648000" y="2107493"/>
                </a:cubicBezTo>
                <a:cubicBezTo>
                  <a:pt x="648000" y="2147258"/>
                  <a:pt x="680235" y="2179493"/>
                  <a:pt x="720000" y="2179493"/>
                </a:cubicBezTo>
                <a:lnTo>
                  <a:pt x="2520000" y="2179493"/>
                </a:lnTo>
                <a:cubicBezTo>
                  <a:pt x="2559765" y="2179493"/>
                  <a:pt x="2592000" y="2147258"/>
                  <a:pt x="2592000" y="2107493"/>
                </a:cubicBezTo>
                <a:cubicBezTo>
                  <a:pt x="2592000" y="2067728"/>
                  <a:pt x="2559765" y="2035493"/>
                  <a:pt x="2520000" y="2035493"/>
                </a:cubicBezTo>
                <a:close/>
                <a:moveTo>
                  <a:pt x="720000" y="1704253"/>
                </a:moveTo>
                <a:cubicBezTo>
                  <a:pt x="680235" y="1704253"/>
                  <a:pt x="648000" y="1736488"/>
                  <a:pt x="648000" y="1776253"/>
                </a:cubicBezTo>
                <a:cubicBezTo>
                  <a:pt x="648000" y="1816018"/>
                  <a:pt x="680235" y="1848253"/>
                  <a:pt x="720000" y="1848253"/>
                </a:cubicBezTo>
                <a:lnTo>
                  <a:pt x="2520000" y="1848253"/>
                </a:lnTo>
                <a:cubicBezTo>
                  <a:pt x="2559765" y="1848253"/>
                  <a:pt x="2592000" y="1816018"/>
                  <a:pt x="2592000" y="1776253"/>
                </a:cubicBezTo>
                <a:cubicBezTo>
                  <a:pt x="2592000" y="1736488"/>
                  <a:pt x="2559765" y="1704253"/>
                  <a:pt x="2520000" y="1704253"/>
                </a:cubicBezTo>
                <a:close/>
                <a:moveTo>
                  <a:pt x="720000" y="1373013"/>
                </a:moveTo>
                <a:cubicBezTo>
                  <a:pt x="680235" y="1373013"/>
                  <a:pt x="648000" y="1405248"/>
                  <a:pt x="648000" y="1445013"/>
                </a:cubicBezTo>
                <a:cubicBezTo>
                  <a:pt x="648000" y="1484778"/>
                  <a:pt x="680235" y="1517013"/>
                  <a:pt x="720000" y="1517013"/>
                </a:cubicBezTo>
                <a:lnTo>
                  <a:pt x="2520000" y="1517013"/>
                </a:lnTo>
                <a:cubicBezTo>
                  <a:pt x="2559765" y="1517013"/>
                  <a:pt x="2592000" y="1484778"/>
                  <a:pt x="2592000" y="1445013"/>
                </a:cubicBezTo>
                <a:cubicBezTo>
                  <a:pt x="2592000" y="1405248"/>
                  <a:pt x="2559765" y="1373013"/>
                  <a:pt x="2520000" y="1373013"/>
                </a:cubicBezTo>
                <a:close/>
                <a:moveTo>
                  <a:pt x="720000" y="1041773"/>
                </a:moveTo>
                <a:cubicBezTo>
                  <a:pt x="680235" y="1041773"/>
                  <a:pt x="648000" y="1074008"/>
                  <a:pt x="648000" y="1113773"/>
                </a:cubicBezTo>
                <a:cubicBezTo>
                  <a:pt x="648000" y="1153538"/>
                  <a:pt x="680235" y="1185773"/>
                  <a:pt x="720000" y="1185773"/>
                </a:cubicBezTo>
                <a:lnTo>
                  <a:pt x="2520000" y="1185773"/>
                </a:lnTo>
                <a:cubicBezTo>
                  <a:pt x="2559765" y="1185773"/>
                  <a:pt x="2592000" y="1153538"/>
                  <a:pt x="2592000" y="1113773"/>
                </a:cubicBezTo>
                <a:cubicBezTo>
                  <a:pt x="2592000" y="1074008"/>
                  <a:pt x="2559765" y="1041773"/>
                  <a:pt x="2520000" y="1041773"/>
                </a:cubicBezTo>
                <a:close/>
                <a:moveTo>
                  <a:pt x="0" y="305988"/>
                </a:moveTo>
                <a:lnTo>
                  <a:pt x="181957" y="305988"/>
                </a:lnTo>
                <a:lnTo>
                  <a:pt x="181957" y="470032"/>
                </a:lnTo>
                <a:cubicBezTo>
                  <a:pt x="181957" y="599267"/>
                  <a:pt x="286722" y="704032"/>
                  <a:pt x="415957" y="704032"/>
                </a:cubicBezTo>
                <a:cubicBezTo>
                  <a:pt x="545192" y="704032"/>
                  <a:pt x="649957" y="599267"/>
                  <a:pt x="649957" y="470032"/>
                </a:cubicBezTo>
                <a:lnTo>
                  <a:pt x="649957" y="305988"/>
                </a:lnTo>
                <a:lnTo>
                  <a:pt x="802357" y="305988"/>
                </a:lnTo>
                <a:lnTo>
                  <a:pt x="802357" y="470031"/>
                </a:lnTo>
                <a:cubicBezTo>
                  <a:pt x="802357" y="599266"/>
                  <a:pt x="907122" y="704031"/>
                  <a:pt x="1036357" y="704031"/>
                </a:cubicBezTo>
                <a:cubicBezTo>
                  <a:pt x="1165592" y="704031"/>
                  <a:pt x="1270357" y="599266"/>
                  <a:pt x="1270357" y="470031"/>
                </a:cubicBezTo>
                <a:lnTo>
                  <a:pt x="1270357" y="305988"/>
                </a:lnTo>
                <a:lnTo>
                  <a:pt x="1422757" y="305988"/>
                </a:lnTo>
                <a:lnTo>
                  <a:pt x="1422757" y="470030"/>
                </a:lnTo>
                <a:cubicBezTo>
                  <a:pt x="1422757" y="599265"/>
                  <a:pt x="1527522" y="704030"/>
                  <a:pt x="1656757" y="704030"/>
                </a:cubicBezTo>
                <a:cubicBezTo>
                  <a:pt x="1785992" y="704030"/>
                  <a:pt x="1890757" y="599265"/>
                  <a:pt x="1890757" y="470030"/>
                </a:cubicBezTo>
                <a:lnTo>
                  <a:pt x="1890757" y="305988"/>
                </a:lnTo>
                <a:lnTo>
                  <a:pt x="2043157" y="305988"/>
                </a:lnTo>
                <a:lnTo>
                  <a:pt x="2043157" y="470029"/>
                </a:lnTo>
                <a:cubicBezTo>
                  <a:pt x="2043157" y="599264"/>
                  <a:pt x="2147922" y="704029"/>
                  <a:pt x="2277157" y="704029"/>
                </a:cubicBezTo>
                <a:cubicBezTo>
                  <a:pt x="2406392" y="704029"/>
                  <a:pt x="2511157" y="599264"/>
                  <a:pt x="2511157" y="470029"/>
                </a:cubicBezTo>
                <a:lnTo>
                  <a:pt x="2511157" y="305988"/>
                </a:lnTo>
                <a:lnTo>
                  <a:pt x="2663557" y="305988"/>
                </a:lnTo>
                <a:lnTo>
                  <a:pt x="2663557" y="470028"/>
                </a:lnTo>
                <a:cubicBezTo>
                  <a:pt x="2663557" y="599263"/>
                  <a:pt x="2768322" y="704028"/>
                  <a:pt x="2897557" y="704028"/>
                </a:cubicBezTo>
                <a:cubicBezTo>
                  <a:pt x="3026792" y="704028"/>
                  <a:pt x="3131557" y="599263"/>
                  <a:pt x="3131557" y="470028"/>
                </a:cubicBezTo>
                <a:lnTo>
                  <a:pt x="3131557" y="305988"/>
                </a:lnTo>
                <a:lnTo>
                  <a:pt x="3240000" y="305988"/>
                </a:lnTo>
                <a:lnTo>
                  <a:pt x="3240000" y="3230531"/>
                </a:lnTo>
                <a:lnTo>
                  <a:pt x="0" y="3230531"/>
                </a:lnTo>
                <a:close/>
                <a:moveTo>
                  <a:pt x="415957" y="4"/>
                </a:moveTo>
                <a:cubicBezTo>
                  <a:pt x="485545" y="4"/>
                  <a:pt x="541957" y="56416"/>
                  <a:pt x="541957" y="126004"/>
                </a:cubicBezTo>
                <a:lnTo>
                  <a:pt x="541957" y="485972"/>
                </a:lnTo>
                <a:cubicBezTo>
                  <a:pt x="541957" y="555560"/>
                  <a:pt x="485545" y="611972"/>
                  <a:pt x="415957" y="611972"/>
                </a:cubicBezTo>
                <a:cubicBezTo>
                  <a:pt x="346369" y="611972"/>
                  <a:pt x="289957" y="555560"/>
                  <a:pt x="289957" y="485972"/>
                </a:cubicBezTo>
                <a:lnTo>
                  <a:pt x="289957" y="126004"/>
                </a:lnTo>
                <a:cubicBezTo>
                  <a:pt x="289957" y="56416"/>
                  <a:pt x="346369" y="4"/>
                  <a:pt x="415957" y="4"/>
                </a:cubicBezTo>
                <a:close/>
                <a:moveTo>
                  <a:pt x="1036357" y="3"/>
                </a:moveTo>
                <a:cubicBezTo>
                  <a:pt x="1105945" y="3"/>
                  <a:pt x="1162357" y="56415"/>
                  <a:pt x="1162357" y="126003"/>
                </a:cubicBezTo>
                <a:lnTo>
                  <a:pt x="1162357" y="485971"/>
                </a:lnTo>
                <a:cubicBezTo>
                  <a:pt x="1162357" y="555559"/>
                  <a:pt x="1105945" y="611971"/>
                  <a:pt x="1036357" y="611971"/>
                </a:cubicBezTo>
                <a:cubicBezTo>
                  <a:pt x="966769" y="611971"/>
                  <a:pt x="910357" y="555559"/>
                  <a:pt x="910357" y="485971"/>
                </a:cubicBezTo>
                <a:lnTo>
                  <a:pt x="910357" y="126003"/>
                </a:lnTo>
                <a:cubicBezTo>
                  <a:pt x="910357" y="56415"/>
                  <a:pt x="966769" y="3"/>
                  <a:pt x="1036357" y="3"/>
                </a:cubicBezTo>
                <a:close/>
                <a:moveTo>
                  <a:pt x="1656757" y="2"/>
                </a:moveTo>
                <a:cubicBezTo>
                  <a:pt x="1726345" y="2"/>
                  <a:pt x="1782757" y="56414"/>
                  <a:pt x="1782757" y="126002"/>
                </a:cubicBezTo>
                <a:lnTo>
                  <a:pt x="1782757" y="485970"/>
                </a:lnTo>
                <a:cubicBezTo>
                  <a:pt x="1782757" y="555558"/>
                  <a:pt x="1726345" y="611970"/>
                  <a:pt x="1656757" y="611970"/>
                </a:cubicBezTo>
                <a:cubicBezTo>
                  <a:pt x="1587169" y="611970"/>
                  <a:pt x="1530757" y="555558"/>
                  <a:pt x="1530757" y="485970"/>
                </a:cubicBezTo>
                <a:lnTo>
                  <a:pt x="1530757" y="126002"/>
                </a:lnTo>
                <a:cubicBezTo>
                  <a:pt x="1530757" y="56414"/>
                  <a:pt x="1587169" y="2"/>
                  <a:pt x="1656757" y="2"/>
                </a:cubicBezTo>
                <a:close/>
                <a:moveTo>
                  <a:pt x="2277157" y="1"/>
                </a:moveTo>
                <a:cubicBezTo>
                  <a:pt x="2346745" y="1"/>
                  <a:pt x="2403157" y="56413"/>
                  <a:pt x="2403157" y="126001"/>
                </a:cubicBezTo>
                <a:lnTo>
                  <a:pt x="2403157" y="485969"/>
                </a:lnTo>
                <a:cubicBezTo>
                  <a:pt x="2403157" y="555557"/>
                  <a:pt x="2346745" y="611969"/>
                  <a:pt x="2277157" y="611969"/>
                </a:cubicBezTo>
                <a:cubicBezTo>
                  <a:pt x="2207569" y="611969"/>
                  <a:pt x="2151157" y="555557"/>
                  <a:pt x="2151157" y="485969"/>
                </a:cubicBezTo>
                <a:lnTo>
                  <a:pt x="2151157" y="126001"/>
                </a:lnTo>
                <a:cubicBezTo>
                  <a:pt x="2151157" y="56413"/>
                  <a:pt x="2207569" y="1"/>
                  <a:pt x="2277157" y="1"/>
                </a:cubicBezTo>
                <a:close/>
                <a:moveTo>
                  <a:pt x="2897557" y="0"/>
                </a:moveTo>
                <a:cubicBezTo>
                  <a:pt x="2967145" y="0"/>
                  <a:pt x="3023557" y="56412"/>
                  <a:pt x="3023557" y="126000"/>
                </a:cubicBezTo>
                <a:lnTo>
                  <a:pt x="3023557" y="485968"/>
                </a:lnTo>
                <a:cubicBezTo>
                  <a:pt x="3023557" y="555556"/>
                  <a:pt x="2967145" y="611968"/>
                  <a:pt x="2897557" y="611968"/>
                </a:cubicBezTo>
                <a:cubicBezTo>
                  <a:pt x="2827969" y="611968"/>
                  <a:pt x="2771557" y="555556"/>
                  <a:pt x="2771557" y="485968"/>
                </a:cubicBezTo>
                <a:lnTo>
                  <a:pt x="2771557" y="126000"/>
                </a:lnTo>
                <a:cubicBezTo>
                  <a:pt x="2771557" y="56412"/>
                  <a:pt x="2827969" y="0"/>
                  <a:pt x="2897557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4" name="Google Shape;414;p60"/>
          <p:cNvSpPr/>
          <p:nvPr/>
        </p:nvSpPr>
        <p:spPr>
          <a:xfrm>
            <a:off x="6950824" y="1518716"/>
            <a:ext cx="471567" cy="471567"/>
          </a:xfrm>
          <a:custGeom>
            <a:rect b="b" l="l" r="r" t="t"/>
            <a:pathLst>
              <a:path extrusionOk="0" h="3240000" w="3240000">
                <a:moveTo>
                  <a:pt x="401869" y="2055482"/>
                </a:moveTo>
                <a:lnTo>
                  <a:pt x="869869" y="2055482"/>
                </a:lnTo>
                <a:lnTo>
                  <a:pt x="869869" y="2919482"/>
                </a:lnTo>
                <a:lnTo>
                  <a:pt x="401869" y="2919482"/>
                </a:lnTo>
                <a:close/>
                <a:moveTo>
                  <a:pt x="1121949" y="1695482"/>
                </a:moveTo>
                <a:lnTo>
                  <a:pt x="1589949" y="1695482"/>
                </a:lnTo>
                <a:lnTo>
                  <a:pt x="1589949" y="2919482"/>
                </a:lnTo>
                <a:lnTo>
                  <a:pt x="1121949" y="2919482"/>
                </a:lnTo>
                <a:close/>
                <a:moveTo>
                  <a:pt x="1842029" y="1335482"/>
                </a:moveTo>
                <a:lnTo>
                  <a:pt x="2310029" y="1335482"/>
                </a:lnTo>
                <a:lnTo>
                  <a:pt x="2310029" y="2919482"/>
                </a:lnTo>
                <a:lnTo>
                  <a:pt x="1842029" y="2919482"/>
                </a:lnTo>
                <a:close/>
                <a:moveTo>
                  <a:pt x="2562109" y="975482"/>
                </a:moveTo>
                <a:lnTo>
                  <a:pt x="3030109" y="975482"/>
                </a:lnTo>
                <a:lnTo>
                  <a:pt x="3030109" y="2919482"/>
                </a:lnTo>
                <a:lnTo>
                  <a:pt x="2562109" y="2919482"/>
                </a:lnTo>
                <a:close/>
                <a:moveTo>
                  <a:pt x="2321888" y="224805"/>
                </a:moveTo>
                <a:lnTo>
                  <a:pt x="2880631" y="247420"/>
                </a:lnTo>
                <a:lnTo>
                  <a:pt x="2620844" y="742612"/>
                </a:lnTo>
                <a:lnTo>
                  <a:pt x="2546105" y="613161"/>
                </a:lnTo>
                <a:lnTo>
                  <a:pt x="541555" y="1770488"/>
                </a:lnTo>
                <a:lnTo>
                  <a:pt x="392077" y="1511585"/>
                </a:lnTo>
                <a:lnTo>
                  <a:pt x="2396627" y="354257"/>
                </a:lnTo>
                <a:close/>
                <a:moveTo>
                  <a:pt x="0" y="0"/>
                </a:moveTo>
                <a:lnTo>
                  <a:pt x="180000" y="0"/>
                </a:lnTo>
                <a:lnTo>
                  <a:pt x="180000" y="3059999"/>
                </a:lnTo>
                <a:lnTo>
                  <a:pt x="3240000" y="3059999"/>
                </a:lnTo>
                <a:lnTo>
                  <a:pt x="3240000" y="3239999"/>
                </a:lnTo>
                <a:lnTo>
                  <a:pt x="180000" y="3239999"/>
                </a:lnTo>
                <a:lnTo>
                  <a:pt x="180000" y="3240000"/>
                </a:lnTo>
                <a:lnTo>
                  <a:pt x="0" y="3240000"/>
                </a:lnTo>
                <a:lnTo>
                  <a:pt x="0" y="3239999"/>
                </a:lnTo>
                <a:lnTo>
                  <a:pt x="0" y="3059999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5" name="Google Shape;415;p60"/>
          <p:cNvSpPr/>
          <p:nvPr/>
        </p:nvSpPr>
        <p:spPr>
          <a:xfrm rot="5400000">
            <a:off x="7737684" y="1518715"/>
            <a:ext cx="472195" cy="471568"/>
          </a:xfrm>
          <a:custGeom>
            <a:rect b="b" l="l" r="r" t="t"/>
            <a:pathLst>
              <a:path extrusionOk="0" h="3240000" w="3244313">
                <a:moveTo>
                  <a:pt x="2055482" y="677891"/>
                </a:moveTo>
                <a:lnTo>
                  <a:pt x="2055482" y="209891"/>
                </a:lnTo>
                <a:lnTo>
                  <a:pt x="2919482" y="209891"/>
                </a:lnTo>
                <a:lnTo>
                  <a:pt x="2919482" y="677891"/>
                </a:lnTo>
                <a:close/>
                <a:moveTo>
                  <a:pt x="1695482" y="1397971"/>
                </a:moveTo>
                <a:lnTo>
                  <a:pt x="1695482" y="929971"/>
                </a:lnTo>
                <a:lnTo>
                  <a:pt x="2919482" y="929971"/>
                </a:lnTo>
                <a:lnTo>
                  <a:pt x="2919482" y="1397971"/>
                </a:lnTo>
                <a:close/>
                <a:moveTo>
                  <a:pt x="1335482" y="2118051"/>
                </a:moveTo>
                <a:lnTo>
                  <a:pt x="1335482" y="1650051"/>
                </a:lnTo>
                <a:lnTo>
                  <a:pt x="2919482" y="1650051"/>
                </a:lnTo>
                <a:lnTo>
                  <a:pt x="2919482" y="2118051"/>
                </a:lnTo>
                <a:close/>
                <a:moveTo>
                  <a:pt x="975482" y="2838131"/>
                </a:moveTo>
                <a:lnTo>
                  <a:pt x="975482" y="2370131"/>
                </a:lnTo>
                <a:lnTo>
                  <a:pt x="2919482" y="2370131"/>
                </a:lnTo>
                <a:lnTo>
                  <a:pt x="2919482" y="2838131"/>
                </a:lnTo>
                <a:close/>
                <a:moveTo>
                  <a:pt x="10788" y="2651034"/>
                </a:moveTo>
                <a:lnTo>
                  <a:pt x="1168116" y="646484"/>
                </a:lnTo>
                <a:lnTo>
                  <a:pt x="1038664" y="571745"/>
                </a:lnTo>
                <a:lnTo>
                  <a:pt x="1533856" y="311959"/>
                </a:lnTo>
                <a:lnTo>
                  <a:pt x="1556471" y="870701"/>
                </a:lnTo>
                <a:lnTo>
                  <a:pt x="1427019" y="795962"/>
                </a:lnTo>
                <a:lnTo>
                  <a:pt x="269691" y="2800512"/>
                </a:lnTo>
                <a:close/>
                <a:moveTo>
                  <a:pt x="0" y="3240000"/>
                </a:moveTo>
                <a:lnTo>
                  <a:pt x="0" y="3060000"/>
                </a:lnTo>
                <a:lnTo>
                  <a:pt x="3064313" y="3060000"/>
                </a:lnTo>
                <a:lnTo>
                  <a:pt x="3064313" y="0"/>
                </a:lnTo>
                <a:lnTo>
                  <a:pt x="3244313" y="0"/>
                </a:lnTo>
                <a:lnTo>
                  <a:pt x="3244313" y="3240000"/>
                </a:lnTo>
                <a:lnTo>
                  <a:pt x="3240000" y="3240000"/>
                </a:lnTo>
                <a:lnTo>
                  <a:pt x="3064313" y="3240000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6" name="Google Shape;416;p60"/>
          <p:cNvSpPr/>
          <p:nvPr/>
        </p:nvSpPr>
        <p:spPr>
          <a:xfrm>
            <a:off x="6809927" y="4618984"/>
            <a:ext cx="513183" cy="510342"/>
          </a:xfrm>
          <a:custGeom>
            <a:rect b="b" l="l" r="r" t="t"/>
            <a:pathLst>
              <a:path extrusionOk="0" h="3210836" w="3228711">
                <a:moveTo>
                  <a:pt x="351626" y="695968"/>
                </a:moveTo>
                <a:lnTo>
                  <a:pt x="1548007" y="1678300"/>
                </a:lnTo>
                <a:lnTo>
                  <a:pt x="236194" y="2500159"/>
                </a:lnTo>
                <a:cubicBezTo>
                  <a:pt x="-116985" y="1936431"/>
                  <a:pt x="-70514" y="1210092"/>
                  <a:pt x="351626" y="695968"/>
                </a:cubicBezTo>
                <a:close/>
                <a:moveTo>
                  <a:pt x="1957429" y="262366"/>
                </a:moveTo>
                <a:cubicBezTo>
                  <a:pt x="2634256" y="359480"/>
                  <a:pt x="3156733" y="907132"/>
                  <a:pt x="3221913" y="1587776"/>
                </a:cubicBezTo>
                <a:cubicBezTo>
                  <a:pt x="3287093" y="2268421"/>
                  <a:pt x="2878048" y="2905277"/>
                  <a:pt x="2231953" y="3129078"/>
                </a:cubicBezTo>
                <a:cubicBezTo>
                  <a:pt x="1585858" y="3352879"/>
                  <a:pt x="870522" y="3105497"/>
                  <a:pt x="500715" y="2530372"/>
                </a:cubicBezTo>
                <a:lnTo>
                  <a:pt x="1746987" y="1729019"/>
                </a:lnTo>
                <a:close/>
                <a:moveTo>
                  <a:pt x="1604447" y="200"/>
                </a:moveTo>
                <a:cubicBezTo>
                  <a:pt x="1665125" y="-778"/>
                  <a:pt x="1726175" y="1809"/>
                  <a:pt x="1787307" y="8072"/>
                </a:cubicBezTo>
                <a:lnTo>
                  <a:pt x="1629532" y="1548011"/>
                </a:lnTo>
                <a:lnTo>
                  <a:pt x="483856" y="506987"/>
                </a:lnTo>
                <a:cubicBezTo>
                  <a:pt x="773141" y="188622"/>
                  <a:pt x="1179697" y="7051"/>
                  <a:pt x="1604447" y="20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7" name="Google Shape;417;p60"/>
          <p:cNvSpPr/>
          <p:nvPr/>
        </p:nvSpPr>
        <p:spPr>
          <a:xfrm flipH="1">
            <a:off x="11038458" y="2527766"/>
            <a:ext cx="514976" cy="516250"/>
          </a:xfrm>
          <a:custGeom>
            <a:rect b="b" l="l" r="r" t="t"/>
            <a:pathLst>
              <a:path extrusionOk="0" h="3248012" w="3240000">
                <a:moveTo>
                  <a:pt x="712553" y="858820"/>
                </a:moveTo>
                <a:cubicBezTo>
                  <a:pt x="727950" y="858820"/>
                  <a:pt x="743348" y="864694"/>
                  <a:pt x="755096" y="876443"/>
                </a:cubicBezTo>
                <a:lnTo>
                  <a:pt x="1193671" y="1315016"/>
                </a:lnTo>
                <a:lnTo>
                  <a:pt x="1509169" y="999517"/>
                </a:lnTo>
                <a:cubicBezTo>
                  <a:pt x="1509517" y="999169"/>
                  <a:pt x="1509868" y="998827"/>
                  <a:pt x="1510414" y="998691"/>
                </a:cubicBezTo>
                <a:lnTo>
                  <a:pt x="1518932" y="988592"/>
                </a:lnTo>
                <a:cubicBezTo>
                  <a:pt x="1531945" y="978263"/>
                  <a:pt x="1547912" y="974188"/>
                  <a:pt x="1563209" y="975946"/>
                </a:cubicBezTo>
                <a:cubicBezTo>
                  <a:pt x="1578505" y="977705"/>
                  <a:pt x="1593131" y="985299"/>
                  <a:pt x="1603459" y="998313"/>
                </a:cubicBezTo>
                <a:lnTo>
                  <a:pt x="1892346" y="1362277"/>
                </a:lnTo>
                <a:lnTo>
                  <a:pt x="2149759" y="1177067"/>
                </a:lnTo>
                <a:lnTo>
                  <a:pt x="2151621" y="1174867"/>
                </a:lnTo>
                <a:cubicBezTo>
                  <a:pt x="2159033" y="1169006"/>
                  <a:pt x="2167397" y="1165168"/>
                  <a:pt x="2176160" y="1163802"/>
                </a:cubicBezTo>
                <a:cubicBezTo>
                  <a:pt x="2177188" y="1163485"/>
                  <a:pt x="2178237" y="1163269"/>
                  <a:pt x="2179375" y="1163558"/>
                </a:cubicBezTo>
                <a:cubicBezTo>
                  <a:pt x="2184768" y="1161771"/>
                  <a:pt x="2190389" y="1161654"/>
                  <a:pt x="2195921" y="1162300"/>
                </a:cubicBezTo>
                <a:cubicBezTo>
                  <a:pt x="2196662" y="1162386"/>
                  <a:pt x="2197402" y="1162487"/>
                  <a:pt x="2198081" y="1162987"/>
                </a:cubicBezTo>
                <a:cubicBezTo>
                  <a:pt x="2202197" y="1163290"/>
                  <a:pt x="2206218" y="1164270"/>
                  <a:pt x="2209739" y="1166702"/>
                </a:cubicBezTo>
                <a:cubicBezTo>
                  <a:pt x="2213116" y="1166857"/>
                  <a:pt x="2216051" y="1168231"/>
                  <a:pt x="2218766" y="1170038"/>
                </a:cubicBezTo>
                <a:cubicBezTo>
                  <a:pt x="2225342" y="1173160"/>
                  <a:pt x="2231151" y="1177875"/>
                  <a:pt x="2235489" y="1184194"/>
                </a:cubicBezTo>
                <a:lnTo>
                  <a:pt x="2236132" y="1184737"/>
                </a:lnTo>
                <a:lnTo>
                  <a:pt x="2236287" y="1184934"/>
                </a:lnTo>
                <a:lnTo>
                  <a:pt x="2238712" y="1187183"/>
                </a:lnTo>
                <a:cubicBezTo>
                  <a:pt x="2239115" y="1187744"/>
                  <a:pt x="2239507" y="1188310"/>
                  <a:pt x="2239574" y="1189090"/>
                </a:cubicBezTo>
                <a:lnTo>
                  <a:pt x="2540580" y="1569705"/>
                </a:lnTo>
                <a:cubicBezTo>
                  <a:pt x="2561191" y="1595768"/>
                  <a:pt x="2556772" y="1633604"/>
                  <a:pt x="2530710" y="1654215"/>
                </a:cubicBezTo>
                <a:cubicBezTo>
                  <a:pt x="2504647" y="1674827"/>
                  <a:pt x="2466811" y="1670408"/>
                  <a:pt x="2446199" y="1644345"/>
                </a:cubicBezTo>
                <a:lnTo>
                  <a:pt x="2177884" y="1305067"/>
                </a:lnTo>
                <a:lnTo>
                  <a:pt x="1934804" y="1479967"/>
                </a:lnTo>
                <a:cubicBezTo>
                  <a:pt x="1927367" y="1485317"/>
                  <a:pt x="1919123" y="1488726"/>
                  <a:pt x="1910598" y="1489881"/>
                </a:cubicBezTo>
                <a:cubicBezTo>
                  <a:pt x="1885257" y="1507791"/>
                  <a:pt x="1850121" y="1502627"/>
                  <a:pt x="1830495" y="1477903"/>
                </a:cubicBezTo>
                <a:lnTo>
                  <a:pt x="1551924" y="1126933"/>
                </a:lnTo>
                <a:lnTo>
                  <a:pt x="1239041" y="1439816"/>
                </a:lnTo>
                <a:cubicBezTo>
                  <a:pt x="1226569" y="1452288"/>
                  <a:pt x="1209983" y="1458139"/>
                  <a:pt x="1193674" y="1456888"/>
                </a:cubicBezTo>
                <a:cubicBezTo>
                  <a:pt x="1177363" y="1458142"/>
                  <a:pt x="1160774" y="1452290"/>
                  <a:pt x="1148301" y="1439816"/>
                </a:cubicBezTo>
                <a:lnTo>
                  <a:pt x="670011" y="961527"/>
                </a:lnTo>
                <a:cubicBezTo>
                  <a:pt x="646515" y="938031"/>
                  <a:pt x="646515" y="899938"/>
                  <a:pt x="670011" y="876442"/>
                </a:cubicBezTo>
                <a:cubicBezTo>
                  <a:pt x="681760" y="864694"/>
                  <a:pt x="697157" y="858820"/>
                  <a:pt x="712553" y="858820"/>
                </a:cubicBezTo>
                <a:close/>
                <a:moveTo>
                  <a:pt x="2790000" y="699581"/>
                </a:moveTo>
                <a:lnTo>
                  <a:pt x="450000" y="699581"/>
                </a:lnTo>
                <a:lnTo>
                  <a:pt x="450000" y="1851581"/>
                </a:lnTo>
                <a:lnTo>
                  <a:pt x="2790000" y="1851581"/>
                </a:lnTo>
                <a:close/>
                <a:moveTo>
                  <a:pt x="2987972" y="519497"/>
                </a:moveTo>
                <a:lnTo>
                  <a:pt x="2987972" y="2031665"/>
                </a:lnTo>
                <a:lnTo>
                  <a:pt x="252028" y="2031665"/>
                </a:lnTo>
                <a:lnTo>
                  <a:pt x="252028" y="519497"/>
                </a:lnTo>
                <a:close/>
                <a:moveTo>
                  <a:pt x="1620000" y="0"/>
                </a:moveTo>
                <a:cubicBezTo>
                  <a:pt x="1540462" y="0"/>
                  <a:pt x="1475984" y="64478"/>
                  <a:pt x="1475984" y="144016"/>
                </a:cubicBezTo>
                <a:lnTo>
                  <a:pt x="1475984" y="267469"/>
                </a:lnTo>
                <a:lnTo>
                  <a:pt x="0" y="267469"/>
                </a:lnTo>
                <a:lnTo>
                  <a:pt x="0" y="2283693"/>
                </a:lnTo>
                <a:lnTo>
                  <a:pt x="852101" y="2283693"/>
                </a:lnTo>
                <a:lnTo>
                  <a:pt x="323771" y="3248012"/>
                </a:lnTo>
                <a:lnTo>
                  <a:pt x="621526" y="3248012"/>
                </a:lnTo>
                <a:lnTo>
                  <a:pt x="1149856" y="2283693"/>
                </a:lnTo>
                <a:lnTo>
                  <a:pt x="2090146" y="2283693"/>
                </a:lnTo>
                <a:lnTo>
                  <a:pt x="2618476" y="3248012"/>
                </a:lnTo>
                <a:lnTo>
                  <a:pt x="2916231" y="3248012"/>
                </a:lnTo>
                <a:lnTo>
                  <a:pt x="2387901" y="2283693"/>
                </a:lnTo>
                <a:lnTo>
                  <a:pt x="3240000" y="2283693"/>
                </a:lnTo>
                <a:lnTo>
                  <a:pt x="3240000" y="267469"/>
                </a:lnTo>
                <a:lnTo>
                  <a:pt x="1764016" y="267469"/>
                </a:lnTo>
                <a:lnTo>
                  <a:pt x="1764016" y="144016"/>
                </a:lnTo>
                <a:cubicBezTo>
                  <a:pt x="1764016" y="64478"/>
                  <a:pt x="1699538" y="0"/>
                  <a:pt x="1620000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8" name="Google Shape;418;p60"/>
          <p:cNvSpPr/>
          <p:nvPr/>
        </p:nvSpPr>
        <p:spPr>
          <a:xfrm rot="-5400000">
            <a:off x="8525358" y="1470612"/>
            <a:ext cx="567400" cy="567774"/>
          </a:xfrm>
          <a:custGeom>
            <a:rect b="b" l="l" r="r" t="t"/>
            <a:pathLst>
              <a:path extrusionOk="0" h="3187558" w="3185463">
                <a:moveTo>
                  <a:pt x="764000" y="2343999"/>
                </a:moveTo>
                <a:cubicBezTo>
                  <a:pt x="566798" y="2256389"/>
                  <a:pt x="385374" y="2134753"/>
                  <a:pt x="230072" y="1981662"/>
                </a:cubicBezTo>
                <a:cubicBezTo>
                  <a:pt x="297001" y="2223876"/>
                  <a:pt x="428049" y="2439341"/>
                  <a:pt x="603989" y="2608945"/>
                </a:cubicBezTo>
                <a:cubicBezTo>
                  <a:pt x="667739" y="2525681"/>
                  <a:pt x="720588" y="2436567"/>
                  <a:pt x="764000" y="2343999"/>
                </a:cubicBezTo>
                <a:close/>
                <a:moveTo>
                  <a:pt x="783530" y="862903"/>
                </a:moveTo>
                <a:cubicBezTo>
                  <a:pt x="737619" y="760936"/>
                  <a:pt x="681240" y="662513"/>
                  <a:pt x="611676" y="571152"/>
                </a:cubicBezTo>
                <a:cubicBezTo>
                  <a:pt x="419218" y="754019"/>
                  <a:pt x="279227" y="991173"/>
                  <a:pt x="215545" y="1258034"/>
                </a:cubicBezTo>
                <a:cubicBezTo>
                  <a:pt x="378729" y="1090139"/>
                  <a:pt x="571934" y="956907"/>
                  <a:pt x="783530" y="862903"/>
                </a:cubicBezTo>
                <a:close/>
                <a:moveTo>
                  <a:pt x="935657" y="1673146"/>
                </a:moveTo>
                <a:lnTo>
                  <a:pt x="227023" y="1673146"/>
                </a:lnTo>
                <a:cubicBezTo>
                  <a:pt x="393068" y="1882941"/>
                  <a:pt x="605618" y="2045968"/>
                  <a:pt x="844267" y="2153109"/>
                </a:cubicBezTo>
                <a:cubicBezTo>
                  <a:pt x="897907" y="1997390"/>
                  <a:pt x="928862" y="1835739"/>
                  <a:pt x="935657" y="1673146"/>
                </a:cubicBezTo>
                <a:close/>
                <a:moveTo>
                  <a:pt x="935928" y="1493146"/>
                </a:moveTo>
                <a:cubicBezTo>
                  <a:pt x="928922" y="1345638"/>
                  <a:pt x="902278" y="1198995"/>
                  <a:pt x="856775" y="1056956"/>
                </a:cubicBezTo>
                <a:cubicBezTo>
                  <a:pt x="636768" y="1156959"/>
                  <a:pt x="439487" y="1304654"/>
                  <a:pt x="281464" y="1493146"/>
                </a:cubicBezTo>
                <a:close/>
                <a:moveTo>
                  <a:pt x="1469785" y="2515107"/>
                </a:moveTo>
                <a:cubicBezTo>
                  <a:pt x="1283000" y="2508124"/>
                  <a:pt x="1100523" y="2472287"/>
                  <a:pt x="927628" y="2411229"/>
                </a:cubicBezTo>
                <a:cubicBezTo>
                  <a:pt x="876831" y="2520843"/>
                  <a:pt x="814172" y="2626182"/>
                  <a:pt x="738220" y="2724387"/>
                </a:cubicBezTo>
                <a:cubicBezTo>
                  <a:pt x="944637" y="2881665"/>
                  <a:pt x="1196120" y="2982471"/>
                  <a:pt x="1469785" y="3005418"/>
                </a:cubicBezTo>
                <a:close/>
                <a:moveTo>
                  <a:pt x="1469785" y="1673146"/>
                </a:moveTo>
                <a:lnTo>
                  <a:pt x="1112275" y="1673146"/>
                </a:lnTo>
                <a:cubicBezTo>
                  <a:pt x="1105327" y="1858153"/>
                  <a:pt x="1070032" y="2042144"/>
                  <a:pt x="1008001" y="2219039"/>
                </a:cubicBezTo>
                <a:cubicBezTo>
                  <a:pt x="1155519" y="2270408"/>
                  <a:pt x="1310845" y="2300826"/>
                  <a:pt x="1469785" y="2307834"/>
                </a:cubicBezTo>
                <a:close/>
                <a:moveTo>
                  <a:pt x="1469785" y="898989"/>
                </a:moveTo>
                <a:cubicBezTo>
                  <a:pt x="1315103" y="907762"/>
                  <a:pt x="1164166" y="938783"/>
                  <a:pt x="1020939" y="990066"/>
                </a:cubicBezTo>
                <a:cubicBezTo>
                  <a:pt x="1074574" y="1153655"/>
                  <a:pt x="1105461" y="1322925"/>
                  <a:pt x="1112368" y="1493146"/>
                </a:cubicBezTo>
                <a:lnTo>
                  <a:pt x="1469785" y="1493146"/>
                </a:lnTo>
                <a:close/>
                <a:moveTo>
                  <a:pt x="1469785" y="182141"/>
                </a:moveTo>
                <a:cubicBezTo>
                  <a:pt x="1199839" y="204777"/>
                  <a:pt x="951477" y="303168"/>
                  <a:pt x="746615" y="456764"/>
                </a:cubicBezTo>
                <a:cubicBezTo>
                  <a:pt x="828296" y="562801"/>
                  <a:pt x="894225" y="677310"/>
                  <a:pt x="947434" y="796072"/>
                </a:cubicBezTo>
                <a:cubicBezTo>
                  <a:pt x="1113886" y="736067"/>
                  <a:pt x="1289644" y="700323"/>
                  <a:pt x="1469785" y="691530"/>
                </a:cubicBezTo>
                <a:close/>
                <a:moveTo>
                  <a:pt x="2150063" y="992171"/>
                </a:moveTo>
                <a:cubicBezTo>
                  <a:pt x="1990712" y="935501"/>
                  <a:pt x="1822242" y="902595"/>
                  <a:pt x="1649785" y="897224"/>
                </a:cubicBezTo>
                <a:lnTo>
                  <a:pt x="1649785" y="1493146"/>
                </a:lnTo>
                <a:lnTo>
                  <a:pt x="2063712" y="1493146"/>
                </a:lnTo>
                <a:cubicBezTo>
                  <a:pt x="2069089" y="1323887"/>
                  <a:pt x="2098366" y="1155330"/>
                  <a:pt x="2150063" y="992171"/>
                </a:cubicBezTo>
                <a:close/>
                <a:moveTo>
                  <a:pt x="2168848" y="2199110"/>
                </a:moveTo>
                <a:cubicBezTo>
                  <a:pt x="2108555" y="2028681"/>
                  <a:pt x="2073581" y="1851532"/>
                  <a:pt x="2065295" y="1673146"/>
                </a:cubicBezTo>
                <a:lnTo>
                  <a:pt x="1649785" y="1673146"/>
                </a:lnTo>
                <a:lnTo>
                  <a:pt x="1649785" y="2307299"/>
                </a:lnTo>
                <a:cubicBezTo>
                  <a:pt x="1829404" y="2299517"/>
                  <a:pt x="2004315" y="2261965"/>
                  <a:pt x="2168848" y="2199110"/>
                </a:cubicBezTo>
                <a:close/>
                <a:moveTo>
                  <a:pt x="2422394" y="446879"/>
                </a:moveTo>
                <a:cubicBezTo>
                  <a:pt x="2204309" y="287209"/>
                  <a:pt x="1938140" y="189883"/>
                  <a:pt x="1649785" y="178919"/>
                </a:cubicBezTo>
                <a:lnTo>
                  <a:pt x="1649785" y="689876"/>
                </a:lnTo>
                <a:cubicBezTo>
                  <a:pt x="1846998" y="695154"/>
                  <a:pt x="2039668" y="732502"/>
                  <a:pt x="2221721" y="797410"/>
                </a:cubicBezTo>
                <a:cubicBezTo>
                  <a:pt x="2275056" y="675360"/>
                  <a:pt x="2341760" y="557662"/>
                  <a:pt x="2422394" y="446879"/>
                </a:cubicBezTo>
                <a:close/>
                <a:moveTo>
                  <a:pt x="2447278" y="2722123"/>
                </a:moveTo>
                <a:cubicBezTo>
                  <a:pt x="2366121" y="2618714"/>
                  <a:pt x="2299534" y="2507403"/>
                  <a:pt x="2246145" y="2391362"/>
                </a:cubicBezTo>
                <a:cubicBezTo>
                  <a:pt x="2057375" y="2464119"/>
                  <a:pt x="1856285" y="2506958"/>
                  <a:pt x="1649785" y="2514779"/>
                </a:cubicBezTo>
                <a:lnTo>
                  <a:pt x="1649785" y="3008639"/>
                </a:lnTo>
                <a:cubicBezTo>
                  <a:pt x="1949198" y="2997255"/>
                  <a:pt x="2224691" y="2892757"/>
                  <a:pt x="2447278" y="2722123"/>
                </a:cubicBezTo>
                <a:close/>
                <a:moveTo>
                  <a:pt x="2878934" y="1493146"/>
                </a:moveTo>
                <a:cubicBezTo>
                  <a:pt x="2723190" y="1307255"/>
                  <a:pt x="2529440" y="1161128"/>
                  <a:pt x="2313862" y="1060620"/>
                </a:cubicBezTo>
                <a:cubicBezTo>
                  <a:pt x="2270535" y="1201714"/>
                  <a:pt x="2245604" y="1347104"/>
                  <a:pt x="2240109" y="1493146"/>
                </a:cubicBezTo>
                <a:close/>
                <a:moveTo>
                  <a:pt x="2890636" y="1673146"/>
                </a:moveTo>
                <a:lnTo>
                  <a:pt x="2241814" y="1673146"/>
                </a:lnTo>
                <a:cubicBezTo>
                  <a:pt x="2249736" y="1827102"/>
                  <a:pt x="2279520" y="1979973"/>
                  <a:pt x="2329964" y="2127513"/>
                </a:cubicBezTo>
                <a:cubicBezTo>
                  <a:pt x="2545677" y="2019923"/>
                  <a:pt x="2738160" y="1866413"/>
                  <a:pt x="2890636" y="1673146"/>
                </a:cubicBezTo>
                <a:close/>
                <a:moveTo>
                  <a:pt x="2973035" y="1284386"/>
                </a:moveTo>
                <a:cubicBezTo>
                  <a:pt x="2912066" y="1001840"/>
                  <a:pt x="2765308" y="751379"/>
                  <a:pt x="2561381" y="561108"/>
                </a:cubicBezTo>
                <a:cubicBezTo>
                  <a:pt x="2489321" y="656437"/>
                  <a:pt x="2431363" y="759225"/>
                  <a:pt x="2384553" y="865647"/>
                </a:cubicBezTo>
                <a:cubicBezTo>
                  <a:pt x="2604520" y="964977"/>
                  <a:pt x="2804622" y="1106677"/>
                  <a:pt x="2973035" y="1284386"/>
                </a:cubicBezTo>
                <a:close/>
                <a:moveTo>
                  <a:pt x="2974277" y="1897328"/>
                </a:moveTo>
                <a:cubicBezTo>
                  <a:pt x="2812488" y="2073933"/>
                  <a:pt x="2619878" y="2216690"/>
                  <a:pt x="2407486" y="2319665"/>
                </a:cubicBezTo>
                <a:cubicBezTo>
                  <a:pt x="2454169" y="2420503"/>
                  <a:pt x="2511856" y="2517376"/>
                  <a:pt x="2582047" y="2607468"/>
                </a:cubicBezTo>
                <a:cubicBezTo>
                  <a:pt x="2776399" y="2417974"/>
                  <a:pt x="2916061" y="2172750"/>
                  <a:pt x="2974277" y="1897328"/>
                </a:cubicBezTo>
                <a:close/>
                <a:moveTo>
                  <a:pt x="3185463" y="1593779"/>
                </a:moveTo>
                <a:cubicBezTo>
                  <a:pt x="3185463" y="2473999"/>
                  <a:pt x="2471904" y="3187558"/>
                  <a:pt x="1591684" y="3187558"/>
                </a:cubicBezTo>
                <a:cubicBezTo>
                  <a:pt x="738111" y="3187558"/>
                  <a:pt x="41261" y="2516549"/>
                  <a:pt x="1913" y="1673146"/>
                </a:cubicBezTo>
                <a:lnTo>
                  <a:pt x="0" y="1673146"/>
                </a:lnTo>
                <a:lnTo>
                  <a:pt x="0" y="1493146"/>
                </a:lnTo>
                <a:lnTo>
                  <a:pt x="2750" y="1493146"/>
                </a:lnTo>
                <a:cubicBezTo>
                  <a:pt x="50490" y="700174"/>
                  <a:pt x="679654" y="64473"/>
                  <a:pt x="1469785" y="6156"/>
                </a:cubicBezTo>
                <a:lnTo>
                  <a:pt x="1469785" y="0"/>
                </a:lnTo>
                <a:lnTo>
                  <a:pt x="1591684" y="0"/>
                </a:lnTo>
                <a:lnTo>
                  <a:pt x="1649785" y="0"/>
                </a:lnTo>
                <a:lnTo>
                  <a:pt x="1649785" y="2934"/>
                </a:lnTo>
                <a:cubicBezTo>
                  <a:pt x="2503127" y="31654"/>
                  <a:pt x="3185463" y="733032"/>
                  <a:pt x="3185463" y="1593779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9" name="Google Shape;419;p60"/>
          <p:cNvSpPr/>
          <p:nvPr/>
        </p:nvSpPr>
        <p:spPr>
          <a:xfrm>
            <a:off x="9408551" y="1424302"/>
            <a:ext cx="473301" cy="660394"/>
          </a:xfrm>
          <a:custGeom>
            <a:rect b="b" l="l" r="r" t="t"/>
            <a:pathLst>
              <a:path extrusionOk="0" h="3505352" w="2512265">
                <a:moveTo>
                  <a:pt x="1276582" y="2106401"/>
                </a:moveTo>
                <a:cubicBezTo>
                  <a:pt x="1154832" y="2195007"/>
                  <a:pt x="1018024" y="2262207"/>
                  <a:pt x="871321" y="2302645"/>
                </a:cubicBezTo>
                <a:cubicBezTo>
                  <a:pt x="1041049" y="2346709"/>
                  <a:pt x="1216984" y="2342691"/>
                  <a:pt x="1380867" y="2295542"/>
                </a:cubicBezTo>
                <a:cubicBezTo>
                  <a:pt x="1352791" y="2227964"/>
                  <a:pt x="1317377" y="2164934"/>
                  <a:pt x="1276582" y="2106401"/>
                </a:cubicBezTo>
                <a:close/>
                <a:moveTo>
                  <a:pt x="931061" y="1768598"/>
                </a:moveTo>
                <a:lnTo>
                  <a:pt x="785084" y="2021438"/>
                </a:lnTo>
                <a:lnTo>
                  <a:pt x="684448" y="2196711"/>
                </a:lnTo>
                <a:cubicBezTo>
                  <a:pt x="868931" y="2169533"/>
                  <a:pt x="1041385" y="2098006"/>
                  <a:pt x="1189228" y="1991290"/>
                </a:cubicBezTo>
                <a:cubicBezTo>
                  <a:pt x="1113839" y="1904543"/>
                  <a:pt x="1026949" y="1829435"/>
                  <a:pt x="931061" y="1768598"/>
                </a:cubicBezTo>
                <a:close/>
                <a:moveTo>
                  <a:pt x="1626242" y="1739577"/>
                </a:moveTo>
                <a:cubicBezTo>
                  <a:pt x="1556851" y="1850020"/>
                  <a:pt x="1471526" y="1947792"/>
                  <a:pt x="1374302" y="2030973"/>
                </a:cubicBezTo>
                <a:cubicBezTo>
                  <a:pt x="1422822" y="2099916"/>
                  <a:pt x="1464618" y="2174537"/>
                  <a:pt x="1497466" y="2254701"/>
                </a:cubicBezTo>
                <a:cubicBezTo>
                  <a:pt x="1664534" y="2184833"/>
                  <a:pt x="1813198" y="2068027"/>
                  <a:pt x="1922549" y="1910651"/>
                </a:cubicBezTo>
                <a:close/>
                <a:moveTo>
                  <a:pt x="531158" y="1601275"/>
                </a:moveTo>
                <a:cubicBezTo>
                  <a:pt x="514831" y="1769123"/>
                  <a:pt x="535254" y="1939877"/>
                  <a:pt x="594029" y="2101141"/>
                </a:cubicBezTo>
                <a:lnTo>
                  <a:pt x="822377" y="1705631"/>
                </a:lnTo>
                <a:cubicBezTo>
                  <a:pt x="730789" y="1658398"/>
                  <a:pt x="632873" y="1623335"/>
                  <a:pt x="531158" y="1601275"/>
                </a:cubicBezTo>
                <a:close/>
                <a:moveTo>
                  <a:pt x="270885" y="1572115"/>
                </a:moveTo>
                <a:cubicBezTo>
                  <a:pt x="231457" y="1572339"/>
                  <a:pt x="191799" y="1574812"/>
                  <a:pt x="152057" y="1579894"/>
                </a:cubicBezTo>
                <a:cubicBezTo>
                  <a:pt x="195418" y="1760005"/>
                  <a:pt x="289893" y="1927350"/>
                  <a:pt x="428945" y="2058945"/>
                </a:cubicBezTo>
                <a:cubicBezTo>
                  <a:pt x="384418" y="1901749"/>
                  <a:pt x="371313" y="1738504"/>
                  <a:pt x="388331" y="1577832"/>
                </a:cubicBezTo>
                <a:cubicBezTo>
                  <a:pt x="349511" y="1573916"/>
                  <a:pt x="310313" y="1571891"/>
                  <a:pt x="270885" y="1572115"/>
                </a:cubicBezTo>
                <a:close/>
                <a:moveTo>
                  <a:pt x="1117422" y="1445810"/>
                </a:moveTo>
                <a:lnTo>
                  <a:pt x="992684" y="1661863"/>
                </a:lnTo>
                <a:cubicBezTo>
                  <a:pt x="1102065" y="1730612"/>
                  <a:pt x="1200940" y="1816138"/>
                  <a:pt x="1286200" y="1915345"/>
                </a:cubicBezTo>
                <a:cubicBezTo>
                  <a:pt x="1368713" y="1844119"/>
                  <a:pt x="1441290" y="1760865"/>
                  <a:pt x="1500981" y="1667258"/>
                </a:cubicBezTo>
                <a:close/>
                <a:moveTo>
                  <a:pt x="2092402" y="1221082"/>
                </a:moveTo>
                <a:cubicBezTo>
                  <a:pt x="2001593" y="1234047"/>
                  <a:pt x="1911092" y="1235450"/>
                  <a:pt x="1822337" y="1227227"/>
                </a:cubicBezTo>
                <a:cubicBezTo>
                  <a:pt x="1800443" y="1366691"/>
                  <a:pt x="1756170" y="1503162"/>
                  <a:pt x="1688847" y="1630684"/>
                </a:cubicBezTo>
                <a:lnTo>
                  <a:pt x="1987299" y="1802996"/>
                </a:lnTo>
                <a:cubicBezTo>
                  <a:pt x="2084887" y="1618081"/>
                  <a:pt x="2117858" y="1415133"/>
                  <a:pt x="2092402" y="1221082"/>
                </a:cubicBezTo>
                <a:close/>
                <a:moveTo>
                  <a:pt x="649579" y="1175701"/>
                </a:moveTo>
                <a:cubicBezTo>
                  <a:pt x="600911" y="1272240"/>
                  <a:pt x="566994" y="1374279"/>
                  <a:pt x="548013" y="1478728"/>
                </a:cubicBezTo>
                <a:cubicBezTo>
                  <a:pt x="665588" y="1503392"/>
                  <a:pt x="778659" y="1543786"/>
                  <a:pt x="883938" y="1599004"/>
                </a:cubicBezTo>
                <a:lnTo>
                  <a:pt x="1008644" y="1383007"/>
                </a:lnTo>
                <a:close/>
                <a:moveTo>
                  <a:pt x="1325201" y="1085928"/>
                </a:moveTo>
                <a:lnTo>
                  <a:pt x="1180226" y="1337032"/>
                </a:lnTo>
                <a:lnTo>
                  <a:pt x="1563461" y="1558293"/>
                </a:lnTo>
                <a:cubicBezTo>
                  <a:pt x="1621429" y="1447029"/>
                  <a:pt x="1659763" y="1328223"/>
                  <a:pt x="1679185" y="1206861"/>
                </a:cubicBezTo>
                <a:cubicBezTo>
                  <a:pt x="1555153" y="1183834"/>
                  <a:pt x="1435895" y="1143161"/>
                  <a:pt x="1325201" y="1085928"/>
                </a:cubicBezTo>
                <a:close/>
                <a:moveTo>
                  <a:pt x="216369" y="925587"/>
                </a:moveTo>
                <a:cubicBezTo>
                  <a:pt x="135862" y="1096620"/>
                  <a:pt x="108667" y="1281041"/>
                  <a:pt x="130011" y="1458436"/>
                </a:cubicBezTo>
                <a:cubicBezTo>
                  <a:pt x="222591" y="1446071"/>
                  <a:pt x="314795" y="1446181"/>
                  <a:pt x="405131" y="1455463"/>
                </a:cubicBezTo>
                <a:cubicBezTo>
                  <a:pt x="426945" y="1333935"/>
                  <a:pt x="466667" y="1215249"/>
                  <a:pt x="524206" y="1103317"/>
                </a:cubicBezTo>
                <a:close/>
                <a:moveTo>
                  <a:pt x="943246" y="797103"/>
                </a:moveTo>
                <a:cubicBezTo>
                  <a:pt x="853400" y="873630"/>
                  <a:pt x="774733" y="963960"/>
                  <a:pt x="711316" y="1066306"/>
                </a:cubicBezTo>
                <a:lnTo>
                  <a:pt x="1071447" y="1274228"/>
                </a:lnTo>
                <a:lnTo>
                  <a:pt x="1215869" y="1024081"/>
                </a:lnTo>
                <a:cubicBezTo>
                  <a:pt x="1115458" y="961776"/>
                  <a:pt x="1023809" y="885272"/>
                  <a:pt x="943246" y="797103"/>
                </a:cubicBezTo>
                <a:close/>
                <a:moveTo>
                  <a:pt x="1777831" y="614825"/>
                </a:moveTo>
                <a:cubicBezTo>
                  <a:pt x="1828108" y="774217"/>
                  <a:pt x="1847177" y="940426"/>
                  <a:pt x="1835302" y="1104709"/>
                </a:cubicBezTo>
                <a:cubicBezTo>
                  <a:pt x="1912529" y="1111680"/>
                  <a:pt x="1991200" y="1110618"/>
                  <a:pt x="2070135" y="1099634"/>
                </a:cubicBezTo>
                <a:cubicBezTo>
                  <a:pt x="2023430" y="916066"/>
                  <a:pt x="1923963" y="746103"/>
                  <a:pt x="1777831" y="614825"/>
                </a:cubicBezTo>
                <a:close/>
                <a:moveTo>
                  <a:pt x="1613169" y="587153"/>
                </a:moveTo>
                <a:lnTo>
                  <a:pt x="1386789" y="979253"/>
                </a:lnTo>
                <a:cubicBezTo>
                  <a:pt x="1482593" y="1028182"/>
                  <a:pt x="1585369" y="1063521"/>
                  <a:pt x="1692132" y="1084514"/>
                </a:cubicBezTo>
                <a:cubicBezTo>
                  <a:pt x="1702376" y="916614"/>
                  <a:pt x="1676765" y="746730"/>
                  <a:pt x="1613169" y="587153"/>
                </a:cubicBezTo>
                <a:close/>
                <a:moveTo>
                  <a:pt x="1500307" y="531421"/>
                </a:moveTo>
                <a:cubicBezTo>
                  <a:pt x="1333628" y="560682"/>
                  <a:pt x="1177718" y="626786"/>
                  <a:pt x="1041762" y="721997"/>
                </a:cubicBezTo>
                <a:cubicBezTo>
                  <a:pt x="1111912" y="797410"/>
                  <a:pt x="1191076" y="863204"/>
                  <a:pt x="1277416" y="917480"/>
                </a:cubicBezTo>
                <a:close/>
                <a:moveTo>
                  <a:pt x="708730" y="442269"/>
                </a:moveTo>
                <a:cubicBezTo>
                  <a:pt x="536145" y="518354"/>
                  <a:pt x="384460" y="645249"/>
                  <a:pt x="277225" y="815684"/>
                </a:cubicBezTo>
                <a:lnTo>
                  <a:pt x="586010" y="993961"/>
                </a:lnTo>
                <a:cubicBezTo>
                  <a:pt x="658009" y="876621"/>
                  <a:pt x="747803" y="773217"/>
                  <a:pt x="850548" y="685844"/>
                </a:cubicBezTo>
                <a:cubicBezTo>
                  <a:pt x="795399" y="611028"/>
                  <a:pt x="747545" y="529652"/>
                  <a:pt x="708730" y="442269"/>
                </a:cubicBezTo>
                <a:close/>
                <a:moveTo>
                  <a:pt x="1114411" y="355452"/>
                </a:moveTo>
                <a:cubicBezTo>
                  <a:pt x="1016499" y="355167"/>
                  <a:pt x="919324" y="369705"/>
                  <a:pt x="826255" y="398131"/>
                </a:cubicBezTo>
                <a:cubicBezTo>
                  <a:pt x="858722" y="474940"/>
                  <a:pt x="900618" y="545829"/>
                  <a:pt x="948599" y="611249"/>
                </a:cubicBezTo>
                <a:cubicBezTo>
                  <a:pt x="1085375" y="512974"/>
                  <a:pt x="1240825" y="441488"/>
                  <a:pt x="1406980" y="401715"/>
                </a:cubicBezTo>
                <a:cubicBezTo>
                  <a:pt x="1310969" y="370847"/>
                  <a:pt x="1212322" y="355738"/>
                  <a:pt x="1114411" y="355452"/>
                </a:cubicBezTo>
                <a:close/>
                <a:moveTo>
                  <a:pt x="1776283" y="295101"/>
                </a:moveTo>
                <a:lnTo>
                  <a:pt x="1710896" y="408983"/>
                </a:lnTo>
                <a:cubicBezTo>
                  <a:pt x="2209777" y="726145"/>
                  <a:pt x="2373723" y="1383396"/>
                  <a:pt x="2075153" y="1900534"/>
                </a:cubicBezTo>
                <a:cubicBezTo>
                  <a:pt x="1777480" y="2416119"/>
                  <a:pt x="1129323" y="2603192"/>
                  <a:pt x="606057" y="2333243"/>
                </a:cubicBezTo>
                <a:lnTo>
                  <a:pt x="534769" y="2457402"/>
                </a:lnTo>
                <a:cubicBezTo>
                  <a:pt x="1115347" y="2755664"/>
                  <a:pt x="1834151" y="2554240"/>
                  <a:pt x="2173557" y="1987198"/>
                </a:cubicBezTo>
                <a:cubicBezTo>
                  <a:pt x="2520801" y="1407062"/>
                  <a:pt x="2343129" y="657734"/>
                  <a:pt x="1776283" y="295101"/>
                </a:cubicBezTo>
                <a:close/>
                <a:moveTo>
                  <a:pt x="1831804" y="0"/>
                </a:moveTo>
                <a:cubicBezTo>
                  <a:pt x="1881515" y="0"/>
                  <a:pt x="1921814" y="40299"/>
                  <a:pt x="1921814" y="90010"/>
                </a:cubicBezTo>
                <a:cubicBezTo>
                  <a:pt x="1921814" y="123853"/>
                  <a:pt x="1903137" y="153333"/>
                  <a:pt x="1874873" y="167531"/>
                </a:cubicBezTo>
                <a:cubicBezTo>
                  <a:pt x="2505724" y="579432"/>
                  <a:pt x="2701456" y="1419035"/>
                  <a:pt x="2311836" y="2069966"/>
                </a:cubicBezTo>
                <a:cubicBezTo>
                  <a:pt x="2067801" y="2477672"/>
                  <a:pt x="1650037" y="2717958"/>
                  <a:pt x="1209422" y="2750781"/>
                </a:cubicBezTo>
                <a:lnTo>
                  <a:pt x="1209422" y="3191198"/>
                </a:lnTo>
                <a:cubicBezTo>
                  <a:pt x="1228953" y="3190691"/>
                  <a:pt x="1248332" y="3191937"/>
                  <a:pt x="1267595" y="3193449"/>
                </a:cubicBezTo>
                <a:cubicBezTo>
                  <a:pt x="1660899" y="3224325"/>
                  <a:pt x="1926978" y="3358049"/>
                  <a:pt x="1884661" y="3503570"/>
                </a:cubicBezTo>
                <a:lnTo>
                  <a:pt x="318693" y="3505352"/>
                </a:lnTo>
                <a:cubicBezTo>
                  <a:pt x="273700" y="3359367"/>
                  <a:pt x="539657" y="3224666"/>
                  <a:pt x="934393" y="3193515"/>
                </a:cubicBezTo>
                <a:lnTo>
                  <a:pt x="993398" y="3191208"/>
                </a:lnTo>
                <a:lnTo>
                  <a:pt x="993398" y="2750894"/>
                </a:lnTo>
                <a:cubicBezTo>
                  <a:pt x="812915" y="2737642"/>
                  <a:pt x="632784" y="2688481"/>
                  <a:pt x="463078" y="2601537"/>
                </a:cubicBezTo>
                <a:cubicBezTo>
                  <a:pt x="463677" y="2602537"/>
                  <a:pt x="463694" y="2603560"/>
                  <a:pt x="463694" y="2604587"/>
                </a:cubicBezTo>
                <a:cubicBezTo>
                  <a:pt x="463694" y="2654298"/>
                  <a:pt x="423395" y="2694597"/>
                  <a:pt x="373684" y="2694597"/>
                </a:cubicBezTo>
                <a:cubicBezTo>
                  <a:pt x="323973" y="2694597"/>
                  <a:pt x="283674" y="2654298"/>
                  <a:pt x="283674" y="2604587"/>
                </a:cubicBezTo>
                <a:cubicBezTo>
                  <a:pt x="283674" y="2554876"/>
                  <a:pt x="323973" y="2514577"/>
                  <a:pt x="373684" y="2514577"/>
                </a:cubicBezTo>
                <a:lnTo>
                  <a:pt x="377019" y="2515250"/>
                </a:lnTo>
                <a:lnTo>
                  <a:pt x="511820" y="2280472"/>
                </a:lnTo>
                <a:lnTo>
                  <a:pt x="495824" y="2271237"/>
                </a:lnTo>
                <a:lnTo>
                  <a:pt x="496783" y="2269575"/>
                </a:lnTo>
                <a:cubicBezTo>
                  <a:pt x="34226" y="1964050"/>
                  <a:pt x="-130424" y="1362029"/>
                  <a:pt x="110016" y="864184"/>
                </a:cubicBezTo>
                <a:lnTo>
                  <a:pt x="106296" y="862036"/>
                </a:lnTo>
                <a:lnTo>
                  <a:pt x="148828" y="788370"/>
                </a:lnTo>
                <a:lnTo>
                  <a:pt x="169099" y="753258"/>
                </a:lnTo>
                <a:lnTo>
                  <a:pt x="170873" y="754281"/>
                </a:lnTo>
                <a:cubicBezTo>
                  <a:pt x="475914" y="264737"/>
                  <a:pt x="1106018" y="92008"/>
                  <a:pt x="1617242" y="355196"/>
                </a:cubicBezTo>
                <a:lnTo>
                  <a:pt x="1748044" y="127384"/>
                </a:lnTo>
                <a:lnTo>
                  <a:pt x="1751959" y="129632"/>
                </a:lnTo>
                <a:cubicBezTo>
                  <a:pt x="1745165" y="117975"/>
                  <a:pt x="1741794" y="104386"/>
                  <a:pt x="1741794" y="90010"/>
                </a:cubicBezTo>
                <a:cubicBezTo>
                  <a:pt x="1741794" y="40299"/>
                  <a:pt x="1782093" y="0"/>
                  <a:pt x="1831804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20" name="Google Shape;420;p60"/>
          <p:cNvSpPr/>
          <p:nvPr/>
        </p:nvSpPr>
        <p:spPr>
          <a:xfrm>
            <a:off x="7705746" y="4600959"/>
            <a:ext cx="385790" cy="546392"/>
          </a:xfrm>
          <a:custGeom>
            <a:rect b="b" l="l" r="r" t="t"/>
            <a:pathLst>
              <a:path extrusionOk="0" h="3240000" w="2387678">
                <a:moveTo>
                  <a:pt x="1645041" y="17032"/>
                </a:moveTo>
                <a:lnTo>
                  <a:pt x="2376264" y="17032"/>
                </a:lnTo>
                <a:lnTo>
                  <a:pt x="2376264" y="17033"/>
                </a:lnTo>
                <a:lnTo>
                  <a:pt x="1645042" y="17033"/>
                </a:lnTo>
                <a:close/>
                <a:moveTo>
                  <a:pt x="0" y="17032"/>
                </a:moveTo>
                <a:lnTo>
                  <a:pt x="1379678" y="17032"/>
                </a:lnTo>
                <a:lnTo>
                  <a:pt x="1379678" y="996125"/>
                </a:lnTo>
                <a:lnTo>
                  <a:pt x="2376264" y="996125"/>
                </a:lnTo>
                <a:lnTo>
                  <a:pt x="2376264" y="3240000"/>
                </a:lnTo>
                <a:lnTo>
                  <a:pt x="0" y="3240000"/>
                </a:lnTo>
                <a:close/>
                <a:moveTo>
                  <a:pt x="1498869" y="0"/>
                </a:moveTo>
                <a:lnTo>
                  <a:pt x="2387678" y="888809"/>
                </a:lnTo>
                <a:lnTo>
                  <a:pt x="1498869" y="888809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21" name="Google Shape;421;p60"/>
          <p:cNvSpPr/>
          <p:nvPr/>
        </p:nvSpPr>
        <p:spPr>
          <a:xfrm>
            <a:off x="4418496" y="5469184"/>
            <a:ext cx="409732" cy="779216"/>
          </a:xfrm>
          <a:custGeom>
            <a:rect b="b" l="l" r="r" t="t"/>
            <a:pathLst>
              <a:path extrusionOk="0" h="3240001" w="1703664">
                <a:moveTo>
                  <a:pt x="952533" y="2024463"/>
                </a:moveTo>
                <a:lnTo>
                  <a:pt x="856710" y="2024464"/>
                </a:lnTo>
                <a:lnTo>
                  <a:pt x="649879" y="2143878"/>
                </a:lnTo>
                <a:lnTo>
                  <a:pt x="728753" y="2280491"/>
                </a:lnTo>
                <a:lnTo>
                  <a:pt x="800462" y="2239090"/>
                </a:lnTo>
                <a:lnTo>
                  <a:pt x="800462" y="2476837"/>
                </a:lnTo>
                <a:lnTo>
                  <a:pt x="649878" y="2476837"/>
                </a:lnTo>
                <a:lnTo>
                  <a:pt x="649878" y="2634602"/>
                </a:lnTo>
                <a:lnTo>
                  <a:pt x="1067658" y="2634602"/>
                </a:lnTo>
                <a:lnTo>
                  <a:pt x="1067657" y="2476837"/>
                </a:lnTo>
                <a:lnTo>
                  <a:pt x="952532" y="2476837"/>
                </a:lnTo>
                <a:lnTo>
                  <a:pt x="952532" y="2151292"/>
                </a:lnTo>
                <a:lnTo>
                  <a:pt x="952534" y="2151291"/>
                </a:lnTo>
                <a:close/>
                <a:moveTo>
                  <a:pt x="851832" y="1776101"/>
                </a:moveTo>
                <a:cubicBezTo>
                  <a:pt x="1189868" y="1776101"/>
                  <a:pt x="1463900" y="2050133"/>
                  <a:pt x="1463900" y="2388169"/>
                </a:cubicBezTo>
                <a:cubicBezTo>
                  <a:pt x="1463900" y="2726205"/>
                  <a:pt x="1189868" y="3000237"/>
                  <a:pt x="851832" y="3000237"/>
                </a:cubicBezTo>
                <a:cubicBezTo>
                  <a:pt x="513796" y="3000237"/>
                  <a:pt x="239764" y="2726205"/>
                  <a:pt x="239764" y="2388169"/>
                </a:cubicBezTo>
                <a:cubicBezTo>
                  <a:pt x="239764" y="2050133"/>
                  <a:pt x="513796" y="1776101"/>
                  <a:pt x="851832" y="1776101"/>
                </a:cubicBezTo>
                <a:close/>
                <a:moveTo>
                  <a:pt x="851832" y="1689019"/>
                </a:moveTo>
                <a:cubicBezTo>
                  <a:pt x="465702" y="1689019"/>
                  <a:pt x="152682" y="2002039"/>
                  <a:pt x="152682" y="2388169"/>
                </a:cubicBezTo>
                <a:cubicBezTo>
                  <a:pt x="152682" y="2774299"/>
                  <a:pt x="465702" y="3087319"/>
                  <a:pt x="851832" y="3087319"/>
                </a:cubicBezTo>
                <a:cubicBezTo>
                  <a:pt x="1237962" y="3087319"/>
                  <a:pt x="1550982" y="2774299"/>
                  <a:pt x="1550982" y="2388169"/>
                </a:cubicBezTo>
                <a:cubicBezTo>
                  <a:pt x="1550982" y="2002039"/>
                  <a:pt x="1237962" y="1689019"/>
                  <a:pt x="851832" y="1689019"/>
                </a:cubicBezTo>
                <a:close/>
                <a:moveTo>
                  <a:pt x="851832" y="1536337"/>
                </a:moveTo>
                <a:cubicBezTo>
                  <a:pt x="1322286" y="1536337"/>
                  <a:pt x="1703664" y="1917715"/>
                  <a:pt x="1703664" y="2388169"/>
                </a:cubicBezTo>
                <a:cubicBezTo>
                  <a:pt x="1703664" y="2858623"/>
                  <a:pt x="1322286" y="3240001"/>
                  <a:pt x="851832" y="3240001"/>
                </a:cubicBezTo>
                <a:cubicBezTo>
                  <a:pt x="381378" y="3240001"/>
                  <a:pt x="0" y="2858623"/>
                  <a:pt x="0" y="2388169"/>
                </a:cubicBezTo>
                <a:cubicBezTo>
                  <a:pt x="0" y="1917715"/>
                  <a:pt x="381378" y="1536337"/>
                  <a:pt x="851832" y="1536337"/>
                </a:cubicBezTo>
                <a:close/>
                <a:moveTo>
                  <a:pt x="1173126" y="1"/>
                </a:moveTo>
                <a:lnTo>
                  <a:pt x="1383673" y="1"/>
                </a:lnTo>
                <a:lnTo>
                  <a:pt x="1383673" y="954514"/>
                </a:lnTo>
                <a:lnTo>
                  <a:pt x="1173126" y="1187717"/>
                </a:lnTo>
                <a:close/>
                <a:moveTo>
                  <a:pt x="619488" y="0"/>
                </a:moveTo>
                <a:lnTo>
                  <a:pt x="1099698" y="0"/>
                </a:lnTo>
                <a:lnTo>
                  <a:pt x="1099698" y="1265464"/>
                </a:lnTo>
                <a:lnTo>
                  <a:pt x="859593" y="1532640"/>
                </a:lnTo>
                <a:lnTo>
                  <a:pt x="619488" y="1265464"/>
                </a:lnTo>
                <a:close/>
                <a:moveTo>
                  <a:pt x="335512" y="0"/>
                </a:moveTo>
                <a:lnTo>
                  <a:pt x="546059" y="0"/>
                </a:lnTo>
                <a:lnTo>
                  <a:pt x="546059" y="1166181"/>
                </a:lnTo>
                <a:lnTo>
                  <a:pt x="335512" y="927455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22" name="Google Shape;422;p60"/>
          <p:cNvSpPr/>
          <p:nvPr/>
        </p:nvSpPr>
        <p:spPr>
          <a:xfrm rot="-5400000">
            <a:off x="8536863" y="3545131"/>
            <a:ext cx="598764" cy="648141"/>
          </a:xfrm>
          <a:custGeom>
            <a:rect b="b" l="l" r="r" t="t"/>
            <a:pathLst>
              <a:path extrusionOk="0" h="3240001" w="2993176">
                <a:moveTo>
                  <a:pt x="1299907" y="647892"/>
                </a:moveTo>
                <a:lnTo>
                  <a:pt x="665509" y="1620000"/>
                </a:lnTo>
                <a:lnTo>
                  <a:pt x="1299907" y="2592108"/>
                </a:lnTo>
                <a:lnTo>
                  <a:pt x="634398" y="2592108"/>
                </a:lnTo>
                <a:lnTo>
                  <a:pt x="0" y="1620000"/>
                </a:lnTo>
                <a:lnTo>
                  <a:pt x="634398" y="647892"/>
                </a:lnTo>
                <a:close/>
                <a:moveTo>
                  <a:pt x="2993176" y="1620001"/>
                </a:moveTo>
                <a:lnTo>
                  <a:pt x="1913056" y="3240001"/>
                </a:lnTo>
                <a:lnTo>
                  <a:pt x="1782206" y="3043749"/>
                </a:lnTo>
                <a:lnTo>
                  <a:pt x="1110064" y="3043749"/>
                </a:lnTo>
                <a:cubicBezTo>
                  <a:pt x="1089036" y="3096599"/>
                  <a:pt x="1037333" y="3133759"/>
                  <a:pt x="976952" y="3133759"/>
                </a:cubicBezTo>
                <a:cubicBezTo>
                  <a:pt x="923853" y="3133759"/>
                  <a:pt x="877466" y="3105022"/>
                  <a:pt x="854540" y="3061058"/>
                </a:cubicBezTo>
                <a:lnTo>
                  <a:pt x="302383" y="3169763"/>
                </a:lnTo>
                <a:lnTo>
                  <a:pt x="302383" y="2809723"/>
                </a:lnTo>
                <a:lnTo>
                  <a:pt x="854540" y="2918427"/>
                </a:lnTo>
                <a:cubicBezTo>
                  <a:pt x="877466" y="2874463"/>
                  <a:pt x="923853" y="2845727"/>
                  <a:pt x="976952" y="2845727"/>
                </a:cubicBezTo>
                <a:cubicBezTo>
                  <a:pt x="1037333" y="2845727"/>
                  <a:pt x="1089036" y="2882887"/>
                  <a:pt x="1110064" y="2935737"/>
                </a:cubicBezTo>
                <a:lnTo>
                  <a:pt x="1710190" y="2935737"/>
                </a:lnTo>
                <a:lnTo>
                  <a:pt x="832936" y="1620001"/>
                </a:lnTo>
                <a:lnTo>
                  <a:pt x="1913056" y="0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23" name="Google Shape;423;p60"/>
          <p:cNvSpPr/>
          <p:nvPr/>
        </p:nvSpPr>
        <p:spPr>
          <a:xfrm rot="10800000">
            <a:off x="9311063" y="2543932"/>
            <a:ext cx="386665" cy="436639"/>
          </a:xfrm>
          <a:custGeom>
            <a:rect b="b" l="l" r="r" t="t"/>
            <a:pathLst>
              <a:path extrusionOk="0" h="3252576" w="2880320">
                <a:moveTo>
                  <a:pt x="612726" y="2220771"/>
                </a:moveTo>
                <a:cubicBezTo>
                  <a:pt x="662432" y="2220771"/>
                  <a:pt x="702726" y="2180477"/>
                  <a:pt x="702726" y="2130771"/>
                </a:cubicBezTo>
                <a:lnTo>
                  <a:pt x="702726" y="438771"/>
                </a:lnTo>
                <a:cubicBezTo>
                  <a:pt x="702726" y="389065"/>
                  <a:pt x="662432" y="348771"/>
                  <a:pt x="612726" y="348771"/>
                </a:cubicBezTo>
                <a:cubicBezTo>
                  <a:pt x="563020" y="348771"/>
                  <a:pt x="522726" y="389065"/>
                  <a:pt x="522726" y="438771"/>
                </a:cubicBezTo>
                <a:lnTo>
                  <a:pt x="522726" y="2130771"/>
                </a:lnTo>
                <a:cubicBezTo>
                  <a:pt x="522726" y="2180477"/>
                  <a:pt x="563020" y="2220771"/>
                  <a:pt x="612726" y="2220771"/>
                </a:cubicBezTo>
                <a:close/>
                <a:moveTo>
                  <a:pt x="1188790" y="2220771"/>
                </a:moveTo>
                <a:cubicBezTo>
                  <a:pt x="1238496" y="2220771"/>
                  <a:pt x="1278790" y="2180477"/>
                  <a:pt x="1278790" y="2130771"/>
                </a:cubicBezTo>
                <a:lnTo>
                  <a:pt x="1278790" y="438771"/>
                </a:lnTo>
                <a:cubicBezTo>
                  <a:pt x="1278790" y="389065"/>
                  <a:pt x="1238496" y="348771"/>
                  <a:pt x="1188790" y="348771"/>
                </a:cubicBezTo>
                <a:cubicBezTo>
                  <a:pt x="1139084" y="348771"/>
                  <a:pt x="1098790" y="389065"/>
                  <a:pt x="1098790" y="438771"/>
                </a:cubicBezTo>
                <a:lnTo>
                  <a:pt x="1098790" y="2130771"/>
                </a:lnTo>
                <a:cubicBezTo>
                  <a:pt x="1098790" y="2180477"/>
                  <a:pt x="1139084" y="2220771"/>
                  <a:pt x="1188790" y="2220771"/>
                </a:cubicBezTo>
                <a:close/>
                <a:moveTo>
                  <a:pt x="1764854" y="2220771"/>
                </a:moveTo>
                <a:cubicBezTo>
                  <a:pt x="1814560" y="2220771"/>
                  <a:pt x="1854854" y="2180477"/>
                  <a:pt x="1854854" y="2130771"/>
                </a:cubicBezTo>
                <a:lnTo>
                  <a:pt x="1854854" y="438771"/>
                </a:lnTo>
                <a:cubicBezTo>
                  <a:pt x="1854854" y="389065"/>
                  <a:pt x="1814560" y="348771"/>
                  <a:pt x="1764854" y="348771"/>
                </a:cubicBezTo>
                <a:cubicBezTo>
                  <a:pt x="1715148" y="348771"/>
                  <a:pt x="1674854" y="389065"/>
                  <a:pt x="1674854" y="438771"/>
                </a:cubicBezTo>
                <a:lnTo>
                  <a:pt x="1674854" y="2130771"/>
                </a:lnTo>
                <a:cubicBezTo>
                  <a:pt x="1674854" y="2180477"/>
                  <a:pt x="1715148" y="2220771"/>
                  <a:pt x="1764854" y="2220771"/>
                </a:cubicBezTo>
                <a:close/>
                <a:moveTo>
                  <a:pt x="2340918" y="2220771"/>
                </a:moveTo>
                <a:cubicBezTo>
                  <a:pt x="2390624" y="2220771"/>
                  <a:pt x="2430918" y="2180477"/>
                  <a:pt x="2430918" y="2130771"/>
                </a:cubicBezTo>
                <a:lnTo>
                  <a:pt x="2430918" y="438771"/>
                </a:lnTo>
                <a:cubicBezTo>
                  <a:pt x="2430918" y="389065"/>
                  <a:pt x="2390624" y="348771"/>
                  <a:pt x="2340918" y="348771"/>
                </a:cubicBezTo>
                <a:cubicBezTo>
                  <a:pt x="2291212" y="348771"/>
                  <a:pt x="2250918" y="389065"/>
                  <a:pt x="2250918" y="438771"/>
                </a:cubicBezTo>
                <a:lnTo>
                  <a:pt x="2250918" y="2130771"/>
                </a:lnTo>
                <a:cubicBezTo>
                  <a:pt x="2250918" y="2180477"/>
                  <a:pt x="2291212" y="2220771"/>
                  <a:pt x="2340918" y="2220771"/>
                </a:cubicBezTo>
                <a:close/>
                <a:moveTo>
                  <a:pt x="2784182" y="2519920"/>
                </a:moveTo>
                <a:lnTo>
                  <a:pt x="96136" y="2519920"/>
                </a:lnTo>
                <a:lnTo>
                  <a:pt x="96136" y="419995"/>
                </a:lnTo>
                <a:cubicBezTo>
                  <a:pt x="96136" y="188038"/>
                  <a:pt x="284174" y="0"/>
                  <a:pt x="516131" y="0"/>
                </a:cubicBezTo>
                <a:lnTo>
                  <a:pt x="2364187" y="0"/>
                </a:lnTo>
                <a:cubicBezTo>
                  <a:pt x="2596144" y="0"/>
                  <a:pt x="2784182" y="188038"/>
                  <a:pt x="2784182" y="419995"/>
                </a:cubicBezTo>
                <a:close/>
                <a:moveTo>
                  <a:pt x="1687966" y="3252576"/>
                </a:moveTo>
                <a:lnTo>
                  <a:pt x="1192350" y="3252576"/>
                </a:lnTo>
                <a:cubicBezTo>
                  <a:pt x="1129224" y="3252576"/>
                  <a:pt x="1078050" y="3201402"/>
                  <a:pt x="1078050" y="3138276"/>
                </a:cubicBezTo>
                <a:lnTo>
                  <a:pt x="1078050" y="3023976"/>
                </a:lnTo>
                <a:lnTo>
                  <a:pt x="60008" y="3023976"/>
                </a:lnTo>
                <a:cubicBezTo>
                  <a:pt x="26866" y="3023976"/>
                  <a:pt x="0" y="2997110"/>
                  <a:pt x="0" y="2963968"/>
                </a:cubicBezTo>
                <a:lnTo>
                  <a:pt x="0" y="2723944"/>
                </a:lnTo>
                <a:cubicBezTo>
                  <a:pt x="0" y="2690802"/>
                  <a:pt x="26866" y="2663936"/>
                  <a:pt x="60008" y="2663936"/>
                </a:cubicBezTo>
                <a:lnTo>
                  <a:pt x="2820312" y="2663936"/>
                </a:lnTo>
                <a:cubicBezTo>
                  <a:pt x="2853454" y="2663936"/>
                  <a:pt x="2880320" y="2690802"/>
                  <a:pt x="2880320" y="2723944"/>
                </a:cubicBezTo>
                <a:lnTo>
                  <a:pt x="2880320" y="2963968"/>
                </a:lnTo>
                <a:cubicBezTo>
                  <a:pt x="2880320" y="2997110"/>
                  <a:pt x="2853454" y="3023976"/>
                  <a:pt x="2820312" y="3023976"/>
                </a:cubicBezTo>
                <a:lnTo>
                  <a:pt x="1802266" y="3023976"/>
                </a:lnTo>
                <a:lnTo>
                  <a:pt x="1802266" y="3138276"/>
                </a:lnTo>
                <a:cubicBezTo>
                  <a:pt x="1802266" y="3201402"/>
                  <a:pt x="1751092" y="3252576"/>
                  <a:pt x="1687966" y="3252576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24" name="Google Shape;424;p60"/>
          <p:cNvSpPr/>
          <p:nvPr/>
        </p:nvSpPr>
        <p:spPr>
          <a:xfrm>
            <a:off x="6966942" y="3587275"/>
            <a:ext cx="472482" cy="563852"/>
          </a:xfrm>
          <a:custGeom>
            <a:rect b="b" l="l" r="r" t="t"/>
            <a:pathLst>
              <a:path extrusionOk="0" h="3035197" w="2543357">
                <a:moveTo>
                  <a:pt x="1932497" y="885460"/>
                </a:moveTo>
                <a:lnTo>
                  <a:pt x="1858608" y="981586"/>
                </a:lnTo>
                <a:cubicBezTo>
                  <a:pt x="2087948" y="1157874"/>
                  <a:pt x="2221364" y="1431493"/>
                  <a:pt x="2219022" y="1720748"/>
                </a:cubicBezTo>
                <a:lnTo>
                  <a:pt x="2340261" y="1721729"/>
                </a:lnTo>
                <a:cubicBezTo>
                  <a:pt x="2342911" y="1394473"/>
                  <a:pt x="2191967" y="1084907"/>
                  <a:pt x="1932497" y="885460"/>
                </a:cubicBezTo>
                <a:close/>
                <a:moveTo>
                  <a:pt x="1028922" y="281987"/>
                </a:moveTo>
                <a:cubicBezTo>
                  <a:pt x="1157068" y="321344"/>
                  <a:pt x="1128134" y="299573"/>
                  <a:pt x="1193247" y="332230"/>
                </a:cubicBezTo>
                <a:cubicBezTo>
                  <a:pt x="1269854" y="451410"/>
                  <a:pt x="1301375" y="602654"/>
                  <a:pt x="1295736" y="739575"/>
                </a:cubicBezTo>
                <a:cubicBezTo>
                  <a:pt x="1418781" y="730097"/>
                  <a:pt x="1391656" y="622269"/>
                  <a:pt x="1842154" y="674175"/>
                </a:cubicBezTo>
                <a:cubicBezTo>
                  <a:pt x="2251963" y="725703"/>
                  <a:pt x="2543357" y="1202505"/>
                  <a:pt x="2543357" y="1911138"/>
                </a:cubicBezTo>
                <a:cubicBezTo>
                  <a:pt x="2543357" y="2619771"/>
                  <a:pt x="2228290" y="3174439"/>
                  <a:pt x="1189012" y="3004227"/>
                </a:cubicBezTo>
                <a:cubicBezTo>
                  <a:pt x="266689" y="3142266"/>
                  <a:pt x="99973" y="2479414"/>
                  <a:pt x="24671" y="2089269"/>
                </a:cubicBezTo>
                <a:cubicBezTo>
                  <a:pt x="-50631" y="1699124"/>
                  <a:pt x="9514" y="922425"/>
                  <a:pt x="737199" y="663358"/>
                </a:cubicBezTo>
                <a:cubicBezTo>
                  <a:pt x="1021153" y="585721"/>
                  <a:pt x="1093645" y="690425"/>
                  <a:pt x="1216376" y="728497"/>
                </a:cubicBezTo>
                <a:cubicBezTo>
                  <a:pt x="1183268" y="569368"/>
                  <a:pt x="1135766" y="458984"/>
                  <a:pt x="1028922" y="281987"/>
                </a:cubicBezTo>
                <a:close/>
                <a:moveTo>
                  <a:pt x="1919942" y="47"/>
                </a:moveTo>
                <a:cubicBezTo>
                  <a:pt x="2086542" y="1491"/>
                  <a:pt x="2263938" y="35583"/>
                  <a:pt x="2350876" y="60453"/>
                </a:cubicBezTo>
                <a:cubicBezTo>
                  <a:pt x="2672784" y="174000"/>
                  <a:pt x="2321773" y="213881"/>
                  <a:pt x="2220060" y="345654"/>
                </a:cubicBezTo>
                <a:cubicBezTo>
                  <a:pt x="2118347" y="477427"/>
                  <a:pt x="2005019" y="609932"/>
                  <a:pt x="1770740" y="609932"/>
                </a:cubicBezTo>
                <a:lnTo>
                  <a:pt x="1326444" y="614956"/>
                </a:lnTo>
                <a:lnTo>
                  <a:pt x="1346541" y="320533"/>
                </a:lnTo>
                <a:cubicBezTo>
                  <a:pt x="1401807" y="115484"/>
                  <a:pt x="1563158" y="44336"/>
                  <a:pt x="1760692" y="11037"/>
                </a:cubicBezTo>
                <a:cubicBezTo>
                  <a:pt x="1810076" y="2712"/>
                  <a:pt x="1864409" y="-434"/>
                  <a:pt x="1919942" y="47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25" name="Google Shape;425;p60"/>
          <p:cNvSpPr/>
          <p:nvPr/>
        </p:nvSpPr>
        <p:spPr>
          <a:xfrm>
            <a:off x="4360223" y="1480860"/>
            <a:ext cx="597487" cy="547278"/>
          </a:xfrm>
          <a:custGeom>
            <a:rect b="b" l="l" r="r" t="t"/>
            <a:pathLst>
              <a:path extrusionOk="0" h="2940925" w="3210745">
                <a:moveTo>
                  <a:pt x="340528" y="2526682"/>
                </a:moveTo>
                <a:cubicBezTo>
                  <a:pt x="280875" y="2526682"/>
                  <a:pt x="232516" y="2575041"/>
                  <a:pt x="232516" y="2634694"/>
                </a:cubicBezTo>
                <a:cubicBezTo>
                  <a:pt x="232516" y="2694347"/>
                  <a:pt x="280875" y="2742706"/>
                  <a:pt x="340528" y="2742706"/>
                </a:cubicBezTo>
                <a:cubicBezTo>
                  <a:pt x="400181" y="2742706"/>
                  <a:pt x="448540" y="2694347"/>
                  <a:pt x="448540" y="2634694"/>
                </a:cubicBezTo>
                <a:cubicBezTo>
                  <a:pt x="448540" y="2575041"/>
                  <a:pt x="400181" y="2526682"/>
                  <a:pt x="340528" y="2526682"/>
                </a:cubicBezTo>
                <a:close/>
                <a:moveTo>
                  <a:pt x="1821636" y="152"/>
                </a:moveTo>
                <a:cubicBezTo>
                  <a:pt x="1920275" y="-4956"/>
                  <a:pt x="2051571" y="119306"/>
                  <a:pt x="2102482" y="278737"/>
                </a:cubicBezTo>
                <a:cubicBezTo>
                  <a:pt x="2192513" y="649582"/>
                  <a:pt x="1575154" y="1213351"/>
                  <a:pt x="2006019" y="1236931"/>
                </a:cubicBezTo>
                <a:cubicBezTo>
                  <a:pt x="2310412" y="1206920"/>
                  <a:pt x="2473326" y="1176910"/>
                  <a:pt x="2803442" y="1166192"/>
                </a:cubicBezTo>
                <a:cubicBezTo>
                  <a:pt x="3103547" y="1170479"/>
                  <a:pt x="3152850" y="1361260"/>
                  <a:pt x="3002798" y="1564903"/>
                </a:cubicBezTo>
                <a:cubicBezTo>
                  <a:pt x="3191435" y="1575621"/>
                  <a:pt x="3347919" y="1869296"/>
                  <a:pt x="3022090" y="1989338"/>
                </a:cubicBezTo>
                <a:cubicBezTo>
                  <a:pt x="3332913" y="2182262"/>
                  <a:pt x="3154994" y="2426634"/>
                  <a:pt x="2977074" y="2471650"/>
                </a:cubicBezTo>
                <a:cubicBezTo>
                  <a:pt x="3127127" y="2606697"/>
                  <a:pt x="3109978" y="2709590"/>
                  <a:pt x="2957782" y="2793191"/>
                </a:cubicBezTo>
                <a:cubicBezTo>
                  <a:pt x="2620164" y="2932526"/>
                  <a:pt x="1747715" y="3028988"/>
                  <a:pt x="1253613" y="2818914"/>
                </a:cubicBezTo>
                <a:cubicBezTo>
                  <a:pt x="1018944" y="2738561"/>
                  <a:pt x="869067" y="2654318"/>
                  <a:pt x="700568" y="2648441"/>
                </a:cubicBezTo>
                <a:lnTo>
                  <a:pt x="700568" y="2796242"/>
                </a:lnTo>
                <a:cubicBezTo>
                  <a:pt x="700568" y="2860729"/>
                  <a:pt x="648291" y="2913006"/>
                  <a:pt x="583804" y="2913006"/>
                </a:cubicBezTo>
                <a:lnTo>
                  <a:pt x="0" y="2913006"/>
                </a:lnTo>
                <a:lnTo>
                  <a:pt x="0" y="1400838"/>
                </a:lnTo>
                <a:lnTo>
                  <a:pt x="583804" y="1400838"/>
                </a:lnTo>
                <a:cubicBezTo>
                  <a:pt x="648291" y="1400838"/>
                  <a:pt x="700568" y="1453115"/>
                  <a:pt x="700568" y="1517602"/>
                </a:cubicBezTo>
                <a:lnTo>
                  <a:pt x="700568" y="1571674"/>
                </a:lnTo>
                <a:cubicBezTo>
                  <a:pt x="721537" y="1568378"/>
                  <a:pt x="746526" y="1559634"/>
                  <a:pt x="784162" y="1539180"/>
                </a:cubicBezTo>
                <a:cubicBezTo>
                  <a:pt x="831321" y="1421281"/>
                  <a:pt x="890271" y="1323747"/>
                  <a:pt x="1034964" y="1191915"/>
                </a:cubicBezTo>
                <a:cubicBezTo>
                  <a:pt x="1257900" y="851081"/>
                  <a:pt x="1628744" y="677449"/>
                  <a:pt x="1703770" y="169413"/>
                </a:cubicBezTo>
                <a:cubicBezTo>
                  <a:pt x="1715024" y="52855"/>
                  <a:pt x="1762452" y="3217"/>
                  <a:pt x="1821636" y="152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26" name="Google Shape;426;p60"/>
          <p:cNvSpPr/>
          <p:nvPr/>
        </p:nvSpPr>
        <p:spPr>
          <a:xfrm>
            <a:off x="8534202" y="2515987"/>
            <a:ext cx="372169" cy="492524"/>
          </a:xfrm>
          <a:custGeom>
            <a:rect b="b" l="l" r="r" t="t"/>
            <a:pathLst>
              <a:path extrusionOk="0" h="3240000" w="2448272">
                <a:moveTo>
                  <a:pt x="1358676" y="2676152"/>
                </a:moveTo>
                <a:cubicBezTo>
                  <a:pt x="1327753" y="2676152"/>
                  <a:pt x="1302685" y="2701220"/>
                  <a:pt x="1302685" y="2732143"/>
                </a:cubicBezTo>
                <a:lnTo>
                  <a:pt x="1302685" y="2956101"/>
                </a:lnTo>
                <a:cubicBezTo>
                  <a:pt x="1302685" y="2987024"/>
                  <a:pt x="1327753" y="3012092"/>
                  <a:pt x="1358676" y="3012092"/>
                </a:cubicBezTo>
                <a:lnTo>
                  <a:pt x="1582634" y="3012092"/>
                </a:lnTo>
                <a:cubicBezTo>
                  <a:pt x="1613557" y="3012092"/>
                  <a:pt x="1638625" y="2987024"/>
                  <a:pt x="1638625" y="2956101"/>
                </a:cubicBezTo>
                <a:lnTo>
                  <a:pt x="1638625" y="2732143"/>
                </a:lnTo>
                <a:cubicBezTo>
                  <a:pt x="1638625" y="2701220"/>
                  <a:pt x="1613557" y="2676152"/>
                  <a:pt x="1582634" y="2676152"/>
                </a:cubicBezTo>
                <a:close/>
                <a:moveTo>
                  <a:pt x="837062" y="2676152"/>
                </a:moveTo>
                <a:cubicBezTo>
                  <a:pt x="806139" y="2676152"/>
                  <a:pt x="781071" y="2701220"/>
                  <a:pt x="781071" y="2732143"/>
                </a:cubicBezTo>
                <a:lnTo>
                  <a:pt x="781071" y="2956101"/>
                </a:lnTo>
                <a:cubicBezTo>
                  <a:pt x="781071" y="2987024"/>
                  <a:pt x="806139" y="3012092"/>
                  <a:pt x="837062" y="3012092"/>
                </a:cubicBezTo>
                <a:lnTo>
                  <a:pt x="1061020" y="3012092"/>
                </a:lnTo>
                <a:cubicBezTo>
                  <a:pt x="1091943" y="3012092"/>
                  <a:pt x="1117011" y="2987024"/>
                  <a:pt x="1117011" y="2956101"/>
                </a:cubicBezTo>
                <a:lnTo>
                  <a:pt x="1117011" y="2732143"/>
                </a:lnTo>
                <a:cubicBezTo>
                  <a:pt x="1117011" y="2701220"/>
                  <a:pt x="1091943" y="2676152"/>
                  <a:pt x="1061020" y="2676152"/>
                </a:cubicBezTo>
                <a:close/>
                <a:moveTo>
                  <a:pt x="315448" y="2676152"/>
                </a:moveTo>
                <a:cubicBezTo>
                  <a:pt x="284525" y="2676152"/>
                  <a:pt x="259457" y="2701220"/>
                  <a:pt x="259457" y="2732143"/>
                </a:cubicBezTo>
                <a:lnTo>
                  <a:pt x="259457" y="2956101"/>
                </a:lnTo>
                <a:cubicBezTo>
                  <a:pt x="259457" y="2987024"/>
                  <a:pt x="284525" y="3012092"/>
                  <a:pt x="315448" y="3012092"/>
                </a:cubicBezTo>
                <a:lnTo>
                  <a:pt x="539406" y="3012092"/>
                </a:lnTo>
                <a:cubicBezTo>
                  <a:pt x="570329" y="3012092"/>
                  <a:pt x="595397" y="2987024"/>
                  <a:pt x="595397" y="2956101"/>
                </a:cubicBezTo>
                <a:lnTo>
                  <a:pt x="595397" y="2732143"/>
                </a:lnTo>
                <a:cubicBezTo>
                  <a:pt x="595397" y="2701220"/>
                  <a:pt x="570329" y="2676152"/>
                  <a:pt x="539406" y="2676152"/>
                </a:cubicBezTo>
                <a:close/>
                <a:moveTo>
                  <a:pt x="1880291" y="2179832"/>
                </a:moveTo>
                <a:cubicBezTo>
                  <a:pt x="1849368" y="2179832"/>
                  <a:pt x="1824300" y="2204900"/>
                  <a:pt x="1824300" y="2235823"/>
                </a:cubicBezTo>
                <a:lnTo>
                  <a:pt x="1824300" y="2956101"/>
                </a:lnTo>
                <a:cubicBezTo>
                  <a:pt x="1824300" y="2987024"/>
                  <a:pt x="1849368" y="3012092"/>
                  <a:pt x="1880291" y="3012092"/>
                </a:cubicBezTo>
                <a:lnTo>
                  <a:pt x="2104249" y="3012092"/>
                </a:lnTo>
                <a:cubicBezTo>
                  <a:pt x="2135172" y="3012092"/>
                  <a:pt x="2160240" y="2987024"/>
                  <a:pt x="2160240" y="2956101"/>
                </a:cubicBezTo>
                <a:lnTo>
                  <a:pt x="2160240" y="2235823"/>
                </a:lnTo>
                <a:cubicBezTo>
                  <a:pt x="2160240" y="2204900"/>
                  <a:pt x="2135172" y="2179832"/>
                  <a:pt x="2104249" y="2179832"/>
                </a:cubicBezTo>
                <a:close/>
                <a:moveTo>
                  <a:pt x="1358676" y="2179832"/>
                </a:moveTo>
                <a:cubicBezTo>
                  <a:pt x="1327753" y="2179832"/>
                  <a:pt x="1302685" y="2204900"/>
                  <a:pt x="1302685" y="2235823"/>
                </a:cubicBezTo>
                <a:lnTo>
                  <a:pt x="1302685" y="2459781"/>
                </a:lnTo>
                <a:cubicBezTo>
                  <a:pt x="1302685" y="2490704"/>
                  <a:pt x="1327753" y="2515772"/>
                  <a:pt x="1358676" y="2515772"/>
                </a:cubicBezTo>
                <a:lnTo>
                  <a:pt x="1582634" y="2515772"/>
                </a:lnTo>
                <a:cubicBezTo>
                  <a:pt x="1613557" y="2515772"/>
                  <a:pt x="1638625" y="2490704"/>
                  <a:pt x="1638625" y="2459781"/>
                </a:cubicBezTo>
                <a:lnTo>
                  <a:pt x="1638625" y="2235823"/>
                </a:lnTo>
                <a:cubicBezTo>
                  <a:pt x="1638625" y="2204900"/>
                  <a:pt x="1613557" y="2179832"/>
                  <a:pt x="1582634" y="2179832"/>
                </a:cubicBezTo>
                <a:close/>
                <a:moveTo>
                  <a:pt x="837062" y="2179832"/>
                </a:moveTo>
                <a:cubicBezTo>
                  <a:pt x="806139" y="2179832"/>
                  <a:pt x="781071" y="2204900"/>
                  <a:pt x="781071" y="2235823"/>
                </a:cubicBezTo>
                <a:lnTo>
                  <a:pt x="781071" y="2459781"/>
                </a:lnTo>
                <a:cubicBezTo>
                  <a:pt x="781071" y="2490704"/>
                  <a:pt x="806139" y="2515772"/>
                  <a:pt x="837062" y="2515772"/>
                </a:cubicBezTo>
                <a:lnTo>
                  <a:pt x="1061020" y="2515772"/>
                </a:lnTo>
                <a:cubicBezTo>
                  <a:pt x="1091943" y="2515772"/>
                  <a:pt x="1117011" y="2490704"/>
                  <a:pt x="1117011" y="2459781"/>
                </a:cubicBezTo>
                <a:lnTo>
                  <a:pt x="1117011" y="2235823"/>
                </a:lnTo>
                <a:cubicBezTo>
                  <a:pt x="1117011" y="2204900"/>
                  <a:pt x="1091943" y="2179832"/>
                  <a:pt x="1061020" y="2179832"/>
                </a:cubicBezTo>
                <a:close/>
                <a:moveTo>
                  <a:pt x="315448" y="2179832"/>
                </a:moveTo>
                <a:cubicBezTo>
                  <a:pt x="284525" y="2179832"/>
                  <a:pt x="259457" y="2204900"/>
                  <a:pt x="259457" y="2235823"/>
                </a:cubicBezTo>
                <a:lnTo>
                  <a:pt x="259457" y="2459781"/>
                </a:lnTo>
                <a:cubicBezTo>
                  <a:pt x="259457" y="2490704"/>
                  <a:pt x="284525" y="2515772"/>
                  <a:pt x="315448" y="2515772"/>
                </a:cubicBezTo>
                <a:lnTo>
                  <a:pt x="539406" y="2515772"/>
                </a:lnTo>
                <a:cubicBezTo>
                  <a:pt x="570329" y="2515772"/>
                  <a:pt x="595397" y="2490704"/>
                  <a:pt x="595397" y="2459781"/>
                </a:cubicBezTo>
                <a:lnTo>
                  <a:pt x="595397" y="2235823"/>
                </a:lnTo>
                <a:cubicBezTo>
                  <a:pt x="595397" y="2204900"/>
                  <a:pt x="570329" y="2179832"/>
                  <a:pt x="539406" y="2179832"/>
                </a:cubicBezTo>
                <a:close/>
                <a:moveTo>
                  <a:pt x="1880291" y="1683512"/>
                </a:moveTo>
                <a:cubicBezTo>
                  <a:pt x="1849368" y="1683512"/>
                  <a:pt x="1824300" y="1708580"/>
                  <a:pt x="1824300" y="1739503"/>
                </a:cubicBezTo>
                <a:lnTo>
                  <a:pt x="1824300" y="1963461"/>
                </a:lnTo>
                <a:cubicBezTo>
                  <a:pt x="1824300" y="1994384"/>
                  <a:pt x="1849368" y="2019452"/>
                  <a:pt x="1880291" y="2019452"/>
                </a:cubicBezTo>
                <a:lnTo>
                  <a:pt x="2104249" y="2019452"/>
                </a:lnTo>
                <a:cubicBezTo>
                  <a:pt x="2135172" y="2019452"/>
                  <a:pt x="2160240" y="1994384"/>
                  <a:pt x="2160240" y="1963461"/>
                </a:cubicBezTo>
                <a:lnTo>
                  <a:pt x="2160240" y="1739503"/>
                </a:lnTo>
                <a:cubicBezTo>
                  <a:pt x="2160240" y="1708580"/>
                  <a:pt x="2135172" y="1683512"/>
                  <a:pt x="2104249" y="1683512"/>
                </a:cubicBezTo>
                <a:close/>
                <a:moveTo>
                  <a:pt x="1358676" y="1683512"/>
                </a:moveTo>
                <a:cubicBezTo>
                  <a:pt x="1327753" y="1683512"/>
                  <a:pt x="1302685" y="1708580"/>
                  <a:pt x="1302685" y="1739503"/>
                </a:cubicBezTo>
                <a:lnTo>
                  <a:pt x="1302685" y="1963461"/>
                </a:lnTo>
                <a:cubicBezTo>
                  <a:pt x="1302685" y="1994384"/>
                  <a:pt x="1327753" y="2019452"/>
                  <a:pt x="1358676" y="2019452"/>
                </a:cubicBezTo>
                <a:lnTo>
                  <a:pt x="1582634" y="2019452"/>
                </a:lnTo>
                <a:cubicBezTo>
                  <a:pt x="1613557" y="2019452"/>
                  <a:pt x="1638625" y="1994384"/>
                  <a:pt x="1638625" y="1963461"/>
                </a:cubicBezTo>
                <a:lnTo>
                  <a:pt x="1638625" y="1739503"/>
                </a:lnTo>
                <a:cubicBezTo>
                  <a:pt x="1638625" y="1708580"/>
                  <a:pt x="1613557" y="1683512"/>
                  <a:pt x="1582634" y="1683512"/>
                </a:cubicBezTo>
                <a:close/>
                <a:moveTo>
                  <a:pt x="837062" y="1683512"/>
                </a:moveTo>
                <a:cubicBezTo>
                  <a:pt x="806139" y="1683512"/>
                  <a:pt x="781071" y="1708580"/>
                  <a:pt x="781071" y="1739503"/>
                </a:cubicBezTo>
                <a:lnTo>
                  <a:pt x="781071" y="1963461"/>
                </a:lnTo>
                <a:cubicBezTo>
                  <a:pt x="781071" y="1994384"/>
                  <a:pt x="806139" y="2019452"/>
                  <a:pt x="837062" y="2019452"/>
                </a:cubicBezTo>
                <a:lnTo>
                  <a:pt x="1061020" y="2019452"/>
                </a:lnTo>
                <a:cubicBezTo>
                  <a:pt x="1091943" y="2019452"/>
                  <a:pt x="1117011" y="1994384"/>
                  <a:pt x="1117011" y="1963461"/>
                </a:cubicBezTo>
                <a:lnTo>
                  <a:pt x="1117011" y="1739503"/>
                </a:lnTo>
                <a:cubicBezTo>
                  <a:pt x="1117011" y="1708580"/>
                  <a:pt x="1091943" y="1683512"/>
                  <a:pt x="1061020" y="1683512"/>
                </a:cubicBezTo>
                <a:close/>
                <a:moveTo>
                  <a:pt x="315448" y="1683512"/>
                </a:moveTo>
                <a:cubicBezTo>
                  <a:pt x="284525" y="1683512"/>
                  <a:pt x="259457" y="1708580"/>
                  <a:pt x="259457" y="1739503"/>
                </a:cubicBezTo>
                <a:lnTo>
                  <a:pt x="259457" y="1963461"/>
                </a:lnTo>
                <a:cubicBezTo>
                  <a:pt x="259457" y="1994384"/>
                  <a:pt x="284525" y="2019452"/>
                  <a:pt x="315448" y="2019452"/>
                </a:cubicBezTo>
                <a:lnTo>
                  <a:pt x="539406" y="2019452"/>
                </a:lnTo>
                <a:cubicBezTo>
                  <a:pt x="570329" y="2019452"/>
                  <a:pt x="595397" y="1994384"/>
                  <a:pt x="595397" y="1963461"/>
                </a:cubicBezTo>
                <a:lnTo>
                  <a:pt x="595397" y="1739503"/>
                </a:lnTo>
                <a:cubicBezTo>
                  <a:pt x="595397" y="1708580"/>
                  <a:pt x="570329" y="1683512"/>
                  <a:pt x="539406" y="1683512"/>
                </a:cubicBezTo>
                <a:close/>
                <a:moveTo>
                  <a:pt x="1880291" y="1187192"/>
                </a:moveTo>
                <a:cubicBezTo>
                  <a:pt x="1849368" y="1187192"/>
                  <a:pt x="1824300" y="1212260"/>
                  <a:pt x="1824300" y="1243183"/>
                </a:cubicBezTo>
                <a:lnTo>
                  <a:pt x="1824300" y="1467141"/>
                </a:lnTo>
                <a:cubicBezTo>
                  <a:pt x="1824300" y="1498064"/>
                  <a:pt x="1849368" y="1523132"/>
                  <a:pt x="1880291" y="1523132"/>
                </a:cubicBezTo>
                <a:lnTo>
                  <a:pt x="2104249" y="1523132"/>
                </a:lnTo>
                <a:cubicBezTo>
                  <a:pt x="2135172" y="1523132"/>
                  <a:pt x="2160240" y="1498064"/>
                  <a:pt x="2160240" y="1467141"/>
                </a:cubicBezTo>
                <a:lnTo>
                  <a:pt x="2160240" y="1243183"/>
                </a:lnTo>
                <a:cubicBezTo>
                  <a:pt x="2160240" y="1212260"/>
                  <a:pt x="2135172" y="1187192"/>
                  <a:pt x="2104249" y="1187192"/>
                </a:cubicBezTo>
                <a:close/>
                <a:moveTo>
                  <a:pt x="1358676" y="1187192"/>
                </a:moveTo>
                <a:cubicBezTo>
                  <a:pt x="1327753" y="1187192"/>
                  <a:pt x="1302685" y="1212260"/>
                  <a:pt x="1302685" y="1243183"/>
                </a:cubicBezTo>
                <a:lnTo>
                  <a:pt x="1302685" y="1467141"/>
                </a:lnTo>
                <a:cubicBezTo>
                  <a:pt x="1302685" y="1498064"/>
                  <a:pt x="1327753" y="1523132"/>
                  <a:pt x="1358676" y="1523132"/>
                </a:cubicBezTo>
                <a:lnTo>
                  <a:pt x="1582634" y="1523132"/>
                </a:lnTo>
                <a:cubicBezTo>
                  <a:pt x="1613557" y="1523132"/>
                  <a:pt x="1638625" y="1498064"/>
                  <a:pt x="1638625" y="1467141"/>
                </a:cubicBezTo>
                <a:lnTo>
                  <a:pt x="1638625" y="1243183"/>
                </a:lnTo>
                <a:cubicBezTo>
                  <a:pt x="1638625" y="1212260"/>
                  <a:pt x="1613557" y="1187192"/>
                  <a:pt x="1582634" y="1187192"/>
                </a:cubicBezTo>
                <a:close/>
                <a:moveTo>
                  <a:pt x="837062" y="1187192"/>
                </a:moveTo>
                <a:cubicBezTo>
                  <a:pt x="806139" y="1187192"/>
                  <a:pt x="781071" y="1212260"/>
                  <a:pt x="781071" y="1243183"/>
                </a:cubicBezTo>
                <a:lnTo>
                  <a:pt x="781071" y="1467141"/>
                </a:lnTo>
                <a:cubicBezTo>
                  <a:pt x="781071" y="1498064"/>
                  <a:pt x="806139" y="1523132"/>
                  <a:pt x="837062" y="1523132"/>
                </a:cubicBezTo>
                <a:lnTo>
                  <a:pt x="1061020" y="1523132"/>
                </a:lnTo>
                <a:cubicBezTo>
                  <a:pt x="1091943" y="1523132"/>
                  <a:pt x="1117011" y="1498064"/>
                  <a:pt x="1117011" y="1467141"/>
                </a:cubicBezTo>
                <a:lnTo>
                  <a:pt x="1117011" y="1243183"/>
                </a:lnTo>
                <a:cubicBezTo>
                  <a:pt x="1117011" y="1212260"/>
                  <a:pt x="1091943" y="1187192"/>
                  <a:pt x="1061020" y="1187192"/>
                </a:cubicBezTo>
                <a:close/>
                <a:moveTo>
                  <a:pt x="315448" y="1187192"/>
                </a:moveTo>
                <a:cubicBezTo>
                  <a:pt x="284525" y="1187192"/>
                  <a:pt x="259457" y="1212260"/>
                  <a:pt x="259457" y="1243183"/>
                </a:cubicBezTo>
                <a:lnTo>
                  <a:pt x="259457" y="1467141"/>
                </a:lnTo>
                <a:cubicBezTo>
                  <a:pt x="259457" y="1498064"/>
                  <a:pt x="284525" y="1523132"/>
                  <a:pt x="315448" y="1523132"/>
                </a:cubicBezTo>
                <a:lnTo>
                  <a:pt x="539406" y="1523132"/>
                </a:lnTo>
                <a:cubicBezTo>
                  <a:pt x="570329" y="1523132"/>
                  <a:pt x="595397" y="1498064"/>
                  <a:pt x="595397" y="1467141"/>
                </a:cubicBezTo>
                <a:lnTo>
                  <a:pt x="595397" y="1243183"/>
                </a:lnTo>
                <a:cubicBezTo>
                  <a:pt x="595397" y="1212260"/>
                  <a:pt x="570329" y="1187192"/>
                  <a:pt x="539406" y="1187192"/>
                </a:cubicBezTo>
                <a:close/>
                <a:moveTo>
                  <a:pt x="348041" y="163575"/>
                </a:moveTo>
                <a:cubicBezTo>
                  <a:pt x="275130" y="163575"/>
                  <a:pt x="216024" y="222681"/>
                  <a:pt x="216024" y="295592"/>
                </a:cubicBezTo>
                <a:lnTo>
                  <a:pt x="216024" y="823646"/>
                </a:lnTo>
                <a:cubicBezTo>
                  <a:pt x="216024" y="896557"/>
                  <a:pt x="275130" y="955663"/>
                  <a:pt x="348041" y="955663"/>
                </a:cubicBezTo>
                <a:lnTo>
                  <a:pt x="2100231" y="955663"/>
                </a:lnTo>
                <a:cubicBezTo>
                  <a:pt x="2173142" y="955663"/>
                  <a:pt x="2232248" y="896557"/>
                  <a:pt x="2232248" y="823646"/>
                </a:cubicBezTo>
                <a:lnTo>
                  <a:pt x="2232248" y="295592"/>
                </a:lnTo>
                <a:cubicBezTo>
                  <a:pt x="2232248" y="222681"/>
                  <a:pt x="2173142" y="163575"/>
                  <a:pt x="2100231" y="163575"/>
                </a:cubicBezTo>
                <a:close/>
                <a:moveTo>
                  <a:pt x="265172" y="0"/>
                </a:moveTo>
                <a:lnTo>
                  <a:pt x="2183100" y="0"/>
                </a:lnTo>
                <a:cubicBezTo>
                  <a:pt x="2329550" y="0"/>
                  <a:pt x="2448272" y="118722"/>
                  <a:pt x="2448272" y="265172"/>
                </a:cubicBezTo>
                <a:lnTo>
                  <a:pt x="2448272" y="2974828"/>
                </a:lnTo>
                <a:cubicBezTo>
                  <a:pt x="2448272" y="3121278"/>
                  <a:pt x="2329550" y="3240000"/>
                  <a:pt x="2183100" y="3240000"/>
                </a:cubicBezTo>
                <a:lnTo>
                  <a:pt x="265172" y="3240000"/>
                </a:lnTo>
                <a:cubicBezTo>
                  <a:pt x="118722" y="3240000"/>
                  <a:pt x="0" y="3121278"/>
                  <a:pt x="0" y="2974828"/>
                </a:cubicBezTo>
                <a:lnTo>
                  <a:pt x="0" y="265172"/>
                </a:lnTo>
                <a:cubicBezTo>
                  <a:pt x="0" y="118722"/>
                  <a:pt x="118722" y="0"/>
                  <a:pt x="265172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27" name="Google Shape;427;p60"/>
          <p:cNvSpPr/>
          <p:nvPr/>
        </p:nvSpPr>
        <p:spPr>
          <a:xfrm>
            <a:off x="10179594" y="3623455"/>
            <a:ext cx="491492" cy="491492"/>
          </a:xfrm>
          <a:custGeom>
            <a:rect b="b" l="l" r="r" t="t"/>
            <a:pathLst>
              <a:path extrusionOk="0" h="3240000" w="3240000">
                <a:moveTo>
                  <a:pt x="2019696" y="2510955"/>
                </a:moveTo>
                <a:lnTo>
                  <a:pt x="2019696" y="2797359"/>
                </a:lnTo>
                <a:lnTo>
                  <a:pt x="2914589" y="2797359"/>
                </a:lnTo>
                <a:lnTo>
                  <a:pt x="2914589" y="2510955"/>
                </a:lnTo>
                <a:close/>
                <a:moveTo>
                  <a:pt x="2019696" y="2081348"/>
                </a:moveTo>
                <a:lnTo>
                  <a:pt x="2019696" y="2367752"/>
                </a:lnTo>
                <a:lnTo>
                  <a:pt x="2914589" y="2367752"/>
                </a:lnTo>
                <a:lnTo>
                  <a:pt x="2914589" y="2081348"/>
                </a:lnTo>
                <a:close/>
                <a:moveTo>
                  <a:pt x="580710" y="2021703"/>
                </a:moveTo>
                <a:lnTo>
                  <a:pt x="378191" y="2224222"/>
                </a:lnTo>
                <a:lnTo>
                  <a:pt x="593323" y="2439354"/>
                </a:lnTo>
                <a:lnTo>
                  <a:pt x="378191" y="2654485"/>
                </a:lnTo>
                <a:lnTo>
                  <a:pt x="580710" y="2857004"/>
                </a:lnTo>
                <a:lnTo>
                  <a:pt x="795842" y="2641872"/>
                </a:lnTo>
                <a:lnTo>
                  <a:pt x="1010973" y="2857004"/>
                </a:lnTo>
                <a:lnTo>
                  <a:pt x="1213492" y="2654485"/>
                </a:lnTo>
                <a:lnTo>
                  <a:pt x="998360" y="2439354"/>
                </a:lnTo>
                <a:lnTo>
                  <a:pt x="1213492" y="2224222"/>
                </a:lnTo>
                <a:lnTo>
                  <a:pt x="1010973" y="2021703"/>
                </a:lnTo>
                <a:lnTo>
                  <a:pt x="795842" y="2236835"/>
                </a:lnTo>
                <a:close/>
                <a:moveTo>
                  <a:pt x="1656000" y="1656001"/>
                </a:moveTo>
                <a:lnTo>
                  <a:pt x="3240000" y="1656001"/>
                </a:lnTo>
                <a:lnTo>
                  <a:pt x="3240000" y="2699989"/>
                </a:lnTo>
                <a:cubicBezTo>
                  <a:pt x="3240000" y="2998229"/>
                  <a:pt x="2998229" y="3240000"/>
                  <a:pt x="2699989" y="3240000"/>
                </a:cubicBezTo>
                <a:lnTo>
                  <a:pt x="1656000" y="3240000"/>
                </a:lnTo>
                <a:close/>
                <a:moveTo>
                  <a:pt x="0" y="1656001"/>
                </a:moveTo>
                <a:lnTo>
                  <a:pt x="1584000" y="1656001"/>
                </a:lnTo>
                <a:lnTo>
                  <a:pt x="1584000" y="3240000"/>
                </a:lnTo>
                <a:lnTo>
                  <a:pt x="540011" y="3240000"/>
                </a:lnTo>
                <a:cubicBezTo>
                  <a:pt x="241771" y="3240000"/>
                  <a:pt x="0" y="2998229"/>
                  <a:pt x="0" y="2699989"/>
                </a:cubicBezTo>
                <a:close/>
                <a:moveTo>
                  <a:pt x="2467143" y="957859"/>
                </a:moveTo>
                <a:cubicBezTo>
                  <a:pt x="2388055" y="957859"/>
                  <a:pt x="2323941" y="1021973"/>
                  <a:pt x="2323941" y="1101061"/>
                </a:cubicBezTo>
                <a:cubicBezTo>
                  <a:pt x="2323941" y="1180149"/>
                  <a:pt x="2388055" y="1244263"/>
                  <a:pt x="2467143" y="1244263"/>
                </a:cubicBezTo>
                <a:cubicBezTo>
                  <a:pt x="2546231" y="1244263"/>
                  <a:pt x="2610345" y="1180149"/>
                  <a:pt x="2610345" y="1101061"/>
                </a:cubicBezTo>
                <a:cubicBezTo>
                  <a:pt x="2610345" y="1021973"/>
                  <a:pt x="2546231" y="957859"/>
                  <a:pt x="2467143" y="957859"/>
                </a:cubicBezTo>
                <a:close/>
                <a:moveTo>
                  <a:pt x="2019696" y="635775"/>
                </a:moveTo>
                <a:lnTo>
                  <a:pt x="2019696" y="922180"/>
                </a:lnTo>
                <a:lnTo>
                  <a:pt x="2914589" y="922180"/>
                </a:lnTo>
                <a:lnTo>
                  <a:pt x="2914589" y="635775"/>
                </a:lnTo>
                <a:close/>
                <a:moveTo>
                  <a:pt x="652639" y="331531"/>
                </a:moveTo>
                <a:lnTo>
                  <a:pt x="652639" y="635775"/>
                </a:lnTo>
                <a:lnTo>
                  <a:pt x="348395" y="635775"/>
                </a:lnTo>
                <a:lnTo>
                  <a:pt x="348395" y="922180"/>
                </a:lnTo>
                <a:lnTo>
                  <a:pt x="652639" y="922180"/>
                </a:lnTo>
                <a:lnTo>
                  <a:pt x="652639" y="1226424"/>
                </a:lnTo>
                <a:lnTo>
                  <a:pt x="939044" y="1226424"/>
                </a:lnTo>
                <a:lnTo>
                  <a:pt x="939044" y="922180"/>
                </a:lnTo>
                <a:lnTo>
                  <a:pt x="1243288" y="922180"/>
                </a:lnTo>
                <a:lnTo>
                  <a:pt x="1243288" y="635775"/>
                </a:lnTo>
                <a:lnTo>
                  <a:pt x="939044" y="635775"/>
                </a:lnTo>
                <a:lnTo>
                  <a:pt x="939044" y="331531"/>
                </a:lnTo>
                <a:close/>
                <a:moveTo>
                  <a:pt x="2467143" y="313692"/>
                </a:moveTo>
                <a:cubicBezTo>
                  <a:pt x="2388055" y="313692"/>
                  <a:pt x="2323941" y="377806"/>
                  <a:pt x="2323941" y="456894"/>
                </a:cubicBezTo>
                <a:cubicBezTo>
                  <a:pt x="2323941" y="535982"/>
                  <a:pt x="2388055" y="600096"/>
                  <a:pt x="2467143" y="600096"/>
                </a:cubicBezTo>
                <a:cubicBezTo>
                  <a:pt x="2546231" y="600096"/>
                  <a:pt x="2610345" y="535982"/>
                  <a:pt x="2610345" y="456894"/>
                </a:cubicBezTo>
                <a:cubicBezTo>
                  <a:pt x="2610345" y="377806"/>
                  <a:pt x="2546231" y="313692"/>
                  <a:pt x="2467143" y="313692"/>
                </a:cubicBezTo>
                <a:close/>
                <a:moveTo>
                  <a:pt x="540011" y="0"/>
                </a:moveTo>
                <a:lnTo>
                  <a:pt x="2699989" y="0"/>
                </a:lnTo>
                <a:cubicBezTo>
                  <a:pt x="2998229" y="0"/>
                  <a:pt x="3240000" y="241771"/>
                  <a:pt x="3240000" y="540011"/>
                </a:cubicBezTo>
                <a:lnTo>
                  <a:pt x="3240000" y="1584001"/>
                </a:lnTo>
                <a:lnTo>
                  <a:pt x="1656000" y="1584001"/>
                </a:lnTo>
                <a:lnTo>
                  <a:pt x="1656000" y="1"/>
                </a:lnTo>
                <a:lnTo>
                  <a:pt x="1584000" y="1"/>
                </a:lnTo>
                <a:lnTo>
                  <a:pt x="1584000" y="1584001"/>
                </a:lnTo>
                <a:lnTo>
                  <a:pt x="0" y="1584001"/>
                </a:lnTo>
                <a:lnTo>
                  <a:pt x="0" y="540011"/>
                </a:lnTo>
                <a:cubicBezTo>
                  <a:pt x="0" y="241771"/>
                  <a:pt x="241771" y="0"/>
                  <a:pt x="540011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28" name="Google Shape;428;p60"/>
          <p:cNvSpPr/>
          <p:nvPr/>
        </p:nvSpPr>
        <p:spPr>
          <a:xfrm>
            <a:off x="5324216" y="2538243"/>
            <a:ext cx="529844" cy="448015"/>
          </a:xfrm>
          <a:custGeom>
            <a:rect b="b" l="l" r="r" t="t"/>
            <a:pathLst>
              <a:path extrusionOk="0" h="2313707" w="2736304">
                <a:moveTo>
                  <a:pt x="1046195" y="1945901"/>
                </a:moveTo>
                <a:lnTo>
                  <a:pt x="998316" y="2093032"/>
                </a:lnTo>
                <a:lnTo>
                  <a:pt x="1737988" y="2093032"/>
                </a:lnTo>
                <a:lnTo>
                  <a:pt x="1690109" y="1945901"/>
                </a:lnTo>
                <a:close/>
                <a:moveTo>
                  <a:pt x="396044" y="89541"/>
                </a:moveTo>
                <a:lnTo>
                  <a:pt x="396044" y="1241668"/>
                </a:lnTo>
                <a:lnTo>
                  <a:pt x="2340260" y="1241668"/>
                </a:lnTo>
                <a:lnTo>
                  <a:pt x="2340260" y="89541"/>
                </a:lnTo>
                <a:close/>
                <a:moveTo>
                  <a:pt x="252028" y="0"/>
                </a:moveTo>
                <a:lnTo>
                  <a:pt x="2484276" y="0"/>
                </a:lnTo>
                <a:lnTo>
                  <a:pt x="2484276" y="1331208"/>
                </a:lnTo>
                <a:lnTo>
                  <a:pt x="2484679" y="1331208"/>
                </a:lnTo>
                <a:lnTo>
                  <a:pt x="2736304" y="2195304"/>
                </a:lnTo>
                <a:lnTo>
                  <a:pt x="2736304" y="2313707"/>
                </a:lnTo>
                <a:lnTo>
                  <a:pt x="0" y="2313707"/>
                </a:lnTo>
                <a:lnTo>
                  <a:pt x="0" y="2195304"/>
                </a:lnTo>
                <a:lnTo>
                  <a:pt x="251625" y="1331208"/>
                </a:lnTo>
                <a:lnTo>
                  <a:pt x="252028" y="1331208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29" name="Google Shape;429;p60"/>
          <p:cNvSpPr/>
          <p:nvPr/>
        </p:nvSpPr>
        <p:spPr>
          <a:xfrm>
            <a:off x="7858216" y="2527504"/>
            <a:ext cx="271294" cy="469495"/>
          </a:xfrm>
          <a:custGeom>
            <a:rect b="b" l="l" r="r" t="t"/>
            <a:pathLst>
              <a:path extrusionOk="0" h="3240000" w="1872208">
                <a:moveTo>
                  <a:pt x="936104" y="2852499"/>
                </a:moveTo>
                <a:cubicBezTo>
                  <a:pt x="861605" y="2852499"/>
                  <a:pt x="801211" y="2912893"/>
                  <a:pt x="801211" y="2987392"/>
                </a:cubicBezTo>
                <a:cubicBezTo>
                  <a:pt x="801211" y="3061891"/>
                  <a:pt x="861605" y="3122285"/>
                  <a:pt x="936104" y="3122285"/>
                </a:cubicBezTo>
                <a:cubicBezTo>
                  <a:pt x="1010603" y="3122285"/>
                  <a:pt x="1070997" y="3061891"/>
                  <a:pt x="1070997" y="2987392"/>
                </a:cubicBezTo>
                <a:cubicBezTo>
                  <a:pt x="1070997" y="2912893"/>
                  <a:pt x="1010603" y="2852499"/>
                  <a:pt x="936104" y="2852499"/>
                </a:cubicBezTo>
                <a:close/>
                <a:moveTo>
                  <a:pt x="144016" y="323096"/>
                </a:moveTo>
                <a:lnTo>
                  <a:pt x="144016" y="2699360"/>
                </a:lnTo>
                <a:lnTo>
                  <a:pt x="1728192" y="2699360"/>
                </a:lnTo>
                <a:lnTo>
                  <a:pt x="1728192" y="323096"/>
                </a:lnTo>
                <a:close/>
                <a:moveTo>
                  <a:pt x="720104" y="107072"/>
                </a:moveTo>
                <a:cubicBezTo>
                  <a:pt x="690281" y="107072"/>
                  <a:pt x="666104" y="131249"/>
                  <a:pt x="666104" y="161072"/>
                </a:cubicBezTo>
                <a:cubicBezTo>
                  <a:pt x="666104" y="190895"/>
                  <a:pt x="690281" y="215072"/>
                  <a:pt x="720104" y="215072"/>
                </a:cubicBezTo>
                <a:lnTo>
                  <a:pt x="1152104" y="215072"/>
                </a:lnTo>
                <a:cubicBezTo>
                  <a:pt x="1181927" y="215072"/>
                  <a:pt x="1206104" y="190895"/>
                  <a:pt x="1206104" y="161072"/>
                </a:cubicBezTo>
                <a:cubicBezTo>
                  <a:pt x="1206104" y="131249"/>
                  <a:pt x="1181927" y="107072"/>
                  <a:pt x="1152104" y="107072"/>
                </a:cubicBezTo>
                <a:close/>
                <a:moveTo>
                  <a:pt x="312041" y="0"/>
                </a:moveTo>
                <a:lnTo>
                  <a:pt x="1560167" y="0"/>
                </a:lnTo>
                <a:cubicBezTo>
                  <a:pt x="1732502" y="0"/>
                  <a:pt x="1872208" y="139706"/>
                  <a:pt x="1872208" y="312041"/>
                </a:cubicBezTo>
                <a:lnTo>
                  <a:pt x="1872208" y="2927959"/>
                </a:lnTo>
                <a:cubicBezTo>
                  <a:pt x="1872208" y="3100294"/>
                  <a:pt x="1732502" y="3240000"/>
                  <a:pt x="1560167" y="3240000"/>
                </a:cubicBezTo>
                <a:lnTo>
                  <a:pt x="312041" y="3240000"/>
                </a:lnTo>
                <a:cubicBezTo>
                  <a:pt x="139706" y="3240000"/>
                  <a:pt x="0" y="3100294"/>
                  <a:pt x="0" y="2927959"/>
                </a:cubicBezTo>
                <a:lnTo>
                  <a:pt x="0" y="312041"/>
                </a:lnTo>
                <a:cubicBezTo>
                  <a:pt x="0" y="139706"/>
                  <a:pt x="139706" y="0"/>
                  <a:pt x="312041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30" name="Google Shape;430;p60"/>
          <p:cNvSpPr/>
          <p:nvPr/>
        </p:nvSpPr>
        <p:spPr>
          <a:xfrm>
            <a:off x="6258752" y="2567175"/>
            <a:ext cx="491054" cy="390153"/>
          </a:xfrm>
          <a:custGeom>
            <a:rect b="b" l="l" r="r" t="t"/>
            <a:pathLst>
              <a:path extrusionOk="0" h="2574247" w="3240000">
                <a:moveTo>
                  <a:pt x="2393400" y="1814089"/>
                </a:moveTo>
                <a:cubicBezTo>
                  <a:pt x="2363577" y="1814089"/>
                  <a:pt x="2339400" y="1838266"/>
                  <a:pt x="2339400" y="1868089"/>
                </a:cubicBezTo>
                <a:cubicBezTo>
                  <a:pt x="2339400" y="1897912"/>
                  <a:pt x="2363577" y="1922089"/>
                  <a:pt x="2393400" y="1922089"/>
                </a:cubicBezTo>
                <a:lnTo>
                  <a:pt x="2573400" y="1922089"/>
                </a:lnTo>
                <a:cubicBezTo>
                  <a:pt x="2603223" y="1922089"/>
                  <a:pt x="2627400" y="1897912"/>
                  <a:pt x="2627400" y="1868089"/>
                </a:cubicBezTo>
                <a:cubicBezTo>
                  <a:pt x="2627400" y="1838266"/>
                  <a:pt x="2603223" y="1814089"/>
                  <a:pt x="2573400" y="1814089"/>
                </a:cubicBezTo>
                <a:close/>
                <a:moveTo>
                  <a:pt x="173344" y="1814089"/>
                </a:moveTo>
                <a:cubicBezTo>
                  <a:pt x="143521" y="1814089"/>
                  <a:pt x="119344" y="1838266"/>
                  <a:pt x="119344" y="1868089"/>
                </a:cubicBezTo>
                <a:cubicBezTo>
                  <a:pt x="119344" y="1897912"/>
                  <a:pt x="143521" y="1922089"/>
                  <a:pt x="173344" y="1922089"/>
                </a:cubicBezTo>
                <a:lnTo>
                  <a:pt x="353344" y="1922089"/>
                </a:lnTo>
                <a:cubicBezTo>
                  <a:pt x="383167" y="1922089"/>
                  <a:pt x="407344" y="1897912"/>
                  <a:pt x="407344" y="1868089"/>
                </a:cubicBezTo>
                <a:cubicBezTo>
                  <a:pt x="407344" y="1838266"/>
                  <a:pt x="383167" y="1814089"/>
                  <a:pt x="353344" y="1814089"/>
                </a:cubicBezTo>
                <a:close/>
                <a:moveTo>
                  <a:pt x="2933496" y="1796081"/>
                </a:moveTo>
                <a:cubicBezTo>
                  <a:pt x="2893727" y="1796081"/>
                  <a:pt x="2861488" y="1828320"/>
                  <a:pt x="2861488" y="1868089"/>
                </a:cubicBezTo>
                <a:cubicBezTo>
                  <a:pt x="2861488" y="1907858"/>
                  <a:pt x="2893727" y="1940097"/>
                  <a:pt x="2933496" y="1940097"/>
                </a:cubicBezTo>
                <a:cubicBezTo>
                  <a:pt x="2973265" y="1940097"/>
                  <a:pt x="3005504" y="1907858"/>
                  <a:pt x="3005504" y="1868089"/>
                </a:cubicBezTo>
                <a:cubicBezTo>
                  <a:pt x="3005504" y="1828320"/>
                  <a:pt x="2973265" y="1796081"/>
                  <a:pt x="2933496" y="1796081"/>
                </a:cubicBezTo>
                <a:close/>
                <a:moveTo>
                  <a:pt x="119344" y="122856"/>
                </a:moveTo>
                <a:lnTo>
                  <a:pt x="119344" y="1728192"/>
                </a:lnTo>
                <a:lnTo>
                  <a:pt x="3120656" y="1728192"/>
                </a:lnTo>
                <a:lnTo>
                  <a:pt x="3120656" y="122856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3240000" y="2016224"/>
                </a:lnTo>
                <a:lnTo>
                  <a:pt x="1812079" y="2016224"/>
                </a:lnTo>
                <a:lnTo>
                  <a:pt x="1857107" y="2320159"/>
                </a:lnTo>
                <a:lnTo>
                  <a:pt x="2357140" y="2320159"/>
                </a:lnTo>
                <a:cubicBezTo>
                  <a:pt x="2427304" y="2320159"/>
                  <a:pt x="2484184" y="2377039"/>
                  <a:pt x="2484184" y="2447203"/>
                </a:cubicBezTo>
                <a:lnTo>
                  <a:pt x="2484184" y="2574247"/>
                </a:lnTo>
                <a:lnTo>
                  <a:pt x="755992" y="2574247"/>
                </a:lnTo>
                <a:lnTo>
                  <a:pt x="755992" y="2447203"/>
                </a:lnTo>
                <a:cubicBezTo>
                  <a:pt x="755992" y="2377039"/>
                  <a:pt x="812872" y="2320159"/>
                  <a:pt x="883036" y="2320159"/>
                </a:cubicBezTo>
                <a:lnTo>
                  <a:pt x="1382894" y="2320159"/>
                </a:lnTo>
                <a:lnTo>
                  <a:pt x="1427922" y="2016224"/>
                </a:lnTo>
                <a:lnTo>
                  <a:pt x="0" y="2016224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31" name="Google Shape;431;p60"/>
          <p:cNvSpPr/>
          <p:nvPr/>
        </p:nvSpPr>
        <p:spPr>
          <a:xfrm>
            <a:off x="7154498" y="2552022"/>
            <a:ext cx="299026" cy="420457"/>
          </a:xfrm>
          <a:custGeom>
            <a:rect b="b" l="l" r="r" t="t"/>
            <a:pathLst>
              <a:path extrusionOk="0" h="3240000" w="2304256">
                <a:moveTo>
                  <a:pt x="954128" y="3024336"/>
                </a:moveTo>
                <a:cubicBezTo>
                  <a:pt x="924305" y="3024336"/>
                  <a:pt x="900128" y="3048513"/>
                  <a:pt x="900128" y="3078336"/>
                </a:cubicBezTo>
                <a:cubicBezTo>
                  <a:pt x="900128" y="3108159"/>
                  <a:pt x="924305" y="3132336"/>
                  <a:pt x="954128" y="3132336"/>
                </a:cubicBezTo>
                <a:lnTo>
                  <a:pt x="1350128" y="3132336"/>
                </a:lnTo>
                <a:cubicBezTo>
                  <a:pt x="1379951" y="3132336"/>
                  <a:pt x="1404128" y="3108159"/>
                  <a:pt x="1404128" y="3078336"/>
                </a:cubicBezTo>
                <a:cubicBezTo>
                  <a:pt x="1404128" y="3048513"/>
                  <a:pt x="1379951" y="3024336"/>
                  <a:pt x="1350128" y="3024336"/>
                </a:cubicBezTo>
                <a:close/>
                <a:moveTo>
                  <a:pt x="131531" y="224650"/>
                </a:moveTo>
                <a:lnTo>
                  <a:pt x="131531" y="2888946"/>
                </a:lnTo>
                <a:lnTo>
                  <a:pt x="2172725" y="2888946"/>
                </a:lnTo>
                <a:lnTo>
                  <a:pt x="2172725" y="224650"/>
                </a:lnTo>
                <a:close/>
                <a:moveTo>
                  <a:pt x="936128" y="73520"/>
                </a:moveTo>
                <a:cubicBezTo>
                  <a:pt x="916246" y="73520"/>
                  <a:pt x="900128" y="89638"/>
                  <a:pt x="900128" y="109520"/>
                </a:cubicBezTo>
                <a:cubicBezTo>
                  <a:pt x="900128" y="129402"/>
                  <a:pt x="916246" y="145520"/>
                  <a:pt x="936128" y="145520"/>
                </a:cubicBezTo>
                <a:lnTo>
                  <a:pt x="1368128" y="145520"/>
                </a:lnTo>
                <a:cubicBezTo>
                  <a:pt x="1388010" y="145520"/>
                  <a:pt x="1404128" y="129402"/>
                  <a:pt x="1404128" y="109520"/>
                </a:cubicBezTo>
                <a:cubicBezTo>
                  <a:pt x="1404128" y="89638"/>
                  <a:pt x="1388010" y="73520"/>
                  <a:pt x="1368128" y="73520"/>
                </a:cubicBezTo>
                <a:close/>
                <a:moveTo>
                  <a:pt x="155330" y="0"/>
                </a:moveTo>
                <a:lnTo>
                  <a:pt x="2148926" y="0"/>
                </a:lnTo>
                <a:cubicBezTo>
                  <a:pt x="2234712" y="0"/>
                  <a:pt x="2304256" y="69544"/>
                  <a:pt x="2304256" y="155330"/>
                </a:cubicBezTo>
                <a:lnTo>
                  <a:pt x="2304256" y="3084670"/>
                </a:lnTo>
                <a:cubicBezTo>
                  <a:pt x="2304256" y="3170456"/>
                  <a:pt x="2234712" y="3240000"/>
                  <a:pt x="2148926" y="3240000"/>
                </a:cubicBezTo>
                <a:lnTo>
                  <a:pt x="155330" y="3240000"/>
                </a:lnTo>
                <a:cubicBezTo>
                  <a:pt x="69544" y="3240000"/>
                  <a:pt x="0" y="3170456"/>
                  <a:pt x="0" y="3084670"/>
                </a:cubicBezTo>
                <a:lnTo>
                  <a:pt x="0" y="155330"/>
                </a:lnTo>
                <a:cubicBezTo>
                  <a:pt x="0" y="69544"/>
                  <a:pt x="69544" y="0"/>
                  <a:pt x="155330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32" name="Google Shape;432;p60"/>
          <p:cNvSpPr/>
          <p:nvPr/>
        </p:nvSpPr>
        <p:spPr>
          <a:xfrm>
            <a:off x="5919945" y="5535338"/>
            <a:ext cx="512639" cy="646909"/>
          </a:xfrm>
          <a:custGeom>
            <a:rect b="b" l="l" r="r" t="t"/>
            <a:pathLst>
              <a:path extrusionOk="0" h="2676504" w="2120980">
                <a:moveTo>
                  <a:pt x="824057" y="2198115"/>
                </a:moveTo>
                <a:lnTo>
                  <a:pt x="824057" y="2229022"/>
                </a:lnTo>
                <a:lnTo>
                  <a:pt x="751177" y="2229022"/>
                </a:lnTo>
                <a:lnTo>
                  <a:pt x="751177" y="2510330"/>
                </a:lnTo>
                <a:lnTo>
                  <a:pt x="824057" y="2510330"/>
                </a:lnTo>
                <a:lnTo>
                  <a:pt x="824057" y="2541237"/>
                </a:lnTo>
                <a:lnTo>
                  <a:pt x="1298129" y="2541237"/>
                </a:lnTo>
                <a:lnTo>
                  <a:pt x="1298129" y="2510330"/>
                </a:lnTo>
                <a:lnTo>
                  <a:pt x="1371008" y="2510330"/>
                </a:lnTo>
                <a:lnTo>
                  <a:pt x="1371008" y="2229022"/>
                </a:lnTo>
                <a:lnTo>
                  <a:pt x="1298129" y="2229022"/>
                </a:lnTo>
                <a:lnTo>
                  <a:pt x="1298129" y="2198115"/>
                </a:lnTo>
                <a:close/>
                <a:moveTo>
                  <a:pt x="1933495" y="134375"/>
                </a:moveTo>
                <a:cubicBezTo>
                  <a:pt x="1872496" y="128267"/>
                  <a:pt x="1778964" y="206162"/>
                  <a:pt x="1655092" y="316398"/>
                </a:cubicBezTo>
                <a:lnTo>
                  <a:pt x="1655092" y="762581"/>
                </a:lnTo>
                <a:lnTo>
                  <a:pt x="1651862" y="762581"/>
                </a:lnTo>
                <a:cubicBezTo>
                  <a:pt x="1647824" y="843406"/>
                  <a:pt x="1633793" y="920606"/>
                  <a:pt x="1611266" y="992211"/>
                </a:cubicBezTo>
                <a:cubicBezTo>
                  <a:pt x="1739269" y="1047184"/>
                  <a:pt x="1828260" y="986425"/>
                  <a:pt x="1895778" y="900656"/>
                </a:cubicBezTo>
                <a:cubicBezTo>
                  <a:pt x="1964561" y="813279"/>
                  <a:pt x="2016746" y="624382"/>
                  <a:pt x="2016490" y="465292"/>
                </a:cubicBezTo>
                <a:cubicBezTo>
                  <a:pt x="2023696" y="232949"/>
                  <a:pt x="1995287" y="140561"/>
                  <a:pt x="1933495" y="134375"/>
                </a:cubicBezTo>
                <a:close/>
                <a:moveTo>
                  <a:pt x="187485" y="134375"/>
                </a:moveTo>
                <a:cubicBezTo>
                  <a:pt x="125693" y="140561"/>
                  <a:pt x="97284" y="232949"/>
                  <a:pt x="104490" y="465292"/>
                </a:cubicBezTo>
                <a:cubicBezTo>
                  <a:pt x="104234" y="624382"/>
                  <a:pt x="156419" y="813279"/>
                  <a:pt x="225202" y="900656"/>
                </a:cubicBezTo>
                <a:cubicBezTo>
                  <a:pt x="292944" y="986710"/>
                  <a:pt x="382303" y="1047587"/>
                  <a:pt x="511026" y="991745"/>
                </a:cubicBezTo>
                <a:cubicBezTo>
                  <a:pt x="488627" y="920189"/>
                  <a:pt x="474740" y="843131"/>
                  <a:pt x="470841" y="762581"/>
                </a:cubicBezTo>
                <a:lnTo>
                  <a:pt x="467092" y="762581"/>
                </a:lnTo>
                <a:lnTo>
                  <a:pt x="467092" y="317447"/>
                </a:lnTo>
                <a:cubicBezTo>
                  <a:pt x="342616" y="206663"/>
                  <a:pt x="248680" y="128248"/>
                  <a:pt x="187485" y="134375"/>
                </a:cubicBezTo>
                <a:close/>
                <a:moveTo>
                  <a:pt x="171293" y="338"/>
                </a:moveTo>
                <a:cubicBezTo>
                  <a:pt x="267101" y="7324"/>
                  <a:pt x="383647" y="121035"/>
                  <a:pt x="467092" y="183917"/>
                </a:cubicBezTo>
                <a:lnTo>
                  <a:pt x="467092" y="127304"/>
                </a:lnTo>
                <a:cubicBezTo>
                  <a:pt x="446033" y="120339"/>
                  <a:pt x="431092" y="100383"/>
                  <a:pt x="431092" y="76938"/>
                </a:cubicBezTo>
                <a:cubicBezTo>
                  <a:pt x="431092" y="47115"/>
                  <a:pt x="455269" y="22938"/>
                  <a:pt x="485092" y="22938"/>
                </a:cubicBezTo>
                <a:lnTo>
                  <a:pt x="1637092" y="22938"/>
                </a:lnTo>
                <a:cubicBezTo>
                  <a:pt x="1666915" y="22938"/>
                  <a:pt x="1691092" y="47115"/>
                  <a:pt x="1691092" y="76938"/>
                </a:cubicBezTo>
                <a:cubicBezTo>
                  <a:pt x="1691092" y="100383"/>
                  <a:pt x="1676151" y="120339"/>
                  <a:pt x="1655092" y="127304"/>
                </a:cubicBezTo>
                <a:lnTo>
                  <a:pt x="1655092" y="182958"/>
                </a:lnTo>
                <a:cubicBezTo>
                  <a:pt x="1738474" y="119924"/>
                  <a:pt x="1854348" y="7289"/>
                  <a:pt x="1949687" y="338"/>
                </a:cubicBezTo>
                <a:cubicBezTo>
                  <a:pt x="2046947" y="-6754"/>
                  <a:pt x="2122836" y="96139"/>
                  <a:pt x="2120946" y="473736"/>
                </a:cubicBezTo>
                <a:cubicBezTo>
                  <a:pt x="2117166" y="673942"/>
                  <a:pt x="2058714" y="872497"/>
                  <a:pt x="1966316" y="974360"/>
                </a:cubicBezTo>
                <a:cubicBezTo>
                  <a:pt x="1875288" y="1074712"/>
                  <a:pt x="1740706" y="1159472"/>
                  <a:pt x="1574365" y="1087619"/>
                </a:cubicBezTo>
                <a:cubicBezTo>
                  <a:pt x="1498402" y="1256706"/>
                  <a:pt x="1371540" y="1383225"/>
                  <a:pt x="1220432" y="1434843"/>
                </a:cubicBezTo>
                <a:lnTo>
                  <a:pt x="1220432" y="1524098"/>
                </a:lnTo>
                <a:cubicBezTo>
                  <a:pt x="1242816" y="1529237"/>
                  <a:pt x="1259092" y="1549488"/>
                  <a:pt x="1259092" y="1573540"/>
                </a:cubicBezTo>
                <a:lnTo>
                  <a:pt x="1259092" y="1782216"/>
                </a:lnTo>
                <a:cubicBezTo>
                  <a:pt x="1259092" y="1806269"/>
                  <a:pt x="1242816" y="1826519"/>
                  <a:pt x="1220432" y="1831659"/>
                </a:cubicBezTo>
                <a:lnTo>
                  <a:pt x="1220432" y="1899972"/>
                </a:lnTo>
                <a:cubicBezTo>
                  <a:pt x="1220432" y="1908643"/>
                  <a:pt x="1218317" y="1916820"/>
                  <a:pt x="1214011" y="1923722"/>
                </a:cubicBezTo>
                <a:cubicBezTo>
                  <a:pt x="1480406" y="1939701"/>
                  <a:pt x="1673079" y="1996147"/>
                  <a:pt x="1682229" y="2062848"/>
                </a:cubicBezTo>
                <a:lnTo>
                  <a:pt x="1925188" y="2062848"/>
                </a:lnTo>
                <a:lnTo>
                  <a:pt x="1925188" y="2676504"/>
                </a:lnTo>
                <a:lnTo>
                  <a:pt x="196996" y="2676504"/>
                </a:lnTo>
                <a:lnTo>
                  <a:pt x="196996" y="2062848"/>
                </a:lnTo>
                <a:lnTo>
                  <a:pt x="427501" y="2062848"/>
                </a:lnTo>
                <a:cubicBezTo>
                  <a:pt x="436455" y="1995236"/>
                  <a:pt x="634470" y="1937990"/>
                  <a:pt x="907722" y="1923052"/>
                </a:cubicBezTo>
                <a:cubicBezTo>
                  <a:pt x="903729" y="1916275"/>
                  <a:pt x="901752" y="1908354"/>
                  <a:pt x="901752" y="1899972"/>
                </a:cubicBezTo>
                <a:lnTo>
                  <a:pt x="901752" y="1831659"/>
                </a:lnTo>
                <a:cubicBezTo>
                  <a:pt x="879369" y="1826519"/>
                  <a:pt x="863092" y="1806269"/>
                  <a:pt x="863092" y="1782216"/>
                </a:cubicBezTo>
                <a:lnTo>
                  <a:pt x="863092" y="1573540"/>
                </a:lnTo>
                <a:cubicBezTo>
                  <a:pt x="863092" y="1549488"/>
                  <a:pt x="879369" y="1529237"/>
                  <a:pt x="901752" y="1524098"/>
                </a:cubicBezTo>
                <a:lnTo>
                  <a:pt x="901752" y="1435225"/>
                </a:lnTo>
                <a:cubicBezTo>
                  <a:pt x="750211" y="1383280"/>
                  <a:pt x="623484" y="1256276"/>
                  <a:pt x="547795" y="1087211"/>
                </a:cubicBezTo>
                <a:cubicBezTo>
                  <a:pt x="380891" y="1159861"/>
                  <a:pt x="245901" y="1074942"/>
                  <a:pt x="154664" y="974360"/>
                </a:cubicBezTo>
                <a:cubicBezTo>
                  <a:pt x="62266" y="872497"/>
                  <a:pt x="3814" y="673942"/>
                  <a:pt x="34" y="473736"/>
                </a:cubicBezTo>
                <a:cubicBezTo>
                  <a:pt x="-1856" y="96139"/>
                  <a:pt x="74033" y="-6754"/>
                  <a:pt x="171293" y="338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33" name="Google Shape;433;p60"/>
          <p:cNvSpPr/>
          <p:nvPr/>
        </p:nvSpPr>
        <p:spPr>
          <a:xfrm>
            <a:off x="4411373" y="2471636"/>
            <a:ext cx="508153" cy="516633"/>
          </a:xfrm>
          <a:custGeom>
            <a:rect b="b" l="l" r="r" t="t"/>
            <a:pathLst>
              <a:path extrusionOk="0" h="3060919" w="3186824">
                <a:moveTo>
                  <a:pt x="1045874" y="2696689"/>
                </a:moveTo>
                <a:lnTo>
                  <a:pt x="2125874" y="2696689"/>
                </a:lnTo>
                <a:lnTo>
                  <a:pt x="2125874" y="2804689"/>
                </a:lnTo>
                <a:lnTo>
                  <a:pt x="1045874" y="2804689"/>
                </a:lnTo>
                <a:close/>
                <a:moveTo>
                  <a:pt x="1045874" y="2410468"/>
                </a:moveTo>
                <a:lnTo>
                  <a:pt x="2125874" y="2410468"/>
                </a:lnTo>
                <a:lnTo>
                  <a:pt x="2125874" y="2518468"/>
                </a:lnTo>
                <a:lnTo>
                  <a:pt x="1045874" y="2518468"/>
                </a:lnTo>
                <a:close/>
                <a:moveTo>
                  <a:pt x="1045874" y="2124247"/>
                </a:moveTo>
                <a:lnTo>
                  <a:pt x="2125874" y="2124247"/>
                </a:lnTo>
                <a:lnTo>
                  <a:pt x="2125874" y="2232247"/>
                </a:lnTo>
                <a:lnTo>
                  <a:pt x="1045874" y="2232247"/>
                </a:lnTo>
                <a:close/>
                <a:moveTo>
                  <a:pt x="902547" y="1956791"/>
                </a:moveTo>
                <a:lnTo>
                  <a:pt x="902547" y="2109191"/>
                </a:lnTo>
                <a:lnTo>
                  <a:pt x="902547" y="2185391"/>
                </a:lnTo>
                <a:lnTo>
                  <a:pt x="902547" y="2376263"/>
                </a:lnTo>
                <a:lnTo>
                  <a:pt x="902547" y="2973921"/>
                </a:lnTo>
                <a:lnTo>
                  <a:pt x="2284277" y="2973921"/>
                </a:lnTo>
                <a:lnTo>
                  <a:pt x="2284277" y="2376263"/>
                </a:lnTo>
                <a:lnTo>
                  <a:pt x="2284277" y="2185391"/>
                </a:lnTo>
                <a:lnTo>
                  <a:pt x="2284277" y="2109191"/>
                </a:lnTo>
                <a:lnTo>
                  <a:pt x="2284277" y="1956791"/>
                </a:lnTo>
                <a:close/>
                <a:moveTo>
                  <a:pt x="469172" y="1728191"/>
                </a:moveTo>
                <a:lnTo>
                  <a:pt x="469172" y="2185391"/>
                </a:lnTo>
                <a:lnTo>
                  <a:pt x="767127" y="2185391"/>
                </a:lnTo>
                <a:lnTo>
                  <a:pt x="767127" y="2109191"/>
                </a:lnTo>
                <a:lnTo>
                  <a:pt x="545372" y="2109191"/>
                </a:lnTo>
                <a:lnTo>
                  <a:pt x="545372" y="1804391"/>
                </a:lnTo>
                <a:lnTo>
                  <a:pt x="2641452" y="1804391"/>
                </a:lnTo>
                <a:lnTo>
                  <a:pt x="2641452" y="2109191"/>
                </a:lnTo>
                <a:lnTo>
                  <a:pt x="2419697" y="2109191"/>
                </a:lnTo>
                <a:lnTo>
                  <a:pt x="2419697" y="2185391"/>
                </a:lnTo>
                <a:lnTo>
                  <a:pt x="2717652" y="2185391"/>
                </a:lnTo>
                <a:lnTo>
                  <a:pt x="2717652" y="1728191"/>
                </a:lnTo>
                <a:close/>
                <a:moveTo>
                  <a:pt x="2819005" y="1350909"/>
                </a:moveTo>
                <a:cubicBezTo>
                  <a:pt x="2769294" y="1350909"/>
                  <a:pt x="2728995" y="1391208"/>
                  <a:pt x="2728995" y="1440919"/>
                </a:cubicBezTo>
                <a:cubicBezTo>
                  <a:pt x="2728995" y="1490630"/>
                  <a:pt x="2769294" y="1530929"/>
                  <a:pt x="2819005" y="1530929"/>
                </a:cubicBezTo>
                <a:cubicBezTo>
                  <a:pt x="2868716" y="1530929"/>
                  <a:pt x="2909015" y="1490630"/>
                  <a:pt x="2909015" y="1440919"/>
                </a:cubicBezTo>
                <a:cubicBezTo>
                  <a:pt x="2909015" y="1391208"/>
                  <a:pt x="2868716" y="1350909"/>
                  <a:pt x="2819005" y="1350909"/>
                </a:cubicBezTo>
                <a:close/>
                <a:moveTo>
                  <a:pt x="2509707" y="1350909"/>
                </a:moveTo>
                <a:cubicBezTo>
                  <a:pt x="2459996" y="1350909"/>
                  <a:pt x="2419697" y="1391208"/>
                  <a:pt x="2419697" y="1440919"/>
                </a:cubicBezTo>
                <a:cubicBezTo>
                  <a:pt x="2419697" y="1490630"/>
                  <a:pt x="2459996" y="1530929"/>
                  <a:pt x="2509707" y="1530929"/>
                </a:cubicBezTo>
                <a:cubicBezTo>
                  <a:pt x="2559418" y="1530929"/>
                  <a:pt x="2599717" y="1490630"/>
                  <a:pt x="2599717" y="1440919"/>
                </a:cubicBezTo>
                <a:cubicBezTo>
                  <a:pt x="2599717" y="1391208"/>
                  <a:pt x="2559418" y="1350909"/>
                  <a:pt x="2509707" y="1350909"/>
                </a:cubicBezTo>
                <a:close/>
                <a:moveTo>
                  <a:pt x="195993" y="1200328"/>
                </a:moveTo>
                <a:lnTo>
                  <a:pt x="2990831" y="1200328"/>
                </a:lnTo>
                <a:cubicBezTo>
                  <a:pt x="3099075" y="1200328"/>
                  <a:pt x="3186824" y="1288077"/>
                  <a:pt x="3186824" y="1396321"/>
                </a:cubicBezTo>
                <a:lnTo>
                  <a:pt x="3186824" y="2180270"/>
                </a:lnTo>
                <a:cubicBezTo>
                  <a:pt x="3186824" y="2288514"/>
                  <a:pt x="3099075" y="2376263"/>
                  <a:pt x="2990831" y="2376263"/>
                </a:cubicBezTo>
                <a:lnTo>
                  <a:pt x="2419697" y="2376263"/>
                </a:lnTo>
                <a:lnTo>
                  <a:pt x="2419697" y="3060919"/>
                </a:lnTo>
                <a:lnTo>
                  <a:pt x="767127" y="3060919"/>
                </a:lnTo>
                <a:lnTo>
                  <a:pt x="767127" y="2376263"/>
                </a:lnTo>
                <a:lnTo>
                  <a:pt x="195993" y="2376263"/>
                </a:lnTo>
                <a:cubicBezTo>
                  <a:pt x="87749" y="2376263"/>
                  <a:pt x="0" y="2288514"/>
                  <a:pt x="0" y="2180270"/>
                </a:cubicBezTo>
                <a:lnTo>
                  <a:pt x="0" y="1396321"/>
                </a:lnTo>
                <a:cubicBezTo>
                  <a:pt x="0" y="1288077"/>
                  <a:pt x="87749" y="1200328"/>
                  <a:pt x="195993" y="1200328"/>
                </a:cubicBezTo>
                <a:close/>
                <a:moveTo>
                  <a:pt x="767127" y="0"/>
                </a:moveTo>
                <a:lnTo>
                  <a:pt x="2419697" y="0"/>
                </a:lnTo>
                <a:lnTo>
                  <a:pt x="2419697" y="190589"/>
                </a:lnTo>
                <a:lnTo>
                  <a:pt x="2565249" y="190589"/>
                </a:lnTo>
                <a:cubicBezTo>
                  <a:pt x="2649419" y="190589"/>
                  <a:pt x="2717652" y="258822"/>
                  <a:pt x="2717652" y="342992"/>
                </a:cubicBezTo>
                <a:lnTo>
                  <a:pt x="2717652" y="1104989"/>
                </a:lnTo>
                <a:lnTo>
                  <a:pt x="2284277" y="1104989"/>
                </a:lnTo>
                <a:lnTo>
                  <a:pt x="2284277" y="1104128"/>
                </a:lnTo>
                <a:lnTo>
                  <a:pt x="2284277" y="190589"/>
                </a:lnTo>
                <a:lnTo>
                  <a:pt x="2284277" y="96523"/>
                </a:lnTo>
                <a:lnTo>
                  <a:pt x="902547" y="96523"/>
                </a:lnTo>
                <a:lnTo>
                  <a:pt x="902547" y="190589"/>
                </a:lnTo>
                <a:lnTo>
                  <a:pt x="902547" y="1104128"/>
                </a:lnTo>
                <a:lnTo>
                  <a:pt x="902547" y="1104989"/>
                </a:lnTo>
                <a:lnTo>
                  <a:pt x="469172" y="1104989"/>
                </a:lnTo>
                <a:lnTo>
                  <a:pt x="469172" y="342992"/>
                </a:lnTo>
                <a:cubicBezTo>
                  <a:pt x="469172" y="258822"/>
                  <a:pt x="537405" y="190589"/>
                  <a:pt x="621575" y="190589"/>
                </a:cubicBezTo>
                <a:lnTo>
                  <a:pt x="767127" y="190589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34" name="Google Shape;434;p60"/>
          <p:cNvSpPr/>
          <p:nvPr/>
        </p:nvSpPr>
        <p:spPr>
          <a:xfrm rot="-900000">
            <a:off x="6137536" y="3634206"/>
            <a:ext cx="548680" cy="469988"/>
          </a:xfrm>
          <a:custGeom>
            <a:rect b="b" l="l" r="r" t="t"/>
            <a:pathLst>
              <a:path extrusionOk="0" h="2485205" w="2901316">
                <a:moveTo>
                  <a:pt x="2901316" y="8833"/>
                </a:moveTo>
                <a:lnTo>
                  <a:pt x="2885407" y="69738"/>
                </a:lnTo>
                <a:lnTo>
                  <a:pt x="2890344" y="71061"/>
                </a:lnTo>
                <a:lnTo>
                  <a:pt x="2331295" y="2157461"/>
                </a:lnTo>
                <a:lnTo>
                  <a:pt x="2322295" y="2155049"/>
                </a:lnTo>
                <a:cubicBezTo>
                  <a:pt x="2311779" y="2339141"/>
                  <a:pt x="2127696" y="2485205"/>
                  <a:pt x="1902404" y="2485205"/>
                </a:cubicBezTo>
                <a:cubicBezTo>
                  <a:pt x="1669201" y="2485205"/>
                  <a:pt x="1480151" y="2328701"/>
                  <a:pt x="1480150" y="2135644"/>
                </a:cubicBezTo>
                <a:cubicBezTo>
                  <a:pt x="1480150" y="1942587"/>
                  <a:pt x="1669200" y="1786083"/>
                  <a:pt x="1902404" y="1786083"/>
                </a:cubicBezTo>
                <a:cubicBezTo>
                  <a:pt x="2026046" y="1786083"/>
                  <a:pt x="2137276" y="1830075"/>
                  <a:pt x="2213623" y="1901150"/>
                </a:cubicBezTo>
                <a:lnTo>
                  <a:pt x="2586815" y="508378"/>
                </a:lnTo>
                <a:lnTo>
                  <a:pt x="1283297" y="508378"/>
                </a:lnTo>
                <a:lnTo>
                  <a:pt x="847984" y="2132988"/>
                </a:lnTo>
                <a:lnTo>
                  <a:pt x="841776" y="2131324"/>
                </a:lnTo>
                <a:cubicBezTo>
                  <a:pt x="829584" y="2314002"/>
                  <a:pt x="646295" y="2458448"/>
                  <a:pt x="422254" y="2458448"/>
                </a:cubicBezTo>
                <a:cubicBezTo>
                  <a:pt x="189051" y="2458448"/>
                  <a:pt x="1" y="2301944"/>
                  <a:pt x="0" y="2108887"/>
                </a:cubicBezTo>
                <a:cubicBezTo>
                  <a:pt x="0" y="1915830"/>
                  <a:pt x="189051" y="1759326"/>
                  <a:pt x="422255" y="1759326"/>
                </a:cubicBezTo>
                <a:cubicBezTo>
                  <a:pt x="544771" y="1759326"/>
                  <a:pt x="655100" y="1802522"/>
                  <a:pt x="731465" y="1872378"/>
                </a:cubicBezTo>
                <a:lnTo>
                  <a:pt x="1233167" y="0"/>
                </a:lnTo>
                <a:lnTo>
                  <a:pt x="1266129" y="8833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35" name="Google Shape;435;p60"/>
          <p:cNvSpPr/>
          <p:nvPr/>
        </p:nvSpPr>
        <p:spPr>
          <a:xfrm rot="10800000">
            <a:off x="5188220" y="5485943"/>
            <a:ext cx="376548" cy="745701"/>
          </a:xfrm>
          <a:custGeom>
            <a:rect b="b" l="l" r="r" t="t"/>
            <a:pathLst>
              <a:path extrusionOk="0" h="3195455" w="1613569">
                <a:moveTo>
                  <a:pt x="1348422" y="2012960"/>
                </a:moveTo>
                <a:lnTo>
                  <a:pt x="264249" y="2012960"/>
                </a:lnTo>
                <a:cubicBezTo>
                  <a:pt x="99656" y="1932015"/>
                  <a:pt x="172" y="1814225"/>
                  <a:pt x="0" y="1686651"/>
                </a:cubicBezTo>
                <a:lnTo>
                  <a:pt x="716785" y="1678553"/>
                </a:lnTo>
                <a:lnTo>
                  <a:pt x="716785" y="360000"/>
                </a:lnTo>
                <a:lnTo>
                  <a:pt x="716785" y="355479"/>
                </a:lnTo>
                <a:lnTo>
                  <a:pt x="717916" y="355479"/>
                </a:lnTo>
                <a:lnTo>
                  <a:pt x="806785" y="0"/>
                </a:lnTo>
                <a:lnTo>
                  <a:pt x="895655" y="355479"/>
                </a:lnTo>
                <a:lnTo>
                  <a:pt x="896785" y="355479"/>
                </a:lnTo>
                <a:lnTo>
                  <a:pt x="896785" y="360000"/>
                </a:lnTo>
                <a:lnTo>
                  <a:pt x="896785" y="1676520"/>
                </a:lnTo>
                <a:lnTo>
                  <a:pt x="1612906" y="1668429"/>
                </a:lnTo>
                <a:cubicBezTo>
                  <a:pt x="1622778" y="1802631"/>
                  <a:pt x="1521918" y="1928220"/>
                  <a:pt x="1348422" y="2012960"/>
                </a:cubicBezTo>
                <a:close/>
                <a:moveTo>
                  <a:pt x="1175921" y="2908428"/>
                </a:moveTo>
                <a:lnTo>
                  <a:pt x="437641" y="2908428"/>
                </a:lnTo>
                <a:lnTo>
                  <a:pt x="250570" y="2083962"/>
                </a:lnTo>
                <a:lnTo>
                  <a:pt x="1362992" y="2083962"/>
                </a:lnTo>
                <a:close/>
                <a:moveTo>
                  <a:pt x="1155969" y="3195455"/>
                </a:moveTo>
                <a:lnTo>
                  <a:pt x="457593" y="3195455"/>
                </a:lnTo>
                <a:cubicBezTo>
                  <a:pt x="397940" y="3195455"/>
                  <a:pt x="349581" y="3147096"/>
                  <a:pt x="349581" y="3087443"/>
                </a:cubicBezTo>
                <a:cubicBezTo>
                  <a:pt x="349581" y="3027790"/>
                  <a:pt x="397940" y="2979431"/>
                  <a:pt x="457593" y="2979431"/>
                </a:cubicBezTo>
                <a:lnTo>
                  <a:pt x="1155969" y="2979431"/>
                </a:lnTo>
                <a:cubicBezTo>
                  <a:pt x="1215622" y="2979431"/>
                  <a:pt x="1263981" y="3027790"/>
                  <a:pt x="1263981" y="3087443"/>
                </a:cubicBezTo>
                <a:cubicBezTo>
                  <a:pt x="1263981" y="3147096"/>
                  <a:pt x="1215622" y="3195455"/>
                  <a:pt x="1155969" y="3195455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36" name="Google Shape;436;p60"/>
          <p:cNvSpPr/>
          <p:nvPr/>
        </p:nvSpPr>
        <p:spPr>
          <a:xfrm>
            <a:off x="7617042" y="5578826"/>
            <a:ext cx="559934" cy="559934"/>
          </a:xfrm>
          <a:custGeom>
            <a:rect b="b" l="l" r="r" t="t"/>
            <a:pathLst>
              <a:path extrusionOk="0" h="3240000" w="3240000">
                <a:moveTo>
                  <a:pt x="2026698" y="2215122"/>
                </a:moveTo>
                <a:cubicBezTo>
                  <a:pt x="1959656" y="2378616"/>
                  <a:pt x="1801229" y="2486070"/>
                  <a:pt x="1624533" y="2487892"/>
                </a:cubicBezTo>
                <a:cubicBezTo>
                  <a:pt x="1447837" y="2489714"/>
                  <a:pt x="1287227" y="2385551"/>
                  <a:pt x="1216828" y="2223474"/>
                </a:cubicBezTo>
                <a:lnTo>
                  <a:pt x="1039110" y="2300667"/>
                </a:lnTo>
                <a:cubicBezTo>
                  <a:pt x="1140541" y="2534187"/>
                  <a:pt x="1371947" y="2684266"/>
                  <a:pt x="1626531" y="2681641"/>
                </a:cubicBezTo>
                <a:cubicBezTo>
                  <a:pt x="1881115" y="2679016"/>
                  <a:pt x="2109376" y="2524196"/>
                  <a:pt x="2205970" y="2288634"/>
                </a:cubicBez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37" name="Google Shape;437;p60"/>
          <p:cNvSpPr/>
          <p:nvPr/>
        </p:nvSpPr>
        <p:spPr>
          <a:xfrm>
            <a:off x="10160622" y="5578826"/>
            <a:ext cx="559934" cy="559934"/>
          </a:xfrm>
          <a:custGeom>
            <a:rect b="b" l="l" r="r" t="t"/>
            <a:pathLst>
              <a:path extrusionOk="0" h="3240000" w="3240000">
                <a:moveTo>
                  <a:pt x="1613470" y="2077417"/>
                </a:moveTo>
                <a:cubicBezTo>
                  <a:pt x="1358886" y="2080042"/>
                  <a:pt x="1130625" y="2234862"/>
                  <a:pt x="1034031" y="2470424"/>
                </a:cubicBezTo>
                <a:lnTo>
                  <a:pt x="1213303" y="2543936"/>
                </a:lnTo>
                <a:cubicBezTo>
                  <a:pt x="1280345" y="2380442"/>
                  <a:pt x="1438772" y="2272988"/>
                  <a:pt x="1615468" y="2271166"/>
                </a:cubicBezTo>
                <a:cubicBezTo>
                  <a:pt x="1792164" y="2269344"/>
                  <a:pt x="1952774" y="2373507"/>
                  <a:pt x="2023173" y="2535584"/>
                </a:cubicBezTo>
                <a:lnTo>
                  <a:pt x="2200891" y="2458391"/>
                </a:lnTo>
                <a:cubicBezTo>
                  <a:pt x="2099460" y="2224871"/>
                  <a:pt x="1868054" y="2074792"/>
                  <a:pt x="1613470" y="2077417"/>
                </a:cubicBez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9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8" y="276671"/>
                </a:lnTo>
                <a:lnTo>
                  <a:pt x="2650471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30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30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1" y="2870071"/>
                </a:lnTo>
                <a:lnTo>
                  <a:pt x="2525758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9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3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4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3" y="2802158"/>
                  <a:pt x="474487" y="2765513"/>
                </a:cubicBezTo>
                <a:cubicBezTo>
                  <a:pt x="437842" y="2728868"/>
                  <a:pt x="402944" y="2690475"/>
                  <a:pt x="369930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5" y="2438097"/>
                  <a:pt x="195526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5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5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6" y="847812"/>
                </a:cubicBezTo>
                <a:cubicBezTo>
                  <a:pt x="220465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30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3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4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38" name="Google Shape;438;p60"/>
          <p:cNvSpPr/>
          <p:nvPr/>
        </p:nvSpPr>
        <p:spPr>
          <a:xfrm>
            <a:off x="8468995" y="5581897"/>
            <a:ext cx="553792" cy="553792"/>
          </a:xfrm>
          <a:custGeom>
            <a:rect b="b" l="l" r="r" t="t"/>
            <a:pathLst>
              <a:path extrusionOk="0" h="3240000" w="3240000">
                <a:moveTo>
                  <a:pt x="2298433" y="2114441"/>
                </a:moveTo>
                <a:lnTo>
                  <a:pt x="1355104" y="2367205"/>
                </a:lnTo>
                <a:lnTo>
                  <a:pt x="1411009" y="2575845"/>
                </a:lnTo>
                <a:lnTo>
                  <a:pt x="2354338" y="2323081"/>
                </a:ln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39" name="Google Shape;439;p60"/>
          <p:cNvSpPr/>
          <p:nvPr/>
        </p:nvSpPr>
        <p:spPr>
          <a:xfrm>
            <a:off x="11012576" y="5575424"/>
            <a:ext cx="566738" cy="566738"/>
          </a:xfrm>
          <a:custGeom>
            <a:rect b="b" l="l" r="r" t="t"/>
            <a:pathLst>
              <a:path extrusionOk="0" h="3240000" w="3240000">
                <a:moveTo>
                  <a:pt x="2249999" y="2117384"/>
                </a:moveTo>
                <a:lnTo>
                  <a:pt x="990192" y="2131776"/>
                </a:lnTo>
                <a:cubicBezTo>
                  <a:pt x="998682" y="2476365"/>
                  <a:pt x="1282526" y="2750154"/>
                  <a:pt x="1627197" y="2746216"/>
                </a:cubicBezTo>
                <a:cubicBezTo>
                  <a:pt x="1971867" y="2742279"/>
                  <a:pt x="2249383" y="2462077"/>
                  <a:pt x="2249999" y="2117384"/>
                </a:cubicBezTo>
                <a:close/>
                <a:moveTo>
                  <a:pt x="2505352" y="784338"/>
                </a:moveTo>
                <a:lnTo>
                  <a:pt x="1869332" y="1428843"/>
                </a:lnTo>
                <a:lnTo>
                  <a:pt x="2505352" y="1522122"/>
                </a:lnTo>
                <a:lnTo>
                  <a:pt x="2505352" y="1378597"/>
                </a:lnTo>
                <a:lnTo>
                  <a:pt x="2187887" y="1332038"/>
                </a:lnTo>
                <a:lnTo>
                  <a:pt x="2505352" y="1010338"/>
                </a:lnTo>
                <a:close/>
                <a:moveTo>
                  <a:pt x="734649" y="784338"/>
                </a:moveTo>
                <a:lnTo>
                  <a:pt x="734649" y="1010338"/>
                </a:lnTo>
                <a:lnTo>
                  <a:pt x="1052115" y="1332038"/>
                </a:lnTo>
                <a:lnTo>
                  <a:pt x="734649" y="1378597"/>
                </a:lnTo>
                <a:lnTo>
                  <a:pt x="734649" y="1522122"/>
                </a:lnTo>
                <a:lnTo>
                  <a:pt x="1370670" y="1428843"/>
                </a:ln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40" name="Google Shape;440;p60"/>
          <p:cNvSpPr/>
          <p:nvPr/>
        </p:nvSpPr>
        <p:spPr>
          <a:xfrm>
            <a:off x="9314808" y="5581897"/>
            <a:ext cx="553792" cy="553792"/>
          </a:xfrm>
          <a:custGeom>
            <a:rect b="b" l="l" r="r" t="t"/>
            <a:pathLst>
              <a:path extrusionOk="0" h="3240000" w="3240000">
                <a:moveTo>
                  <a:pt x="2026698" y="2215122"/>
                </a:moveTo>
                <a:cubicBezTo>
                  <a:pt x="1959656" y="2378616"/>
                  <a:pt x="1801229" y="2486070"/>
                  <a:pt x="1624533" y="2487892"/>
                </a:cubicBezTo>
                <a:cubicBezTo>
                  <a:pt x="1447837" y="2489714"/>
                  <a:pt x="1287227" y="2385551"/>
                  <a:pt x="1216828" y="2223474"/>
                </a:cubicBezTo>
                <a:lnTo>
                  <a:pt x="1039110" y="2300667"/>
                </a:lnTo>
                <a:cubicBezTo>
                  <a:pt x="1140541" y="2534187"/>
                  <a:pt x="1371947" y="2684266"/>
                  <a:pt x="1626531" y="2681641"/>
                </a:cubicBezTo>
                <a:cubicBezTo>
                  <a:pt x="1881115" y="2679016"/>
                  <a:pt x="2109376" y="2524196"/>
                  <a:pt x="2205970" y="2288634"/>
                </a:cubicBezTo>
                <a:close/>
                <a:moveTo>
                  <a:pt x="937973" y="986566"/>
                </a:moveTo>
                <a:cubicBezTo>
                  <a:pt x="850807" y="983371"/>
                  <a:pt x="762813" y="1002775"/>
                  <a:pt x="683096" y="1045110"/>
                </a:cubicBezTo>
                <a:cubicBezTo>
                  <a:pt x="523662" y="1129780"/>
                  <a:pt x="421680" y="1293248"/>
                  <a:pt x="415731" y="1473672"/>
                </a:cubicBezTo>
                <a:lnTo>
                  <a:pt x="615852" y="1480270"/>
                </a:lnTo>
                <a:cubicBezTo>
                  <a:pt x="619438" y="1371518"/>
                  <a:pt x="680908" y="1272986"/>
                  <a:pt x="777009" y="1221950"/>
                </a:cubicBezTo>
                <a:cubicBezTo>
                  <a:pt x="873110" y="1170914"/>
                  <a:pt x="989166" y="1175167"/>
                  <a:pt x="1081273" y="1233100"/>
                </a:cubicBezTo>
                <a:cubicBezTo>
                  <a:pt x="1173381" y="1291033"/>
                  <a:pt x="1227475" y="1393800"/>
                  <a:pt x="1223091" y="1502523"/>
                </a:cubicBezTo>
                <a:lnTo>
                  <a:pt x="1423160" y="1510590"/>
                </a:lnTo>
                <a:cubicBezTo>
                  <a:pt x="1430433" y="1330214"/>
                  <a:pt x="1340689" y="1159721"/>
                  <a:pt x="1187880" y="1063608"/>
                </a:cubicBezTo>
                <a:cubicBezTo>
                  <a:pt x="1111476" y="1015552"/>
                  <a:pt x="1025138" y="989760"/>
                  <a:pt x="937973" y="986566"/>
                </a:cubicBezTo>
                <a:close/>
                <a:moveTo>
                  <a:pt x="2306124" y="986566"/>
                </a:moveTo>
                <a:cubicBezTo>
                  <a:pt x="2218958" y="983371"/>
                  <a:pt x="2130964" y="1002775"/>
                  <a:pt x="2051247" y="1045110"/>
                </a:cubicBezTo>
                <a:cubicBezTo>
                  <a:pt x="1891813" y="1129780"/>
                  <a:pt x="1789831" y="1293248"/>
                  <a:pt x="1783882" y="1473672"/>
                </a:cubicBezTo>
                <a:lnTo>
                  <a:pt x="1984003" y="1480270"/>
                </a:lnTo>
                <a:cubicBezTo>
                  <a:pt x="1987589" y="1371518"/>
                  <a:pt x="2049059" y="1272986"/>
                  <a:pt x="2145160" y="1221950"/>
                </a:cubicBezTo>
                <a:cubicBezTo>
                  <a:pt x="2241261" y="1170914"/>
                  <a:pt x="2357317" y="1175167"/>
                  <a:pt x="2449424" y="1233100"/>
                </a:cubicBezTo>
                <a:cubicBezTo>
                  <a:pt x="2541532" y="1291033"/>
                  <a:pt x="2595626" y="1393800"/>
                  <a:pt x="2591242" y="1502523"/>
                </a:cubicBezTo>
                <a:lnTo>
                  <a:pt x="2791311" y="1510590"/>
                </a:lnTo>
                <a:cubicBezTo>
                  <a:pt x="2798584" y="1330214"/>
                  <a:pt x="2708840" y="1159721"/>
                  <a:pt x="2556031" y="1063608"/>
                </a:cubicBezTo>
                <a:cubicBezTo>
                  <a:pt x="2479627" y="1015552"/>
                  <a:pt x="2393289" y="989760"/>
                  <a:pt x="2306124" y="98656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41" name="Google Shape;441;p60"/>
          <p:cNvSpPr/>
          <p:nvPr/>
        </p:nvSpPr>
        <p:spPr>
          <a:xfrm rot="2700000">
            <a:off x="5325698" y="3520150"/>
            <a:ext cx="389390" cy="698103"/>
          </a:xfrm>
          <a:custGeom>
            <a:rect b="b" l="l" r="r" t="t"/>
            <a:pathLst>
              <a:path extrusionOk="0" h="4001999" w="2232248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42" name="Google Shape;442;p60"/>
          <p:cNvSpPr/>
          <p:nvPr/>
        </p:nvSpPr>
        <p:spPr>
          <a:xfrm>
            <a:off x="4401174" y="3545247"/>
            <a:ext cx="527335" cy="493633"/>
          </a:xfrm>
          <a:custGeom>
            <a:rect b="b" l="l" r="r" t="t"/>
            <a:pathLst>
              <a:path extrusionOk="0" h="3032924" w="3239999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43" name="Google Shape;443;p60"/>
          <p:cNvSpPr/>
          <p:nvPr/>
        </p:nvSpPr>
        <p:spPr>
          <a:xfrm rot="2700000">
            <a:off x="6979028" y="5476482"/>
            <a:ext cx="190721" cy="764622"/>
          </a:xfrm>
          <a:custGeom>
            <a:rect b="b" l="l" r="r" t="t"/>
            <a:pathLst>
              <a:path extrusionOk="0" h="4153123" w="1035916">
                <a:moveTo>
                  <a:pt x="277501" y="3759099"/>
                </a:moveTo>
                <a:lnTo>
                  <a:pt x="758408" y="3759099"/>
                </a:lnTo>
                <a:lnTo>
                  <a:pt x="517954" y="4153123"/>
                </a:lnTo>
                <a:close/>
                <a:moveTo>
                  <a:pt x="42612" y="2944898"/>
                </a:moveTo>
                <a:cubicBezTo>
                  <a:pt x="153922" y="2941505"/>
                  <a:pt x="246502" y="2889483"/>
                  <a:pt x="275675" y="2819018"/>
                </a:cubicBezTo>
                <a:cubicBezTo>
                  <a:pt x="304648" y="2892614"/>
                  <a:pt x="403763" y="2945872"/>
                  <a:pt x="521107" y="2945872"/>
                </a:cubicBezTo>
                <a:cubicBezTo>
                  <a:pt x="638453" y="2945872"/>
                  <a:pt x="737567" y="2892613"/>
                  <a:pt x="766540" y="2819017"/>
                </a:cubicBezTo>
                <a:cubicBezTo>
                  <a:pt x="795133" y="2888142"/>
                  <a:pt x="884783" y="2939514"/>
                  <a:pt x="993299" y="2944464"/>
                </a:cubicBezTo>
                <a:lnTo>
                  <a:pt x="776840" y="3657264"/>
                </a:lnTo>
                <a:lnTo>
                  <a:pt x="258940" y="3657264"/>
                </a:lnTo>
                <a:close/>
                <a:moveTo>
                  <a:pt x="809102" y="564558"/>
                </a:moveTo>
                <a:lnTo>
                  <a:pt x="1035914" y="564558"/>
                </a:lnTo>
                <a:lnTo>
                  <a:pt x="1035915" y="2838682"/>
                </a:lnTo>
                <a:cubicBezTo>
                  <a:pt x="1029586" y="2840409"/>
                  <a:pt x="1023074" y="2840731"/>
                  <a:pt x="1016490" y="2840731"/>
                </a:cubicBezTo>
                <a:cubicBezTo>
                  <a:pt x="901952" y="2840731"/>
                  <a:pt x="809102" y="2743612"/>
                  <a:pt x="809101" y="2623810"/>
                </a:cubicBezTo>
                <a:close/>
                <a:moveTo>
                  <a:pt x="310569" y="564558"/>
                </a:moveTo>
                <a:lnTo>
                  <a:pt x="725347" y="564558"/>
                </a:lnTo>
                <a:lnTo>
                  <a:pt x="725347" y="2633342"/>
                </a:lnTo>
                <a:cubicBezTo>
                  <a:pt x="725347" y="2747880"/>
                  <a:pt x="632496" y="2840731"/>
                  <a:pt x="517958" y="2840731"/>
                </a:cubicBezTo>
                <a:cubicBezTo>
                  <a:pt x="403420" y="2840731"/>
                  <a:pt x="310569" y="2747880"/>
                  <a:pt x="310569" y="2633342"/>
                </a:cubicBezTo>
                <a:close/>
                <a:moveTo>
                  <a:pt x="0" y="564557"/>
                </a:moveTo>
                <a:lnTo>
                  <a:pt x="226813" y="564557"/>
                </a:lnTo>
                <a:lnTo>
                  <a:pt x="226813" y="2623810"/>
                </a:lnTo>
                <a:cubicBezTo>
                  <a:pt x="226813" y="2743612"/>
                  <a:pt x="133962" y="2840731"/>
                  <a:pt x="19424" y="2840730"/>
                </a:cubicBezTo>
                <a:cubicBezTo>
                  <a:pt x="12841" y="2840730"/>
                  <a:pt x="6329" y="2840409"/>
                  <a:pt x="0" y="2838682"/>
                </a:cubicBezTo>
                <a:close/>
                <a:moveTo>
                  <a:pt x="71964" y="71964"/>
                </a:moveTo>
                <a:cubicBezTo>
                  <a:pt x="116427" y="27501"/>
                  <a:pt x="177852" y="0"/>
                  <a:pt x="245701" y="0"/>
                </a:cubicBezTo>
                <a:lnTo>
                  <a:pt x="790215" y="0"/>
                </a:lnTo>
                <a:cubicBezTo>
                  <a:pt x="925912" y="0"/>
                  <a:pt x="1035916" y="110004"/>
                  <a:pt x="1035916" y="245701"/>
                </a:cubicBezTo>
                <a:cubicBezTo>
                  <a:pt x="1035916" y="327601"/>
                  <a:pt x="1035915" y="409501"/>
                  <a:pt x="1035915" y="491401"/>
                </a:cubicBezTo>
                <a:lnTo>
                  <a:pt x="0" y="491401"/>
                </a:lnTo>
                <a:lnTo>
                  <a:pt x="0" y="245701"/>
                </a:lnTo>
                <a:cubicBezTo>
                  <a:pt x="0" y="177853"/>
                  <a:pt x="27501" y="116427"/>
                  <a:pt x="71964" y="71964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44" name="Google Shape;444;p60"/>
          <p:cNvSpPr/>
          <p:nvPr/>
        </p:nvSpPr>
        <p:spPr>
          <a:xfrm>
            <a:off x="4376235" y="4613417"/>
            <a:ext cx="508153" cy="508153"/>
          </a:xfrm>
          <a:custGeom>
            <a:rect b="b" l="l" r="r" t="t"/>
            <a:pathLst>
              <a:path extrusionOk="0" h="3240000" w="3240000">
                <a:moveTo>
                  <a:pt x="415456" y="380544"/>
                </a:moveTo>
                <a:lnTo>
                  <a:pt x="415456" y="385333"/>
                </a:lnTo>
                <a:lnTo>
                  <a:pt x="385333" y="385333"/>
                </a:lnTo>
                <a:lnTo>
                  <a:pt x="385333" y="2854667"/>
                </a:lnTo>
                <a:lnTo>
                  <a:pt x="1529120" y="2854667"/>
                </a:lnTo>
                <a:cubicBezTo>
                  <a:pt x="1267123" y="2430711"/>
                  <a:pt x="997530" y="1721825"/>
                  <a:pt x="436017" y="1672600"/>
                </a:cubicBezTo>
                <a:lnTo>
                  <a:pt x="600235" y="1185112"/>
                </a:lnTo>
                <a:cubicBezTo>
                  <a:pt x="1132790" y="1359573"/>
                  <a:pt x="1278822" y="1550851"/>
                  <a:pt x="1544730" y="1923929"/>
                </a:cubicBezTo>
                <a:cubicBezTo>
                  <a:pt x="1789452" y="1379400"/>
                  <a:pt x="1927092" y="1088696"/>
                  <a:pt x="2233403" y="596568"/>
                </a:cubicBezTo>
                <a:lnTo>
                  <a:pt x="2770666" y="596568"/>
                </a:lnTo>
                <a:cubicBezTo>
                  <a:pt x="2331495" y="1220469"/>
                  <a:pt x="1907612" y="2113878"/>
                  <a:pt x="1578489" y="2854667"/>
                </a:cubicBezTo>
                <a:lnTo>
                  <a:pt x="2854667" y="2854667"/>
                </a:lnTo>
                <a:lnTo>
                  <a:pt x="2854667" y="596568"/>
                </a:lnTo>
                <a:lnTo>
                  <a:pt x="2858395" y="596568"/>
                </a:lnTo>
                <a:lnTo>
                  <a:pt x="2858395" y="380544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3240000" y="3240000"/>
                </a:lnTo>
                <a:lnTo>
                  <a:pt x="0" y="3240000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45" name="Google Shape;445;p60"/>
          <p:cNvSpPr/>
          <p:nvPr/>
        </p:nvSpPr>
        <p:spPr>
          <a:xfrm flipH="1">
            <a:off x="10102420" y="2554106"/>
            <a:ext cx="504633" cy="416291"/>
          </a:xfrm>
          <a:custGeom>
            <a:rect b="b" l="l" r="r" t="t"/>
            <a:pathLst>
              <a:path extrusionOk="0" h="2654282" w="3217557">
                <a:moveTo>
                  <a:pt x="1384251" y="661544"/>
                </a:moveTo>
                <a:cubicBezTo>
                  <a:pt x="1489083" y="661544"/>
                  <a:pt x="1574067" y="746528"/>
                  <a:pt x="1574067" y="851360"/>
                </a:cubicBezTo>
                <a:cubicBezTo>
                  <a:pt x="1574067" y="956192"/>
                  <a:pt x="1489083" y="1041176"/>
                  <a:pt x="1384251" y="1041176"/>
                </a:cubicBezTo>
                <a:cubicBezTo>
                  <a:pt x="1279419" y="1041176"/>
                  <a:pt x="1194435" y="956192"/>
                  <a:pt x="1194435" y="851360"/>
                </a:cubicBezTo>
                <a:cubicBezTo>
                  <a:pt x="1194435" y="746528"/>
                  <a:pt x="1279419" y="661544"/>
                  <a:pt x="1384251" y="661544"/>
                </a:cubicBezTo>
                <a:close/>
                <a:moveTo>
                  <a:pt x="1993421" y="661544"/>
                </a:moveTo>
                <a:cubicBezTo>
                  <a:pt x="2098253" y="661544"/>
                  <a:pt x="2183237" y="746528"/>
                  <a:pt x="2183237" y="851360"/>
                </a:cubicBezTo>
                <a:cubicBezTo>
                  <a:pt x="2183237" y="956192"/>
                  <a:pt x="2098253" y="1041176"/>
                  <a:pt x="1993421" y="1041176"/>
                </a:cubicBezTo>
                <a:cubicBezTo>
                  <a:pt x="1888589" y="1041176"/>
                  <a:pt x="1803605" y="956192"/>
                  <a:pt x="1803605" y="851360"/>
                </a:cubicBezTo>
                <a:cubicBezTo>
                  <a:pt x="1803605" y="746528"/>
                  <a:pt x="1888589" y="661544"/>
                  <a:pt x="1993421" y="661544"/>
                </a:cubicBezTo>
                <a:close/>
                <a:moveTo>
                  <a:pt x="2602591" y="661544"/>
                </a:moveTo>
                <a:cubicBezTo>
                  <a:pt x="2707423" y="661544"/>
                  <a:pt x="2792407" y="746528"/>
                  <a:pt x="2792407" y="851360"/>
                </a:cubicBezTo>
                <a:cubicBezTo>
                  <a:pt x="2792407" y="956192"/>
                  <a:pt x="2707423" y="1041176"/>
                  <a:pt x="2602591" y="1041176"/>
                </a:cubicBezTo>
                <a:cubicBezTo>
                  <a:pt x="2497759" y="1041176"/>
                  <a:pt x="2412775" y="956192"/>
                  <a:pt x="2412775" y="851360"/>
                </a:cubicBezTo>
                <a:cubicBezTo>
                  <a:pt x="2412775" y="746528"/>
                  <a:pt x="2497759" y="661544"/>
                  <a:pt x="2602591" y="661544"/>
                </a:cubicBezTo>
                <a:close/>
                <a:moveTo>
                  <a:pt x="677114" y="569491"/>
                </a:moveTo>
                <a:lnTo>
                  <a:pt x="330916" y="569491"/>
                </a:lnTo>
                <a:cubicBezTo>
                  <a:pt x="148156" y="569491"/>
                  <a:pt x="0" y="717647"/>
                  <a:pt x="0" y="900407"/>
                </a:cubicBezTo>
                <a:lnTo>
                  <a:pt x="0" y="1952009"/>
                </a:lnTo>
                <a:cubicBezTo>
                  <a:pt x="0" y="2134769"/>
                  <a:pt x="148156" y="2282925"/>
                  <a:pt x="330916" y="2282925"/>
                </a:cubicBezTo>
                <a:lnTo>
                  <a:pt x="711670" y="2282925"/>
                </a:lnTo>
                <a:cubicBezTo>
                  <a:pt x="639726" y="2394386"/>
                  <a:pt x="647101" y="2475544"/>
                  <a:pt x="275077" y="2654282"/>
                </a:cubicBezTo>
                <a:cubicBezTo>
                  <a:pt x="900998" y="2583693"/>
                  <a:pt x="998412" y="2552618"/>
                  <a:pt x="1294529" y="2282925"/>
                </a:cubicBezTo>
                <a:lnTo>
                  <a:pt x="2117356" y="2282925"/>
                </a:lnTo>
                <a:cubicBezTo>
                  <a:pt x="2251554" y="2282925"/>
                  <a:pt x="2367095" y="2203043"/>
                  <a:pt x="2418395" y="2087951"/>
                </a:cubicBezTo>
                <a:cubicBezTo>
                  <a:pt x="2205538" y="2022975"/>
                  <a:pt x="2032941" y="1932583"/>
                  <a:pt x="1830857" y="1799347"/>
                </a:cubicBezTo>
                <a:lnTo>
                  <a:pt x="1008030" y="1799347"/>
                </a:lnTo>
                <a:cubicBezTo>
                  <a:pt x="825270" y="1799347"/>
                  <a:pt x="677114" y="1651191"/>
                  <a:pt x="677114" y="1468431"/>
                </a:cubicBezTo>
                <a:lnTo>
                  <a:pt x="677114" y="569491"/>
                </a:lnTo>
                <a:close/>
                <a:moveTo>
                  <a:pt x="2886641" y="0"/>
                </a:moveTo>
                <a:lnTo>
                  <a:pt x="1100201" y="0"/>
                </a:lnTo>
                <a:cubicBezTo>
                  <a:pt x="917441" y="0"/>
                  <a:pt x="769285" y="148156"/>
                  <a:pt x="769285" y="330916"/>
                </a:cubicBezTo>
                <a:lnTo>
                  <a:pt x="769285" y="1382518"/>
                </a:lnTo>
                <a:cubicBezTo>
                  <a:pt x="769285" y="1565278"/>
                  <a:pt x="917441" y="1713434"/>
                  <a:pt x="1100201" y="1713434"/>
                </a:cubicBezTo>
                <a:lnTo>
                  <a:pt x="1923028" y="1713434"/>
                </a:lnTo>
                <a:cubicBezTo>
                  <a:pt x="2301032" y="1962656"/>
                  <a:pt x="2453037" y="2007378"/>
                  <a:pt x="3078958" y="2077967"/>
                </a:cubicBezTo>
                <a:cubicBezTo>
                  <a:pt x="2713759" y="1878758"/>
                  <a:pt x="2673367" y="1899957"/>
                  <a:pt x="2505887" y="1713434"/>
                </a:cubicBezTo>
                <a:lnTo>
                  <a:pt x="2886641" y="1713434"/>
                </a:lnTo>
                <a:cubicBezTo>
                  <a:pt x="3069401" y="1713434"/>
                  <a:pt x="3217557" y="1565278"/>
                  <a:pt x="3217557" y="1382518"/>
                </a:cubicBezTo>
                <a:lnTo>
                  <a:pt x="3217557" y="330916"/>
                </a:lnTo>
                <a:cubicBezTo>
                  <a:pt x="3217557" y="148156"/>
                  <a:pt x="3069401" y="0"/>
                  <a:pt x="2886641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46" name="Google Shape;446;p60"/>
          <p:cNvSpPr/>
          <p:nvPr/>
        </p:nvSpPr>
        <p:spPr>
          <a:xfrm rot="-2794009">
            <a:off x="10126692" y="1539348"/>
            <a:ext cx="551843" cy="546086"/>
          </a:xfrm>
          <a:custGeom>
            <a:rect b="b" l="l" r="r" t="t"/>
            <a:pathLst>
              <a:path extrusionOk="0" h="1788383" w="1807241">
                <a:moveTo>
                  <a:pt x="712876" y="1117592"/>
                </a:moveTo>
                <a:cubicBezTo>
                  <a:pt x="771173" y="1181828"/>
                  <a:pt x="811089" y="1255910"/>
                  <a:pt x="847925" y="1348018"/>
                </a:cubicBezTo>
                <a:cubicBezTo>
                  <a:pt x="814544" y="1418896"/>
                  <a:pt x="753893" y="1474052"/>
                  <a:pt x="679064" y="1498332"/>
                </a:cubicBezTo>
                <a:lnTo>
                  <a:pt x="308226" y="1106637"/>
                </a:lnTo>
                <a:cubicBezTo>
                  <a:pt x="336560" y="1033247"/>
                  <a:pt x="394949" y="975701"/>
                  <a:pt x="467546" y="946245"/>
                </a:cubicBezTo>
                <a:cubicBezTo>
                  <a:pt x="577903" y="998968"/>
                  <a:pt x="654580" y="1053357"/>
                  <a:pt x="712876" y="1117592"/>
                </a:cubicBezTo>
                <a:close/>
                <a:moveTo>
                  <a:pt x="1038527" y="398886"/>
                </a:moveTo>
                <a:lnTo>
                  <a:pt x="1405560" y="786562"/>
                </a:lnTo>
                <a:cubicBezTo>
                  <a:pt x="1374476" y="799049"/>
                  <a:pt x="1340402" y="804299"/>
                  <a:pt x="1305054" y="803332"/>
                </a:cubicBezTo>
                <a:lnTo>
                  <a:pt x="1008167" y="795212"/>
                </a:lnTo>
                <a:lnTo>
                  <a:pt x="1016288" y="498325"/>
                </a:lnTo>
                <a:cubicBezTo>
                  <a:pt x="1017255" y="462976"/>
                  <a:pt x="1024360" y="429240"/>
                  <a:pt x="1038527" y="398886"/>
                </a:cubicBezTo>
                <a:close/>
                <a:moveTo>
                  <a:pt x="1097925" y="218888"/>
                </a:moveTo>
                <a:cubicBezTo>
                  <a:pt x="992582" y="279303"/>
                  <a:pt x="921871" y="392886"/>
                  <a:pt x="921053" y="523256"/>
                </a:cubicBezTo>
                <a:lnTo>
                  <a:pt x="919136" y="828763"/>
                </a:lnTo>
                <a:lnTo>
                  <a:pt x="830924" y="915875"/>
                </a:lnTo>
                <a:lnTo>
                  <a:pt x="525417" y="913958"/>
                </a:lnTo>
                <a:cubicBezTo>
                  <a:pt x="403891" y="913196"/>
                  <a:pt x="296188" y="973343"/>
                  <a:pt x="234366" y="1067831"/>
                </a:cubicBezTo>
                <a:lnTo>
                  <a:pt x="710285" y="1570519"/>
                </a:lnTo>
                <a:cubicBezTo>
                  <a:pt x="811872" y="1510375"/>
                  <a:pt x="878808" y="1399439"/>
                  <a:pt x="879603" y="1272618"/>
                </a:cubicBezTo>
                <a:lnTo>
                  <a:pt x="881520" y="967111"/>
                </a:lnTo>
                <a:lnTo>
                  <a:pt x="969732" y="879999"/>
                </a:lnTo>
                <a:lnTo>
                  <a:pt x="1275239" y="881916"/>
                </a:lnTo>
                <a:cubicBezTo>
                  <a:pt x="1400271" y="882701"/>
                  <a:pt x="1510670" y="819011"/>
                  <a:pt x="1573529" y="721242"/>
                </a:cubicBezTo>
                <a:close/>
                <a:moveTo>
                  <a:pt x="1162945" y="27894"/>
                </a:moveTo>
                <a:lnTo>
                  <a:pt x="1782798" y="682611"/>
                </a:lnTo>
                <a:cubicBezTo>
                  <a:pt x="1816692" y="718411"/>
                  <a:pt x="1815147" y="774907"/>
                  <a:pt x="1779347" y="808801"/>
                </a:cubicBezTo>
                <a:cubicBezTo>
                  <a:pt x="1743547" y="842694"/>
                  <a:pt x="1687050" y="841149"/>
                  <a:pt x="1653157" y="805349"/>
                </a:cubicBezTo>
                <a:lnTo>
                  <a:pt x="1644015" y="795693"/>
                </a:lnTo>
                <a:cubicBezTo>
                  <a:pt x="1561789" y="910282"/>
                  <a:pt x="1426630" y="983636"/>
                  <a:pt x="1274606" y="982683"/>
                </a:cubicBezTo>
                <a:lnTo>
                  <a:pt x="980378" y="980836"/>
                </a:lnTo>
                <a:lnTo>
                  <a:pt x="980378" y="1270380"/>
                </a:lnTo>
                <a:cubicBezTo>
                  <a:pt x="980378" y="1427425"/>
                  <a:pt x="901198" y="1565976"/>
                  <a:pt x="779756" y="1647056"/>
                </a:cubicBezTo>
                <a:cubicBezTo>
                  <a:pt x="807405" y="1681913"/>
                  <a:pt x="803595" y="1732594"/>
                  <a:pt x="770486" y="1763941"/>
                </a:cubicBezTo>
                <a:cubicBezTo>
                  <a:pt x="734686" y="1797834"/>
                  <a:pt x="678189" y="1796289"/>
                  <a:pt x="644296" y="1760489"/>
                </a:cubicBezTo>
                <a:lnTo>
                  <a:pt x="24442" y="1105772"/>
                </a:lnTo>
                <a:cubicBezTo>
                  <a:pt x="-9451" y="1069973"/>
                  <a:pt x="-7906" y="1013476"/>
                  <a:pt x="27894" y="979583"/>
                </a:cubicBezTo>
                <a:cubicBezTo>
                  <a:pt x="63694" y="945689"/>
                  <a:pt x="120190" y="947235"/>
                  <a:pt x="154084" y="983034"/>
                </a:cubicBezTo>
                <a:lnTo>
                  <a:pt x="163237" y="992702"/>
                </a:lnTo>
                <a:cubicBezTo>
                  <a:pt x="244774" y="882877"/>
                  <a:pt x="375836" y="813180"/>
                  <a:pt x="523178" y="813180"/>
                </a:cubicBezTo>
                <a:lnTo>
                  <a:pt x="818460" y="813180"/>
                </a:lnTo>
                <a:lnTo>
                  <a:pt x="820284" y="522622"/>
                </a:lnTo>
                <a:cubicBezTo>
                  <a:pt x="821285" y="363119"/>
                  <a:pt x="903845" y="223207"/>
                  <a:pt x="1028952" y="143673"/>
                </a:cubicBezTo>
                <a:cubicBezTo>
                  <a:pt x="999689" y="108599"/>
                  <a:pt x="1002953" y="56445"/>
                  <a:pt x="1036755" y="24443"/>
                </a:cubicBezTo>
                <a:cubicBezTo>
                  <a:pt x="1072555" y="-9451"/>
                  <a:pt x="1129052" y="-7906"/>
                  <a:pt x="1162945" y="27894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47" name="Google Shape;447;p60"/>
          <p:cNvSpPr/>
          <p:nvPr/>
        </p:nvSpPr>
        <p:spPr>
          <a:xfrm>
            <a:off x="10932820" y="1539414"/>
            <a:ext cx="544577" cy="547049"/>
          </a:xfrm>
          <a:custGeom>
            <a:rect b="b" l="l" r="r" t="t"/>
            <a:pathLst>
              <a:path extrusionOk="0" h="373588" w="371900">
                <a:moveTo>
                  <a:pt x="297080" y="129105"/>
                </a:moveTo>
                <a:lnTo>
                  <a:pt x="284273" y="219737"/>
                </a:lnTo>
                <a:lnTo>
                  <a:pt x="305496" y="219737"/>
                </a:lnTo>
                <a:lnTo>
                  <a:pt x="333001" y="129105"/>
                </a:lnTo>
                <a:close/>
                <a:moveTo>
                  <a:pt x="228265" y="129105"/>
                </a:moveTo>
                <a:lnTo>
                  <a:pt x="228265" y="219737"/>
                </a:lnTo>
                <a:lnTo>
                  <a:pt x="250807" y="219737"/>
                </a:lnTo>
                <a:lnTo>
                  <a:pt x="263614" y="129105"/>
                </a:lnTo>
                <a:close/>
                <a:moveTo>
                  <a:pt x="157021" y="129105"/>
                </a:moveTo>
                <a:lnTo>
                  <a:pt x="175826" y="219737"/>
                </a:lnTo>
                <a:lnTo>
                  <a:pt x="195129" y="219737"/>
                </a:lnTo>
                <a:lnTo>
                  <a:pt x="195129" y="129105"/>
                </a:lnTo>
                <a:close/>
                <a:moveTo>
                  <a:pt x="93087" y="129105"/>
                </a:moveTo>
                <a:lnTo>
                  <a:pt x="117372" y="219737"/>
                </a:lnTo>
                <a:lnTo>
                  <a:pt x="141984" y="219737"/>
                </a:lnTo>
                <a:lnTo>
                  <a:pt x="123179" y="129105"/>
                </a:lnTo>
                <a:close/>
                <a:moveTo>
                  <a:pt x="58494" y="0"/>
                </a:moveTo>
                <a:lnTo>
                  <a:pt x="84208" y="95969"/>
                </a:lnTo>
                <a:lnTo>
                  <a:pt x="354346" y="95969"/>
                </a:lnTo>
                <a:lnTo>
                  <a:pt x="354346" y="97437"/>
                </a:lnTo>
                <a:cubicBezTo>
                  <a:pt x="356087" y="96136"/>
                  <a:pt x="357928" y="96353"/>
                  <a:pt x="359747" y="96905"/>
                </a:cubicBezTo>
                <a:lnTo>
                  <a:pt x="360371" y="97095"/>
                </a:lnTo>
                <a:cubicBezTo>
                  <a:pt x="368954" y="99700"/>
                  <a:pt x="373801" y="108770"/>
                  <a:pt x="371196" y="117354"/>
                </a:cubicBezTo>
                <a:lnTo>
                  <a:pt x="333339" y="242097"/>
                </a:lnTo>
                <a:cubicBezTo>
                  <a:pt x="331591" y="247858"/>
                  <a:pt x="326929" y="251935"/>
                  <a:pt x="321206" y="252122"/>
                </a:cubicBezTo>
                <a:lnTo>
                  <a:pt x="321206" y="252873"/>
                </a:lnTo>
                <a:lnTo>
                  <a:pt x="313576" y="252873"/>
                </a:lnTo>
                <a:cubicBezTo>
                  <a:pt x="313378" y="253010"/>
                  <a:pt x="313229" y="252967"/>
                  <a:pt x="313080" y="252922"/>
                </a:cubicBezTo>
                <a:lnTo>
                  <a:pt x="312919" y="252873"/>
                </a:lnTo>
                <a:lnTo>
                  <a:pt x="126251" y="252873"/>
                </a:lnTo>
                <a:lnTo>
                  <a:pt x="133971" y="281687"/>
                </a:lnTo>
                <a:lnTo>
                  <a:pt x="321075" y="281687"/>
                </a:lnTo>
                <a:lnTo>
                  <a:pt x="321075" y="314823"/>
                </a:lnTo>
                <a:lnTo>
                  <a:pt x="318480" y="314823"/>
                </a:lnTo>
                <a:cubicBezTo>
                  <a:pt x="329614" y="318311"/>
                  <a:pt x="336414" y="328969"/>
                  <a:pt x="336414" y="341215"/>
                </a:cubicBezTo>
                <a:cubicBezTo>
                  <a:pt x="336414" y="359094"/>
                  <a:pt x="321920" y="373588"/>
                  <a:pt x="304041" y="373588"/>
                </a:cubicBezTo>
                <a:cubicBezTo>
                  <a:pt x="286162" y="373588"/>
                  <a:pt x="271668" y="359094"/>
                  <a:pt x="271668" y="341215"/>
                </a:cubicBezTo>
                <a:cubicBezTo>
                  <a:pt x="271668" y="328969"/>
                  <a:pt x="278468" y="318311"/>
                  <a:pt x="289602" y="314823"/>
                </a:cubicBezTo>
                <a:lnTo>
                  <a:pt x="142850" y="314823"/>
                </a:lnTo>
                <a:lnTo>
                  <a:pt x="143397" y="316865"/>
                </a:lnTo>
                <a:cubicBezTo>
                  <a:pt x="151629" y="321811"/>
                  <a:pt x="156401" y="330956"/>
                  <a:pt x="156401" y="341215"/>
                </a:cubicBezTo>
                <a:cubicBezTo>
                  <a:pt x="156401" y="359094"/>
                  <a:pt x="141907" y="373588"/>
                  <a:pt x="124028" y="373588"/>
                </a:cubicBezTo>
                <a:cubicBezTo>
                  <a:pt x="106149" y="373588"/>
                  <a:pt x="91655" y="359094"/>
                  <a:pt x="91655" y="341215"/>
                </a:cubicBezTo>
                <a:cubicBezTo>
                  <a:pt x="91655" y="329356"/>
                  <a:pt x="98032" y="318986"/>
                  <a:pt x="108649" y="315212"/>
                </a:cubicBezTo>
                <a:lnTo>
                  <a:pt x="33542" y="34909"/>
                </a:lnTo>
                <a:lnTo>
                  <a:pt x="0" y="34909"/>
                </a:lnTo>
                <a:lnTo>
                  <a:pt x="0" y="1773"/>
                </a:lnTo>
                <a:lnTo>
                  <a:pt x="51879" y="1773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48" name="Google Shape;448;p60"/>
          <p:cNvSpPr/>
          <p:nvPr/>
        </p:nvSpPr>
        <p:spPr>
          <a:xfrm>
            <a:off x="9363473" y="4578026"/>
            <a:ext cx="478148" cy="569324"/>
          </a:xfrm>
          <a:custGeom>
            <a:rect b="b" l="l" r="r" t="t"/>
            <a:pathLst>
              <a:path extrusionOk="0" h="3240000" w="2721114">
                <a:moveTo>
                  <a:pt x="1999321" y="2603448"/>
                </a:moveTo>
                <a:lnTo>
                  <a:pt x="1999321" y="2772810"/>
                </a:lnTo>
                <a:lnTo>
                  <a:pt x="2528507" y="2772810"/>
                </a:lnTo>
                <a:lnTo>
                  <a:pt x="2528507" y="2603448"/>
                </a:lnTo>
                <a:close/>
                <a:moveTo>
                  <a:pt x="2263914" y="2230929"/>
                </a:moveTo>
                <a:cubicBezTo>
                  <a:pt x="2516419" y="2230929"/>
                  <a:pt x="2721114" y="2435624"/>
                  <a:pt x="2721114" y="2688129"/>
                </a:cubicBezTo>
                <a:cubicBezTo>
                  <a:pt x="2721114" y="2940634"/>
                  <a:pt x="2516419" y="3145329"/>
                  <a:pt x="2263914" y="3145329"/>
                </a:cubicBezTo>
                <a:cubicBezTo>
                  <a:pt x="2011409" y="3145329"/>
                  <a:pt x="1806714" y="2940634"/>
                  <a:pt x="1806714" y="2688129"/>
                </a:cubicBezTo>
                <a:cubicBezTo>
                  <a:pt x="1806714" y="2435624"/>
                  <a:pt x="2011409" y="2230929"/>
                  <a:pt x="2263914" y="2230929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49" name="Google Shape;449;p60"/>
          <p:cNvSpPr/>
          <p:nvPr/>
        </p:nvSpPr>
        <p:spPr>
          <a:xfrm>
            <a:off x="8488431" y="4578026"/>
            <a:ext cx="478148" cy="569324"/>
          </a:xfrm>
          <a:custGeom>
            <a:rect b="b" l="l" r="r" t="t"/>
            <a:pathLst>
              <a:path extrusionOk="0" h="3240000" w="2721114">
                <a:moveTo>
                  <a:pt x="2179233" y="2431577"/>
                </a:moveTo>
                <a:lnTo>
                  <a:pt x="2179233" y="2611489"/>
                </a:lnTo>
                <a:lnTo>
                  <a:pt x="1999321" y="2611489"/>
                </a:lnTo>
                <a:lnTo>
                  <a:pt x="1999321" y="2780851"/>
                </a:lnTo>
                <a:lnTo>
                  <a:pt x="2179233" y="2780851"/>
                </a:lnTo>
                <a:lnTo>
                  <a:pt x="2179233" y="2960763"/>
                </a:lnTo>
                <a:lnTo>
                  <a:pt x="2348595" y="2960763"/>
                </a:lnTo>
                <a:lnTo>
                  <a:pt x="2348595" y="2780851"/>
                </a:lnTo>
                <a:lnTo>
                  <a:pt x="2528507" y="2780851"/>
                </a:lnTo>
                <a:lnTo>
                  <a:pt x="2528507" y="2611489"/>
                </a:lnTo>
                <a:lnTo>
                  <a:pt x="2348595" y="2611489"/>
                </a:lnTo>
                <a:lnTo>
                  <a:pt x="2348595" y="2431577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50" name="Google Shape;450;p60"/>
          <p:cNvSpPr/>
          <p:nvPr/>
        </p:nvSpPr>
        <p:spPr>
          <a:xfrm>
            <a:off x="10238515" y="4578026"/>
            <a:ext cx="478148" cy="569324"/>
          </a:xfrm>
          <a:custGeom>
            <a:rect b="b" l="l" r="r" t="t"/>
            <a:pathLst>
              <a:path extrusionOk="0" h="3240000" w="2721114">
                <a:moveTo>
                  <a:pt x="2136698" y="2449196"/>
                </a:moveTo>
                <a:lnTo>
                  <a:pt x="2016940" y="2568954"/>
                </a:lnTo>
                <a:lnTo>
                  <a:pt x="2144156" y="2696170"/>
                </a:lnTo>
                <a:lnTo>
                  <a:pt x="2016940" y="2823386"/>
                </a:lnTo>
                <a:lnTo>
                  <a:pt x="2136698" y="2943144"/>
                </a:lnTo>
                <a:lnTo>
                  <a:pt x="2263914" y="2815928"/>
                </a:lnTo>
                <a:lnTo>
                  <a:pt x="2391130" y="2943144"/>
                </a:lnTo>
                <a:lnTo>
                  <a:pt x="2510888" y="2823386"/>
                </a:lnTo>
                <a:lnTo>
                  <a:pt x="2383672" y="2696170"/>
                </a:lnTo>
                <a:lnTo>
                  <a:pt x="2510888" y="2568954"/>
                </a:lnTo>
                <a:lnTo>
                  <a:pt x="2391130" y="2449196"/>
                </a:lnTo>
                <a:lnTo>
                  <a:pt x="2263914" y="2576412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51" name="Google Shape;451;p60"/>
          <p:cNvSpPr/>
          <p:nvPr/>
        </p:nvSpPr>
        <p:spPr>
          <a:xfrm>
            <a:off x="11113556" y="4578026"/>
            <a:ext cx="478148" cy="569324"/>
          </a:xfrm>
          <a:custGeom>
            <a:rect b="b" l="l" r="r" t="t"/>
            <a:pathLst>
              <a:path extrusionOk="0" h="3240000" w="2721114">
                <a:moveTo>
                  <a:pt x="2519839" y="2469622"/>
                </a:moveTo>
                <a:lnTo>
                  <a:pt x="2201779" y="2787682"/>
                </a:lnTo>
                <a:lnTo>
                  <a:pt x="2003023" y="2588926"/>
                </a:lnTo>
                <a:lnTo>
                  <a:pt x="1901669" y="2690281"/>
                </a:lnTo>
                <a:lnTo>
                  <a:pt x="2203868" y="2992480"/>
                </a:lnTo>
                <a:lnTo>
                  <a:pt x="2305222" y="2891125"/>
                </a:lnTo>
                <a:lnTo>
                  <a:pt x="2303133" y="2889037"/>
                </a:lnTo>
                <a:lnTo>
                  <a:pt x="2621194" y="2570977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t Icone [c]">
  <p:cSld name="Set Icone [c]"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61"/>
          <p:cNvSpPr txBox="1"/>
          <p:nvPr>
            <p:ph type="title"/>
          </p:nvPr>
        </p:nvSpPr>
        <p:spPr>
          <a:xfrm>
            <a:off x="276305" y="180000"/>
            <a:ext cx="11652170" cy="7073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4400"/>
              <a:buFont typeface="Century Gothic"/>
              <a:buNone/>
              <a:defRPr sz="4400">
                <a:solidFill>
                  <a:srgbClr val="7F7F7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4" name="Google Shape;454;p61"/>
          <p:cNvSpPr/>
          <p:nvPr/>
        </p:nvSpPr>
        <p:spPr>
          <a:xfrm>
            <a:off x="263525" y="927751"/>
            <a:ext cx="3743156" cy="5256000"/>
          </a:xfrm>
          <a:prstGeom prst="roundRect">
            <a:avLst>
              <a:gd fmla="val 3968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1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55" name="Google Shape;455;p61"/>
          <p:cNvSpPr/>
          <p:nvPr/>
        </p:nvSpPr>
        <p:spPr>
          <a:xfrm>
            <a:off x="441448" y="1125751"/>
            <a:ext cx="153868" cy="4860000"/>
          </a:xfrm>
          <a:prstGeom prst="roundRect">
            <a:avLst>
              <a:gd fmla="val 50000" name="adj"/>
            </a:avLst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1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56" name="Google Shape;456;p61"/>
          <p:cNvSpPr/>
          <p:nvPr/>
        </p:nvSpPr>
        <p:spPr>
          <a:xfrm rot="5400000">
            <a:off x="3136411" y="1145529"/>
            <a:ext cx="685849" cy="685148"/>
          </a:xfrm>
          <a:prstGeom prst="halfFrame">
            <a:avLst>
              <a:gd fmla="val 23728" name="adj1"/>
              <a:gd fmla="val 24642" name="adj2"/>
            </a:avLst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1">
              <a:solidFill>
                <a:srgbClr val="004B8B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57" name="Google Shape;457;p61"/>
          <p:cNvSpPr txBox="1"/>
          <p:nvPr/>
        </p:nvSpPr>
        <p:spPr>
          <a:xfrm>
            <a:off x="621218" y="1655296"/>
            <a:ext cx="2586326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 xml:space="preserve">È possibile ridimensionare senza perdere la qualità </a:t>
            </a:r>
            <a:endParaRPr b="0" sz="14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58" name="Google Shape;458;p61"/>
          <p:cNvSpPr txBox="1"/>
          <p:nvPr/>
        </p:nvSpPr>
        <p:spPr>
          <a:xfrm>
            <a:off x="621219" y="2356903"/>
            <a:ext cx="2232248" cy="738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È possibile cambiare il colore di riempimento e il colore della linea</a:t>
            </a:r>
            <a:endParaRPr b="0" sz="14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59" name="Google Shape;459;p61"/>
          <p:cNvSpPr txBox="1"/>
          <p:nvPr/>
        </p:nvSpPr>
        <p:spPr>
          <a:xfrm>
            <a:off x="630743" y="4191219"/>
            <a:ext cx="3357411" cy="13849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entury Gothic"/>
              <a:buNone/>
            </a:pPr>
            <a:r>
              <a:rPr b="1" lang="en-US" sz="2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SET DI ICONE COMPLETAMENTE MODIFICABILI</a:t>
            </a:r>
            <a:endParaRPr b="1" sz="2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0" name="Google Shape;460;p61"/>
          <p:cNvSpPr txBox="1"/>
          <p:nvPr/>
        </p:nvSpPr>
        <p:spPr>
          <a:xfrm>
            <a:off x="3355356" y="5413740"/>
            <a:ext cx="492443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</a:t>
            </a:r>
            <a:endParaRPr/>
          </a:p>
        </p:txBody>
      </p:sp>
      <p:sp>
        <p:nvSpPr>
          <p:cNvPr id="461" name="Google Shape;461;p61"/>
          <p:cNvSpPr/>
          <p:nvPr/>
        </p:nvSpPr>
        <p:spPr>
          <a:xfrm rot="10800000">
            <a:off x="7871934" y="4610240"/>
            <a:ext cx="220703" cy="687310"/>
          </a:xfrm>
          <a:custGeom>
            <a:rect b="b" l="l" r="r" t="t"/>
            <a:pathLst>
              <a:path extrusionOk="0" h="3240000" w="1040400">
                <a:moveTo>
                  <a:pt x="41345" y="940666"/>
                </a:moveTo>
                <a:lnTo>
                  <a:pt x="1242" y="653403"/>
                </a:lnTo>
                <a:lnTo>
                  <a:pt x="0" y="653403"/>
                </a:lnTo>
                <a:lnTo>
                  <a:pt x="1057" y="652077"/>
                </a:lnTo>
                <a:lnTo>
                  <a:pt x="447" y="647712"/>
                </a:lnTo>
                <a:lnTo>
                  <a:pt x="4531" y="647712"/>
                </a:lnTo>
                <a:lnTo>
                  <a:pt x="520200" y="0"/>
                </a:lnTo>
                <a:lnTo>
                  <a:pt x="659109" y="174478"/>
                </a:lnTo>
                <a:close/>
                <a:moveTo>
                  <a:pt x="101622" y="1372451"/>
                </a:moveTo>
                <a:lnTo>
                  <a:pt x="61820" y="1087335"/>
                </a:lnTo>
                <a:lnTo>
                  <a:pt x="728036" y="261055"/>
                </a:lnTo>
                <a:lnTo>
                  <a:pt x="870500" y="439998"/>
                </a:lnTo>
                <a:lnTo>
                  <a:pt x="860164" y="431664"/>
                </a:lnTo>
                <a:close/>
                <a:moveTo>
                  <a:pt x="161365" y="1800403"/>
                </a:moveTo>
                <a:lnTo>
                  <a:pt x="122098" y="1519120"/>
                </a:lnTo>
                <a:lnTo>
                  <a:pt x="930953" y="515931"/>
                </a:lnTo>
                <a:lnTo>
                  <a:pt x="1035869" y="647712"/>
                </a:lnTo>
                <a:lnTo>
                  <a:pt x="1039954" y="647712"/>
                </a:lnTo>
                <a:lnTo>
                  <a:pt x="1039345" y="652078"/>
                </a:lnTo>
                <a:lnTo>
                  <a:pt x="1040400" y="653403"/>
                </a:lnTo>
                <a:lnTo>
                  <a:pt x="1039160" y="653403"/>
                </a:lnTo>
                <a:lnTo>
                  <a:pt x="1029316" y="723920"/>
                </a:lnTo>
                <a:close/>
                <a:moveTo>
                  <a:pt x="217894" y="2205330"/>
                </a:moveTo>
                <a:lnTo>
                  <a:pt x="181840" y="1947070"/>
                </a:lnTo>
                <a:lnTo>
                  <a:pt x="1000266" y="932012"/>
                </a:lnTo>
                <a:lnTo>
                  <a:pt x="949113" y="1298429"/>
                </a:lnTo>
                <a:close/>
                <a:moveTo>
                  <a:pt x="330192" y="2564220"/>
                </a:moveTo>
                <a:lnTo>
                  <a:pt x="267995" y="2564220"/>
                </a:lnTo>
                <a:lnTo>
                  <a:pt x="237100" y="2342912"/>
                </a:lnTo>
                <a:lnTo>
                  <a:pt x="242309" y="2347112"/>
                </a:lnTo>
                <a:lnTo>
                  <a:pt x="920063" y="1506522"/>
                </a:lnTo>
                <a:lnTo>
                  <a:pt x="865005" y="1900914"/>
                </a:lnTo>
                <a:close/>
                <a:moveTo>
                  <a:pt x="772406" y="2564220"/>
                </a:moveTo>
                <a:lnTo>
                  <a:pt x="468924" y="2564220"/>
                </a:lnTo>
                <a:lnTo>
                  <a:pt x="835955" y="2109008"/>
                </a:lnTo>
                <a:close/>
                <a:moveTo>
                  <a:pt x="892044" y="3240000"/>
                </a:moveTo>
                <a:lnTo>
                  <a:pt x="148356" y="3240000"/>
                </a:lnTo>
                <a:lnTo>
                  <a:pt x="276144" y="2663936"/>
                </a:lnTo>
                <a:lnTo>
                  <a:pt x="764256" y="2663936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2" name="Google Shape;462;p61"/>
          <p:cNvSpPr/>
          <p:nvPr/>
        </p:nvSpPr>
        <p:spPr>
          <a:xfrm>
            <a:off x="8435540" y="4689594"/>
            <a:ext cx="529466" cy="528605"/>
          </a:xfrm>
          <a:custGeom>
            <a:rect b="b" l="l" r="r" t="t"/>
            <a:pathLst>
              <a:path extrusionOk="0" h="3222968" w="3228210">
                <a:moveTo>
                  <a:pt x="1619999" y="642446"/>
                </a:moveTo>
                <a:lnTo>
                  <a:pt x="2664115" y="1686562"/>
                </a:lnTo>
                <a:lnTo>
                  <a:pt x="2664116" y="1686562"/>
                </a:lnTo>
                <a:lnTo>
                  <a:pt x="2664116" y="3222968"/>
                </a:lnTo>
                <a:lnTo>
                  <a:pt x="2015013" y="3222968"/>
                </a:lnTo>
                <a:lnTo>
                  <a:pt x="2015013" y="2511495"/>
                </a:lnTo>
                <a:cubicBezTo>
                  <a:pt x="2015013" y="2399422"/>
                  <a:pt x="1924159" y="2308568"/>
                  <a:pt x="1812086" y="2308568"/>
                </a:cubicBezTo>
                <a:lnTo>
                  <a:pt x="1427912" y="2308568"/>
                </a:lnTo>
                <a:cubicBezTo>
                  <a:pt x="1315839" y="2308568"/>
                  <a:pt x="1224985" y="2399422"/>
                  <a:pt x="1224985" y="2511495"/>
                </a:cubicBezTo>
                <a:lnTo>
                  <a:pt x="1224985" y="3222968"/>
                </a:lnTo>
                <a:lnTo>
                  <a:pt x="575882" y="3222968"/>
                </a:lnTo>
                <a:lnTo>
                  <a:pt x="575882" y="1686562"/>
                </a:lnTo>
                <a:lnTo>
                  <a:pt x="575884" y="1686562"/>
                </a:lnTo>
                <a:close/>
                <a:moveTo>
                  <a:pt x="509997" y="122689"/>
                </a:moveTo>
                <a:lnTo>
                  <a:pt x="942045" y="122689"/>
                </a:lnTo>
                <a:lnTo>
                  <a:pt x="942045" y="542556"/>
                </a:lnTo>
                <a:lnTo>
                  <a:pt x="509997" y="974604"/>
                </a:lnTo>
                <a:close/>
                <a:moveTo>
                  <a:pt x="1620001" y="7099"/>
                </a:moveTo>
                <a:lnTo>
                  <a:pt x="3228210" y="1686560"/>
                </a:lnTo>
                <a:lnTo>
                  <a:pt x="2900441" y="1686560"/>
                </a:lnTo>
                <a:lnTo>
                  <a:pt x="1620001" y="349390"/>
                </a:lnTo>
                <a:close/>
                <a:moveTo>
                  <a:pt x="1619999" y="0"/>
                </a:moveTo>
                <a:lnTo>
                  <a:pt x="1619999" y="342291"/>
                </a:lnTo>
                <a:lnTo>
                  <a:pt x="330172" y="1679462"/>
                </a:lnTo>
                <a:lnTo>
                  <a:pt x="0" y="1679462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3" name="Google Shape;463;p61"/>
          <p:cNvSpPr/>
          <p:nvPr/>
        </p:nvSpPr>
        <p:spPr>
          <a:xfrm rot="-5400000">
            <a:off x="4359308" y="3634371"/>
            <a:ext cx="444149" cy="529543"/>
          </a:xfrm>
          <a:custGeom>
            <a:rect b="b" l="l" r="r" t="t"/>
            <a:pathLst>
              <a:path extrusionOk="0" h="3228660" w="2708011">
                <a:moveTo>
                  <a:pt x="1895121" y="2005092"/>
                </a:moveTo>
                <a:cubicBezTo>
                  <a:pt x="1769067" y="2196199"/>
                  <a:pt x="1559641" y="2315968"/>
                  <a:pt x="1331007" y="2327705"/>
                </a:cubicBezTo>
                <a:cubicBezTo>
                  <a:pt x="1102373" y="2339443"/>
                  <a:pt x="881783" y="2241749"/>
                  <a:pt x="736821" y="2064556"/>
                </a:cubicBezTo>
                <a:lnTo>
                  <a:pt x="885891" y="1942602"/>
                </a:lnTo>
                <a:cubicBezTo>
                  <a:pt x="992076" y="2072396"/>
                  <a:pt x="1153658" y="2143956"/>
                  <a:pt x="1321132" y="2135359"/>
                </a:cubicBezTo>
                <a:cubicBezTo>
                  <a:pt x="1488607" y="2126761"/>
                  <a:pt x="1642011" y="2039030"/>
                  <a:pt x="1734346" y="1899045"/>
                </a:cubicBezTo>
                <a:close/>
                <a:moveTo>
                  <a:pt x="2315256" y="2179725"/>
                </a:moveTo>
                <a:cubicBezTo>
                  <a:pt x="2124977" y="2519973"/>
                  <a:pt x="1777729" y="2743099"/>
                  <a:pt x="1389179" y="2774782"/>
                </a:cubicBezTo>
                <a:cubicBezTo>
                  <a:pt x="1000629" y="2806465"/>
                  <a:pt x="621821" y="2642541"/>
                  <a:pt x="378934" y="2337614"/>
                </a:cubicBezTo>
                <a:lnTo>
                  <a:pt x="519502" y="2225645"/>
                </a:lnTo>
                <a:cubicBezTo>
                  <a:pt x="725082" y="2483736"/>
                  <a:pt x="1045705" y="2622480"/>
                  <a:pt x="1374574" y="2595664"/>
                </a:cubicBezTo>
                <a:cubicBezTo>
                  <a:pt x="1703443" y="2568848"/>
                  <a:pt x="1997353" y="2379994"/>
                  <a:pt x="2158406" y="2092008"/>
                </a:cubicBezTo>
                <a:close/>
                <a:moveTo>
                  <a:pt x="2315941" y="1615003"/>
                </a:moveTo>
                <a:lnTo>
                  <a:pt x="272242" y="1615003"/>
                </a:lnTo>
                <a:lnTo>
                  <a:pt x="872561" y="666216"/>
                </a:lnTo>
                <a:lnTo>
                  <a:pt x="872561" y="219906"/>
                </a:lnTo>
                <a:cubicBezTo>
                  <a:pt x="872561" y="98674"/>
                  <a:pt x="970839" y="396"/>
                  <a:pt x="1092071" y="396"/>
                </a:cubicBezTo>
                <a:lnTo>
                  <a:pt x="1293841" y="396"/>
                </a:lnTo>
                <a:lnTo>
                  <a:pt x="1294092" y="0"/>
                </a:lnTo>
                <a:lnTo>
                  <a:pt x="1294343" y="396"/>
                </a:lnTo>
                <a:lnTo>
                  <a:pt x="1470231" y="396"/>
                </a:lnTo>
                <a:cubicBezTo>
                  <a:pt x="1591463" y="396"/>
                  <a:pt x="1689741" y="98674"/>
                  <a:pt x="1689741" y="219906"/>
                </a:cubicBezTo>
                <a:lnTo>
                  <a:pt x="1689741" y="625313"/>
                </a:lnTo>
                <a:close/>
                <a:moveTo>
                  <a:pt x="2708011" y="2399368"/>
                </a:moveTo>
                <a:cubicBezTo>
                  <a:pt x="2440740" y="2877288"/>
                  <a:pt x="1950128" y="3187847"/>
                  <a:pt x="1403807" y="3224932"/>
                </a:cubicBezTo>
                <a:cubicBezTo>
                  <a:pt x="857486" y="3262017"/>
                  <a:pt x="329406" y="3020609"/>
                  <a:pt x="0" y="2583191"/>
                </a:cubicBezTo>
                <a:lnTo>
                  <a:pt x="143153" y="2475389"/>
                </a:lnTo>
                <a:cubicBezTo>
                  <a:pt x="436120" y="2864419"/>
                  <a:pt x="905784" y="3079123"/>
                  <a:pt x="1391671" y="3046140"/>
                </a:cubicBezTo>
                <a:cubicBezTo>
                  <a:pt x="1877558" y="3013157"/>
                  <a:pt x="2313899" y="2736952"/>
                  <a:pt x="2551604" y="2311899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4" name="Google Shape;464;p61"/>
          <p:cNvSpPr/>
          <p:nvPr/>
        </p:nvSpPr>
        <p:spPr>
          <a:xfrm>
            <a:off x="9475134" y="3608548"/>
            <a:ext cx="486216" cy="581184"/>
          </a:xfrm>
          <a:custGeom>
            <a:rect b="b" l="l" r="r" t="t"/>
            <a:pathLst>
              <a:path extrusionOk="0" h="3213079" w="2688046">
                <a:moveTo>
                  <a:pt x="1056023" y="556744"/>
                </a:moveTo>
                <a:lnTo>
                  <a:pt x="1056023" y="906412"/>
                </a:lnTo>
                <a:cubicBezTo>
                  <a:pt x="641240" y="1029807"/>
                  <a:pt x="338989" y="1414134"/>
                  <a:pt x="338989" y="1869056"/>
                </a:cubicBezTo>
                <a:cubicBezTo>
                  <a:pt x="338989" y="2424121"/>
                  <a:pt x="788958" y="2874090"/>
                  <a:pt x="1344023" y="2874090"/>
                </a:cubicBezTo>
                <a:cubicBezTo>
                  <a:pt x="1899088" y="2874090"/>
                  <a:pt x="2349057" y="2424121"/>
                  <a:pt x="2349057" y="1869056"/>
                </a:cubicBezTo>
                <a:cubicBezTo>
                  <a:pt x="2349057" y="1414134"/>
                  <a:pt x="2046806" y="1029807"/>
                  <a:pt x="1632023" y="906412"/>
                </a:cubicBezTo>
                <a:lnTo>
                  <a:pt x="1632023" y="556744"/>
                </a:lnTo>
                <a:cubicBezTo>
                  <a:pt x="2235992" y="687900"/>
                  <a:pt x="2688046" y="1225687"/>
                  <a:pt x="2688046" y="1869056"/>
                </a:cubicBezTo>
                <a:cubicBezTo>
                  <a:pt x="2688046" y="2611339"/>
                  <a:pt x="2086306" y="3213079"/>
                  <a:pt x="1344023" y="3213079"/>
                </a:cubicBezTo>
                <a:cubicBezTo>
                  <a:pt x="601740" y="3213079"/>
                  <a:pt x="0" y="2611339"/>
                  <a:pt x="0" y="1869056"/>
                </a:cubicBezTo>
                <a:cubicBezTo>
                  <a:pt x="0" y="1225687"/>
                  <a:pt x="452054" y="687900"/>
                  <a:pt x="1056023" y="556744"/>
                </a:cubicBezTo>
                <a:close/>
                <a:moveTo>
                  <a:pt x="1344023" y="0"/>
                </a:moveTo>
                <a:cubicBezTo>
                  <a:pt x="1443445" y="0"/>
                  <a:pt x="1524043" y="80598"/>
                  <a:pt x="1524043" y="180020"/>
                </a:cubicBezTo>
                <a:lnTo>
                  <a:pt x="1524043" y="1413058"/>
                </a:lnTo>
                <a:cubicBezTo>
                  <a:pt x="1524043" y="1512480"/>
                  <a:pt x="1443445" y="1593078"/>
                  <a:pt x="1344023" y="1593078"/>
                </a:cubicBezTo>
                <a:cubicBezTo>
                  <a:pt x="1244601" y="1593078"/>
                  <a:pt x="1164003" y="1512480"/>
                  <a:pt x="1164003" y="1413058"/>
                </a:cubicBezTo>
                <a:lnTo>
                  <a:pt x="1164003" y="180020"/>
                </a:lnTo>
                <a:cubicBezTo>
                  <a:pt x="1164003" y="80598"/>
                  <a:pt x="1244601" y="0"/>
                  <a:pt x="1344023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5" name="Google Shape;465;p61"/>
          <p:cNvSpPr/>
          <p:nvPr/>
        </p:nvSpPr>
        <p:spPr>
          <a:xfrm>
            <a:off x="10104940" y="4747559"/>
            <a:ext cx="511325" cy="412677"/>
          </a:xfrm>
          <a:custGeom>
            <a:rect b="b" l="l" r="r" t="t"/>
            <a:pathLst>
              <a:path extrusionOk="0" h="2669631" w="3307788">
                <a:moveTo>
                  <a:pt x="2793832" y="1478391"/>
                </a:moveTo>
                <a:cubicBezTo>
                  <a:pt x="2772990" y="1635402"/>
                  <a:pt x="2717678" y="1784517"/>
                  <a:pt x="2633007" y="1915952"/>
                </a:cubicBezTo>
                <a:cubicBezTo>
                  <a:pt x="2695386" y="1951862"/>
                  <a:pt x="2772768" y="1955673"/>
                  <a:pt x="2841607" y="1924185"/>
                </a:cubicBezTo>
                <a:cubicBezTo>
                  <a:pt x="2943442" y="1877605"/>
                  <a:pt x="2999062" y="1766364"/>
                  <a:pt x="2975226" y="1656948"/>
                </a:cubicBezTo>
                <a:cubicBezTo>
                  <a:pt x="2955176" y="1564911"/>
                  <a:pt x="2883463" y="1495086"/>
                  <a:pt x="2793832" y="1478391"/>
                </a:cubicBezTo>
                <a:close/>
                <a:moveTo>
                  <a:pt x="2807611" y="1247700"/>
                </a:moveTo>
                <a:lnTo>
                  <a:pt x="2807472" y="1256060"/>
                </a:lnTo>
                <a:cubicBezTo>
                  <a:pt x="2994195" y="1281771"/>
                  <a:pt x="3148201" y="1421768"/>
                  <a:pt x="3189276" y="1610317"/>
                </a:cubicBezTo>
                <a:cubicBezTo>
                  <a:pt x="3235041" y="1820393"/>
                  <a:pt x="3128252" y="2033972"/>
                  <a:pt x="2932732" y="2123406"/>
                </a:cubicBezTo>
                <a:cubicBezTo>
                  <a:pt x="2789297" y="2189015"/>
                  <a:pt x="2626543" y="2174805"/>
                  <a:pt x="2499470" y="2094044"/>
                </a:cubicBezTo>
                <a:cubicBezTo>
                  <a:pt x="2427194" y="2172627"/>
                  <a:pt x="2343030" y="2241391"/>
                  <a:pt x="2248861" y="2297980"/>
                </a:cubicBezTo>
                <a:cubicBezTo>
                  <a:pt x="2178351" y="2340352"/>
                  <a:pt x="2104446" y="2374567"/>
                  <a:pt x="2027600" y="2398134"/>
                </a:cubicBezTo>
                <a:lnTo>
                  <a:pt x="3307788" y="2397615"/>
                </a:lnTo>
                <a:cubicBezTo>
                  <a:pt x="3265361" y="2549905"/>
                  <a:pt x="2537441" y="2669620"/>
                  <a:pt x="1653814" y="2669631"/>
                </a:cubicBezTo>
                <a:cubicBezTo>
                  <a:pt x="773102" y="2669642"/>
                  <a:pt x="46417" y="2550707"/>
                  <a:pt x="0" y="2398955"/>
                </a:cubicBezTo>
                <a:lnTo>
                  <a:pt x="1280678" y="2398436"/>
                </a:lnTo>
                <a:cubicBezTo>
                  <a:pt x="1203764" y="2374915"/>
                  <a:pt x="1129786" y="2340732"/>
                  <a:pt x="1059201" y="2298380"/>
                </a:cubicBezTo>
                <a:cubicBezTo>
                  <a:pt x="693039" y="2078675"/>
                  <a:pt x="477900" y="1674935"/>
                  <a:pt x="499745" y="1248476"/>
                </a:cubicBezTo>
                <a:close/>
                <a:moveTo>
                  <a:pt x="1331611" y="201752"/>
                </a:moveTo>
                <a:cubicBezTo>
                  <a:pt x="1206335" y="290902"/>
                  <a:pt x="1124761" y="308382"/>
                  <a:pt x="1132336" y="435988"/>
                </a:cubicBezTo>
                <a:cubicBezTo>
                  <a:pt x="1160888" y="640507"/>
                  <a:pt x="1527973" y="617783"/>
                  <a:pt x="1498839" y="840365"/>
                </a:cubicBezTo>
                <a:cubicBezTo>
                  <a:pt x="1455138" y="960979"/>
                  <a:pt x="1395705" y="987199"/>
                  <a:pt x="1213910" y="1052459"/>
                </a:cubicBezTo>
                <a:cubicBezTo>
                  <a:pt x="1331028" y="972050"/>
                  <a:pt x="1364241" y="921357"/>
                  <a:pt x="1360745" y="809484"/>
                </a:cubicBezTo>
                <a:cubicBezTo>
                  <a:pt x="1360746" y="646916"/>
                  <a:pt x="1111360" y="626523"/>
                  <a:pt x="1020462" y="495421"/>
                </a:cubicBezTo>
                <a:cubicBezTo>
                  <a:pt x="941218" y="374224"/>
                  <a:pt x="1061250" y="280996"/>
                  <a:pt x="1331611" y="201752"/>
                </a:cubicBezTo>
                <a:close/>
                <a:moveTo>
                  <a:pt x="2164365" y="80223"/>
                </a:moveTo>
                <a:cubicBezTo>
                  <a:pt x="2021192" y="182108"/>
                  <a:pt x="1927964" y="202086"/>
                  <a:pt x="1936621" y="347922"/>
                </a:cubicBezTo>
                <a:cubicBezTo>
                  <a:pt x="1969252" y="581657"/>
                  <a:pt x="2388778" y="555687"/>
                  <a:pt x="2355482" y="810066"/>
                </a:cubicBezTo>
                <a:cubicBezTo>
                  <a:pt x="2305538" y="947910"/>
                  <a:pt x="2237615" y="977876"/>
                  <a:pt x="2029849" y="1052459"/>
                </a:cubicBezTo>
                <a:cubicBezTo>
                  <a:pt x="2163698" y="960563"/>
                  <a:pt x="2201656" y="902628"/>
                  <a:pt x="2197660" y="774773"/>
                </a:cubicBezTo>
                <a:cubicBezTo>
                  <a:pt x="2197661" y="588982"/>
                  <a:pt x="1912649" y="565676"/>
                  <a:pt x="1808765" y="415844"/>
                </a:cubicBezTo>
                <a:cubicBezTo>
                  <a:pt x="1718201" y="277334"/>
                  <a:pt x="1855380" y="170787"/>
                  <a:pt x="2164365" y="80223"/>
                </a:cubicBezTo>
                <a:close/>
                <a:moveTo>
                  <a:pt x="1754169" y="0"/>
                </a:moveTo>
                <a:cubicBezTo>
                  <a:pt x="1583512" y="121444"/>
                  <a:pt x="1472387" y="145257"/>
                  <a:pt x="1482706" y="319088"/>
                </a:cubicBezTo>
                <a:cubicBezTo>
                  <a:pt x="1521601" y="597693"/>
                  <a:pt x="2021663" y="566738"/>
                  <a:pt x="1981975" y="869950"/>
                </a:cubicBezTo>
                <a:cubicBezTo>
                  <a:pt x="1922443" y="1034256"/>
                  <a:pt x="1841481" y="1069974"/>
                  <a:pt x="1593831" y="1158875"/>
                </a:cubicBezTo>
                <a:cubicBezTo>
                  <a:pt x="1753374" y="1049338"/>
                  <a:pt x="1798619" y="980281"/>
                  <a:pt x="1793856" y="827882"/>
                </a:cubicBezTo>
                <a:cubicBezTo>
                  <a:pt x="1793857" y="606424"/>
                  <a:pt x="1454132" y="578644"/>
                  <a:pt x="1330306" y="400050"/>
                </a:cubicBezTo>
                <a:cubicBezTo>
                  <a:pt x="1222356" y="234950"/>
                  <a:pt x="1385869" y="107950"/>
                  <a:pt x="1754169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6" name="Google Shape;466;p61"/>
          <p:cNvSpPr/>
          <p:nvPr/>
        </p:nvSpPr>
        <p:spPr>
          <a:xfrm>
            <a:off x="10252271" y="3641889"/>
            <a:ext cx="514505" cy="514505"/>
          </a:xfrm>
          <a:custGeom>
            <a:rect b="b" l="l" r="r" t="t"/>
            <a:pathLst>
              <a:path extrusionOk="0" h="3240000" w="3240000">
                <a:moveTo>
                  <a:pt x="1415334" y="1947658"/>
                </a:moveTo>
                <a:lnTo>
                  <a:pt x="838053" y="2871852"/>
                </a:lnTo>
                <a:cubicBezTo>
                  <a:pt x="1312591" y="3168264"/>
                  <a:pt x="1913932" y="3170879"/>
                  <a:pt x="2391030" y="2878606"/>
                </a:cubicBezTo>
                <a:lnTo>
                  <a:pt x="1821709" y="1949263"/>
                </a:lnTo>
                <a:cubicBezTo>
                  <a:pt x="1763478" y="1986502"/>
                  <a:pt x="1694174" y="2007350"/>
                  <a:pt x="1620000" y="2007350"/>
                </a:cubicBezTo>
                <a:cubicBezTo>
                  <a:pt x="1544621" y="2007350"/>
                  <a:pt x="1474270" y="1985818"/>
                  <a:pt x="1415334" y="1947658"/>
                </a:cubicBezTo>
                <a:close/>
                <a:moveTo>
                  <a:pt x="1620001" y="1350973"/>
                </a:moveTo>
                <a:cubicBezTo>
                  <a:pt x="1471421" y="1350973"/>
                  <a:pt x="1350973" y="1471421"/>
                  <a:pt x="1350973" y="1620001"/>
                </a:cubicBezTo>
                <a:cubicBezTo>
                  <a:pt x="1350973" y="1768581"/>
                  <a:pt x="1471421" y="1889029"/>
                  <a:pt x="1620001" y="1889029"/>
                </a:cubicBezTo>
                <a:cubicBezTo>
                  <a:pt x="1768581" y="1889029"/>
                  <a:pt x="1889029" y="1768581"/>
                  <a:pt x="1889029" y="1620001"/>
                </a:cubicBezTo>
                <a:cubicBezTo>
                  <a:pt x="1889029" y="1471421"/>
                  <a:pt x="1768581" y="1350973"/>
                  <a:pt x="1620001" y="1350973"/>
                </a:cubicBezTo>
                <a:close/>
                <a:moveTo>
                  <a:pt x="2324470" y="322965"/>
                </a:moveTo>
                <a:lnTo>
                  <a:pt x="1804044" y="1281148"/>
                </a:lnTo>
                <a:cubicBezTo>
                  <a:pt x="1925507" y="1345192"/>
                  <a:pt x="2007350" y="1473038"/>
                  <a:pt x="2007350" y="1620000"/>
                </a:cubicBezTo>
                <a:lnTo>
                  <a:pt x="2005998" y="1633413"/>
                </a:lnTo>
                <a:lnTo>
                  <a:pt x="3095109" y="1671260"/>
                </a:lnTo>
                <a:cubicBezTo>
                  <a:pt x="3114541" y="1112092"/>
                  <a:pt x="2816135" y="590008"/>
                  <a:pt x="2324470" y="322965"/>
                </a:cubicBezTo>
                <a:close/>
                <a:moveTo>
                  <a:pt x="926838" y="316888"/>
                </a:moveTo>
                <a:cubicBezTo>
                  <a:pt x="432869" y="579644"/>
                  <a:pt x="129933" y="1099113"/>
                  <a:pt x="144500" y="1658429"/>
                </a:cubicBezTo>
                <a:lnTo>
                  <a:pt x="1233664" y="1630062"/>
                </a:lnTo>
                <a:cubicBezTo>
                  <a:pt x="1232693" y="1626734"/>
                  <a:pt x="1232650" y="1623372"/>
                  <a:pt x="1232650" y="1620000"/>
                </a:cubicBezTo>
                <a:cubicBezTo>
                  <a:pt x="1232650" y="1471836"/>
                  <a:pt x="1315838" y="1343102"/>
                  <a:pt x="1438904" y="1279548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7" name="Google Shape;467;p61"/>
          <p:cNvSpPr/>
          <p:nvPr/>
        </p:nvSpPr>
        <p:spPr>
          <a:xfrm>
            <a:off x="10998217" y="5652772"/>
            <a:ext cx="536427" cy="573297"/>
          </a:xfrm>
          <a:custGeom>
            <a:rect b="b" l="l" r="r" t="t"/>
            <a:pathLst>
              <a:path extrusionOk="0" h="3173121" w="2969045">
                <a:moveTo>
                  <a:pt x="1148733" y="3168594"/>
                </a:moveTo>
                <a:cubicBezTo>
                  <a:pt x="-68605" y="2992718"/>
                  <a:pt x="289357" y="2373225"/>
                  <a:pt x="0" y="1749200"/>
                </a:cubicBezTo>
                <a:cubicBezTo>
                  <a:pt x="211718" y="1712379"/>
                  <a:pt x="518500" y="2277611"/>
                  <a:pt x="449559" y="2009927"/>
                </a:cubicBezTo>
                <a:cubicBezTo>
                  <a:pt x="87752" y="952162"/>
                  <a:pt x="1169975" y="921963"/>
                  <a:pt x="826277" y="0"/>
                </a:cubicBezTo>
                <a:cubicBezTo>
                  <a:pt x="1894489" y="60376"/>
                  <a:pt x="1582046" y="1053258"/>
                  <a:pt x="2084415" y="1294704"/>
                </a:cubicBezTo>
                <a:cubicBezTo>
                  <a:pt x="2220765" y="1319082"/>
                  <a:pt x="2384277" y="1207659"/>
                  <a:pt x="2081534" y="711461"/>
                </a:cubicBezTo>
                <a:cubicBezTo>
                  <a:pt x="3844765" y="2025429"/>
                  <a:pt x="2606774" y="3099478"/>
                  <a:pt x="1581537" y="3173121"/>
                </a:cubicBezTo>
                <a:cubicBezTo>
                  <a:pt x="2049242" y="2917586"/>
                  <a:pt x="2204598" y="1824606"/>
                  <a:pt x="1237328" y="1143558"/>
                </a:cubicBezTo>
                <a:cubicBezTo>
                  <a:pt x="1479342" y="1777869"/>
                  <a:pt x="1318476" y="2090782"/>
                  <a:pt x="1162138" y="2408222"/>
                </a:cubicBezTo>
                <a:cubicBezTo>
                  <a:pt x="1159532" y="2246847"/>
                  <a:pt x="1324413" y="1899876"/>
                  <a:pt x="918927" y="1697760"/>
                </a:cubicBezTo>
                <a:cubicBezTo>
                  <a:pt x="1108697" y="2305733"/>
                  <a:pt x="307113" y="2497246"/>
                  <a:pt x="1148733" y="3168594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8" name="Google Shape;468;p61"/>
          <p:cNvSpPr/>
          <p:nvPr/>
        </p:nvSpPr>
        <p:spPr>
          <a:xfrm>
            <a:off x="10972939" y="2640819"/>
            <a:ext cx="586980" cy="430164"/>
          </a:xfrm>
          <a:custGeom>
            <a:rect b="b" l="l" r="r" t="t"/>
            <a:pathLst>
              <a:path extrusionOk="0" h="2380886" w="3248842">
                <a:moveTo>
                  <a:pt x="1194785" y="1472263"/>
                </a:moveTo>
                <a:cubicBezTo>
                  <a:pt x="1150014" y="1472263"/>
                  <a:pt x="1113720" y="1508557"/>
                  <a:pt x="1113720" y="1553328"/>
                </a:cubicBezTo>
                <a:lnTo>
                  <a:pt x="1113720" y="1600880"/>
                </a:lnTo>
                <a:cubicBezTo>
                  <a:pt x="1113720" y="1645651"/>
                  <a:pt x="1150014" y="1681945"/>
                  <a:pt x="1194785" y="1681945"/>
                </a:cubicBezTo>
                <a:lnTo>
                  <a:pt x="2067186" y="1681945"/>
                </a:lnTo>
                <a:cubicBezTo>
                  <a:pt x="2111957" y="1681945"/>
                  <a:pt x="2148251" y="1645651"/>
                  <a:pt x="2148251" y="1600880"/>
                </a:cubicBezTo>
                <a:lnTo>
                  <a:pt x="2148251" y="1553328"/>
                </a:lnTo>
                <a:cubicBezTo>
                  <a:pt x="2148251" y="1508557"/>
                  <a:pt x="2111957" y="1472263"/>
                  <a:pt x="2067186" y="1472263"/>
                </a:cubicBezTo>
                <a:close/>
                <a:moveTo>
                  <a:pt x="2582402" y="986449"/>
                </a:moveTo>
                <a:cubicBezTo>
                  <a:pt x="2477247" y="986449"/>
                  <a:pt x="2392002" y="1071694"/>
                  <a:pt x="2392002" y="1176848"/>
                </a:cubicBezTo>
                <a:cubicBezTo>
                  <a:pt x="2392002" y="1282003"/>
                  <a:pt x="2477247" y="1367248"/>
                  <a:pt x="2582402" y="1367248"/>
                </a:cubicBezTo>
                <a:cubicBezTo>
                  <a:pt x="2687557" y="1367248"/>
                  <a:pt x="2772801" y="1282003"/>
                  <a:pt x="2772801" y="1176848"/>
                </a:cubicBezTo>
                <a:cubicBezTo>
                  <a:pt x="2772801" y="1071694"/>
                  <a:pt x="2687557" y="986449"/>
                  <a:pt x="2582402" y="986449"/>
                </a:cubicBezTo>
                <a:close/>
                <a:moveTo>
                  <a:pt x="679570" y="986449"/>
                </a:moveTo>
                <a:cubicBezTo>
                  <a:pt x="574415" y="986449"/>
                  <a:pt x="489171" y="1071694"/>
                  <a:pt x="489171" y="1176848"/>
                </a:cubicBezTo>
                <a:cubicBezTo>
                  <a:pt x="489171" y="1282003"/>
                  <a:pt x="574415" y="1367248"/>
                  <a:pt x="679570" y="1367248"/>
                </a:cubicBezTo>
                <a:cubicBezTo>
                  <a:pt x="784725" y="1367248"/>
                  <a:pt x="869970" y="1282003"/>
                  <a:pt x="869970" y="1176848"/>
                </a:cubicBezTo>
                <a:cubicBezTo>
                  <a:pt x="869970" y="1071694"/>
                  <a:pt x="784725" y="986449"/>
                  <a:pt x="679570" y="986449"/>
                </a:cubicBezTo>
                <a:close/>
                <a:moveTo>
                  <a:pt x="867954" y="155801"/>
                </a:moveTo>
                <a:lnTo>
                  <a:pt x="726849" y="858549"/>
                </a:lnTo>
                <a:lnTo>
                  <a:pt x="2535122" y="858549"/>
                </a:lnTo>
                <a:lnTo>
                  <a:pt x="2394017" y="155801"/>
                </a:lnTo>
                <a:close/>
                <a:moveTo>
                  <a:pt x="677268" y="0"/>
                </a:moveTo>
                <a:lnTo>
                  <a:pt x="2584703" y="0"/>
                </a:lnTo>
                <a:lnTo>
                  <a:pt x="2736658" y="607820"/>
                </a:lnTo>
                <a:cubicBezTo>
                  <a:pt x="2766265" y="579906"/>
                  <a:pt x="2806392" y="564164"/>
                  <a:pt x="2850195" y="564164"/>
                </a:cubicBezTo>
                <a:lnTo>
                  <a:pt x="3069929" y="564164"/>
                </a:lnTo>
                <a:cubicBezTo>
                  <a:pt x="3168740" y="564164"/>
                  <a:pt x="3248842" y="644266"/>
                  <a:pt x="3248842" y="743077"/>
                </a:cubicBezTo>
                <a:lnTo>
                  <a:pt x="3248842" y="792706"/>
                </a:lnTo>
                <a:cubicBezTo>
                  <a:pt x="3248842" y="891517"/>
                  <a:pt x="3168740" y="971619"/>
                  <a:pt x="3069929" y="971619"/>
                </a:cubicBezTo>
                <a:lnTo>
                  <a:pt x="3054536" y="971619"/>
                </a:lnTo>
                <a:cubicBezTo>
                  <a:pt x="3060628" y="989042"/>
                  <a:pt x="3063411" y="1007758"/>
                  <a:pt x="3063411" y="1027125"/>
                </a:cubicBezTo>
                <a:lnTo>
                  <a:pt x="3063411" y="2015961"/>
                </a:lnTo>
                <a:lnTo>
                  <a:pt x="2889080" y="2015961"/>
                </a:lnTo>
                <a:lnTo>
                  <a:pt x="2889080" y="2260325"/>
                </a:lnTo>
                <a:cubicBezTo>
                  <a:pt x="2889080" y="2326909"/>
                  <a:pt x="2835102" y="2380886"/>
                  <a:pt x="2768518" y="2380886"/>
                </a:cubicBezTo>
                <a:lnTo>
                  <a:pt x="2286284" y="2380886"/>
                </a:lnTo>
                <a:cubicBezTo>
                  <a:pt x="2219700" y="2380886"/>
                  <a:pt x="2165723" y="2326909"/>
                  <a:pt x="2165723" y="2260325"/>
                </a:cubicBezTo>
                <a:lnTo>
                  <a:pt x="2165723" y="2015961"/>
                </a:lnTo>
                <a:lnTo>
                  <a:pt x="1096248" y="2015961"/>
                </a:lnTo>
                <a:lnTo>
                  <a:pt x="1096248" y="2260325"/>
                </a:lnTo>
                <a:cubicBezTo>
                  <a:pt x="1096248" y="2326909"/>
                  <a:pt x="1042270" y="2380886"/>
                  <a:pt x="975686" y="2380886"/>
                </a:cubicBezTo>
                <a:lnTo>
                  <a:pt x="493453" y="2380886"/>
                </a:lnTo>
                <a:cubicBezTo>
                  <a:pt x="426869" y="2380886"/>
                  <a:pt x="372891" y="2326909"/>
                  <a:pt x="372891" y="2260325"/>
                </a:cubicBezTo>
                <a:lnTo>
                  <a:pt x="372891" y="2015961"/>
                </a:lnTo>
                <a:lnTo>
                  <a:pt x="198560" y="2015961"/>
                </a:lnTo>
                <a:lnTo>
                  <a:pt x="198560" y="1027125"/>
                </a:lnTo>
                <a:cubicBezTo>
                  <a:pt x="198560" y="1007758"/>
                  <a:pt x="201343" y="989042"/>
                  <a:pt x="207435" y="971619"/>
                </a:cubicBezTo>
                <a:lnTo>
                  <a:pt x="178913" y="971619"/>
                </a:lnTo>
                <a:cubicBezTo>
                  <a:pt x="80102" y="971619"/>
                  <a:pt x="0" y="891517"/>
                  <a:pt x="0" y="792706"/>
                </a:cubicBezTo>
                <a:lnTo>
                  <a:pt x="0" y="743077"/>
                </a:lnTo>
                <a:cubicBezTo>
                  <a:pt x="0" y="644266"/>
                  <a:pt x="80102" y="564164"/>
                  <a:pt x="178913" y="564164"/>
                </a:cubicBezTo>
                <a:lnTo>
                  <a:pt x="398647" y="564164"/>
                </a:lnTo>
                <a:cubicBezTo>
                  <a:pt x="447310" y="564164"/>
                  <a:pt x="491436" y="583593"/>
                  <a:pt x="523419" y="615395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9" name="Google Shape;469;p61"/>
          <p:cNvSpPr/>
          <p:nvPr/>
        </p:nvSpPr>
        <p:spPr>
          <a:xfrm>
            <a:off x="9454085" y="5654191"/>
            <a:ext cx="563324" cy="570461"/>
          </a:xfrm>
          <a:custGeom>
            <a:rect b="b" l="l" r="r" t="t"/>
            <a:pathLst>
              <a:path extrusionOk="0" h="2880180" w="2844151">
                <a:moveTo>
                  <a:pt x="2390187" y="1502145"/>
                </a:moveTo>
                <a:lnTo>
                  <a:pt x="2844151" y="1530794"/>
                </a:lnTo>
                <a:cubicBezTo>
                  <a:pt x="2804784" y="2154619"/>
                  <a:pt x="2367464" y="2681809"/>
                  <a:pt x="1761650" y="2835749"/>
                </a:cubicBezTo>
                <a:cubicBezTo>
                  <a:pt x="1191486" y="2980631"/>
                  <a:pt x="594633" y="2763755"/>
                  <a:pt x="252983" y="2293680"/>
                </a:cubicBezTo>
                <a:lnTo>
                  <a:pt x="102982" y="2380283"/>
                </a:lnTo>
                <a:lnTo>
                  <a:pt x="104524" y="1603708"/>
                </a:lnTo>
                <a:lnTo>
                  <a:pt x="777828" y="1990661"/>
                </a:lnTo>
                <a:lnTo>
                  <a:pt x="648358" y="2065410"/>
                </a:lnTo>
                <a:cubicBezTo>
                  <a:pt x="886760" y="2358087"/>
                  <a:pt x="1276546" y="2489694"/>
                  <a:pt x="1649627" y="2394891"/>
                </a:cubicBezTo>
                <a:cubicBezTo>
                  <a:pt x="2064076" y="2289577"/>
                  <a:pt x="2363256" y="1928916"/>
                  <a:pt x="2390187" y="1502145"/>
                </a:cubicBezTo>
                <a:close/>
                <a:moveTo>
                  <a:pt x="1424249" y="58"/>
                </a:moveTo>
                <a:cubicBezTo>
                  <a:pt x="1880498" y="-4073"/>
                  <a:pt x="2318325" y="209551"/>
                  <a:pt x="2591169" y="586524"/>
                </a:cubicBezTo>
                <a:lnTo>
                  <a:pt x="2741170" y="499921"/>
                </a:lnTo>
                <a:lnTo>
                  <a:pt x="2739628" y="1276497"/>
                </a:lnTo>
                <a:lnTo>
                  <a:pt x="2066324" y="889544"/>
                </a:lnTo>
                <a:lnTo>
                  <a:pt x="2195793" y="814795"/>
                </a:lnTo>
                <a:cubicBezTo>
                  <a:pt x="1957391" y="522118"/>
                  <a:pt x="1567606" y="390511"/>
                  <a:pt x="1194524" y="485313"/>
                </a:cubicBezTo>
                <a:cubicBezTo>
                  <a:pt x="780075" y="590627"/>
                  <a:pt x="480895" y="951288"/>
                  <a:pt x="453964" y="1378059"/>
                </a:cubicBezTo>
                <a:lnTo>
                  <a:pt x="0" y="1349410"/>
                </a:lnTo>
                <a:cubicBezTo>
                  <a:pt x="39367" y="725585"/>
                  <a:pt x="476687" y="198395"/>
                  <a:pt x="1082501" y="44455"/>
                </a:cubicBezTo>
                <a:cubicBezTo>
                  <a:pt x="1196091" y="15591"/>
                  <a:pt x="1310740" y="1086"/>
                  <a:pt x="1424249" y="58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0" name="Google Shape;470;p61"/>
          <p:cNvSpPr/>
          <p:nvPr/>
        </p:nvSpPr>
        <p:spPr>
          <a:xfrm rot="9900000">
            <a:off x="10208910" y="1534987"/>
            <a:ext cx="579867" cy="492485"/>
          </a:xfrm>
          <a:custGeom>
            <a:rect b="b" l="l" r="r" t="t"/>
            <a:pathLst>
              <a:path extrusionOk="0" h="2472345" w="2911009">
                <a:moveTo>
                  <a:pt x="2219598" y="1335309"/>
                </a:moveTo>
                <a:lnTo>
                  <a:pt x="2219598" y="1222573"/>
                </a:lnTo>
                <a:cubicBezTo>
                  <a:pt x="2219598" y="1176944"/>
                  <a:pt x="2241926" y="1136530"/>
                  <a:pt x="2277694" y="1113650"/>
                </a:cubicBezTo>
                <a:lnTo>
                  <a:pt x="2277694" y="137786"/>
                </a:lnTo>
                <a:cubicBezTo>
                  <a:pt x="2277694" y="61689"/>
                  <a:pt x="2339383" y="0"/>
                  <a:pt x="2415480" y="0"/>
                </a:cubicBezTo>
                <a:lnTo>
                  <a:pt x="2545196" y="0"/>
                </a:lnTo>
                <a:cubicBezTo>
                  <a:pt x="2621293" y="0"/>
                  <a:pt x="2682982" y="61689"/>
                  <a:pt x="2682982" y="137786"/>
                </a:cubicBezTo>
                <a:lnTo>
                  <a:pt x="2682982" y="1099067"/>
                </a:lnTo>
                <a:cubicBezTo>
                  <a:pt x="2730197" y="1120049"/>
                  <a:pt x="2762708" y="1167515"/>
                  <a:pt x="2762708" y="1222573"/>
                </a:cubicBezTo>
                <a:lnTo>
                  <a:pt x="2762708" y="1480834"/>
                </a:lnTo>
                <a:close/>
                <a:moveTo>
                  <a:pt x="241900" y="1676361"/>
                </a:moveTo>
                <a:cubicBezTo>
                  <a:pt x="69371" y="1631107"/>
                  <a:pt x="-34146" y="1454930"/>
                  <a:pt x="10296" y="1282189"/>
                </a:cubicBezTo>
                <a:cubicBezTo>
                  <a:pt x="54739" y="1109449"/>
                  <a:pt x="230428" y="1005105"/>
                  <a:pt x="403375" y="1048736"/>
                </a:cubicBezTo>
                <a:cubicBezTo>
                  <a:pt x="349550" y="1257945"/>
                  <a:pt x="295726" y="1467153"/>
                  <a:pt x="241900" y="1676361"/>
                </a:cubicBezTo>
                <a:close/>
                <a:moveTo>
                  <a:pt x="2578947" y="2467929"/>
                </a:moveTo>
                <a:lnTo>
                  <a:pt x="1957545" y="2301425"/>
                </a:lnTo>
                <a:lnTo>
                  <a:pt x="2194209" y="1418183"/>
                </a:lnTo>
                <a:lnTo>
                  <a:pt x="2815611" y="1584687"/>
                </a:lnTo>
                <a:cubicBezTo>
                  <a:pt x="2884250" y="1603079"/>
                  <a:pt x="2924985" y="1673632"/>
                  <a:pt x="2906593" y="1742272"/>
                </a:cubicBezTo>
                <a:lnTo>
                  <a:pt x="2736532" y="2376947"/>
                </a:lnTo>
                <a:cubicBezTo>
                  <a:pt x="2718140" y="2445587"/>
                  <a:pt x="2647586" y="2486321"/>
                  <a:pt x="2578947" y="2467929"/>
                </a:cubicBezTo>
                <a:close/>
                <a:moveTo>
                  <a:pt x="610249" y="2287120"/>
                </a:moveTo>
                <a:lnTo>
                  <a:pt x="1020264" y="756923"/>
                </a:lnTo>
                <a:lnTo>
                  <a:pt x="2107356" y="1398691"/>
                </a:lnTo>
                <a:lnTo>
                  <a:pt x="1872582" y="2274879"/>
                </a:lnTo>
                <a:close/>
                <a:moveTo>
                  <a:pt x="426016" y="2349577"/>
                </a:moveTo>
                <a:lnTo>
                  <a:pt x="243978" y="2300800"/>
                </a:lnTo>
                <a:cubicBezTo>
                  <a:pt x="205115" y="2290387"/>
                  <a:pt x="182051" y="2250439"/>
                  <a:pt x="192464" y="2211576"/>
                </a:cubicBezTo>
                <a:lnTo>
                  <a:pt x="620679" y="613455"/>
                </a:lnTo>
                <a:cubicBezTo>
                  <a:pt x="631093" y="574592"/>
                  <a:pt x="671040" y="551528"/>
                  <a:pt x="709903" y="561941"/>
                </a:cubicBezTo>
                <a:lnTo>
                  <a:pt x="891942" y="610718"/>
                </a:lnTo>
                <a:cubicBezTo>
                  <a:pt x="930805" y="621132"/>
                  <a:pt x="953869" y="661079"/>
                  <a:pt x="943455" y="699942"/>
                </a:cubicBezTo>
                <a:lnTo>
                  <a:pt x="515240" y="2298064"/>
                </a:lnTo>
                <a:cubicBezTo>
                  <a:pt x="504827" y="2336927"/>
                  <a:pt x="464879" y="2359990"/>
                  <a:pt x="426016" y="2349577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1" name="Google Shape;471;p61"/>
          <p:cNvSpPr/>
          <p:nvPr/>
        </p:nvSpPr>
        <p:spPr>
          <a:xfrm>
            <a:off x="4246301" y="4666128"/>
            <a:ext cx="575536" cy="575536"/>
          </a:xfrm>
          <a:custGeom>
            <a:rect b="b" l="l" r="r" t="t"/>
            <a:pathLst>
              <a:path extrusionOk="0" h="3240000" w="3240000">
                <a:moveTo>
                  <a:pt x="1152300" y="922782"/>
                </a:moveTo>
                <a:lnTo>
                  <a:pt x="2354400" y="1620000"/>
                </a:lnTo>
                <a:lnTo>
                  <a:pt x="1152300" y="2317218"/>
                </a:lnTo>
                <a:close/>
                <a:moveTo>
                  <a:pt x="1620000" y="342403"/>
                </a:moveTo>
                <a:cubicBezTo>
                  <a:pt x="914403" y="342403"/>
                  <a:pt x="342403" y="914403"/>
                  <a:pt x="342403" y="1620000"/>
                </a:cubicBezTo>
                <a:cubicBezTo>
                  <a:pt x="342403" y="2325597"/>
                  <a:pt x="914403" y="2897597"/>
                  <a:pt x="1620000" y="2897597"/>
                </a:cubicBezTo>
                <a:cubicBezTo>
                  <a:pt x="2325597" y="2897597"/>
                  <a:pt x="2897597" y="2325597"/>
                  <a:pt x="2897597" y="1620000"/>
                </a:cubicBezTo>
                <a:cubicBezTo>
                  <a:pt x="2897597" y="914403"/>
                  <a:pt x="2325597" y="342403"/>
                  <a:pt x="1620000" y="342403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2" name="Google Shape;472;p61"/>
          <p:cNvSpPr/>
          <p:nvPr/>
        </p:nvSpPr>
        <p:spPr>
          <a:xfrm>
            <a:off x="8766358" y="3640606"/>
            <a:ext cx="417857" cy="517071"/>
          </a:xfrm>
          <a:custGeom>
            <a:rect b="b" l="l" r="r" t="t"/>
            <a:pathLst>
              <a:path extrusionOk="0" h="1937121" w="1565431">
                <a:moveTo>
                  <a:pt x="332898" y="199"/>
                </a:moveTo>
                <a:cubicBezTo>
                  <a:pt x="480797" y="-12106"/>
                  <a:pt x="712130" y="551085"/>
                  <a:pt x="532477" y="593021"/>
                </a:cubicBezTo>
                <a:lnTo>
                  <a:pt x="344260" y="645543"/>
                </a:lnTo>
                <a:cubicBezTo>
                  <a:pt x="475639" y="1163599"/>
                  <a:pt x="690666" y="1300897"/>
                  <a:pt x="951847" y="1518960"/>
                </a:cubicBezTo>
                <a:cubicBezTo>
                  <a:pt x="1003138" y="1396518"/>
                  <a:pt x="1042046" y="1291100"/>
                  <a:pt x="1137450" y="1301627"/>
                </a:cubicBezTo>
                <a:cubicBezTo>
                  <a:pt x="1276950" y="1299313"/>
                  <a:pt x="1636332" y="1564228"/>
                  <a:pt x="1553064" y="1689868"/>
                </a:cubicBezTo>
                <a:cubicBezTo>
                  <a:pt x="1389777" y="1941825"/>
                  <a:pt x="1145722" y="1971673"/>
                  <a:pt x="1002627" y="1909214"/>
                </a:cubicBezTo>
                <a:cubicBezTo>
                  <a:pt x="545977" y="1690048"/>
                  <a:pt x="-37590" y="1110316"/>
                  <a:pt x="1901" y="380586"/>
                </a:cubicBezTo>
                <a:cubicBezTo>
                  <a:pt x="36305" y="148891"/>
                  <a:pt x="133416" y="23363"/>
                  <a:pt x="332898" y="199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3" name="Google Shape;473;p61"/>
          <p:cNvSpPr/>
          <p:nvPr/>
        </p:nvSpPr>
        <p:spPr>
          <a:xfrm>
            <a:off x="5164740" y="4708915"/>
            <a:ext cx="586136" cy="489963"/>
          </a:xfrm>
          <a:custGeom>
            <a:rect b="b" l="l" r="r" t="t"/>
            <a:pathLst>
              <a:path extrusionOk="0" h="2663936" w="3186824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4" name="Google Shape;474;p61"/>
          <p:cNvSpPr/>
          <p:nvPr/>
        </p:nvSpPr>
        <p:spPr>
          <a:xfrm>
            <a:off x="8316455" y="1548746"/>
            <a:ext cx="605315" cy="464964"/>
          </a:xfrm>
          <a:custGeom>
            <a:rect b="b" l="l" r="r" t="t"/>
            <a:pathLst>
              <a:path extrusionOk="0" h="2447912" w="3186824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5" name="Google Shape;475;p61"/>
          <p:cNvSpPr/>
          <p:nvPr/>
        </p:nvSpPr>
        <p:spPr>
          <a:xfrm>
            <a:off x="9257631" y="1515680"/>
            <a:ext cx="615416" cy="531098"/>
          </a:xfrm>
          <a:custGeom>
            <a:rect b="b" l="l" r="r" t="t"/>
            <a:pathLst>
              <a:path extrusionOk="0" h="2796091" w="3240006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6" name="Google Shape;476;p61"/>
          <p:cNvSpPr/>
          <p:nvPr/>
        </p:nvSpPr>
        <p:spPr>
          <a:xfrm>
            <a:off x="11124640" y="1472088"/>
            <a:ext cx="283580" cy="618280"/>
          </a:xfrm>
          <a:custGeom>
            <a:rect b="b" l="l" r="r" t="t"/>
            <a:pathLst>
              <a:path extrusionOk="0" h="3255081" w="1492970">
                <a:moveTo>
                  <a:pt x="1492970" y="1569688"/>
                </a:moveTo>
                <a:cubicBezTo>
                  <a:pt x="1492970" y="1957118"/>
                  <a:pt x="1197680" y="2277765"/>
                  <a:pt x="816277" y="2310957"/>
                </a:cubicBezTo>
                <a:lnTo>
                  <a:pt x="816277" y="2787043"/>
                </a:lnTo>
                <a:cubicBezTo>
                  <a:pt x="873982" y="2789209"/>
                  <a:pt x="931009" y="2798017"/>
                  <a:pt x="986081" y="2811674"/>
                </a:cubicBezTo>
                <a:cubicBezTo>
                  <a:pt x="1252919" y="2877847"/>
                  <a:pt x="1430830" y="3046369"/>
                  <a:pt x="1433593" y="3235566"/>
                </a:cubicBezTo>
                <a:lnTo>
                  <a:pt x="57488" y="3255081"/>
                </a:lnTo>
                <a:cubicBezTo>
                  <a:pt x="47920" y="3062506"/>
                  <a:pt x="221127" y="2886615"/>
                  <a:pt x="490574" y="2815284"/>
                </a:cubicBezTo>
                <a:cubicBezTo>
                  <a:pt x="549928" y="2799571"/>
                  <a:pt x="611777" y="2789553"/>
                  <a:pt x="674460" y="2787163"/>
                </a:cubicBezTo>
                <a:lnTo>
                  <a:pt x="674460" y="2310809"/>
                </a:lnTo>
                <a:cubicBezTo>
                  <a:pt x="317470" y="2280245"/>
                  <a:pt x="28405" y="1994114"/>
                  <a:pt x="0" y="1627428"/>
                </a:cubicBezTo>
                <a:lnTo>
                  <a:pt x="142201" y="1616413"/>
                </a:lnTo>
                <a:cubicBezTo>
                  <a:pt x="167304" y="1940464"/>
                  <a:pt x="443969" y="2186771"/>
                  <a:pt x="768748" y="2174211"/>
                </a:cubicBezTo>
                <a:cubicBezTo>
                  <a:pt x="1093527" y="2161650"/>
                  <a:pt x="1350342" y="1894710"/>
                  <a:pt x="1350342" y="1569689"/>
                </a:cubicBezTo>
                <a:close/>
                <a:moveTo>
                  <a:pt x="745368" y="0"/>
                </a:moveTo>
                <a:cubicBezTo>
                  <a:pt x="989132" y="0"/>
                  <a:pt x="1186742" y="197610"/>
                  <a:pt x="1186742" y="441374"/>
                </a:cubicBezTo>
                <a:lnTo>
                  <a:pt x="1186742" y="1575353"/>
                </a:lnTo>
                <a:cubicBezTo>
                  <a:pt x="1186742" y="1819117"/>
                  <a:pt x="989132" y="2016727"/>
                  <a:pt x="745368" y="2016727"/>
                </a:cubicBezTo>
                <a:cubicBezTo>
                  <a:pt x="501604" y="2016727"/>
                  <a:pt x="303994" y="1819117"/>
                  <a:pt x="303994" y="1575353"/>
                </a:cubicBezTo>
                <a:lnTo>
                  <a:pt x="303994" y="441374"/>
                </a:lnTo>
                <a:cubicBezTo>
                  <a:pt x="303994" y="197610"/>
                  <a:pt x="501604" y="0"/>
                  <a:pt x="745368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7" name="Google Shape;477;p61"/>
          <p:cNvSpPr/>
          <p:nvPr/>
        </p:nvSpPr>
        <p:spPr>
          <a:xfrm>
            <a:off x="6093780" y="4751666"/>
            <a:ext cx="615416" cy="404460"/>
          </a:xfrm>
          <a:custGeom>
            <a:rect b="b" l="l" r="r" t="t"/>
            <a:pathLst>
              <a:path extrusionOk="0" h="2129375" w="3240006">
                <a:moveTo>
                  <a:pt x="1916836" y="454558"/>
                </a:moveTo>
                <a:cubicBezTo>
                  <a:pt x="2018418" y="454558"/>
                  <a:pt x="2100766" y="536906"/>
                  <a:pt x="2100766" y="638488"/>
                </a:cubicBezTo>
                <a:cubicBezTo>
                  <a:pt x="2100766" y="740070"/>
                  <a:pt x="2018418" y="822418"/>
                  <a:pt x="1916836" y="822418"/>
                </a:cubicBezTo>
                <a:cubicBezTo>
                  <a:pt x="1815254" y="822418"/>
                  <a:pt x="1732906" y="740070"/>
                  <a:pt x="1732906" y="638488"/>
                </a:cubicBezTo>
                <a:cubicBezTo>
                  <a:pt x="1732906" y="536906"/>
                  <a:pt x="1815254" y="454558"/>
                  <a:pt x="1916836" y="454558"/>
                </a:cubicBezTo>
                <a:close/>
                <a:moveTo>
                  <a:pt x="1197545" y="272737"/>
                </a:moveTo>
                <a:lnTo>
                  <a:pt x="1861974" y="1458536"/>
                </a:lnTo>
                <a:lnTo>
                  <a:pt x="2263096" y="848801"/>
                </a:lnTo>
                <a:lnTo>
                  <a:pt x="2919562" y="1846679"/>
                </a:lnTo>
                <a:lnTo>
                  <a:pt x="2079459" y="1846679"/>
                </a:lnTo>
                <a:lnTo>
                  <a:pt x="1606629" y="1846679"/>
                </a:lnTo>
                <a:lnTo>
                  <a:pt x="315630" y="1846679"/>
                </a:lnTo>
                <a:close/>
                <a:moveTo>
                  <a:pt x="180003" y="164687"/>
                </a:moveTo>
                <a:lnTo>
                  <a:pt x="180003" y="1964687"/>
                </a:lnTo>
                <a:lnTo>
                  <a:pt x="3060003" y="1964687"/>
                </a:lnTo>
                <a:lnTo>
                  <a:pt x="3060003" y="164687"/>
                </a:lnTo>
                <a:close/>
                <a:moveTo>
                  <a:pt x="0" y="0"/>
                </a:moveTo>
                <a:lnTo>
                  <a:pt x="3240006" y="0"/>
                </a:lnTo>
                <a:lnTo>
                  <a:pt x="3240006" y="2129375"/>
                </a:lnTo>
                <a:lnTo>
                  <a:pt x="0" y="2129375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8" name="Google Shape;478;p61"/>
          <p:cNvSpPr/>
          <p:nvPr/>
        </p:nvSpPr>
        <p:spPr>
          <a:xfrm>
            <a:off x="5137072" y="3750690"/>
            <a:ext cx="616402" cy="296900"/>
          </a:xfrm>
          <a:custGeom>
            <a:rect b="b" l="l" r="r" t="t"/>
            <a:pathLst>
              <a:path extrusionOk="0" h="1548752" w="3215400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9" name="Google Shape;479;p61"/>
          <p:cNvSpPr/>
          <p:nvPr/>
        </p:nvSpPr>
        <p:spPr>
          <a:xfrm>
            <a:off x="6044394" y="3750690"/>
            <a:ext cx="616402" cy="296900"/>
          </a:xfrm>
          <a:custGeom>
            <a:rect b="b" l="l" r="r" t="t"/>
            <a:pathLst>
              <a:path extrusionOk="0" h="1548752" w="3215400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928911" y="234376"/>
                </a:moveTo>
                <a:lnTo>
                  <a:pt x="1432967" y="234376"/>
                </a:lnTo>
                <a:lnTo>
                  <a:pt x="1432967" y="1314376"/>
                </a:lnTo>
                <a:lnTo>
                  <a:pt x="928911" y="1314376"/>
                </a:ln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0" name="Google Shape;480;p61"/>
          <p:cNvSpPr/>
          <p:nvPr/>
        </p:nvSpPr>
        <p:spPr>
          <a:xfrm>
            <a:off x="6951716" y="3750690"/>
            <a:ext cx="616402" cy="296900"/>
          </a:xfrm>
          <a:custGeom>
            <a:rect b="b" l="l" r="r" t="t"/>
            <a:pathLst>
              <a:path extrusionOk="0" h="1548752" w="3215400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1584648" y="234376"/>
                </a:moveTo>
                <a:lnTo>
                  <a:pt x="2088704" y="234376"/>
                </a:lnTo>
                <a:lnTo>
                  <a:pt x="2088704" y="1314376"/>
                </a:lnTo>
                <a:lnTo>
                  <a:pt x="1584648" y="1314376"/>
                </a:lnTo>
                <a:close/>
                <a:moveTo>
                  <a:pt x="928911" y="234376"/>
                </a:moveTo>
                <a:lnTo>
                  <a:pt x="1432967" y="234376"/>
                </a:lnTo>
                <a:lnTo>
                  <a:pt x="1432967" y="1314376"/>
                </a:lnTo>
                <a:lnTo>
                  <a:pt x="928911" y="1314376"/>
                </a:ln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1" name="Google Shape;481;p61"/>
          <p:cNvSpPr/>
          <p:nvPr/>
        </p:nvSpPr>
        <p:spPr>
          <a:xfrm>
            <a:off x="7859036" y="3750690"/>
            <a:ext cx="616402" cy="296900"/>
          </a:xfrm>
          <a:custGeom>
            <a:rect b="b" l="l" r="r" t="t"/>
            <a:pathLst>
              <a:path extrusionOk="0" h="1548752" w="3215400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2240385" y="234376"/>
                </a:moveTo>
                <a:lnTo>
                  <a:pt x="2744441" y="234376"/>
                </a:lnTo>
                <a:lnTo>
                  <a:pt x="2744441" y="1314376"/>
                </a:lnTo>
                <a:lnTo>
                  <a:pt x="2240385" y="1314376"/>
                </a:lnTo>
                <a:close/>
                <a:moveTo>
                  <a:pt x="1584648" y="234376"/>
                </a:moveTo>
                <a:lnTo>
                  <a:pt x="2088704" y="234376"/>
                </a:lnTo>
                <a:lnTo>
                  <a:pt x="2088704" y="1314376"/>
                </a:lnTo>
                <a:lnTo>
                  <a:pt x="1584648" y="1314376"/>
                </a:lnTo>
                <a:close/>
                <a:moveTo>
                  <a:pt x="928911" y="234376"/>
                </a:moveTo>
                <a:lnTo>
                  <a:pt x="1432967" y="234376"/>
                </a:lnTo>
                <a:lnTo>
                  <a:pt x="1432967" y="1314376"/>
                </a:lnTo>
                <a:lnTo>
                  <a:pt x="928911" y="1314376"/>
                </a:ln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2" name="Google Shape;482;p61"/>
          <p:cNvSpPr/>
          <p:nvPr/>
        </p:nvSpPr>
        <p:spPr>
          <a:xfrm rot="8100000">
            <a:off x="11057693" y="3690402"/>
            <a:ext cx="417475" cy="417476"/>
          </a:xfrm>
          <a:custGeom>
            <a:rect b="b" l="l" r="r" t="t"/>
            <a:pathLst>
              <a:path extrusionOk="0" h="2483835" w="2483832">
                <a:moveTo>
                  <a:pt x="657616" y="1826218"/>
                </a:moveTo>
                <a:cubicBezTo>
                  <a:pt x="806520" y="1975122"/>
                  <a:pt x="1047940" y="1975122"/>
                  <a:pt x="1196844" y="1826218"/>
                </a:cubicBezTo>
                <a:cubicBezTo>
                  <a:pt x="1345748" y="1677314"/>
                  <a:pt x="1345748" y="1435894"/>
                  <a:pt x="1196844" y="1286990"/>
                </a:cubicBezTo>
                <a:cubicBezTo>
                  <a:pt x="1047940" y="1138086"/>
                  <a:pt x="806520" y="1138086"/>
                  <a:pt x="657616" y="1286990"/>
                </a:cubicBezTo>
                <a:cubicBezTo>
                  <a:pt x="508712" y="1435894"/>
                  <a:pt x="508712" y="1677314"/>
                  <a:pt x="657616" y="1826218"/>
                </a:cubicBezTo>
                <a:close/>
                <a:moveTo>
                  <a:pt x="293335" y="2190500"/>
                </a:moveTo>
                <a:cubicBezTo>
                  <a:pt x="112098" y="2009262"/>
                  <a:pt x="0" y="1758885"/>
                  <a:pt x="0" y="1482325"/>
                </a:cubicBezTo>
                <a:cubicBezTo>
                  <a:pt x="0" y="929206"/>
                  <a:pt x="459290" y="590078"/>
                  <a:pt x="1001509" y="480815"/>
                </a:cubicBezTo>
                <a:cubicBezTo>
                  <a:pt x="1569704" y="366317"/>
                  <a:pt x="1861757" y="259925"/>
                  <a:pt x="2483832" y="0"/>
                </a:cubicBezTo>
                <a:cubicBezTo>
                  <a:pt x="2230640" y="682694"/>
                  <a:pt x="2130986" y="873716"/>
                  <a:pt x="2003018" y="1482325"/>
                </a:cubicBezTo>
                <a:cubicBezTo>
                  <a:pt x="1901990" y="2042180"/>
                  <a:pt x="1554627" y="2483835"/>
                  <a:pt x="1001509" y="2483835"/>
                </a:cubicBezTo>
                <a:cubicBezTo>
                  <a:pt x="724950" y="2483835"/>
                  <a:pt x="474573" y="2371737"/>
                  <a:pt x="293335" y="219050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3" name="Google Shape;483;p61"/>
          <p:cNvSpPr/>
          <p:nvPr/>
        </p:nvSpPr>
        <p:spPr>
          <a:xfrm>
            <a:off x="5773604" y="2544635"/>
            <a:ext cx="617508" cy="622535"/>
          </a:xfrm>
          <a:custGeom>
            <a:rect b="b" l="l" r="r" t="t"/>
            <a:pathLst>
              <a:path extrusionOk="0" h="3234532" w="3208412">
                <a:moveTo>
                  <a:pt x="1561445" y="1065858"/>
                </a:moveTo>
                <a:cubicBezTo>
                  <a:pt x="1654998" y="1065858"/>
                  <a:pt x="1743610" y="1087015"/>
                  <a:pt x="1821879" y="1126644"/>
                </a:cubicBezTo>
                <a:lnTo>
                  <a:pt x="1611352" y="1337172"/>
                </a:lnTo>
                <a:cubicBezTo>
                  <a:pt x="1595200" y="1333388"/>
                  <a:pt x="1578468" y="1332141"/>
                  <a:pt x="1561445" y="1332141"/>
                </a:cubicBezTo>
                <a:cubicBezTo>
                  <a:pt x="1373145" y="1332141"/>
                  <a:pt x="1220499" y="1484787"/>
                  <a:pt x="1220499" y="1673087"/>
                </a:cubicBezTo>
                <a:cubicBezTo>
                  <a:pt x="1220499" y="1861387"/>
                  <a:pt x="1373145" y="2014033"/>
                  <a:pt x="1561445" y="2014033"/>
                </a:cubicBezTo>
                <a:cubicBezTo>
                  <a:pt x="1749745" y="2014033"/>
                  <a:pt x="1902391" y="1861387"/>
                  <a:pt x="1902391" y="1673087"/>
                </a:cubicBezTo>
                <a:cubicBezTo>
                  <a:pt x="1902391" y="1643675"/>
                  <a:pt x="1898667" y="1615133"/>
                  <a:pt x="1890450" y="1588219"/>
                </a:cubicBezTo>
                <a:lnTo>
                  <a:pt x="2093156" y="1385512"/>
                </a:lnTo>
                <a:cubicBezTo>
                  <a:pt x="2142229" y="1470075"/>
                  <a:pt x="2168674" y="1568493"/>
                  <a:pt x="2168674" y="1673087"/>
                </a:cubicBezTo>
                <a:cubicBezTo>
                  <a:pt x="2168674" y="2008450"/>
                  <a:pt x="1896808" y="2280316"/>
                  <a:pt x="1561445" y="2280316"/>
                </a:cubicBezTo>
                <a:cubicBezTo>
                  <a:pt x="1226082" y="2280316"/>
                  <a:pt x="954217" y="2008450"/>
                  <a:pt x="954217" y="1673087"/>
                </a:cubicBezTo>
                <a:cubicBezTo>
                  <a:pt x="954217" y="1337724"/>
                  <a:pt x="1226082" y="1065858"/>
                  <a:pt x="1561445" y="1065858"/>
                </a:cubicBezTo>
                <a:close/>
                <a:moveTo>
                  <a:pt x="1561445" y="580076"/>
                </a:moveTo>
                <a:cubicBezTo>
                  <a:pt x="1790175" y="580076"/>
                  <a:pt x="2002494" y="650333"/>
                  <a:pt x="2177834" y="770690"/>
                </a:cubicBezTo>
                <a:lnTo>
                  <a:pt x="1968030" y="980494"/>
                </a:lnTo>
                <a:cubicBezTo>
                  <a:pt x="1849962" y="907198"/>
                  <a:pt x="1710422" y="866794"/>
                  <a:pt x="1561445" y="866794"/>
                </a:cubicBezTo>
                <a:cubicBezTo>
                  <a:pt x="1116142" y="866794"/>
                  <a:pt x="755153" y="1227784"/>
                  <a:pt x="755153" y="1673087"/>
                </a:cubicBezTo>
                <a:cubicBezTo>
                  <a:pt x="755153" y="2118390"/>
                  <a:pt x="1116142" y="2479380"/>
                  <a:pt x="1561445" y="2479380"/>
                </a:cubicBezTo>
                <a:cubicBezTo>
                  <a:pt x="2006748" y="2479380"/>
                  <a:pt x="2367738" y="2118390"/>
                  <a:pt x="2367738" y="1673087"/>
                </a:cubicBezTo>
                <a:cubicBezTo>
                  <a:pt x="2367738" y="1513043"/>
                  <a:pt x="2321108" y="1363890"/>
                  <a:pt x="2239307" y="1239362"/>
                </a:cubicBezTo>
                <a:lnTo>
                  <a:pt x="2445928" y="1032741"/>
                </a:lnTo>
                <a:cubicBezTo>
                  <a:pt x="2577451" y="1212149"/>
                  <a:pt x="2654457" y="1433625"/>
                  <a:pt x="2654457" y="1673087"/>
                </a:cubicBezTo>
                <a:cubicBezTo>
                  <a:pt x="2654457" y="2276741"/>
                  <a:pt x="2165099" y="2766099"/>
                  <a:pt x="1561445" y="2766099"/>
                </a:cubicBezTo>
                <a:cubicBezTo>
                  <a:pt x="957792" y="2766099"/>
                  <a:pt x="468434" y="2276741"/>
                  <a:pt x="468434" y="1673087"/>
                </a:cubicBezTo>
                <a:cubicBezTo>
                  <a:pt x="468434" y="1069433"/>
                  <a:pt x="957792" y="580076"/>
                  <a:pt x="1561445" y="580076"/>
                </a:cubicBezTo>
                <a:close/>
                <a:moveTo>
                  <a:pt x="1561445" y="111642"/>
                </a:moveTo>
                <a:cubicBezTo>
                  <a:pt x="1890473" y="111642"/>
                  <a:pt x="2195731" y="213411"/>
                  <a:pt x="2447076" y="387744"/>
                </a:cubicBezTo>
                <a:lnTo>
                  <a:pt x="2453780" y="494744"/>
                </a:lnTo>
                <a:lnTo>
                  <a:pt x="2309436" y="639088"/>
                </a:lnTo>
                <a:cubicBezTo>
                  <a:pt x="2099826" y="485554"/>
                  <a:pt x="1841132" y="395669"/>
                  <a:pt x="1561445" y="395669"/>
                </a:cubicBezTo>
                <a:cubicBezTo>
                  <a:pt x="855947" y="395669"/>
                  <a:pt x="284027" y="967589"/>
                  <a:pt x="284027" y="1673087"/>
                </a:cubicBezTo>
                <a:cubicBezTo>
                  <a:pt x="284027" y="2378585"/>
                  <a:pt x="855947" y="2950505"/>
                  <a:pt x="1561445" y="2950505"/>
                </a:cubicBezTo>
                <a:cubicBezTo>
                  <a:pt x="2266943" y="2950505"/>
                  <a:pt x="2838863" y="2378585"/>
                  <a:pt x="2838863" y="1673087"/>
                </a:cubicBezTo>
                <a:cubicBezTo>
                  <a:pt x="2838863" y="1382650"/>
                  <a:pt x="2741936" y="1114852"/>
                  <a:pt x="2577529" y="901139"/>
                </a:cubicBezTo>
                <a:lnTo>
                  <a:pt x="2706681" y="771988"/>
                </a:lnTo>
                <a:lnTo>
                  <a:pt x="2841540" y="780437"/>
                </a:lnTo>
                <a:cubicBezTo>
                  <a:pt x="3019168" y="1032973"/>
                  <a:pt x="3122890" y="1340917"/>
                  <a:pt x="3122890" y="1673087"/>
                </a:cubicBezTo>
                <a:cubicBezTo>
                  <a:pt x="3122890" y="2535449"/>
                  <a:pt x="2423807" y="3234532"/>
                  <a:pt x="1561445" y="3234532"/>
                </a:cubicBezTo>
                <a:cubicBezTo>
                  <a:pt x="699083" y="3234532"/>
                  <a:pt x="0" y="2535449"/>
                  <a:pt x="0" y="1673087"/>
                </a:cubicBezTo>
                <a:cubicBezTo>
                  <a:pt x="0" y="810725"/>
                  <a:pt x="699083" y="111642"/>
                  <a:pt x="1561445" y="111642"/>
                </a:cubicBezTo>
                <a:close/>
                <a:moveTo>
                  <a:pt x="2909110" y="0"/>
                </a:moveTo>
                <a:lnTo>
                  <a:pt x="2926757" y="281655"/>
                </a:lnTo>
                <a:lnTo>
                  <a:pt x="3208412" y="299301"/>
                </a:lnTo>
                <a:lnTo>
                  <a:pt x="2863230" y="644483"/>
                </a:lnTo>
                <a:lnTo>
                  <a:pt x="2685547" y="633351"/>
                </a:lnTo>
                <a:lnTo>
                  <a:pt x="1718098" y="1600799"/>
                </a:lnTo>
                <a:cubicBezTo>
                  <a:pt x="1729236" y="1622491"/>
                  <a:pt x="1734939" y="1647123"/>
                  <a:pt x="1734939" y="1673087"/>
                </a:cubicBezTo>
                <a:cubicBezTo>
                  <a:pt x="1734939" y="1768905"/>
                  <a:pt x="1657263" y="1846581"/>
                  <a:pt x="1561445" y="1846581"/>
                </a:cubicBezTo>
                <a:cubicBezTo>
                  <a:pt x="1465627" y="1846581"/>
                  <a:pt x="1387951" y="1768905"/>
                  <a:pt x="1387951" y="1673087"/>
                </a:cubicBezTo>
                <a:cubicBezTo>
                  <a:pt x="1387951" y="1577269"/>
                  <a:pt x="1465627" y="1499593"/>
                  <a:pt x="1561445" y="1499593"/>
                </a:cubicBezTo>
                <a:lnTo>
                  <a:pt x="1591006" y="1505561"/>
                </a:lnTo>
                <a:lnTo>
                  <a:pt x="2574981" y="521587"/>
                </a:lnTo>
                <a:lnTo>
                  <a:pt x="2563928" y="345182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4" name="Google Shape;484;p61"/>
          <p:cNvSpPr/>
          <p:nvPr/>
        </p:nvSpPr>
        <p:spPr>
          <a:xfrm>
            <a:off x="6733448" y="2544108"/>
            <a:ext cx="484927" cy="623588"/>
          </a:xfrm>
          <a:custGeom>
            <a:rect b="b" l="l" r="r" t="t"/>
            <a:pathLst>
              <a:path extrusionOk="0" h="3240000" w="2519554">
                <a:moveTo>
                  <a:pt x="1259778" y="0"/>
                </a:moveTo>
                <a:cubicBezTo>
                  <a:pt x="1299543" y="0"/>
                  <a:pt x="1331778" y="32235"/>
                  <a:pt x="1331778" y="72000"/>
                </a:cubicBezTo>
                <a:lnTo>
                  <a:pt x="1331778" y="292696"/>
                </a:lnTo>
                <a:cubicBezTo>
                  <a:pt x="1526887" y="301316"/>
                  <a:pt x="1719796" y="357828"/>
                  <a:pt x="1894309" y="459601"/>
                </a:cubicBezTo>
                <a:cubicBezTo>
                  <a:pt x="2284331" y="687055"/>
                  <a:pt x="2522839" y="1105809"/>
                  <a:pt x="2519520" y="1557297"/>
                </a:cubicBezTo>
                <a:lnTo>
                  <a:pt x="2509882" y="1557270"/>
                </a:lnTo>
                <a:cubicBezTo>
                  <a:pt x="2413806" y="1435449"/>
                  <a:pt x="2264527" y="1358626"/>
                  <a:pt x="2097304" y="1358626"/>
                </a:cubicBezTo>
                <a:cubicBezTo>
                  <a:pt x="1931567" y="1358626"/>
                  <a:pt x="1783455" y="1434091"/>
                  <a:pt x="1688484" y="1554913"/>
                </a:cubicBezTo>
                <a:lnTo>
                  <a:pt x="1657888" y="1554825"/>
                </a:lnTo>
                <a:cubicBezTo>
                  <a:pt x="1579123" y="1454657"/>
                  <a:pt x="1463823" y="1385682"/>
                  <a:pt x="1331778" y="1368008"/>
                </a:cubicBezTo>
                <a:lnTo>
                  <a:pt x="1331778" y="2507895"/>
                </a:lnTo>
                <a:lnTo>
                  <a:pt x="1356113" y="2507895"/>
                </a:lnTo>
                <a:lnTo>
                  <a:pt x="1356113" y="2868215"/>
                </a:lnTo>
                <a:lnTo>
                  <a:pt x="1353558" y="2868215"/>
                </a:lnTo>
                <a:cubicBezTo>
                  <a:pt x="1347515" y="3074779"/>
                  <a:pt x="1177830" y="3240000"/>
                  <a:pt x="969556" y="3240000"/>
                </a:cubicBezTo>
                <a:cubicBezTo>
                  <a:pt x="759529" y="3240000"/>
                  <a:pt x="588743" y="3071985"/>
                  <a:pt x="585029" y="2863014"/>
                </a:cubicBezTo>
                <a:cubicBezTo>
                  <a:pt x="584214" y="2861474"/>
                  <a:pt x="584183" y="2859896"/>
                  <a:pt x="584183" y="2858310"/>
                </a:cubicBezTo>
                <a:lnTo>
                  <a:pt x="584422" y="2856985"/>
                </a:lnTo>
                <a:cubicBezTo>
                  <a:pt x="584186" y="2856201"/>
                  <a:pt x="584184" y="2855415"/>
                  <a:pt x="584184" y="2854628"/>
                </a:cubicBezTo>
                <a:lnTo>
                  <a:pt x="584846" y="2854628"/>
                </a:lnTo>
                <a:cubicBezTo>
                  <a:pt x="585977" y="2797047"/>
                  <a:pt x="628115" y="2750982"/>
                  <a:pt x="679843" y="2750982"/>
                </a:cubicBezTo>
                <a:cubicBezTo>
                  <a:pt x="731571" y="2750982"/>
                  <a:pt x="773709" y="2797047"/>
                  <a:pt x="774841" y="2854628"/>
                </a:cubicBezTo>
                <a:lnTo>
                  <a:pt x="776870" y="2854628"/>
                </a:lnTo>
                <a:cubicBezTo>
                  <a:pt x="776870" y="2961046"/>
                  <a:pt x="863138" y="3047314"/>
                  <a:pt x="969556" y="3047314"/>
                </a:cubicBezTo>
                <a:cubicBezTo>
                  <a:pt x="1075974" y="3047314"/>
                  <a:pt x="1162242" y="2961046"/>
                  <a:pt x="1162242" y="2854628"/>
                </a:cubicBezTo>
                <a:lnTo>
                  <a:pt x="1163439" y="2854628"/>
                </a:lnTo>
                <a:lnTo>
                  <a:pt x="1163439" y="2507895"/>
                </a:lnTo>
                <a:lnTo>
                  <a:pt x="1187778" y="2507895"/>
                </a:lnTo>
                <a:lnTo>
                  <a:pt x="1187778" y="1365548"/>
                </a:lnTo>
                <a:cubicBezTo>
                  <a:pt x="1048083" y="1378241"/>
                  <a:pt x="925400" y="1448176"/>
                  <a:pt x="842602" y="1552487"/>
                </a:cubicBezTo>
                <a:lnTo>
                  <a:pt x="807450" y="1552386"/>
                </a:lnTo>
                <a:cubicBezTo>
                  <a:pt x="712615" y="1432960"/>
                  <a:pt x="565486" y="1358626"/>
                  <a:pt x="400996" y="1358626"/>
                </a:cubicBezTo>
                <a:cubicBezTo>
                  <a:pt x="240343" y="1358626"/>
                  <a:pt x="96251" y="1429532"/>
                  <a:pt x="0" y="1543232"/>
                </a:cubicBezTo>
                <a:cubicBezTo>
                  <a:pt x="1264" y="1094357"/>
                  <a:pt x="241710" y="680052"/>
                  <a:pt x="631054" y="455977"/>
                </a:cubicBezTo>
                <a:cubicBezTo>
                  <a:pt x="804121" y="356374"/>
                  <a:pt x="994908" y="301092"/>
                  <a:pt x="1187778" y="292721"/>
                </a:cubicBezTo>
                <a:lnTo>
                  <a:pt x="1187778" y="72000"/>
                </a:lnTo>
                <a:cubicBezTo>
                  <a:pt x="1187778" y="32235"/>
                  <a:pt x="1220013" y="0"/>
                  <a:pt x="1259778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5" name="Google Shape;485;p61"/>
          <p:cNvSpPr/>
          <p:nvPr/>
        </p:nvSpPr>
        <p:spPr>
          <a:xfrm>
            <a:off x="7436317" y="1509092"/>
            <a:ext cx="544275" cy="544275"/>
          </a:xfrm>
          <a:prstGeom prst="heart">
            <a:avLst/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6" name="Google Shape;486;p61"/>
          <p:cNvSpPr/>
          <p:nvPr/>
        </p:nvSpPr>
        <p:spPr>
          <a:xfrm>
            <a:off x="10301960" y="5685084"/>
            <a:ext cx="411706" cy="508675"/>
          </a:xfrm>
          <a:custGeom>
            <a:rect b="b" l="l" r="r" t="t"/>
            <a:pathLst>
              <a:path extrusionOk="0" h="3213524" w="2600931">
                <a:moveTo>
                  <a:pt x="1304260" y="0"/>
                </a:moveTo>
                <a:cubicBezTo>
                  <a:pt x="1403671" y="0"/>
                  <a:pt x="1484260" y="80589"/>
                  <a:pt x="1484260" y="180000"/>
                </a:cubicBezTo>
                <a:lnTo>
                  <a:pt x="1484260" y="412061"/>
                </a:lnTo>
                <a:lnTo>
                  <a:pt x="2330931" y="412061"/>
                </a:lnTo>
                <a:lnTo>
                  <a:pt x="2600931" y="682061"/>
                </a:lnTo>
                <a:lnTo>
                  <a:pt x="2330931" y="952061"/>
                </a:lnTo>
                <a:lnTo>
                  <a:pt x="1484260" y="952061"/>
                </a:lnTo>
                <a:lnTo>
                  <a:pt x="1484260" y="1110244"/>
                </a:lnTo>
                <a:lnTo>
                  <a:pt x="2375646" y="1110244"/>
                </a:lnTo>
                <a:lnTo>
                  <a:pt x="2375646" y="1650244"/>
                </a:lnTo>
                <a:lnTo>
                  <a:pt x="1484260" y="1650244"/>
                </a:lnTo>
                <a:lnTo>
                  <a:pt x="1484260" y="3213524"/>
                </a:lnTo>
                <a:lnTo>
                  <a:pt x="1124260" y="3213524"/>
                </a:lnTo>
                <a:lnTo>
                  <a:pt x="1124260" y="1650244"/>
                </a:lnTo>
                <a:lnTo>
                  <a:pt x="270000" y="1650244"/>
                </a:lnTo>
                <a:lnTo>
                  <a:pt x="0" y="1380244"/>
                </a:lnTo>
                <a:lnTo>
                  <a:pt x="270000" y="1110244"/>
                </a:lnTo>
                <a:lnTo>
                  <a:pt x="1124260" y="1110244"/>
                </a:lnTo>
                <a:lnTo>
                  <a:pt x="1124260" y="952061"/>
                </a:lnTo>
                <a:lnTo>
                  <a:pt x="224931" y="952061"/>
                </a:lnTo>
                <a:lnTo>
                  <a:pt x="224931" y="412061"/>
                </a:lnTo>
                <a:lnTo>
                  <a:pt x="1124260" y="412061"/>
                </a:lnTo>
                <a:lnTo>
                  <a:pt x="1124260" y="180000"/>
                </a:lnTo>
                <a:cubicBezTo>
                  <a:pt x="1124260" y="80589"/>
                  <a:pt x="1204849" y="0"/>
                  <a:pt x="1304260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7" name="Google Shape;487;p61"/>
          <p:cNvSpPr/>
          <p:nvPr/>
        </p:nvSpPr>
        <p:spPr>
          <a:xfrm>
            <a:off x="4242330" y="5739982"/>
            <a:ext cx="678102" cy="398876"/>
          </a:xfrm>
          <a:custGeom>
            <a:rect b="b" l="l" r="r" t="t"/>
            <a:pathLst>
              <a:path extrusionOk="0" h="2664566" w="4529836">
                <a:moveTo>
                  <a:pt x="1861969" y="0"/>
                </a:moveTo>
                <a:cubicBezTo>
                  <a:pt x="2177122" y="0"/>
                  <a:pt x="2455874" y="155855"/>
                  <a:pt x="2611443" y="404565"/>
                </a:cubicBezTo>
                <a:cubicBezTo>
                  <a:pt x="2709453" y="315054"/>
                  <a:pt x="2840684" y="266178"/>
                  <a:pt x="2983336" y="266178"/>
                </a:cubicBezTo>
                <a:cubicBezTo>
                  <a:pt x="3293144" y="266178"/>
                  <a:pt x="3549108" y="496718"/>
                  <a:pt x="3578241" y="797044"/>
                </a:cubicBezTo>
                <a:cubicBezTo>
                  <a:pt x="3583592" y="793823"/>
                  <a:pt x="3589010" y="793774"/>
                  <a:pt x="3594440" y="793774"/>
                </a:cubicBezTo>
                <a:cubicBezTo>
                  <a:pt x="4111042" y="793774"/>
                  <a:pt x="4529836" y="1212568"/>
                  <a:pt x="4529836" y="1729170"/>
                </a:cubicBezTo>
                <a:cubicBezTo>
                  <a:pt x="4529836" y="2216938"/>
                  <a:pt x="4156487" y="2617512"/>
                  <a:pt x="3679930" y="2660249"/>
                </a:cubicBezTo>
                <a:lnTo>
                  <a:pt x="3679930" y="2664566"/>
                </a:lnTo>
                <a:lnTo>
                  <a:pt x="3594440" y="2664566"/>
                </a:lnTo>
                <a:lnTo>
                  <a:pt x="1043912" y="2664566"/>
                </a:lnTo>
                <a:lnTo>
                  <a:pt x="1043912" y="2657589"/>
                </a:lnTo>
                <a:cubicBezTo>
                  <a:pt x="1008374" y="2662448"/>
                  <a:pt x="972132" y="2664566"/>
                  <a:pt x="935396" y="2664566"/>
                </a:cubicBezTo>
                <a:cubicBezTo>
                  <a:pt x="418794" y="2664566"/>
                  <a:pt x="0" y="2245772"/>
                  <a:pt x="0" y="1729170"/>
                </a:cubicBezTo>
                <a:cubicBezTo>
                  <a:pt x="0" y="1212568"/>
                  <a:pt x="418794" y="793774"/>
                  <a:pt x="935396" y="793774"/>
                </a:cubicBezTo>
                <a:lnTo>
                  <a:pt x="954395" y="797612"/>
                </a:lnTo>
                <a:cubicBezTo>
                  <a:pt x="1004779" y="344999"/>
                  <a:pt x="1393085" y="0"/>
                  <a:pt x="1861969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8" name="Google Shape;488;p61"/>
          <p:cNvSpPr/>
          <p:nvPr/>
        </p:nvSpPr>
        <p:spPr>
          <a:xfrm>
            <a:off x="8665030" y="5684794"/>
            <a:ext cx="504505" cy="509254"/>
          </a:xfrm>
          <a:custGeom>
            <a:rect b="b" l="l" r="r" t="t"/>
            <a:pathLst>
              <a:path extrusionOk="0" h="3217189" w="3187187">
                <a:moveTo>
                  <a:pt x="2136560" y="2669280"/>
                </a:moveTo>
                <a:cubicBezTo>
                  <a:pt x="2154235" y="2662847"/>
                  <a:pt x="2173778" y="2671961"/>
                  <a:pt x="2180211" y="2689635"/>
                </a:cubicBezTo>
                <a:lnTo>
                  <a:pt x="2338628" y="3124881"/>
                </a:lnTo>
                <a:cubicBezTo>
                  <a:pt x="2345061" y="3142556"/>
                  <a:pt x="2335948" y="3162099"/>
                  <a:pt x="2318273" y="3168533"/>
                </a:cubicBezTo>
                <a:lnTo>
                  <a:pt x="2190259" y="3215126"/>
                </a:lnTo>
                <a:cubicBezTo>
                  <a:pt x="2172585" y="3221559"/>
                  <a:pt x="2153041" y="3212445"/>
                  <a:pt x="2146608" y="3194771"/>
                </a:cubicBezTo>
                <a:lnTo>
                  <a:pt x="1988192" y="2759525"/>
                </a:lnTo>
                <a:cubicBezTo>
                  <a:pt x="1981759" y="2741850"/>
                  <a:pt x="1990872" y="2722307"/>
                  <a:pt x="2008547" y="2715873"/>
                </a:cubicBezTo>
                <a:close/>
                <a:moveTo>
                  <a:pt x="1050626" y="2669280"/>
                </a:moveTo>
                <a:lnTo>
                  <a:pt x="1178640" y="2715873"/>
                </a:lnTo>
                <a:cubicBezTo>
                  <a:pt x="1196314" y="2722307"/>
                  <a:pt x="1205428" y="2741850"/>
                  <a:pt x="1198995" y="2759525"/>
                </a:cubicBezTo>
                <a:lnTo>
                  <a:pt x="1040578" y="3194771"/>
                </a:lnTo>
                <a:cubicBezTo>
                  <a:pt x="1034145" y="3212445"/>
                  <a:pt x="1014601" y="3221559"/>
                  <a:pt x="996927" y="3215126"/>
                </a:cubicBezTo>
                <a:lnTo>
                  <a:pt x="868913" y="3168533"/>
                </a:lnTo>
                <a:cubicBezTo>
                  <a:pt x="851239" y="3162099"/>
                  <a:pt x="842125" y="3142556"/>
                  <a:pt x="848558" y="3124881"/>
                </a:cubicBezTo>
                <a:lnTo>
                  <a:pt x="1006975" y="2689635"/>
                </a:lnTo>
                <a:cubicBezTo>
                  <a:pt x="1013408" y="2671961"/>
                  <a:pt x="1032952" y="2662847"/>
                  <a:pt x="1050626" y="2669280"/>
                </a:cubicBezTo>
                <a:close/>
                <a:moveTo>
                  <a:pt x="2647909" y="2029882"/>
                </a:moveTo>
                <a:cubicBezTo>
                  <a:pt x="2656328" y="2027626"/>
                  <a:pt x="2665608" y="2028582"/>
                  <a:pt x="2673752" y="2033284"/>
                </a:cubicBezTo>
                <a:lnTo>
                  <a:pt x="3074877" y="2264874"/>
                </a:lnTo>
                <a:cubicBezTo>
                  <a:pt x="3091166" y="2274278"/>
                  <a:pt x="3096747" y="2295107"/>
                  <a:pt x="3087343" y="2311396"/>
                </a:cubicBezTo>
                <a:lnTo>
                  <a:pt x="3019228" y="2429374"/>
                </a:lnTo>
                <a:cubicBezTo>
                  <a:pt x="3009824" y="2445663"/>
                  <a:pt x="2988995" y="2451244"/>
                  <a:pt x="2972706" y="2441840"/>
                </a:cubicBezTo>
                <a:lnTo>
                  <a:pt x="2571581" y="2210250"/>
                </a:lnTo>
                <a:cubicBezTo>
                  <a:pt x="2555292" y="2200846"/>
                  <a:pt x="2549710" y="2180017"/>
                  <a:pt x="2559115" y="2163728"/>
                </a:cubicBezTo>
                <a:lnTo>
                  <a:pt x="2627229" y="2045750"/>
                </a:lnTo>
                <a:cubicBezTo>
                  <a:pt x="2631932" y="2037605"/>
                  <a:pt x="2639490" y="2032138"/>
                  <a:pt x="2647909" y="2029882"/>
                </a:cubicBezTo>
                <a:close/>
                <a:moveTo>
                  <a:pt x="539277" y="2029882"/>
                </a:moveTo>
                <a:cubicBezTo>
                  <a:pt x="547696" y="2032138"/>
                  <a:pt x="555255" y="2037605"/>
                  <a:pt x="559957" y="2045750"/>
                </a:cubicBezTo>
                <a:lnTo>
                  <a:pt x="628071" y="2163728"/>
                </a:lnTo>
                <a:cubicBezTo>
                  <a:pt x="637476" y="2180017"/>
                  <a:pt x="631895" y="2200846"/>
                  <a:pt x="615606" y="2210250"/>
                </a:cubicBezTo>
                <a:lnTo>
                  <a:pt x="214481" y="2441840"/>
                </a:lnTo>
                <a:cubicBezTo>
                  <a:pt x="198192" y="2451244"/>
                  <a:pt x="177363" y="2445663"/>
                  <a:pt x="167958" y="2429374"/>
                </a:cubicBezTo>
                <a:lnTo>
                  <a:pt x="99844" y="2311396"/>
                </a:lnTo>
                <a:cubicBezTo>
                  <a:pt x="90439" y="2295107"/>
                  <a:pt x="96020" y="2274278"/>
                  <a:pt x="112309" y="2264874"/>
                </a:cubicBezTo>
                <a:lnTo>
                  <a:pt x="513434" y="2033284"/>
                </a:lnTo>
                <a:cubicBezTo>
                  <a:pt x="521579" y="2028582"/>
                  <a:pt x="530858" y="2027626"/>
                  <a:pt x="539277" y="2029882"/>
                </a:cubicBezTo>
                <a:close/>
                <a:moveTo>
                  <a:pt x="3094879" y="918289"/>
                </a:moveTo>
                <a:cubicBezTo>
                  <a:pt x="3112554" y="911856"/>
                  <a:pt x="3132097" y="920969"/>
                  <a:pt x="3138531" y="938644"/>
                </a:cubicBezTo>
                <a:lnTo>
                  <a:pt x="3185124" y="1066657"/>
                </a:lnTo>
                <a:cubicBezTo>
                  <a:pt x="3191557" y="1084332"/>
                  <a:pt x="3182443" y="1103875"/>
                  <a:pt x="3164769" y="1110308"/>
                </a:cubicBezTo>
                <a:lnTo>
                  <a:pt x="2729523" y="1268725"/>
                </a:lnTo>
                <a:cubicBezTo>
                  <a:pt x="2711848" y="1275158"/>
                  <a:pt x="2692304" y="1266045"/>
                  <a:pt x="2685871" y="1248370"/>
                </a:cubicBezTo>
                <a:lnTo>
                  <a:pt x="2639278" y="1120357"/>
                </a:lnTo>
                <a:cubicBezTo>
                  <a:pt x="2632845" y="1102682"/>
                  <a:pt x="2641959" y="1083138"/>
                  <a:pt x="2659633" y="1076705"/>
                </a:cubicBezTo>
                <a:close/>
                <a:moveTo>
                  <a:pt x="92307" y="918289"/>
                </a:moveTo>
                <a:lnTo>
                  <a:pt x="527553" y="1076705"/>
                </a:lnTo>
                <a:cubicBezTo>
                  <a:pt x="545228" y="1083138"/>
                  <a:pt x="554341" y="1102682"/>
                  <a:pt x="547908" y="1120357"/>
                </a:cubicBezTo>
                <a:lnTo>
                  <a:pt x="501315" y="1248370"/>
                </a:lnTo>
                <a:cubicBezTo>
                  <a:pt x="494882" y="1266045"/>
                  <a:pt x="475338" y="1275158"/>
                  <a:pt x="457664" y="1268725"/>
                </a:cubicBezTo>
                <a:lnTo>
                  <a:pt x="22418" y="1110308"/>
                </a:lnTo>
                <a:cubicBezTo>
                  <a:pt x="4743" y="1103875"/>
                  <a:pt x="-4370" y="1084332"/>
                  <a:pt x="2063" y="1066657"/>
                </a:cubicBezTo>
                <a:lnTo>
                  <a:pt x="48656" y="938644"/>
                </a:lnTo>
                <a:cubicBezTo>
                  <a:pt x="55089" y="920969"/>
                  <a:pt x="74633" y="911856"/>
                  <a:pt x="92307" y="918289"/>
                </a:cubicBezTo>
                <a:close/>
                <a:moveTo>
                  <a:pt x="1593593" y="658644"/>
                </a:moveTo>
                <a:cubicBezTo>
                  <a:pt x="2116495" y="658644"/>
                  <a:pt x="2540391" y="1082540"/>
                  <a:pt x="2540391" y="1605442"/>
                </a:cubicBezTo>
                <a:cubicBezTo>
                  <a:pt x="2540391" y="2128344"/>
                  <a:pt x="2116495" y="2552240"/>
                  <a:pt x="1593593" y="2552240"/>
                </a:cubicBezTo>
                <a:cubicBezTo>
                  <a:pt x="1070691" y="2552240"/>
                  <a:pt x="646795" y="2128344"/>
                  <a:pt x="646795" y="1605442"/>
                </a:cubicBezTo>
                <a:cubicBezTo>
                  <a:pt x="646795" y="1082540"/>
                  <a:pt x="1070691" y="658644"/>
                  <a:pt x="1593593" y="658644"/>
                </a:cubicBezTo>
                <a:close/>
                <a:moveTo>
                  <a:pt x="2246117" y="1165"/>
                </a:moveTo>
                <a:cubicBezTo>
                  <a:pt x="2254536" y="-1090"/>
                  <a:pt x="2263815" y="-135"/>
                  <a:pt x="2271960" y="4568"/>
                </a:cubicBezTo>
                <a:lnTo>
                  <a:pt x="2389938" y="72682"/>
                </a:lnTo>
                <a:cubicBezTo>
                  <a:pt x="2406227" y="82087"/>
                  <a:pt x="2411808" y="102916"/>
                  <a:pt x="2402403" y="119205"/>
                </a:cubicBezTo>
                <a:lnTo>
                  <a:pt x="2170814" y="520330"/>
                </a:lnTo>
                <a:cubicBezTo>
                  <a:pt x="2161409" y="536619"/>
                  <a:pt x="2140580" y="542200"/>
                  <a:pt x="2124291" y="532795"/>
                </a:cubicBezTo>
                <a:lnTo>
                  <a:pt x="2006313" y="464681"/>
                </a:lnTo>
                <a:cubicBezTo>
                  <a:pt x="1990024" y="455276"/>
                  <a:pt x="1984443" y="434447"/>
                  <a:pt x="1993848" y="418158"/>
                </a:cubicBezTo>
                <a:lnTo>
                  <a:pt x="2225437" y="17033"/>
                </a:lnTo>
                <a:cubicBezTo>
                  <a:pt x="2230139" y="8889"/>
                  <a:pt x="2237698" y="3421"/>
                  <a:pt x="2246117" y="1165"/>
                </a:cubicBezTo>
                <a:close/>
                <a:moveTo>
                  <a:pt x="941069" y="1165"/>
                </a:moveTo>
                <a:cubicBezTo>
                  <a:pt x="949488" y="3421"/>
                  <a:pt x="957047" y="8889"/>
                  <a:pt x="961749" y="17033"/>
                </a:cubicBezTo>
                <a:lnTo>
                  <a:pt x="1193338" y="418158"/>
                </a:lnTo>
                <a:cubicBezTo>
                  <a:pt x="1202743" y="434447"/>
                  <a:pt x="1197162" y="455276"/>
                  <a:pt x="1180873" y="464681"/>
                </a:cubicBezTo>
                <a:lnTo>
                  <a:pt x="1062895" y="532795"/>
                </a:lnTo>
                <a:cubicBezTo>
                  <a:pt x="1046606" y="542200"/>
                  <a:pt x="1025777" y="536619"/>
                  <a:pt x="1016372" y="520330"/>
                </a:cubicBezTo>
                <a:lnTo>
                  <a:pt x="784783" y="119205"/>
                </a:lnTo>
                <a:cubicBezTo>
                  <a:pt x="775378" y="102916"/>
                  <a:pt x="780959" y="82087"/>
                  <a:pt x="797248" y="72682"/>
                </a:cubicBezTo>
                <a:lnTo>
                  <a:pt x="915226" y="4568"/>
                </a:lnTo>
                <a:cubicBezTo>
                  <a:pt x="923371" y="-135"/>
                  <a:pt x="932650" y="-1090"/>
                  <a:pt x="941069" y="1165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9" name="Google Shape;489;p61"/>
          <p:cNvSpPr/>
          <p:nvPr/>
        </p:nvSpPr>
        <p:spPr>
          <a:xfrm>
            <a:off x="5963174" y="5716474"/>
            <a:ext cx="691882" cy="445892"/>
          </a:xfrm>
          <a:custGeom>
            <a:rect b="b" l="l" r="r" t="t"/>
            <a:pathLst>
              <a:path extrusionOk="0" h="2078296" w="3224845">
                <a:moveTo>
                  <a:pt x="1153236" y="427959"/>
                </a:moveTo>
                <a:cubicBezTo>
                  <a:pt x="1348431" y="427959"/>
                  <a:pt x="1521080" y="524490"/>
                  <a:pt x="1617434" y="678532"/>
                </a:cubicBezTo>
                <a:cubicBezTo>
                  <a:pt x="1678138" y="623092"/>
                  <a:pt x="1759417" y="592820"/>
                  <a:pt x="1847771" y="592820"/>
                </a:cubicBezTo>
                <a:cubicBezTo>
                  <a:pt x="2039655" y="592820"/>
                  <a:pt x="2198190" y="735609"/>
                  <a:pt x="2216233" y="921620"/>
                </a:cubicBezTo>
                <a:cubicBezTo>
                  <a:pt x="2219548" y="919625"/>
                  <a:pt x="2222903" y="919594"/>
                  <a:pt x="2226267" y="919594"/>
                </a:cubicBezTo>
                <a:cubicBezTo>
                  <a:pt x="2546231" y="919594"/>
                  <a:pt x="2805617" y="1178981"/>
                  <a:pt x="2805617" y="1498945"/>
                </a:cubicBezTo>
                <a:cubicBezTo>
                  <a:pt x="2805617" y="1801051"/>
                  <a:pt x="2574378" y="2049153"/>
                  <a:pt x="2279216" y="2075622"/>
                </a:cubicBezTo>
                <a:lnTo>
                  <a:pt x="2279216" y="2078296"/>
                </a:lnTo>
                <a:lnTo>
                  <a:pt x="2226267" y="2078296"/>
                </a:lnTo>
                <a:lnTo>
                  <a:pt x="646561" y="2078296"/>
                </a:lnTo>
                <a:lnTo>
                  <a:pt x="646561" y="2073975"/>
                </a:lnTo>
                <a:cubicBezTo>
                  <a:pt x="624550" y="2076984"/>
                  <a:pt x="602103" y="2078296"/>
                  <a:pt x="579350" y="2078296"/>
                </a:cubicBezTo>
                <a:cubicBezTo>
                  <a:pt x="259386" y="2078296"/>
                  <a:pt x="0" y="1818910"/>
                  <a:pt x="0" y="1498945"/>
                </a:cubicBezTo>
                <a:cubicBezTo>
                  <a:pt x="0" y="1178981"/>
                  <a:pt x="259386" y="919594"/>
                  <a:pt x="579350" y="919594"/>
                </a:cubicBezTo>
                <a:lnTo>
                  <a:pt x="591118" y="921972"/>
                </a:lnTo>
                <a:cubicBezTo>
                  <a:pt x="622324" y="641639"/>
                  <a:pt x="862826" y="427959"/>
                  <a:pt x="1153236" y="427959"/>
                </a:cubicBezTo>
                <a:close/>
                <a:moveTo>
                  <a:pt x="1844671" y="0"/>
                </a:moveTo>
                <a:cubicBezTo>
                  <a:pt x="2007709" y="0"/>
                  <a:pt x="2151917" y="80629"/>
                  <a:pt x="2232398" y="209295"/>
                </a:cubicBezTo>
                <a:cubicBezTo>
                  <a:pt x="2283102" y="162988"/>
                  <a:pt x="2350992" y="137703"/>
                  <a:pt x="2424790" y="137703"/>
                </a:cubicBezTo>
                <a:cubicBezTo>
                  <a:pt x="2585064" y="137703"/>
                  <a:pt x="2717483" y="256969"/>
                  <a:pt x="2732554" y="412337"/>
                </a:cubicBezTo>
                <a:cubicBezTo>
                  <a:pt x="2735322" y="410671"/>
                  <a:pt x="2738125" y="410646"/>
                  <a:pt x="2740934" y="410646"/>
                </a:cubicBezTo>
                <a:cubicBezTo>
                  <a:pt x="3008189" y="410646"/>
                  <a:pt x="3224845" y="627302"/>
                  <a:pt x="3224845" y="894557"/>
                </a:cubicBezTo>
                <a:cubicBezTo>
                  <a:pt x="3224845" y="1096996"/>
                  <a:pt x="3100535" y="1270403"/>
                  <a:pt x="2923312" y="1340619"/>
                </a:cubicBezTo>
                <a:cubicBezTo>
                  <a:pt x="2866347" y="1049229"/>
                  <a:pt x="2609521" y="829523"/>
                  <a:pt x="2301383" y="829523"/>
                </a:cubicBezTo>
                <a:cubicBezTo>
                  <a:pt x="2297701" y="829523"/>
                  <a:pt x="2294026" y="829557"/>
                  <a:pt x="2290397" y="831741"/>
                </a:cubicBezTo>
                <a:cubicBezTo>
                  <a:pt x="2270640" y="628070"/>
                  <a:pt x="2097054" y="471725"/>
                  <a:pt x="1886953" y="471725"/>
                </a:cubicBezTo>
                <a:cubicBezTo>
                  <a:pt x="1790211" y="471725"/>
                  <a:pt x="1701214" y="504871"/>
                  <a:pt x="1634747" y="565575"/>
                </a:cubicBezTo>
                <a:cubicBezTo>
                  <a:pt x="1575570" y="470966"/>
                  <a:pt x="1490108" y="396171"/>
                  <a:pt x="1388252" y="349790"/>
                </a:cubicBezTo>
                <a:cubicBezTo>
                  <a:pt x="1438607" y="147092"/>
                  <a:pt x="1624461" y="0"/>
                  <a:pt x="1844671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90" name="Google Shape;490;p61"/>
          <p:cNvSpPr/>
          <p:nvPr/>
        </p:nvSpPr>
        <p:spPr>
          <a:xfrm>
            <a:off x="6939606" y="5653380"/>
            <a:ext cx="579873" cy="572083"/>
          </a:xfrm>
          <a:custGeom>
            <a:rect b="b" l="l" r="r" t="t"/>
            <a:pathLst>
              <a:path extrusionOk="0" h="3196551" w="3240076">
                <a:moveTo>
                  <a:pt x="2810300" y="1617710"/>
                </a:moveTo>
                <a:cubicBezTo>
                  <a:pt x="2817009" y="1615912"/>
                  <a:pt x="2824405" y="1616674"/>
                  <a:pt x="2830895" y="1620421"/>
                </a:cubicBezTo>
                <a:lnTo>
                  <a:pt x="3150571" y="1804986"/>
                </a:lnTo>
                <a:cubicBezTo>
                  <a:pt x="3163552" y="1812480"/>
                  <a:pt x="3168000" y="1829080"/>
                  <a:pt x="3160506" y="1842062"/>
                </a:cubicBezTo>
                <a:lnTo>
                  <a:pt x="3106222" y="1936084"/>
                </a:lnTo>
                <a:cubicBezTo>
                  <a:pt x="3098727" y="1949065"/>
                  <a:pt x="3082128" y="1953513"/>
                  <a:pt x="3069146" y="1946019"/>
                </a:cubicBezTo>
                <a:lnTo>
                  <a:pt x="2749470" y="1761453"/>
                </a:lnTo>
                <a:cubicBezTo>
                  <a:pt x="2736489" y="1753959"/>
                  <a:pt x="2732040" y="1737359"/>
                  <a:pt x="2739536" y="1724378"/>
                </a:cubicBezTo>
                <a:lnTo>
                  <a:pt x="2793819" y="1630356"/>
                </a:lnTo>
                <a:cubicBezTo>
                  <a:pt x="2797567" y="1623864"/>
                  <a:pt x="2803590" y="1619508"/>
                  <a:pt x="2810300" y="1617710"/>
                </a:cubicBezTo>
                <a:close/>
                <a:moveTo>
                  <a:pt x="1308278" y="1324343"/>
                </a:moveTo>
                <a:cubicBezTo>
                  <a:pt x="1529714" y="1324343"/>
                  <a:pt x="1725574" y="1433852"/>
                  <a:pt x="1834882" y="1608603"/>
                </a:cubicBezTo>
                <a:cubicBezTo>
                  <a:pt x="1903747" y="1545710"/>
                  <a:pt x="1995954" y="1511368"/>
                  <a:pt x="2096186" y="1511368"/>
                </a:cubicBezTo>
                <a:cubicBezTo>
                  <a:pt x="2313867" y="1511368"/>
                  <a:pt x="2493715" y="1673353"/>
                  <a:pt x="2514185" y="1884371"/>
                </a:cubicBezTo>
                <a:cubicBezTo>
                  <a:pt x="2517944" y="1882108"/>
                  <a:pt x="2521751" y="1882074"/>
                  <a:pt x="2525567" y="1882074"/>
                </a:cubicBezTo>
                <a:cubicBezTo>
                  <a:pt x="2888547" y="1882074"/>
                  <a:pt x="3182805" y="2176332"/>
                  <a:pt x="3182805" y="2539312"/>
                </a:cubicBezTo>
                <a:cubicBezTo>
                  <a:pt x="3182805" y="2882034"/>
                  <a:pt x="2920478" y="3163490"/>
                  <a:pt x="2585635" y="3193518"/>
                </a:cubicBezTo>
                <a:lnTo>
                  <a:pt x="2585635" y="3196551"/>
                </a:lnTo>
                <a:lnTo>
                  <a:pt x="2525567" y="3196551"/>
                </a:lnTo>
                <a:lnTo>
                  <a:pt x="733485" y="3196551"/>
                </a:lnTo>
                <a:lnTo>
                  <a:pt x="733485" y="3191649"/>
                </a:lnTo>
                <a:cubicBezTo>
                  <a:pt x="708515" y="3195063"/>
                  <a:pt x="683050" y="3196551"/>
                  <a:pt x="657239" y="3196551"/>
                </a:cubicBezTo>
                <a:cubicBezTo>
                  <a:pt x="294258" y="3196551"/>
                  <a:pt x="0" y="2902293"/>
                  <a:pt x="0" y="2539312"/>
                </a:cubicBezTo>
                <a:cubicBezTo>
                  <a:pt x="0" y="2176332"/>
                  <a:pt x="294258" y="1882074"/>
                  <a:pt x="657239" y="1882074"/>
                </a:cubicBezTo>
                <a:lnTo>
                  <a:pt x="670588" y="1884770"/>
                </a:lnTo>
                <a:cubicBezTo>
                  <a:pt x="705989" y="1566750"/>
                  <a:pt x="978825" y="1324343"/>
                  <a:pt x="1308278" y="1324343"/>
                </a:cubicBezTo>
                <a:close/>
                <a:moveTo>
                  <a:pt x="3166512" y="731828"/>
                </a:moveTo>
                <a:cubicBezTo>
                  <a:pt x="3180598" y="726701"/>
                  <a:pt x="3196172" y="733964"/>
                  <a:pt x="3201300" y="748050"/>
                </a:cubicBezTo>
                <a:lnTo>
                  <a:pt x="3238432" y="850070"/>
                </a:lnTo>
                <a:cubicBezTo>
                  <a:pt x="3243559" y="864156"/>
                  <a:pt x="3236295" y="879731"/>
                  <a:pt x="3222210" y="884857"/>
                </a:cubicBezTo>
                <a:lnTo>
                  <a:pt x="2875342" y="1011107"/>
                </a:lnTo>
                <a:cubicBezTo>
                  <a:pt x="2861256" y="1016234"/>
                  <a:pt x="2845680" y="1008972"/>
                  <a:pt x="2840554" y="994886"/>
                </a:cubicBezTo>
                <a:lnTo>
                  <a:pt x="2803421" y="892866"/>
                </a:lnTo>
                <a:cubicBezTo>
                  <a:pt x="2798295" y="878780"/>
                  <a:pt x="2805558" y="863204"/>
                  <a:pt x="2819643" y="858077"/>
                </a:cubicBezTo>
                <a:close/>
                <a:moveTo>
                  <a:pt x="773619" y="731828"/>
                </a:moveTo>
                <a:lnTo>
                  <a:pt x="1120487" y="858077"/>
                </a:lnTo>
                <a:cubicBezTo>
                  <a:pt x="1134573" y="863204"/>
                  <a:pt x="1141836" y="878780"/>
                  <a:pt x="1136709" y="892866"/>
                </a:cubicBezTo>
                <a:lnTo>
                  <a:pt x="1099577" y="994886"/>
                </a:lnTo>
                <a:cubicBezTo>
                  <a:pt x="1094450" y="1008972"/>
                  <a:pt x="1078875" y="1016234"/>
                  <a:pt x="1064789" y="1011107"/>
                </a:cubicBezTo>
                <a:lnTo>
                  <a:pt x="717921" y="884857"/>
                </a:lnTo>
                <a:cubicBezTo>
                  <a:pt x="703835" y="879731"/>
                  <a:pt x="696572" y="864156"/>
                  <a:pt x="701699" y="850070"/>
                </a:cubicBezTo>
                <a:lnTo>
                  <a:pt x="738831" y="748050"/>
                </a:lnTo>
                <a:cubicBezTo>
                  <a:pt x="743958" y="733964"/>
                  <a:pt x="759534" y="726701"/>
                  <a:pt x="773619" y="731828"/>
                </a:cubicBezTo>
                <a:close/>
                <a:moveTo>
                  <a:pt x="1970065" y="524905"/>
                </a:moveTo>
                <a:cubicBezTo>
                  <a:pt x="2386791" y="524905"/>
                  <a:pt x="2724614" y="862728"/>
                  <a:pt x="2724614" y="1279453"/>
                </a:cubicBezTo>
                <a:cubicBezTo>
                  <a:pt x="2724614" y="1453368"/>
                  <a:pt x="2665775" y="1613540"/>
                  <a:pt x="2564463" y="1739247"/>
                </a:cubicBezTo>
                <a:cubicBezTo>
                  <a:pt x="2529951" y="1545877"/>
                  <a:pt x="2358485" y="1402176"/>
                  <a:pt x="2153457" y="1402176"/>
                </a:cubicBezTo>
                <a:cubicBezTo>
                  <a:pt x="2053225" y="1402176"/>
                  <a:pt x="1961018" y="1436518"/>
                  <a:pt x="1892153" y="1499411"/>
                </a:cubicBezTo>
                <a:cubicBezTo>
                  <a:pt x="1782845" y="1324660"/>
                  <a:pt x="1586985" y="1215151"/>
                  <a:pt x="1365549" y="1215151"/>
                </a:cubicBezTo>
                <a:cubicBezTo>
                  <a:pt x="1314582" y="1215151"/>
                  <a:pt x="1264970" y="1220953"/>
                  <a:pt x="1217820" y="1233835"/>
                </a:cubicBezTo>
                <a:cubicBezTo>
                  <a:pt x="1240489" y="838320"/>
                  <a:pt x="1568676" y="524905"/>
                  <a:pt x="1970065" y="524905"/>
                </a:cubicBezTo>
                <a:close/>
                <a:moveTo>
                  <a:pt x="2490093" y="928"/>
                </a:moveTo>
                <a:cubicBezTo>
                  <a:pt x="2496802" y="-869"/>
                  <a:pt x="2504197" y="-108"/>
                  <a:pt x="2510688" y="3640"/>
                </a:cubicBezTo>
                <a:lnTo>
                  <a:pt x="2604711" y="57924"/>
                </a:lnTo>
                <a:cubicBezTo>
                  <a:pt x="2617692" y="65419"/>
                  <a:pt x="2622140" y="82019"/>
                  <a:pt x="2614644" y="95000"/>
                </a:cubicBezTo>
                <a:lnTo>
                  <a:pt x="2430080" y="414676"/>
                </a:lnTo>
                <a:cubicBezTo>
                  <a:pt x="2422585" y="427657"/>
                  <a:pt x="2405985" y="432105"/>
                  <a:pt x="2393004" y="424610"/>
                </a:cubicBezTo>
                <a:lnTo>
                  <a:pt x="2298982" y="370326"/>
                </a:lnTo>
                <a:cubicBezTo>
                  <a:pt x="2286000" y="362831"/>
                  <a:pt x="2281552" y="346232"/>
                  <a:pt x="2289048" y="333250"/>
                </a:cubicBezTo>
                <a:lnTo>
                  <a:pt x="2473612" y="13574"/>
                </a:lnTo>
                <a:cubicBezTo>
                  <a:pt x="2477359" y="7084"/>
                  <a:pt x="2483383" y="2726"/>
                  <a:pt x="2490093" y="928"/>
                </a:cubicBezTo>
                <a:close/>
                <a:moveTo>
                  <a:pt x="1450038" y="928"/>
                </a:moveTo>
                <a:cubicBezTo>
                  <a:pt x="1456747" y="2726"/>
                  <a:pt x="1462771" y="7084"/>
                  <a:pt x="1466519" y="13574"/>
                </a:cubicBezTo>
                <a:lnTo>
                  <a:pt x="1651083" y="333250"/>
                </a:lnTo>
                <a:cubicBezTo>
                  <a:pt x="1658578" y="346232"/>
                  <a:pt x="1654131" y="362831"/>
                  <a:pt x="1641149" y="370326"/>
                </a:cubicBezTo>
                <a:lnTo>
                  <a:pt x="1547127" y="424610"/>
                </a:lnTo>
                <a:cubicBezTo>
                  <a:pt x="1534145" y="432105"/>
                  <a:pt x="1517546" y="427657"/>
                  <a:pt x="1510050" y="414676"/>
                </a:cubicBezTo>
                <a:lnTo>
                  <a:pt x="1325486" y="95000"/>
                </a:lnTo>
                <a:cubicBezTo>
                  <a:pt x="1317991" y="82019"/>
                  <a:pt x="1322439" y="65419"/>
                  <a:pt x="1335420" y="57924"/>
                </a:cubicBezTo>
                <a:lnTo>
                  <a:pt x="1429442" y="3640"/>
                </a:lnTo>
                <a:cubicBezTo>
                  <a:pt x="1435933" y="-108"/>
                  <a:pt x="1443328" y="-869"/>
                  <a:pt x="1450038" y="928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91" name="Google Shape;491;p61"/>
          <p:cNvSpPr/>
          <p:nvPr/>
        </p:nvSpPr>
        <p:spPr>
          <a:xfrm rot="-2700000">
            <a:off x="5204982" y="5698880"/>
            <a:ext cx="473640" cy="481082"/>
          </a:xfrm>
          <a:custGeom>
            <a:rect b="b" l="l" r="r" t="t"/>
            <a:pathLst>
              <a:path extrusionOk="0" h="2688071" w="2646489">
                <a:moveTo>
                  <a:pt x="306023" y="2382048"/>
                </a:moveTo>
                <a:cubicBezTo>
                  <a:pt x="271732" y="2441625"/>
                  <a:pt x="254586" y="2501201"/>
                  <a:pt x="254586" y="2560778"/>
                </a:cubicBezTo>
                <a:cubicBezTo>
                  <a:pt x="254586" y="2631080"/>
                  <a:pt x="197595" y="2688071"/>
                  <a:pt x="127293" y="2688071"/>
                </a:cubicBezTo>
                <a:cubicBezTo>
                  <a:pt x="56991" y="2688071"/>
                  <a:pt x="0" y="2631081"/>
                  <a:pt x="0" y="2560778"/>
                </a:cubicBezTo>
                <a:cubicBezTo>
                  <a:pt x="0" y="2490477"/>
                  <a:pt x="56991" y="2433485"/>
                  <a:pt x="127293" y="2433485"/>
                </a:cubicBezTo>
                <a:cubicBezTo>
                  <a:pt x="186870" y="2433486"/>
                  <a:pt x="246446" y="2416340"/>
                  <a:pt x="306023" y="2382048"/>
                </a:cubicBezTo>
                <a:close/>
                <a:moveTo>
                  <a:pt x="812224" y="2334103"/>
                </a:moveTo>
                <a:cubicBezTo>
                  <a:pt x="777933" y="2393681"/>
                  <a:pt x="760787" y="2453256"/>
                  <a:pt x="760787" y="2512834"/>
                </a:cubicBezTo>
                <a:cubicBezTo>
                  <a:pt x="760787" y="2583136"/>
                  <a:pt x="703796" y="2640127"/>
                  <a:pt x="633494" y="2640127"/>
                </a:cubicBezTo>
                <a:cubicBezTo>
                  <a:pt x="563192" y="2640127"/>
                  <a:pt x="506201" y="2583136"/>
                  <a:pt x="506201" y="2512834"/>
                </a:cubicBezTo>
                <a:cubicBezTo>
                  <a:pt x="506201" y="2442532"/>
                  <a:pt x="563192" y="2385541"/>
                  <a:pt x="633494" y="2385541"/>
                </a:cubicBezTo>
                <a:cubicBezTo>
                  <a:pt x="693071" y="2385540"/>
                  <a:pt x="752647" y="2368395"/>
                  <a:pt x="812224" y="2334103"/>
                </a:cubicBezTo>
                <a:close/>
                <a:moveTo>
                  <a:pt x="353968" y="1875848"/>
                </a:moveTo>
                <a:cubicBezTo>
                  <a:pt x="319677" y="1935424"/>
                  <a:pt x="302531" y="1995001"/>
                  <a:pt x="302530" y="2054578"/>
                </a:cubicBezTo>
                <a:cubicBezTo>
                  <a:pt x="302530" y="2124880"/>
                  <a:pt x="245539" y="2181871"/>
                  <a:pt x="175237" y="2181871"/>
                </a:cubicBezTo>
                <a:cubicBezTo>
                  <a:pt x="104935" y="2181871"/>
                  <a:pt x="47945" y="2124880"/>
                  <a:pt x="47944" y="2054578"/>
                </a:cubicBezTo>
                <a:cubicBezTo>
                  <a:pt x="47944" y="1984276"/>
                  <a:pt x="104935" y="1927285"/>
                  <a:pt x="175237" y="1927285"/>
                </a:cubicBezTo>
                <a:cubicBezTo>
                  <a:pt x="234815" y="1927285"/>
                  <a:pt x="294391" y="1910139"/>
                  <a:pt x="353968" y="1875848"/>
                </a:cubicBezTo>
                <a:close/>
                <a:moveTo>
                  <a:pt x="401912" y="1369646"/>
                </a:moveTo>
                <a:cubicBezTo>
                  <a:pt x="367621" y="1429223"/>
                  <a:pt x="350475" y="1488799"/>
                  <a:pt x="350475" y="1548377"/>
                </a:cubicBezTo>
                <a:cubicBezTo>
                  <a:pt x="350475" y="1618679"/>
                  <a:pt x="293484" y="1675670"/>
                  <a:pt x="223182" y="1675670"/>
                </a:cubicBezTo>
                <a:cubicBezTo>
                  <a:pt x="152880" y="1675670"/>
                  <a:pt x="95889" y="1618679"/>
                  <a:pt x="95889" y="1548377"/>
                </a:cubicBezTo>
                <a:cubicBezTo>
                  <a:pt x="95889" y="1478075"/>
                  <a:pt x="152880" y="1421084"/>
                  <a:pt x="223182" y="1421084"/>
                </a:cubicBezTo>
                <a:cubicBezTo>
                  <a:pt x="282759" y="1421084"/>
                  <a:pt x="342335" y="1403938"/>
                  <a:pt x="401912" y="1369646"/>
                </a:cubicBezTo>
                <a:close/>
                <a:moveTo>
                  <a:pt x="1318425" y="2286158"/>
                </a:moveTo>
                <a:cubicBezTo>
                  <a:pt x="1284134" y="2345735"/>
                  <a:pt x="1266988" y="2405312"/>
                  <a:pt x="1266987" y="2464888"/>
                </a:cubicBezTo>
                <a:cubicBezTo>
                  <a:pt x="1266987" y="2535190"/>
                  <a:pt x="1209996" y="2592182"/>
                  <a:pt x="1139694" y="2592182"/>
                </a:cubicBezTo>
                <a:cubicBezTo>
                  <a:pt x="1069392" y="2592182"/>
                  <a:pt x="1012402" y="2535191"/>
                  <a:pt x="1012401" y="2464888"/>
                </a:cubicBezTo>
                <a:cubicBezTo>
                  <a:pt x="1012401" y="2394586"/>
                  <a:pt x="1069392" y="2337595"/>
                  <a:pt x="1139694" y="2337595"/>
                </a:cubicBezTo>
                <a:cubicBezTo>
                  <a:pt x="1199271" y="2337596"/>
                  <a:pt x="1258848" y="2320449"/>
                  <a:pt x="1318425" y="2286158"/>
                </a:cubicBezTo>
                <a:close/>
                <a:moveTo>
                  <a:pt x="860169" y="1827902"/>
                </a:moveTo>
                <a:cubicBezTo>
                  <a:pt x="825878" y="1887479"/>
                  <a:pt x="808731" y="1947056"/>
                  <a:pt x="808731" y="2006633"/>
                </a:cubicBezTo>
                <a:cubicBezTo>
                  <a:pt x="808731" y="2076935"/>
                  <a:pt x="751740" y="2133926"/>
                  <a:pt x="681438" y="2133926"/>
                </a:cubicBezTo>
                <a:cubicBezTo>
                  <a:pt x="611136" y="2133926"/>
                  <a:pt x="554146" y="2076935"/>
                  <a:pt x="554145" y="2006633"/>
                </a:cubicBezTo>
                <a:cubicBezTo>
                  <a:pt x="554145" y="1936331"/>
                  <a:pt x="611136" y="1879340"/>
                  <a:pt x="681438" y="1879340"/>
                </a:cubicBezTo>
                <a:cubicBezTo>
                  <a:pt x="741015" y="1879340"/>
                  <a:pt x="800591" y="1862193"/>
                  <a:pt x="860169" y="1827902"/>
                </a:cubicBezTo>
                <a:close/>
                <a:moveTo>
                  <a:pt x="2096803" y="190871"/>
                </a:moveTo>
                <a:cubicBezTo>
                  <a:pt x="2253382" y="347450"/>
                  <a:pt x="2314442" y="563378"/>
                  <a:pt x="2268166" y="764238"/>
                </a:cubicBezTo>
                <a:cubicBezTo>
                  <a:pt x="2361334" y="768461"/>
                  <a:pt x="2450817" y="809378"/>
                  <a:pt x="2521691" y="880252"/>
                </a:cubicBezTo>
                <a:cubicBezTo>
                  <a:pt x="2675615" y="1034176"/>
                  <a:pt x="2688247" y="1275888"/>
                  <a:pt x="2553508" y="1439575"/>
                </a:cubicBezTo>
                <a:cubicBezTo>
                  <a:pt x="2557767" y="1440633"/>
                  <a:pt x="2560483" y="1443301"/>
                  <a:pt x="2563181" y="1445999"/>
                </a:cubicBezTo>
                <a:cubicBezTo>
                  <a:pt x="2819847" y="1702665"/>
                  <a:pt x="2819847" y="2118808"/>
                  <a:pt x="2563181" y="2375474"/>
                </a:cubicBezTo>
                <a:cubicBezTo>
                  <a:pt x="2320841" y="2617815"/>
                  <a:pt x="1936328" y="2631341"/>
                  <a:pt x="1678325" y="2415804"/>
                </a:cubicBezTo>
                <a:lnTo>
                  <a:pt x="1676180" y="2417949"/>
                </a:lnTo>
                <a:lnTo>
                  <a:pt x="1633705" y="2375475"/>
                </a:lnTo>
                <a:lnTo>
                  <a:pt x="366513" y="1108282"/>
                </a:lnTo>
                <a:lnTo>
                  <a:pt x="369979" y="1104815"/>
                </a:lnTo>
                <a:cubicBezTo>
                  <a:pt x="349908" y="1089573"/>
                  <a:pt x="330850" y="1072619"/>
                  <a:pt x="312598" y="1054367"/>
                </a:cubicBezTo>
                <a:cubicBezTo>
                  <a:pt x="55932" y="797701"/>
                  <a:pt x="55932" y="381558"/>
                  <a:pt x="312598" y="124891"/>
                </a:cubicBezTo>
                <a:cubicBezTo>
                  <a:pt x="569264" y="-131775"/>
                  <a:pt x="985408" y="-131775"/>
                  <a:pt x="1242074" y="124891"/>
                </a:cubicBezTo>
                <a:lnTo>
                  <a:pt x="1249606" y="136238"/>
                </a:lnTo>
                <a:cubicBezTo>
                  <a:pt x="1499513" y="-63604"/>
                  <a:pt x="1863845" y="-42087"/>
                  <a:pt x="2096803" y="190871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92" name="Google Shape;492;p61"/>
          <p:cNvSpPr/>
          <p:nvPr/>
        </p:nvSpPr>
        <p:spPr>
          <a:xfrm>
            <a:off x="7804030" y="5649492"/>
            <a:ext cx="576449" cy="579858"/>
          </a:xfrm>
          <a:custGeom>
            <a:rect b="b" l="l" r="r" t="t"/>
            <a:pathLst>
              <a:path extrusionOk="0" h="3240001" w="3220951">
                <a:moveTo>
                  <a:pt x="1308278" y="1367793"/>
                </a:moveTo>
                <a:cubicBezTo>
                  <a:pt x="1529714" y="1367793"/>
                  <a:pt x="1725574" y="1477302"/>
                  <a:pt x="1834882" y="1652053"/>
                </a:cubicBezTo>
                <a:cubicBezTo>
                  <a:pt x="1903747" y="1589160"/>
                  <a:pt x="1995954" y="1554818"/>
                  <a:pt x="2096186" y="1554818"/>
                </a:cubicBezTo>
                <a:cubicBezTo>
                  <a:pt x="2313867" y="1554818"/>
                  <a:pt x="2493715" y="1716803"/>
                  <a:pt x="2514185" y="1927821"/>
                </a:cubicBezTo>
                <a:cubicBezTo>
                  <a:pt x="2517944" y="1925558"/>
                  <a:pt x="2521751" y="1925524"/>
                  <a:pt x="2525567" y="1925524"/>
                </a:cubicBezTo>
                <a:cubicBezTo>
                  <a:pt x="2888547" y="1925524"/>
                  <a:pt x="3182805" y="2219782"/>
                  <a:pt x="3182805" y="2582762"/>
                </a:cubicBezTo>
                <a:cubicBezTo>
                  <a:pt x="3182805" y="2925484"/>
                  <a:pt x="2920478" y="3206940"/>
                  <a:pt x="2585635" y="3236968"/>
                </a:cubicBezTo>
                <a:lnTo>
                  <a:pt x="2585635" y="3240001"/>
                </a:lnTo>
                <a:lnTo>
                  <a:pt x="2525567" y="3240001"/>
                </a:lnTo>
                <a:lnTo>
                  <a:pt x="733485" y="3240001"/>
                </a:lnTo>
                <a:lnTo>
                  <a:pt x="733485" y="3235099"/>
                </a:lnTo>
                <a:cubicBezTo>
                  <a:pt x="708515" y="3238513"/>
                  <a:pt x="683051" y="3240001"/>
                  <a:pt x="657239" y="3240001"/>
                </a:cubicBezTo>
                <a:cubicBezTo>
                  <a:pt x="294258" y="3240001"/>
                  <a:pt x="0" y="2945743"/>
                  <a:pt x="0" y="2582762"/>
                </a:cubicBezTo>
                <a:cubicBezTo>
                  <a:pt x="0" y="2219782"/>
                  <a:pt x="294258" y="1925524"/>
                  <a:pt x="657239" y="1925524"/>
                </a:cubicBezTo>
                <a:lnTo>
                  <a:pt x="670588" y="1928221"/>
                </a:lnTo>
                <a:cubicBezTo>
                  <a:pt x="705989" y="1610200"/>
                  <a:pt x="978825" y="1367793"/>
                  <a:pt x="1308278" y="1367793"/>
                </a:cubicBezTo>
                <a:close/>
                <a:moveTo>
                  <a:pt x="1589786" y="0"/>
                </a:moveTo>
                <a:cubicBezTo>
                  <a:pt x="1520182" y="453314"/>
                  <a:pt x="1668069" y="912942"/>
                  <a:pt x="1988957" y="1240613"/>
                </a:cubicBezTo>
                <a:cubicBezTo>
                  <a:pt x="2309845" y="1568285"/>
                  <a:pt x="2766281" y="1725754"/>
                  <a:pt x="3220951" y="1665645"/>
                </a:cubicBezTo>
                <a:cubicBezTo>
                  <a:pt x="3108976" y="1775302"/>
                  <a:pt x="2980523" y="1857805"/>
                  <a:pt x="2843553" y="1912752"/>
                </a:cubicBezTo>
                <a:cubicBezTo>
                  <a:pt x="2756367" y="1866073"/>
                  <a:pt x="2656598" y="1841175"/>
                  <a:pt x="2551012" y="1841175"/>
                </a:cubicBezTo>
                <a:cubicBezTo>
                  <a:pt x="2547197" y="1841176"/>
                  <a:pt x="2543390" y="1841210"/>
                  <a:pt x="2539631" y="1843473"/>
                </a:cubicBezTo>
                <a:cubicBezTo>
                  <a:pt x="2519161" y="1632454"/>
                  <a:pt x="2339312" y="1470470"/>
                  <a:pt x="2121631" y="1470470"/>
                </a:cubicBezTo>
                <a:cubicBezTo>
                  <a:pt x="2021400" y="1470470"/>
                  <a:pt x="1929192" y="1504812"/>
                  <a:pt x="1860327" y="1567705"/>
                </a:cubicBezTo>
                <a:cubicBezTo>
                  <a:pt x="1751020" y="1392954"/>
                  <a:pt x="1555160" y="1283445"/>
                  <a:pt x="1333723" y="1283445"/>
                </a:cubicBezTo>
                <a:lnTo>
                  <a:pt x="1331160" y="1283679"/>
                </a:lnTo>
                <a:cubicBezTo>
                  <a:pt x="1150898" y="856385"/>
                  <a:pt x="1238290" y="344219"/>
                  <a:pt x="1589786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93" name="Google Shape;493;p61"/>
          <p:cNvSpPr/>
          <p:nvPr/>
        </p:nvSpPr>
        <p:spPr>
          <a:xfrm>
            <a:off x="4455730" y="1450295"/>
            <a:ext cx="251302" cy="661867"/>
          </a:xfrm>
          <a:custGeom>
            <a:rect b="b" l="l" r="r" t="t"/>
            <a:pathLst>
              <a:path extrusionOk="0" h="3923699" w="1489775">
                <a:moveTo>
                  <a:pt x="280204" y="750754"/>
                </a:moveTo>
                <a:lnTo>
                  <a:pt x="1209570" y="750754"/>
                </a:lnTo>
                <a:cubicBezTo>
                  <a:pt x="1364322" y="750754"/>
                  <a:pt x="1489774" y="876206"/>
                  <a:pt x="1489774" y="1030958"/>
                </a:cubicBezTo>
                <a:lnTo>
                  <a:pt x="1489774" y="1293518"/>
                </a:lnTo>
                <a:lnTo>
                  <a:pt x="1489775" y="1293518"/>
                </a:lnTo>
                <a:lnTo>
                  <a:pt x="1489775" y="2063902"/>
                </a:lnTo>
                <a:cubicBezTo>
                  <a:pt x="1489775" y="2143440"/>
                  <a:pt x="1425297" y="2207918"/>
                  <a:pt x="1345759" y="2207918"/>
                </a:cubicBezTo>
                <a:cubicBezTo>
                  <a:pt x="1266221" y="2207918"/>
                  <a:pt x="1201743" y="2143440"/>
                  <a:pt x="1201743" y="2063902"/>
                </a:cubicBezTo>
                <a:lnTo>
                  <a:pt x="1201743" y="1390678"/>
                </a:lnTo>
                <a:lnTo>
                  <a:pt x="1158887" y="1390678"/>
                </a:lnTo>
                <a:cubicBezTo>
                  <a:pt x="1156542" y="2175018"/>
                  <a:pt x="1154198" y="2959359"/>
                  <a:pt x="1151853" y="3743699"/>
                </a:cubicBezTo>
                <a:cubicBezTo>
                  <a:pt x="1151853" y="3843110"/>
                  <a:pt x="1071264" y="3923699"/>
                  <a:pt x="971853" y="3923699"/>
                </a:cubicBezTo>
                <a:cubicBezTo>
                  <a:pt x="872442" y="3923699"/>
                  <a:pt x="791853" y="3843110"/>
                  <a:pt x="791853" y="3743699"/>
                </a:cubicBezTo>
                <a:lnTo>
                  <a:pt x="791853" y="2305078"/>
                </a:lnTo>
                <a:lnTo>
                  <a:pt x="683854" y="2305078"/>
                </a:lnTo>
                <a:lnTo>
                  <a:pt x="683854" y="3743698"/>
                </a:lnTo>
                <a:cubicBezTo>
                  <a:pt x="683854" y="3843109"/>
                  <a:pt x="603265" y="3923698"/>
                  <a:pt x="503854" y="3923698"/>
                </a:cubicBezTo>
                <a:cubicBezTo>
                  <a:pt x="404443" y="3923698"/>
                  <a:pt x="323854" y="3843109"/>
                  <a:pt x="323854" y="3743698"/>
                </a:cubicBezTo>
                <a:cubicBezTo>
                  <a:pt x="326198" y="2959358"/>
                  <a:pt x="328543" y="2175018"/>
                  <a:pt x="330887" y="1390678"/>
                </a:cubicBezTo>
                <a:lnTo>
                  <a:pt x="288033" y="1390678"/>
                </a:lnTo>
                <a:lnTo>
                  <a:pt x="288033" y="2063902"/>
                </a:lnTo>
                <a:cubicBezTo>
                  <a:pt x="288033" y="2143440"/>
                  <a:pt x="223555" y="2207918"/>
                  <a:pt x="144017" y="2207918"/>
                </a:cubicBezTo>
                <a:cubicBezTo>
                  <a:pt x="64479" y="2207918"/>
                  <a:pt x="1" y="2143440"/>
                  <a:pt x="1" y="2063902"/>
                </a:cubicBezTo>
                <a:lnTo>
                  <a:pt x="1" y="1390678"/>
                </a:lnTo>
                <a:lnTo>
                  <a:pt x="0" y="1390678"/>
                </a:lnTo>
                <a:lnTo>
                  <a:pt x="0" y="1030958"/>
                </a:lnTo>
                <a:cubicBezTo>
                  <a:pt x="0" y="876206"/>
                  <a:pt x="125452" y="750754"/>
                  <a:pt x="280204" y="750754"/>
                </a:cubicBezTo>
                <a:close/>
                <a:moveTo>
                  <a:pt x="744888" y="0"/>
                </a:moveTo>
                <a:cubicBezTo>
                  <a:pt x="931180" y="0"/>
                  <a:pt x="1082199" y="151019"/>
                  <a:pt x="1082199" y="337311"/>
                </a:cubicBezTo>
                <a:cubicBezTo>
                  <a:pt x="1082199" y="523603"/>
                  <a:pt x="931180" y="674622"/>
                  <a:pt x="744888" y="674622"/>
                </a:cubicBezTo>
                <a:cubicBezTo>
                  <a:pt x="558596" y="674622"/>
                  <a:pt x="407577" y="523603"/>
                  <a:pt x="407577" y="337311"/>
                </a:cubicBezTo>
                <a:cubicBezTo>
                  <a:pt x="407577" y="151019"/>
                  <a:pt x="558596" y="0"/>
                  <a:pt x="744888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94" name="Google Shape;494;p61"/>
          <p:cNvSpPr/>
          <p:nvPr/>
        </p:nvSpPr>
        <p:spPr>
          <a:xfrm rot="10800000">
            <a:off x="5042893" y="1447239"/>
            <a:ext cx="313136" cy="667981"/>
          </a:xfrm>
          <a:custGeom>
            <a:rect b="b" l="l" r="r" t="t"/>
            <a:pathLst>
              <a:path extrusionOk="0" h="3959924" w="1856332">
                <a:moveTo>
                  <a:pt x="1228565" y="3214674"/>
                </a:moveTo>
                <a:lnTo>
                  <a:pt x="622681" y="3214674"/>
                </a:lnTo>
                <a:cubicBezTo>
                  <a:pt x="495703" y="3202920"/>
                  <a:pt x="501057" y="3225622"/>
                  <a:pt x="466697" y="3144149"/>
                </a:cubicBezTo>
                <a:lnTo>
                  <a:pt x="8303" y="1942070"/>
                </a:lnTo>
                <a:cubicBezTo>
                  <a:pt x="-16491" y="1877049"/>
                  <a:pt x="16118" y="1804239"/>
                  <a:pt x="81139" y="1779444"/>
                </a:cubicBezTo>
                <a:cubicBezTo>
                  <a:pt x="146160" y="1754650"/>
                  <a:pt x="218970" y="1787259"/>
                  <a:pt x="243764" y="1852280"/>
                </a:cubicBezTo>
                <a:lnTo>
                  <a:pt x="504770" y="2536736"/>
                </a:lnTo>
                <a:lnTo>
                  <a:pt x="555637" y="2536736"/>
                </a:lnTo>
                <a:lnTo>
                  <a:pt x="226299" y="1210417"/>
                </a:lnTo>
                <a:lnTo>
                  <a:pt x="551784" y="1210417"/>
                </a:lnTo>
                <a:lnTo>
                  <a:pt x="551784" y="168335"/>
                </a:lnTo>
                <a:cubicBezTo>
                  <a:pt x="551784" y="75366"/>
                  <a:pt x="627150" y="0"/>
                  <a:pt x="720119" y="0"/>
                </a:cubicBezTo>
                <a:cubicBezTo>
                  <a:pt x="813088" y="0"/>
                  <a:pt x="888454" y="75366"/>
                  <a:pt x="888454" y="168335"/>
                </a:cubicBezTo>
                <a:lnTo>
                  <a:pt x="888454" y="1210417"/>
                </a:lnTo>
                <a:lnTo>
                  <a:pt x="968040" y="1210417"/>
                </a:lnTo>
                <a:lnTo>
                  <a:pt x="968040" y="168335"/>
                </a:lnTo>
                <a:cubicBezTo>
                  <a:pt x="968040" y="75366"/>
                  <a:pt x="1043406" y="0"/>
                  <a:pt x="1136375" y="0"/>
                </a:cubicBezTo>
                <a:cubicBezTo>
                  <a:pt x="1229344" y="0"/>
                  <a:pt x="1304710" y="75366"/>
                  <a:pt x="1304710" y="168335"/>
                </a:cubicBezTo>
                <a:lnTo>
                  <a:pt x="1304710" y="1210417"/>
                </a:lnTo>
                <a:lnTo>
                  <a:pt x="1631589" y="1210417"/>
                </a:lnTo>
                <a:lnTo>
                  <a:pt x="1302251" y="2536736"/>
                </a:lnTo>
                <a:lnTo>
                  <a:pt x="1351562" y="2536736"/>
                </a:lnTo>
                <a:lnTo>
                  <a:pt x="1612568" y="1852280"/>
                </a:lnTo>
                <a:cubicBezTo>
                  <a:pt x="1637362" y="1787259"/>
                  <a:pt x="1710172" y="1754650"/>
                  <a:pt x="1775193" y="1779444"/>
                </a:cubicBezTo>
                <a:cubicBezTo>
                  <a:pt x="1840214" y="1804239"/>
                  <a:pt x="1872823" y="1877049"/>
                  <a:pt x="1848029" y="1942070"/>
                </a:cubicBezTo>
                <a:lnTo>
                  <a:pt x="1389635" y="3144149"/>
                </a:lnTo>
                <a:cubicBezTo>
                  <a:pt x="1348984" y="3225622"/>
                  <a:pt x="1356391" y="3202920"/>
                  <a:pt x="1228565" y="3214674"/>
                </a:cubicBezTo>
                <a:close/>
                <a:moveTo>
                  <a:pt x="925623" y="3959924"/>
                </a:moveTo>
                <a:cubicBezTo>
                  <a:pt x="746683" y="3959924"/>
                  <a:pt x="601623" y="3814864"/>
                  <a:pt x="601623" y="3635924"/>
                </a:cubicBezTo>
                <a:cubicBezTo>
                  <a:pt x="601623" y="3456984"/>
                  <a:pt x="746683" y="3311924"/>
                  <a:pt x="925623" y="3311924"/>
                </a:cubicBezTo>
                <a:cubicBezTo>
                  <a:pt x="1104563" y="3311924"/>
                  <a:pt x="1249623" y="3456984"/>
                  <a:pt x="1249623" y="3635924"/>
                </a:cubicBezTo>
                <a:cubicBezTo>
                  <a:pt x="1249623" y="3814864"/>
                  <a:pt x="1104563" y="3959924"/>
                  <a:pt x="925623" y="3959924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95" name="Google Shape;495;p61"/>
          <p:cNvSpPr/>
          <p:nvPr/>
        </p:nvSpPr>
        <p:spPr>
          <a:xfrm>
            <a:off x="5691893" y="1539942"/>
            <a:ext cx="507661" cy="521714"/>
          </a:xfrm>
          <a:custGeom>
            <a:rect b="b" l="l" r="r" t="t"/>
            <a:pathLst>
              <a:path extrusionOk="0" h="366339" w="356471">
                <a:moveTo>
                  <a:pt x="144025" y="123680"/>
                </a:moveTo>
                <a:cubicBezTo>
                  <a:pt x="89551" y="123680"/>
                  <a:pt x="45391" y="167840"/>
                  <a:pt x="45391" y="222314"/>
                </a:cubicBezTo>
                <a:cubicBezTo>
                  <a:pt x="45391" y="276788"/>
                  <a:pt x="89551" y="320948"/>
                  <a:pt x="144025" y="320948"/>
                </a:cubicBezTo>
                <a:cubicBezTo>
                  <a:pt x="198499" y="320948"/>
                  <a:pt x="242659" y="276788"/>
                  <a:pt x="242659" y="222314"/>
                </a:cubicBezTo>
                <a:cubicBezTo>
                  <a:pt x="242659" y="167840"/>
                  <a:pt x="198499" y="123680"/>
                  <a:pt x="144025" y="123680"/>
                </a:cubicBezTo>
                <a:close/>
                <a:moveTo>
                  <a:pt x="354808" y="0"/>
                </a:moveTo>
                <a:lnTo>
                  <a:pt x="356471" y="85288"/>
                </a:lnTo>
                <a:lnTo>
                  <a:pt x="334733" y="64382"/>
                </a:lnTo>
                <a:lnTo>
                  <a:pt x="260258" y="141819"/>
                </a:lnTo>
                <a:cubicBezTo>
                  <a:pt x="278587" y="163579"/>
                  <a:pt x="288050" y="191841"/>
                  <a:pt x="288050" y="222314"/>
                </a:cubicBezTo>
                <a:cubicBezTo>
                  <a:pt x="288050" y="301857"/>
                  <a:pt x="223568" y="366339"/>
                  <a:pt x="144025" y="366339"/>
                </a:cubicBezTo>
                <a:cubicBezTo>
                  <a:pt x="64482" y="366339"/>
                  <a:pt x="0" y="301857"/>
                  <a:pt x="0" y="222314"/>
                </a:cubicBezTo>
                <a:cubicBezTo>
                  <a:pt x="0" y="142771"/>
                  <a:pt x="64482" y="78289"/>
                  <a:pt x="144025" y="78289"/>
                </a:cubicBezTo>
                <a:cubicBezTo>
                  <a:pt x="170876" y="78289"/>
                  <a:pt x="196011" y="85637"/>
                  <a:pt x="216282" y="100527"/>
                </a:cubicBezTo>
                <a:lnTo>
                  <a:pt x="291257" y="22569"/>
                </a:lnTo>
                <a:lnTo>
                  <a:pt x="269519" y="1663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96" name="Google Shape;496;p61"/>
          <p:cNvSpPr/>
          <p:nvPr/>
        </p:nvSpPr>
        <p:spPr>
          <a:xfrm>
            <a:off x="6568402" y="1501877"/>
            <a:ext cx="532052" cy="543757"/>
          </a:xfrm>
          <a:custGeom>
            <a:rect b="b" l="l" r="r" t="t"/>
            <a:pathLst>
              <a:path extrusionOk="0" h="381817" w="373598">
                <a:moveTo>
                  <a:pt x="229573" y="45391"/>
                </a:moveTo>
                <a:cubicBezTo>
                  <a:pt x="175099" y="45391"/>
                  <a:pt x="130939" y="89551"/>
                  <a:pt x="130939" y="144025"/>
                </a:cubicBezTo>
                <a:cubicBezTo>
                  <a:pt x="130939" y="198499"/>
                  <a:pt x="175099" y="242659"/>
                  <a:pt x="229573" y="242659"/>
                </a:cubicBezTo>
                <a:cubicBezTo>
                  <a:pt x="284047" y="242659"/>
                  <a:pt x="328207" y="198499"/>
                  <a:pt x="328207" y="144025"/>
                </a:cubicBezTo>
                <a:cubicBezTo>
                  <a:pt x="328207" y="89551"/>
                  <a:pt x="284047" y="45391"/>
                  <a:pt x="229573" y="45391"/>
                </a:cubicBezTo>
                <a:close/>
                <a:moveTo>
                  <a:pt x="229573" y="0"/>
                </a:moveTo>
                <a:cubicBezTo>
                  <a:pt x="309116" y="0"/>
                  <a:pt x="373598" y="64482"/>
                  <a:pt x="373598" y="144025"/>
                </a:cubicBezTo>
                <a:cubicBezTo>
                  <a:pt x="373598" y="223568"/>
                  <a:pt x="309116" y="288050"/>
                  <a:pt x="229573" y="288050"/>
                </a:cubicBezTo>
                <a:cubicBezTo>
                  <a:pt x="202172" y="288050"/>
                  <a:pt x="176558" y="280398"/>
                  <a:pt x="156060" y="264966"/>
                </a:cubicBezTo>
                <a:lnTo>
                  <a:pt x="128993" y="292033"/>
                </a:lnTo>
                <a:lnTo>
                  <a:pt x="160228" y="323268"/>
                </a:lnTo>
                <a:cubicBezTo>
                  <a:pt x="171055" y="334095"/>
                  <a:pt x="171055" y="351650"/>
                  <a:pt x="160228" y="362477"/>
                </a:cubicBezTo>
                <a:cubicBezTo>
                  <a:pt x="149401" y="373304"/>
                  <a:pt x="131846" y="373304"/>
                  <a:pt x="121019" y="362477"/>
                </a:cubicBezTo>
                <a:lnTo>
                  <a:pt x="89784" y="331242"/>
                </a:lnTo>
                <a:lnTo>
                  <a:pt x="39209" y="381817"/>
                </a:lnTo>
                <a:cubicBezTo>
                  <a:pt x="28381" y="392644"/>
                  <a:pt x="10827" y="392644"/>
                  <a:pt x="0" y="381817"/>
                </a:cubicBezTo>
                <a:cubicBezTo>
                  <a:pt x="-10828" y="370989"/>
                  <a:pt x="-10828" y="353435"/>
                  <a:pt x="0" y="342608"/>
                </a:cubicBezTo>
                <a:lnTo>
                  <a:pt x="50575" y="292033"/>
                </a:lnTo>
                <a:lnTo>
                  <a:pt x="16166" y="257624"/>
                </a:lnTo>
                <a:cubicBezTo>
                  <a:pt x="5339" y="246797"/>
                  <a:pt x="5339" y="229242"/>
                  <a:pt x="16166" y="218415"/>
                </a:cubicBezTo>
                <a:cubicBezTo>
                  <a:pt x="26993" y="207588"/>
                  <a:pt x="44548" y="207588"/>
                  <a:pt x="55375" y="218415"/>
                </a:cubicBezTo>
                <a:lnTo>
                  <a:pt x="89784" y="252824"/>
                </a:lnTo>
                <a:lnTo>
                  <a:pt x="115252" y="227356"/>
                </a:lnTo>
                <a:cubicBezTo>
                  <a:pt x="95803" y="205073"/>
                  <a:pt x="85548" y="175747"/>
                  <a:pt x="85548" y="144025"/>
                </a:cubicBezTo>
                <a:cubicBezTo>
                  <a:pt x="85548" y="64482"/>
                  <a:pt x="150030" y="0"/>
                  <a:pt x="229573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97" name="Google Shape;497;p61"/>
          <p:cNvSpPr/>
          <p:nvPr/>
        </p:nvSpPr>
        <p:spPr>
          <a:xfrm>
            <a:off x="7560710" y="2604583"/>
            <a:ext cx="507960" cy="502639"/>
          </a:xfrm>
          <a:custGeom>
            <a:rect b="b" l="l" r="r" t="t"/>
            <a:pathLst>
              <a:path extrusionOk="0" h="3186731" w="3220460">
                <a:moveTo>
                  <a:pt x="1762834" y="1282034"/>
                </a:moveTo>
                <a:lnTo>
                  <a:pt x="273698" y="2771171"/>
                </a:lnTo>
                <a:cubicBezTo>
                  <a:pt x="253145" y="2791724"/>
                  <a:pt x="253145" y="2825048"/>
                  <a:pt x="273698" y="2845601"/>
                </a:cubicBezTo>
                <a:cubicBezTo>
                  <a:pt x="294251" y="2866154"/>
                  <a:pt x="327575" y="2866154"/>
                  <a:pt x="348128" y="2845601"/>
                </a:cubicBezTo>
                <a:lnTo>
                  <a:pt x="1830131" y="1363598"/>
                </a:lnTo>
                <a:close/>
                <a:moveTo>
                  <a:pt x="2703218" y="237332"/>
                </a:moveTo>
                <a:cubicBezTo>
                  <a:pt x="2623680" y="237332"/>
                  <a:pt x="2559202" y="301810"/>
                  <a:pt x="2559202" y="381348"/>
                </a:cubicBezTo>
                <a:cubicBezTo>
                  <a:pt x="2559202" y="460886"/>
                  <a:pt x="2623680" y="525364"/>
                  <a:pt x="2703218" y="525364"/>
                </a:cubicBezTo>
                <a:cubicBezTo>
                  <a:pt x="2782756" y="525364"/>
                  <a:pt x="2847234" y="460886"/>
                  <a:pt x="2847234" y="381348"/>
                </a:cubicBezTo>
                <a:cubicBezTo>
                  <a:pt x="2847234" y="301810"/>
                  <a:pt x="2782756" y="237332"/>
                  <a:pt x="2703218" y="237332"/>
                </a:cubicBezTo>
                <a:close/>
                <a:moveTo>
                  <a:pt x="2413103" y="0"/>
                </a:moveTo>
                <a:cubicBezTo>
                  <a:pt x="2858994" y="0"/>
                  <a:pt x="3220460" y="361466"/>
                  <a:pt x="3220460" y="807357"/>
                </a:cubicBezTo>
                <a:cubicBezTo>
                  <a:pt x="3220460" y="1253248"/>
                  <a:pt x="2858994" y="1614714"/>
                  <a:pt x="2413103" y="1614714"/>
                </a:cubicBezTo>
                <a:cubicBezTo>
                  <a:pt x="2305542" y="1614714"/>
                  <a:pt x="2202893" y="1593680"/>
                  <a:pt x="2109223" y="1555067"/>
                </a:cubicBezTo>
                <a:lnTo>
                  <a:pt x="2191945" y="1637789"/>
                </a:lnTo>
                <a:cubicBezTo>
                  <a:pt x="2226856" y="1672699"/>
                  <a:pt x="2226855" y="1729300"/>
                  <a:pt x="2191945" y="1764210"/>
                </a:cubicBezTo>
                <a:lnTo>
                  <a:pt x="2045068" y="1911087"/>
                </a:lnTo>
                <a:cubicBezTo>
                  <a:pt x="2010158" y="1945998"/>
                  <a:pt x="1953557" y="1945998"/>
                  <a:pt x="1918647" y="1911087"/>
                </a:cubicBezTo>
                <a:lnTo>
                  <a:pt x="1799123" y="1791564"/>
                </a:lnTo>
                <a:lnTo>
                  <a:pt x="1749496" y="1841190"/>
                </a:lnTo>
                <a:lnTo>
                  <a:pt x="1832980" y="1924673"/>
                </a:lnTo>
                <a:lnTo>
                  <a:pt x="1761893" y="1995760"/>
                </a:lnTo>
                <a:lnTo>
                  <a:pt x="1678410" y="1912277"/>
                </a:lnTo>
                <a:lnTo>
                  <a:pt x="1650246" y="1940441"/>
                </a:lnTo>
                <a:lnTo>
                  <a:pt x="1735612" y="2025807"/>
                </a:lnTo>
                <a:lnTo>
                  <a:pt x="1573330" y="2188089"/>
                </a:lnTo>
                <a:lnTo>
                  <a:pt x="1487964" y="2102723"/>
                </a:lnTo>
                <a:lnTo>
                  <a:pt x="1451742" y="2138944"/>
                </a:lnTo>
                <a:lnTo>
                  <a:pt x="1537109" y="2224311"/>
                </a:lnTo>
                <a:lnTo>
                  <a:pt x="1374830" y="2386590"/>
                </a:lnTo>
                <a:lnTo>
                  <a:pt x="1289463" y="2301223"/>
                </a:lnTo>
                <a:lnTo>
                  <a:pt x="1225079" y="2365608"/>
                </a:lnTo>
                <a:lnTo>
                  <a:pt x="1310445" y="2450974"/>
                </a:lnTo>
                <a:lnTo>
                  <a:pt x="1239358" y="2522061"/>
                </a:lnTo>
                <a:lnTo>
                  <a:pt x="1153992" y="2436695"/>
                </a:lnTo>
                <a:lnTo>
                  <a:pt x="1104364" y="2486322"/>
                </a:lnTo>
                <a:lnTo>
                  <a:pt x="1189730" y="2571689"/>
                </a:lnTo>
                <a:lnTo>
                  <a:pt x="1034153" y="2727266"/>
                </a:lnTo>
                <a:lnTo>
                  <a:pt x="948787" y="2641900"/>
                </a:lnTo>
                <a:lnTo>
                  <a:pt x="905863" y="2684824"/>
                </a:lnTo>
                <a:lnTo>
                  <a:pt x="991230" y="2770191"/>
                </a:lnTo>
                <a:lnTo>
                  <a:pt x="842353" y="2919067"/>
                </a:lnTo>
                <a:lnTo>
                  <a:pt x="756986" y="2833700"/>
                </a:lnTo>
                <a:lnTo>
                  <a:pt x="692119" y="2898567"/>
                </a:lnTo>
                <a:lnTo>
                  <a:pt x="777486" y="2983934"/>
                </a:lnTo>
                <a:lnTo>
                  <a:pt x="628610" y="3132811"/>
                </a:lnTo>
                <a:lnTo>
                  <a:pt x="618557" y="3122757"/>
                </a:lnTo>
                <a:lnTo>
                  <a:pt x="622830" y="3134825"/>
                </a:lnTo>
                <a:lnTo>
                  <a:pt x="346551" y="3150831"/>
                </a:lnTo>
                <a:lnTo>
                  <a:pt x="0" y="3186731"/>
                </a:lnTo>
                <a:lnTo>
                  <a:pt x="51749" y="2750557"/>
                </a:lnTo>
                <a:lnTo>
                  <a:pt x="48979" y="2747788"/>
                </a:lnTo>
                <a:lnTo>
                  <a:pt x="52495" y="2744272"/>
                </a:lnTo>
                <a:lnTo>
                  <a:pt x="52938" y="2740533"/>
                </a:lnTo>
                <a:lnTo>
                  <a:pt x="54575" y="2742192"/>
                </a:lnTo>
                <a:lnTo>
                  <a:pt x="1671288" y="1125479"/>
                </a:lnTo>
                <a:cubicBezTo>
                  <a:pt x="1628971" y="1027979"/>
                  <a:pt x="1605746" y="920380"/>
                  <a:pt x="1605746" y="807357"/>
                </a:cubicBezTo>
                <a:cubicBezTo>
                  <a:pt x="1605746" y="361466"/>
                  <a:pt x="1967212" y="0"/>
                  <a:pt x="2413103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98" name="Google Shape;498;p61"/>
          <p:cNvSpPr/>
          <p:nvPr/>
        </p:nvSpPr>
        <p:spPr>
          <a:xfrm>
            <a:off x="5081797" y="2603460"/>
            <a:ext cx="349473" cy="504884"/>
          </a:xfrm>
          <a:custGeom>
            <a:rect b="b" l="l" r="r" t="t"/>
            <a:pathLst>
              <a:path extrusionOk="0" h="3200962" w="2215656">
                <a:moveTo>
                  <a:pt x="1107829" y="2097026"/>
                </a:moveTo>
                <a:cubicBezTo>
                  <a:pt x="1025315" y="2097026"/>
                  <a:pt x="958423" y="2163918"/>
                  <a:pt x="958423" y="2246432"/>
                </a:cubicBezTo>
                <a:cubicBezTo>
                  <a:pt x="958423" y="2302715"/>
                  <a:pt x="989546" y="2351730"/>
                  <a:pt x="1036590" y="2375275"/>
                </a:cubicBezTo>
                <a:lnTo>
                  <a:pt x="985422" y="2684898"/>
                </a:lnTo>
                <a:lnTo>
                  <a:pt x="1230236" y="2684898"/>
                </a:lnTo>
                <a:lnTo>
                  <a:pt x="1179068" y="2375275"/>
                </a:lnTo>
                <a:cubicBezTo>
                  <a:pt x="1226112" y="2351730"/>
                  <a:pt x="1257234" y="2302715"/>
                  <a:pt x="1257234" y="2246432"/>
                </a:cubicBezTo>
                <a:cubicBezTo>
                  <a:pt x="1257234" y="2163918"/>
                  <a:pt x="1190343" y="2097026"/>
                  <a:pt x="1107829" y="2097026"/>
                </a:cubicBezTo>
                <a:close/>
                <a:moveTo>
                  <a:pt x="1102513" y="266871"/>
                </a:moveTo>
                <a:cubicBezTo>
                  <a:pt x="874876" y="269781"/>
                  <a:pt x="691868" y="455143"/>
                  <a:pt x="691868" y="682798"/>
                </a:cubicBezTo>
                <a:lnTo>
                  <a:pt x="690469" y="682798"/>
                </a:lnTo>
                <a:lnTo>
                  <a:pt x="690469" y="1580962"/>
                </a:lnTo>
                <a:lnTo>
                  <a:pt x="1525188" y="1580962"/>
                </a:lnTo>
                <a:lnTo>
                  <a:pt x="1525188" y="672127"/>
                </a:lnTo>
                <a:lnTo>
                  <a:pt x="1523654" y="672166"/>
                </a:lnTo>
                <a:cubicBezTo>
                  <a:pt x="1517835" y="444585"/>
                  <a:pt x="1330149" y="263961"/>
                  <a:pt x="1102513" y="266871"/>
                </a:cubicBezTo>
                <a:close/>
                <a:moveTo>
                  <a:pt x="1099102" y="56"/>
                </a:moveTo>
                <a:cubicBezTo>
                  <a:pt x="1472767" y="-4720"/>
                  <a:pt x="1780852" y="291773"/>
                  <a:pt x="1790404" y="665346"/>
                </a:cubicBezTo>
                <a:lnTo>
                  <a:pt x="1742843" y="666562"/>
                </a:lnTo>
                <a:lnTo>
                  <a:pt x="1790627" y="666562"/>
                </a:lnTo>
                <a:lnTo>
                  <a:pt x="1790627" y="1580962"/>
                </a:lnTo>
                <a:lnTo>
                  <a:pt x="2041344" y="1580962"/>
                </a:lnTo>
                <a:cubicBezTo>
                  <a:pt x="2137614" y="1580962"/>
                  <a:pt x="2215656" y="1659004"/>
                  <a:pt x="2215656" y="1755274"/>
                </a:cubicBezTo>
                <a:lnTo>
                  <a:pt x="2215656" y="3026650"/>
                </a:lnTo>
                <a:cubicBezTo>
                  <a:pt x="2215656" y="3122920"/>
                  <a:pt x="2137614" y="3200962"/>
                  <a:pt x="2041344" y="3200962"/>
                </a:cubicBezTo>
                <a:lnTo>
                  <a:pt x="174312" y="3200962"/>
                </a:lnTo>
                <a:cubicBezTo>
                  <a:pt x="78042" y="3200962"/>
                  <a:pt x="0" y="3122920"/>
                  <a:pt x="0" y="3026650"/>
                </a:cubicBezTo>
                <a:lnTo>
                  <a:pt x="0" y="1755274"/>
                </a:lnTo>
                <a:cubicBezTo>
                  <a:pt x="0" y="1659004"/>
                  <a:pt x="78042" y="1580962"/>
                  <a:pt x="174312" y="1580962"/>
                </a:cubicBezTo>
                <a:lnTo>
                  <a:pt x="425030" y="1580962"/>
                </a:lnTo>
                <a:lnTo>
                  <a:pt x="425030" y="676764"/>
                </a:lnTo>
                <a:lnTo>
                  <a:pt x="425634" y="676764"/>
                </a:lnTo>
                <a:cubicBezTo>
                  <a:pt x="428273" y="305830"/>
                  <a:pt x="727452" y="4806"/>
                  <a:pt x="1099102" y="56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99" name="Google Shape;499;p61"/>
          <p:cNvSpPr/>
          <p:nvPr/>
        </p:nvSpPr>
        <p:spPr>
          <a:xfrm>
            <a:off x="8411005" y="2603460"/>
            <a:ext cx="455959" cy="504884"/>
          </a:xfrm>
          <a:custGeom>
            <a:rect b="b" l="l" r="r" t="t"/>
            <a:pathLst>
              <a:path extrusionOk="0" h="3200962" w="2890784">
                <a:moveTo>
                  <a:pt x="1107828" y="2097026"/>
                </a:moveTo>
                <a:cubicBezTo>
                  <a:pt x="1025313" y="2097026"/>
                  <a:pt x="958422" y="2163918"/>
                  <a:pt x="958422" y="2246432"/>
                </a:cubicBezTo>
                <a:cubicBezTo>
                  <a:pt x="958422" y="2302715"/>
                  <a:pt x="989545" y="2351730"/>
                  <a:pt x="1036589" y="2375275"/>
                </a:cubicBezTo>
                <a:lnTo>
                  <a:pt x="985421" y="2684898"/>
                </a:lnTo>
                <a:lnTo>
                  <a:pt x="1230235" y="2684898"/>
                </a:lnTo>
                <a:lnTo>
                  <a:pt x="1179067" y="2375275"/>
                </a:lnTo>
                <a:cubicBezTo>
                  <a:pt x="1226111" y="2351730"/>
                  <a:pt x="1257233" y="2302715"/>
                  <a:pt x="1257233" y="2246432"/>
                </a:cubicBezTo>
                <a:cubicBezTo>
                  <a:pt x="1257233" y="2163918"/>
                  <a:pt x="1190342" y="2097026"/>
                  <a:pt x="1107828" y="2097026"/>
                </a:cubicBezTo>
                <a:close/>
                <a:moveTo>
                  <a:pt x="2199259" y="56"/>
                </a:moveTo>
                <a:cubicBezTo>
                  <a:pt x="2572924" y="-4720"/>
                  <a:pt x="2881009" y="291773"/>
                  <a:pt x="2890561" y="665346"/>
                </a:cubicBezTo>
                <a:lnTo>
                  <a:pt x="2843000" y="666562"/>
                </a:lnTo>
                <a:lnTo>
                  <a:pt x="2890784" y="666562"/>
                </a:lnTo>
                <a:lnTo>
                  <a:pt x="2890784" y="1580962"/>
                </a:lnTo>
                <a:lnTo>
                  <a:pt x="2625345" y="1580962"/>
                </a:lnTo>
                <a:lnTo>
                  <a:pt x="2625345" y="672127"/>
                </a:lnTo>
                <a:lnTo>
                  <a:pt x="2623811" y="672166"/>
                </a:lnTo>
                <a:cubicBezTo>
                  <a:pt x="2617992" y="444585"/>
                  <a:pt x="2430306" y="263961"/>
                  <a:pt x="2202670" y="266871"/>
                </a:cubicBezTo>
                <a:cubicBezTo>
                  <a:pt x="1975033" y="269781"/>
                  <a:pt x="1792025" y="455143"/>
                  <a:pt x="1792025" y="682798"/>
                </a:cubicBezTo>
                <a:lnTo>
                  <a:pt x="1790626" y="682798"/>
                </a:lnTo>
                <a:lnTo>
                  <a:pt x="1790626" y="1580962"/>
                </a:lnTo>
                <a:lnTo>
                  <a:pt x="2041344" y="1580962"/>
                </a:lnTo>
                <a:cubicBezTo>
                  <a:pt x="2137614" y="1580962"/>
                  <a:pt x="2215656" y="1659004"/>
                  <a:pt x="2215656" y="1755274"/>
                </a:cubicBezTo>
                <a:lnTo>
                  <a:pt x="2215656" y="3026650"/>
                </a:lnTo>
                <a:cubicBezTo>
                  <a:pt x="2215656" y="3122920"/>
                  <a:pt x="2137614" y="3200962"/>
                  <a:pt x="2041344" y="3200962"/>
                </a:cubicBezTo>
                <a:lnTo>
                  <a:pt x="174312" y="3200962"/>
                </a:lnTo>
                <a:cubicBezTo>
                  <a:pt x="78042" y="3200962"/>
                  <a:pt x="0" y="3122920"/>
                  <a:pt x="0" y="3026650"/>
                </a:cubicBezTo>
                <a:lnTo>
                  <a:pt x="0" y="1755274"/>
                </a:lnTo>
                <a:cubicBezTo>
                  <a:pt x="0" y="1659004"/>
                  <a:pt x="78042" y="1580962"/>
                  <a:pt x="174312" y="1580962"/>
                </a:cubicBezTo>
                <a:lnTo>
                  <a:pt x="1525187" y="1580962"/>
                </a:lnTo>
                <a:lnTo>
                  <a:pt x="1525187" y="676764"/>
                </a:lnTo>
                <a:lnTo>
                  <a:pt x="1525791" y="676764"/>
                </a:lnTo>
                <a:cubicBezTo>
                  <a:pt x="1528430" y="305830"/>
                  <a:pt x="1827609" y="4806"/>
                  <a:pt x="2199259" y="56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00" name="Google Shape;500;p61"/>
          <p:cNvSpPr/>
          <p:nvPr/>
        </p:nvSpPr>
        <p:spPr>
          <a:xfrm>
            <a:off x="10130939" y="2599748"/>
            <a:ext cx="499664" cy="512309"/>
          </a:xfrm>
          <a:custGeom>
            <a:rect b="b" l="l" r="r" t="t"/>
            <a:pathLst>
              <a:path extrusionOk="0" h="2354521" w="2296406">
                <a:moveTo>
                  <a:pt x="2279640" y="1747818"/>
                </a:moveTo>
                <a:lnTo>
                  <a:pt x="1827546" y="1826304"/>
                </a:lnTo>
                <a:cubicBezTo>
                  <a:pt x="1873723" y="1907635"/>
                  <a:pt x="1985737" y="2047488"/>
                  <a:pt x="1955104" y="2095900"/>
                </a:cubicBezTo>
                <a:cubicBezTo>
                  <a:pt x="1897166" y="2139232"/>
                  <a:pt x="1773393" y="2006999"/>
                  <a:pt x="1682537" y="1962549"/>
                </a:cubicBezTo>
                <a:lnTo>
                  <a:pt x="1528613" y="2354521"/>
                </a:lnTo>
                <a:lnTo>
                  <a:pt x="1380482" y="2120816"/>
                </a:lnTo>
                <a:lnTo>
                  <a:pt x="1495542" y="1788127"/>
                </a:lnTo>
                <a:lnTo>
                  <a:pt x="909489" y="1225390"/>
                </a:lnTo>
                <a:lnTo>
                  <a:pt x="414951" y="2322212"/>
                </a:lnTo>
                <a:lnTo>
                  <a:pt x="293184" y="2052845"/>
                </a:lnTo>
                <a:lnTo>
                  <a:pt x="520411" y="767428"/>
                </a:lnTo>
                <a:cubicBezTo>
                  <a:pt x="325060" y="542715"/>
                  <a:pt x="-71458" y="102202"/>
                  <a:pt x="11167" y="5505"/>
                </a:cubicBezTo>
                <a:cubicBezTo>
                  <a:pt x="111065" y="-52229"/>
                  <a:pt x="554777" y="358209"/>
                  <a:pt x="771719" y="578452"/>
                </a:cubicBezTo>
                <a:lnTo>
                  <a:pt x="2041440" y="514597"/>
                </a:lnTo>
                <a:lnTo>
                  <a:pt x="2296406" y="662729"/>
                </a:lnTo>
                <a:lnTo>
                  <a:pt x="1124906" y="1004182"/>
                </a:lnTo>
                <a:lnTo>
                  <a:pt x="1676517" y="1608523"/>
                </a:lnTo>
                <a:cubicBezTo>
                  <a:pt x="1795262" y="1589016"/>
                  <a:pt x="2094931" y="1557316"/>
                  <a:pt x="2094931" y="1557316"/>
                </a:cubicBezTo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01" name="Google Shape;501;p61"/>
          <p:cNvSpPr/>
          <p:nvPr/>
        </p:nvSpPr>
        <p:spPr>
          <a:xfrm>
            <a:off x="10959168" y="4745774"/>
            <a:ext cx="614525" cy="416246"/>
          </a:xfrm>
          <a:custGeom>
            <a:rect b="b" l="l" r="r" t="t"/>
            <a:pathLst>
              <a:path extrusionOk="0" h="2180445" w="3219104">
                <a:moveTo>
                  <a:pt x="631935" y="660566"/>
                </a:moveTo>
                <a:cubicBezTo>
                  <a:pt x="582229" y="660566"/>
                  <a:pt x="541935" y="700860"/>
                  <a:pt x="541935" y="750566"/>
                </a:cubicBezTo>
                <a:cubicBezTo>
                  <a:pt x="541935" y="800272"/>
                  <a:pt x="582229" y="840566"/>
                  <a:pt x="631935" y="840566"/>
                </a:cubicBezTo>
                <a:cubicBezTo>
                  <a:pt x="681641" y="840566"/>
                  <a:pt x="721935" y="800272"/>
                  <a:pt x="721935" y="750566"/>
                </a:cubicBezTo>
                <a:cubicBezTo>
                  <a:pt x="721935" y="700860"/>
                  <a:pt x="681641" y="660566"/>
                  <a:pt x="631935" y="660566"/>
                </a:cubicBezTo>
                <a:close/>
                <a:moveTo>
                  <a:pt x="2920524" y="132986"/>
                </a:moveTo>
                <a:cubicBezTo>
                  <a:pt x="2884582" y="132986"/>
                  <a:pt x="2855445" y="171564"/>
                  <a:pt x="2855445" y="219152"/>
                </a:cubicBezTo>
                <a:cubicBezTo>
                  <a:pt x="2855445" y="266740"/>
                  <a:pt x="2884582" y="305318"/>
                  <a:pt x="2920524" y="305318"/>
                </a:cubicBezTo>
                <a:cubicBezTo>
                  <a:pt x="2956466" y="305318"/>
                  <a:pt x="2985603" y="266740"/>
                  <a:pt x="2985603" y="219152"/>
                </a:cubicBezTo>
                <a:cubicBezTo>
                  <a:pt x="2985603" y="171564"/>
                  <a:pt x="2956466" y="132986"/>
                  <a:pt x="2920524" y="132986"/>
                </a:cubicBezTo>
                <a:close/>
                <a:moveTo>
                  <a:pt x="1840097" y="123357"/>
                </a:moveTo>
                <a:cubicBezTo>
                  <a:pt x="1690593" y="125267"/>
                  <a:pt x="1541569" y="163386"/>
                  <a:pt x="1407089" y="237534"/>
                </a:cubicBezTo>
                <a:lnTo>
                  <a:pt x="1442443" y="299445"/>
                </a:lnTo>
                <a:cubicBezTo>
                  <a:pt x="1690026" y="162934"/>
                  <a:pt x="1991162" y="159087"/>
                  <a:pt x="2242273" y="289227"/>
                </a:cubicBezTo>
                <a:lnTo>
                  <a:pt x="2275978" y="226435"/>
                </a:lnTo>
                <a:cubicBezTo>
                  <a:pt x="2139582" y="155746"/>
                  <a:pt x="1989600" y="121447"/>
                  <a:pt x="1840097" y="123357"/>
                </a:cubicBezTo>
                <a:close/>
                <a:moveTo>
                  <a:pt x="1808744" y="1233"/>
                </a:moveTo>
                <a:cubicBezTo>
                  <a:pt x="2156106" y="-14520"/>
                  <a:pt x="2554236" y="122009"/>
                  <a:pt x="2727916" y="332053"/>
                </a:cubicBezTo>
                <a:lnTo>
                  <a:pt x="2797407" y="426906"/>
                </a:lnTo>
                <a:cubicBezTo>
                  <a:pt x="2816730" y="407744"/>
                  <a:pt x="2822914" y="396798"/>
                  <a:pt x="2848347" y="374270"/>
                </a:cubicBezTo>
                <a:cubicBezTo>
                  <a:pt x="2789714" y="335227"/>
                  <a:pt x="2770554" y="301522"/>
                  <a:pt x="2770554" y="211287"/>
                </a:cubicBezTo>
                <a:cubicBezTo>
                  <a:pt x="2770554" y="109060"/>
                  <a:pt x="2826850" y="34523"/>
                  <a:pt x="2918697" y="33333"/>
                </a:cubicBezTo>
                <a:cubicBezTo>
                  <a:pt x="3010544" y="32143"/>
                  <a:pt x="3068737" y="122977"/>
                  <a:pt x="3064459" y="218431"/>
                </a:cubicBezTo>
                <a:cubicBezTo>
                  <a:pt x="3062319" y="266188"/>
                  <a:pt x="3063213" y="242475"/>
                  <a:pt x="3054577" y="285936"/>
                </a:cubicBezTo>
                <a:cubicBezTo>
                  <a:pt x="3088600" y="260795"/>
                  <a:pt x="3146396" y="297212"/>
                  <a:pt x="3198377" y="27802"/>
                </a:cubicBezTo>
                <a:cubicBezTo>
                  <a:pt x="3270974" y="270322"/>
                  <a:pt x="3142267" y="378871"/>
                  <a:pt x="2977023" y="405424"/>
                </a:cubicBezTo>
                <a:cubicBezTo>
                  <a:pt x="2937650" y="455263"/>
                  <a:pt x="2906651" y="507366"/>
                  <a:pt x="2854455" y="531728"/>
                </a:cubicBezTo>
                <a:cubicBezTo>
                  <a:pt x="2854593" y="531917"/>
                  <a:pt x="2854687" y="532126"/>
                  <a:pt x="2854781" y="532336"/>
                </a:cubicBezTo>
                <a:lnTo>
                  <a:pt x="2914835" y="719911"/>
                </a:lnTo>
                <a:cubicBezTo>
                  <a:pt x="2982387" y="1030651"/>
                  <a:pt x="2875068" y="1334999"/>
                  <a:pt x="2751965" y="1458417"/>
                </a:cubicBezTo>
                <a:cubicBezTo>
                  <a:pt x="2718119" y="1752479"/>
                  <a:pt x="2636178" y="1904762"/>
                  <a:pt x="2564924" y="2133185"/>
                </a:cubicBezTo>
                <a:cubicBezTo>
                  <a:pt x="2548001" y="2174319"/>
                  <a:pt x="2290597" y="2162941"/>
                  <a:pt x="2284362" y="2130560"/>
                </a:cubicBezTo>
                <a:cubicBezTo>
                  <a:pt x="2253189" y="1989654"/>
                  <a:pt x="2205984" y="1832997"/>
                  <a:pt x="2190842" y="1681589"/>
                </a:cubicBezTo>
                <a:cubicBezTo>
                  <a:pt x="1937891" y="1727975"/>
                  <a:pt x="1628829" y="1727099"/>
                  <a:pt x="1429318" y="1710471"/>
                </a:cubicBezTo>
                <a:cubicBezTo>
                  <a:pt x="1387456" y="1891634"/>
                  <a:pt x="1268107" y="2057044"/>
                  <a:pt x="1143413" y="2180445"/>
                </a:cubicBezTo>
                <a:lnTo>
                  <a:pt x="943012" y="2180445"/>
                </a:lnTo>
                <a:cubicBezTo>
                  <a:pt x="894916" y="2170818"/>
                  <a:pt x="902932" y="1825120"/>
                  <a:pt x="910948" y="1650083"/>
                </a:cubicBezTo>
                <a:cubicBezTo>
                  <a:pt x="600994" y="1508303"/>
                  <a:pt x="-80369" y="1319263"/>
                  <a:pt x="7807" y="838786"/>
                </a:cubicBezTo>
                <a:cubicBezTo>
                  <a:pt x="13151" y="796777"/>
                  <a:pt x="184160" y="802028"/>
                  <a:pt x="275009" y="799402"/>
                </a:cubicBezTo>
                <a:cubicBezTo>
                  <a:pt x="369419" y="659373"/>
                  <a:pt x="418407" y="582356"/>
                  <a:pt x="555570" y="465957"/>
                </a:cubicBezTo>
                <a:cubicBezTo>
                  <a:pt x="547554" y="374062"/>
                  <a:pt x="496786" y="206026"/>
                  <a:pt x="531522" y="190273"/>
                </a:cubicBezTo>
                <a:cubicBezTo>
                  <a:pt x="764877" y="64246"/>
                  <a:pt x="803177" y="250661"/>
                  <a:pt x="924308" y="355683"/>
                </a:cubicBezTo>
                <a:cubicBezTo>
                  <a:pt x="1130053" y="143013"/>
                  <a:pt x="1554903" y="11735"/>
                  <a:pt x="1808744" y="1233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02" name="Google Shape;502;p61"/>
          <p:cNvSpPr/>
          <p:nvPr/>
        </p:nvSpPr>
        <p:spPr>
          <a:xfrm>
            <a:off x="4423300" y="2468550"/>
            <a:ext cx="316162" cy="774705"/>
          </a:xfrm>
          <a:custGeom>
            <a:rect b="b" l="l" r="r" t="t"/>
            <a:pathLst>
              <a:path extrusionOk="0" h="2598393" w="1060423">
                <a:moveTo>
                  <a:pt x="511607" y="1989888"/>
                </a:moveTo>
                <a:cubicBezTo>
                  <a:pt x="421916" y="2038892"/>
                  <a:pt x="392123" y="2248491"/>
                  <a:pt x="577615" y="2379095"/>
                </a:cubicBezTo>
                <a:cubicBezTo>
                  <a:pt x="531205" y="2257454"/>
                  <a:pt x="562054" y="2197447"/>
                  <a:pt x="592034" y="2136572"/>
                </a:cubicBezTo>
                <a:cubicBezTo>
                  <a:pt x="592534" y="2167519"/>
                  <a:pt x="560915" y="2234057"/>
                  <a:pt x="638675" y="2272816"/>
                </a:cubicBezTo>
                <a:cubicBezTo>
                  <a:pt x="602283" y="2156226"/>
                  <a:pt x="756001" y="2119500"/>
                  <a:pt x="594605" y="1990756"/>
                </a:cubicBezTo>
                <a:cubicBezTo>
                  <a:pt x="828052" y="2024484"/>
                  <a:pt x="759407" y="2143283"/>
                  <a:pt x="814896" y="2262952"/>
                </a:cubicBezTo>
                <a:cubicBezTo>
                  <a:pt x="774295" y="2270013"/>
                  <a:pt x="715464" y="2161619"/>
                  <a:pt x="728685" y="2212952"/>
                </a:cubicBezTo>
                <a:cubicBezTo>
                  <a:pt x="798068" y="2415798"/>
                  <a:pt x="590532" y="2421590"/>
                  <a:pt x="656442" y="2598393"/>
                </a:cubicBezTo>
                <a:cubicBezTo>
                  <a:pt x="451592" y="2586815"/>
                  <a:pt x="511509" y="2396411"/>
                  <a:pt x="415171" y="2350110"/>
                </a:cubicBezTo>
                <a:cubicBezTo>
                  <a:pt x="389023" y="2345435"/>
                  <a:pt x="357666" y="2366802"/>
                  <a:pt x="415723" y="2461957"/>
                </a:cubicBezTo>
                <a:cubicBezTo>
                  <a:pt x="77590" y="2209980"/>
                  <a:pt x="314998" y="2004011"/>
                  <a:pt x="511607" y="1989888"/>
                </a:cubicBezTo>
                <a:close/>
                <a:moveTo>
                  <a:pt x="344786" y="1884983"/>
                </a:moveTo>
                <a:lnTo>
                  <a:pt x="722598" y="1884983"/>
                </a:lnTo>
                <a:cubicBezTo>
                  <a:pt x="716460" y="1906965"/>
                  <a:pt x="711917" y="1928321"/>
                  <a:pt x="707988" y="1948728"/>
                </a:cubicBezTo>
                <a:lnTo>
                  <a:pt x="357819" y="1948059"/>
                </a:lnTo>
                <a:close/>
                <a:moveTo>
                  <a:pt x="530212" y="651224"/>
                </a:moveTo>
                <a:cubicBezTo>
                  <a:pt x="585486" y="651224"/>
                  <a:pt x="630294" y="696033"/>
                  <a:pt x="630294" y="751307"/>
                </a:cubicBezTo>
                <a:cubicBezTo>
                  <a:pt x="630294" y="806581"/>
                  <a:pt x="585486" y="851389"/>
                  <a:pt x="530212" y="851389"/>
                </a:cubicBezTo>
                <a:cubicBezTo>
                  <a:pt x="474938" y="851389"/>
                  <a:pt x="430129" y="806581"/>
                  <a:pt x="430129" y="751307"/>
                </a:cubicBezTo>
                <a:cubicBezTo>
                  <a:pt x="430129" y="696033"/>
                  <a:pt x="474938" y="651224"/>
                  <a:pt x="530212" y="651224"/>
                </a:cubicBezTo>
                <a:close/>
                <a:moveTo>
                  <a:pt x="530212" y="551141"/>
                </a:moveTo>
                <a:cubicBezTo>
                  <a:pt x="419664" y="551141"/>
                  <a:pt x="330046" y="640759"/>
                  <a:pt x="330046" y="751307"/>
                </a:cubicBezTo>
                <a:cubicBezTo>
                  <a:pt x="330046" y="861855"/>
                  <a:pt x="419664" y="951472"/>
                  <a:pt x="530212" y="951472"/>
                </a:cubicBezTo>
                <a:cubicBezTo>
                  <a:pt x="640760" y="951472"/>
                  <a:pt x="730377" y="861855"/>
                  <a:pt x="730377" y="751307"/>
                </a:cubicBezTo>
                <a:cubicBezTo>
                  <a:pt x="730377" y="640759"/>
                  <a:pt x="640760" y="551141"/>
                  <a:pt x="530212" y="551141"/>
                </a:cubicBezTo>
                <a:close/>
                <a:moveTo>
                  <a:pt x="286245" y="353827"/>
                </a:moveTo>
                <a:cubicBezTo>
                  <a:pt x="438132" y="439406"/>
                  <a:pt x="623290" y="440561"/>
                  <a:pt x="776100" y="356932"/>
                </a:cubicBezTo>
                <a:cubicBezTo>
                  <a:pt x="941305" y="720175"/>
                  <a:pt x="898096" y="1115325"/>
                  <a:pt x="825241" y="1447764"/>
                </a:cubicBezTo>
                <a:lnTo>
                  <a:pt x="1060423" y="1673413"/>
                </a:lnTo>
                <a:lnTo>
                  <a:pt x="1021935" y="1978110"/>
                </a:lnTo>
                <a:lnTo>
                  <a:pt x="745125" y="1786699"/>
                </a:lnTo>
                <a:lnTo>
                  <a:pt x="734250" y="1834148"/>
                </a:lnTo>
                <a:lnTo>
                  <a:pt x="332991" y="1834148"/>
                </a:lnTo>
                <a:cubicBezTo>
                  <a:pt x="330005" y="1820736"/>
                  <a:pt x="326662" y="1807037"/>
                  <a:pt x="323192" y="1793020"/>
                </a:cubicBezTo>
                <a:lnTo>
                  <a:pt x="38489" y="1989888"/>
                </a:lnTo>
                <a:lnTo>
                  <a:pt x="0" y="1685191"/>
                </a:lnTo>
                <a:lnTo>
                  <a:pt x="237343" y="1457469"/>
                </a:lnTo>
                <a:lnTo>
                  <a:pt x="238009" y="1459571"/>
                </a:lnTo>
                <a:lnTo>
                  <a:pt x="242012" y="1446515"/>
                </a:lnTo>
                <a:cubicBezTo>
                  <a:pt x="171205" y="1115067"/>
                  <a:pt x="127758" y="714059"/>
                  <a:pt x="286245" y="353827"/>
                </a:cubicBezTo>
                <a:close/>
                <a:moveTo>
                  <a:pt x="527942" y="0"/>
                </a:moveTo>
                <a:cubicBezTo>
                  <a:pt x="622760" y="95693"/>
                  <a:pt x="695048" y="196745"/>
                  <a:pt x="748164" y="301374"/>
                </a:cubicBezTo>
                <a:cubicBezTo>
                  <a:pt x="612692" y="376844"/>
                  <a:pt x="447588" y="375495"/>
                  <a:pt x="312997" y="298024"/>
                </a:cubicBezTo>
                <a:cubicBezTo>
                  <a:pt x="364591" y="193505"/>
                  <a:pt x="435080" y="93397"/>
                  <a:pt x="527942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03" name="Google Shape;503;p61"/>
          <p:cNvSpPr/>
          <p:nvPr/>
        </p:nvSpPr>
        <p:spPr>
          <a:xfrm>
            <a:off x="9209300" y="2626898"/>
            <a:ext cx="579306" cy="458009"/>
          </a:xfrm>
          <a:custGeom>
            <a:rect b="b" l="l" r="r" t="t"/>
            <a:pathLst>
              <a:path extrusionOk="0" h="2545072" w="3219104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04" name="Google Shape;504;p61"/>
          <p:cNvSpPr/>
          <p:nvPr/>
        </p:nvSpPr>
        <p:spPr>
          <a:xfrm>
            <a:off x="7052100" y="4713438"/>
            <a:ext cx="476931" cy="480914"/>
          </a:xfrm>
          <a:custGeom>
            <a:rect b="b" l="l" r="r" t="t"/>
            <a:pathLst>
              <a:path extrusionOk="0" h="1665940" w="1652142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05" name="Google Shape;505;p61"/>
          <p:cNvSpPr/>
          <p:nvPr/>
        </p:nvSpPr>
        <p:spPr>
          <a:xfrm>
            <a:off x="9307908" y="4680733"/>
            <a:ext cx="454128" cy="546324"/>
          </a:xfrm>
          <a:custGeom>
            <a:rect b="b" l="l" r="r" t="t"/>
            <a:pathLst>
              <a:path extrusionOk="0" h="3213546" w="2671236">
                <a:moveTo>
                  <a:pt x="1336943" y="151152"/>
                </a:moveTo>
                <a:cubicBezTo>
                  <a:pt x="1223677" y="151152"/>
                  <a:pt x="1131857" y="242973"/>
                  <a:pt x="1131857" y="356239"/>
                </a:cubicBezTo>
                <a:cubicBezTo>
                  <a:pt x="1131857" y="469506"/>
                  <a:pt x="1223677" y="561326"/>
                  <a:pt x="1336943" y="561326"/>
                </a:cubicBezTo>
                <a:cubicBezTo>
                  <a:pt x="1450210" y="561326"/>
                  <a:pt x="1542030" y="469506"/>
                  <a:pt x="1542030" y="356239"/>
                </a:cubicBezTo>
                <a:cubicBezTo>
                  <a:pt x="1542030" y="242973"/>
                  <a:pt x="1450210" y="151152"/>
                  <a:pt x="1336943" y="151152"/>
                </a:cubicBezTo>
                <a:close/>
                <a:moveTo>
                  <a:pt x="1336943" y="0"/>
                </a:moveTo>
                <a:cubicBezTo>
                  <a:pt x="1533689" y="0"/>
                  <a:pt x="1693182" y="159493"/>
                  <a:pt x="1693182" y="356239"/>
                </a:cubicBezTo>
                <a:cubicBezTo>
                  <a:pt x="1693182" y="499348"/>
                  <a:pt x="1608797" y="622748"/>
                  <a:pt x="1486649" y="678491"/>
                </a:cubicBezTo>
                <a:lnTo>
                  <a:pt x="1504985" y="861628"/>
                </a:lnTo>
                <a:lnTo>
                  <a:pt x="2050955" y="861628"/>
                </a:lnTo>
                <a:cubicBezTo>
                  <a:pt x="2073924" y="808095"/>
                  <a:pt x="2127168" y="770742"/>
                  <a:pt x="2189136" y="770742"/>
                </a:cubicBezTo>
                <a:cubicBezTo>
                  <a:pt x="2272476" y="770742"/>
                  <a:pt x="2340037" y="838303"/>
                  <a:pt x="2340037" y="921643"/>
                </a:cubicBezTo>
                <a:cubicBezTo>
                  <a:pt x="2340037" y="1004983"/>
                  <a:pt x="2272476" y="1072544"/>
                  <a:pt x="2189136" y="1072544"/>
                </a:cubicBezTo>
                <a:cubicBezTo>
                  <a:pt x="2127168" y="1072544"/>
                  <a:pt x="2073924" y="1035191"/>
                  <a:pt x="2050955" y="981658"/>
                </a:cubicBezTo>
                <a:lnTo>
                  <a:pt x="1517002" y="981658"/>
                </a:lnTo>
                <a:lnTo>
                  <a:pt x="1678124" y="2590970"/>
                </a:lnTo>
                <a:cubicBezTo>
                  <a:pt x="2063444" y="2451708"/>
                  <a:pt x="2360829" y="2287813"/>
                  <a:pt x="2381761" y="1860600"/>
                </a:cubicBezTo>
                <a:cubicBezTo>
                  <a:pt x="2329006" y="1862811"/>
                  <a:pt x="2276981" y="1871755"/>
                  <a:pt x="2228094" y="1886075"/>
                </a:cubicBezTo>
                <a:cubicBezTo>
                  <a:pt x="2324645" y="1771974"/>
                  <a:pt x="2415523" y="1665436"/>
                  <a:pt x="2449665" y="1504055"/>
                </a:cubicBezTo>
                <a:cubicBezTo>
                  <a:pt x="2485699" y="1663545"/>
                  <a:pt x="2574685" y="1764408"/>
                  <a:pt x="2671236" y="1886075"/>
                </a:cubicBezTo>
                <a:cubicBezTo>
                  <a:pt x="2622475" y="1872164"/>
                  <a:pt x="2568855" y="1862858"/>
                  <a:pt x="2513341" y="1860541"/>
                </a:cubicBezTo>
                <a:cubicBezTo>
                  <a:pt x="2486075" y="2436981"/>
                  <a:pt x="2151724" y="2992040"/>
                  <a:pt x="1522375" y="3040581"/>
                </a:cubicBezTo>
                <a:cubicBezTo>
                  <a:pt x="1427529" y="3119259"/>
                  <a:pt x="1392747" y="3155891"/>
                  <a:pt x="1336943" y="3213546"/>
                </a:cubicBezTo>
                <a:cubicBezTo>
                  <a:pt x="1284048" y="3153728"/>
                  <a:pt x="1252174" y="3120936"/>
                  <a:pt x="1157234" y="3046101"/>
                </a:cubicBezTo>
                <a:cubicBezTo>
                  <a:pt x="592479" y="2980043"/>
                  <a:pt x="187829" y="2438320"/>
                  <a:pt x="160409" y="1860193"/>
                </a:cubicBezTo>
                <a:cubicBezTo>
                  <a:pt x="105366" y="1862056"/>
                  <a:pt x="50978" y="1871143"/>
                  <a:pt x="0" y="1886075"/>
                </a:cubicBezTo>
                <a:cubicBezTo>
                  <a:pt x="96552" y="1771974"/>
                  <a:pt x="187429" y="1665436"/>
                  <a:pt x="221571" y="1504055"/>
                </a:cubicBezTo>
                <a:cubicBezTo>
                  <a:pt x="257605" y="1663545"/>
                  <a:pt x="346591" y="1764408"/>
                  <a:pt x="443143" y="1886075"/>
                </a:cubicBezTo>
                <a:cubicBezTo>
                  <a:pt x="396276" y="1872705"/>
                  <a:pt x="344922" y="1863589"/>
                  <a:pt x="291687" y="1860996"/>
                </a:cubicBezTo>
                <a:cubicBezTo>
                  <a:pt x="313360" y="2289054"/>
                  <a:pt x="617325" y="2454996"/>
                  <a:pt x="1001768" y="2593980"/>
                </a:cubicBezTo>
                <a:lnTo>
                  <a:pt x="1157883" y="981658"/>
                </a:lnTo>
                <a:lnTo>
                  <a:pt x="666108" y="981658"/>
                </a:lnTo>
                <a:cubicBezTo>
                  <a:pt x="643139" y="1035191"/>
                  <a:pt x="589896" y="1072543"/>
                  <a:pt x="527928" y="1072543"/>
                </a:cubicBezTo>
                <a:cubicBezTo>
                  <a:pt x="444588" y="1072543"/>
                  <a:pt x="377027" y="1004982"/>
                  <a:pt x="377027" y="921642"/>
                </a:cubicBezTo>
                <a:cubicBezTo>
                  <a:pt x="377027" y="838302"/>
                  <a:pt x="444588" y="770741"/>
                  <a:pt x="527928" y="770741"/>
                </a:cubicBezTo>
                <a:cubicBezTo>
                  <a:pt x="589896" y="770741"/>
                  <a:pt x="643141" y="808095"/>
                  <a:pt x="666110" y="861628"/>
                </a:cubicBezTo>
                <a:lnTo>
                  <a:pt x="1169505" y="861628"/>
                </a:lnTo>
                <a:lnTo>
                  <a:pt x="1187237" y="678491"/>
                </a:lnTo>
                <a:cubicBezTo>
                  <a:pt x="1065090" y="622748"/>
                  <a:pt x="980704" y="499348"/>
                  <a:pt x="980704" y="356239"/>
                </a:cubicBezTo>
                <a:cubicBezTo>
                  <a:pt x="980704" y="159493"/>
                  <a:pt x="1140198" y="0"/>
                  <a:pt x="1336943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t Icone [d]">
  <p:cSld name="Set Icone [d]"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62"/>
          <p:cNvSpPr txBox="1"/>
          <p:nvPr>
            <p:ph type="title"/>
          </p:nvPr>
        </p:nvSpPr>
        <p:spPr>
          <a:xfrm>
            <a:off x="276305" y="180000"/>
            <a:ext cx="11652170" cy="7073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4400"/>
              <a:buFont typeface="Century Gothic"/>
              <a:buNone/>
              <a:defRPr sz="4400">
                <a:solidFill>
                  <a:srgbClr val="7F7F7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8" name="Google Shape;508;p62"/>
          <p:cNvSpPr/>
          <p:nvPr/>
        </p:nvSpPr>
        <p:spPr>
          <a:xfrm>
            <a:off x="263525" y="927751"/>
            <a:ext cx="3743156" cy="5256000"/>
          </a:xfrm>
          <a:prstGeom prst="roundRect">
            <a:avLst>
              <a:gd fmla="val 3968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1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09" name="Google Shape;509;p62"/>
          <p:cNvSpPr/>
          <p:nvPr/>
        </p:nvSpPr>
        <p:spPr>
          <a:xfrm>
            <a:off x="441448" y="1125751"/>
            <a:ext cx="153868" cy="4860000"/>
          </a:xfrm>
          <a:prstGeom prst="roundRect">
            <a:avLst>
              <a:gd fmla="val 50000" name="adj"/>
            </a:avLst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1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10" name="Google Shape;510;p62"/>
          <p:cNvSpPr/>
          <p:nvPr/>
        </p:nvSpPr>
        <p:spPr>
          <a:xfrm rot="5400000">
            <a:off x="3136411" y="1145529"/>
            <a:ext cx="685849" cy="685148"/>
          </a:xfrm>
          <a:prstGeom prst="halfFrame">
            <a:avLst>
              <a:gd fmla="val 23728" name="adj1"/>
              <a:gd fmla="val 24642" name="adj2"/>
            </a:avLst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1">
              <a:solidFill>
                <a:srgbClr val="004B8B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11" name="Google Shape;511;p62"/>
          <p:cNvSpPr txBox="1"/>
          <p:nvPr/>
        </p:nvSpPr>
        <p:spPr>
          <a:xfrm>
            <a:off x="621218" y="1655296"/>
            <a:ext cx="2586326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 xml:space="preserve">È possibile ridimensionare senza perdere la qualità </a:t>
            </a:r>
            <a:endParaRPr b="0" sz="14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12" name="Google Shape;512;p62"/>
          <p:cNvSpPr txBox="1"/>
          <p:nvPr/>
        </p:nvSpPr>
        <p:spPr>
          <a:xfrm>
            <a:off x="621219" y="2356903"/>
            <a:ext cx="2232248" cy="738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È possibile cambiare il colore di riempimento e il colore della linea</a:t>
            </a:r>
            <a:endParaRPr b="0" sz="14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13" name="Google Shape;513;p62"/>
          <p:cNvSpPr txBox="1"/>
          <p:nvPr/>
        </p:nvSpPr>
        <p:spPr>
          <a:xfrm>
            <a:off x="630743" y="4191219"/>
            <a:ext cx="3357411" cy="13849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entury Gothic"/>
              <a:buNone/>
            </a:pPr>
            <a:r>
              <a:rPr b="1" lang="en-US" sz="2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SET DI ICONE COMPLETAMENTE MODIFICABILI</a:t>
            </a:r>
            <a:endParaRPr b="1" sz="2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14" name="Google Shape;514;p62"/>
          <p:cNvSpPr txBox="1"/>
          <p:nvPr/>
        </p:nvSpPr>
        <p:spPr>
          <a:xfrm>
            <a:off x="3355356" y="5413740"/>
            <a:ext cx="532518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</a:t>
            </a:r>
            <a:endParaRPr/>
          </a:p>
        </p:txBody>
      </p:sp>
      <p:sp>
        <p:nvSpPr>
          <p:cNvPr id="515" name="Google Shape;515;p62"/>
          <p:cNvSpPr/>
          <p:nvPr/>
        </p:nvSpPr>
        <p:spPr>
          <a:xfrm rot="-2700000">
            <a:off x="9628730" y="2463456"/>
            <a:ext cx="512877" cy="428096"/>
          </a:xfrm>
          <a:custGeom>
            <a:rect b="b" l="l" r="r" t="t"/>
            <a:pathLst>
              <a:path extrusionOk="0" h="3031575" w="3552042">
                <a:moveTo>
                  <a:pt x="1499560" y="1284945"/>
                </a:moveTo>
                <a:lnTo>
                  <a:pt x="1272419" y="1057805"/>
                </a:lnTo>
                <a:lnTo>
                  <a:pt x="1054631" y="1275593"/>
                </a:lnTo>
                <a:lnTo>
                  <a:pt x="836843" y="1057805"/>
                </a:lnTo>
                <a:lnTo>
                  <a:pt x="609703" y="1284945"/>
                </a:lnTo>
                <a:lnTo>
                  <a:pt x="827491" y="1502733"/>
                </a:lnTo>
                <a:lnTo>
                  <a:pt x="609703" y="1720522"/>
                </a:lnTo>
                <a:lnTo>
                  <a:pt x="836843" y="1947662"/>
                </a:lnTo>
                <a:lnTo>
                  <a:pt x="1054631" y="1729874"/>
                </a:lnTo>
                <a:lnTo>
                  <a:pt x="1272419" y="1947662"/>
                </a:lnTo>
                <a:lnTo>
                  <a:pt x="1499560" y="1720522"/>
                </a:lnTo>
                <a:lnTo>
                  <a:pt x="1281771" y="1502733"/>
                </a:lnTo>
                <a:close/>
                <a:moveTo>
                  <a:pt x="3552042" y="1021270"/>
                </a:moveTo>
                <a:cubicBezTo>
                  <a:pt x="3346428" y="1488389"/>
                  <a:pt x="3240687" y="1885112"/>
                  <a:pt x="3146822" y="2229032"/>
                </a:cubicBezTo>
                <a:cubicBezTo>
                  <a:pt x="3047091" y="2666397"/>
                  <a:pt x="2787512" y="3031575"/>
                  <a:pt x="2344279" y="3031575"/>
                </a:cubicBezTo>
                <a:cubicBezTo>
                  <a:pt x="1991740" y="3031575"/>
                  <a:pt x="1692293" y="2804263"/>
                  <a:pt x="1587926" y="2487045"/>
                </a:cubicBezTo>
                <a:cubicBezTo>
                  <a:pt x="1859795" y="2308350"/>
                  <a:pt x="2033031" y="1980125"/>
                  <a:pt x="2117061" y="1611614"/>
                </a:cubicBezTo>
                <a:cubicBezTo>
                  <a:pt x="2127904" y="1571883"/>
                  <a:pt x="2138872" y="1531598"/>
                  <a:pt x="2150086" y="1490753"/>
                </a:cubicBezTo>
                <a:cubicBezTo>
                  <a:pt x="2212338" y="1465032"/>
                  <a:pt x="2277652" y="1444164"/>
                  <a:pt x="2344279" y="1426490"/>
                </a:cubicBezTo>
                <a:cubicBezTo>
                  <a:pt x="2764465" y="1315024"/>
                  <a:pt x="3073190" y="1226884"/>
                  <a:pt x="3552042" y="1021270"/>
                </a:cubicBezTo>
                <a:close/>
                <a:moveTo>
                  <a:pt x="2557365" y="0"/>
                </a:moveTo>
                <a:cubicBezTo>
                  <a:pt x="2295797" y="594236"/>
                  <a:pt x="2161281" y="1098917"/>
                  <a:pt x="2041873" y="1536428"/>
                </a:cubicBezTo>
                <a:cubicBezTo>
                  <a:pt x="1915003" y="2092812"/>
                  <a:pt x="1584785" y="2557364"/>
                  <a:pt x="1020937" y="2557364"/>
                </a:cubicBezTo>
                <a:cubicBezTo>
                  <a:pt x="457089" y="2557364"/>
                  <a:pt x="0" y="2100276"/>
                  <a:pt x="0" y="1536428"/>
                </a:cubicBezTo>
                <a:cubicBezTo>
                  <a:pt x="0" y="972580"/>
                  <a:pt x="475939" y="660066"/>
                  <a:pt x="1020937" y="515492"/>
                </a:cubicBezTo>
                <a:cubicBezTo>
                  <a:pt x="1555467" y="373694"/>
                  <a:pt x="1948204" y="261568"/>
                  <a:pt x="2557365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16" name="Google Shape;516;p62"/>
          <p:cNvSpPr/>
          <p:nvPr/>
        </p:nvSpPr>
        <p:spPr>
          <a:xfrm>
            <a:off x="8851032" y="2572309"/>
            <a:ext cx="529812" cy="271370"/>
          </a:xfrm>
          <a:custGeom>
            <a:rect b="b" l="l" r="r" t="t"/>
            <a:pathLst>
              <a:path extrusionOk="0" h="1727404" w="3372524">
                <a:moveTo>
                  <a:pt x="1758003" y="666958"/>
                </a:moveTo>
                <a:cubicBezTo>
                  <a:pt x="1703684" y="666958"/>
                  <a:pt x="1659649" y="710993"/>
                  <a:pt x="1659649" y="765312"/>
                </a:cubicBezTo>
                <a:cubicBezTo>
                  <a:pt x="1659649" y="819631"/>
                  <a:pt x="1703684" y="863666"/>
                  <a:pt x="1758003" y="863666"/>
                </a:cubicBezTo>
                <a:cubicBezTo>
                  <a:pt x="1812322" y="863666"/>
                  <a:pt x="1856357" y="819631"/>
                  <a:pt x="1856357" y="765312"/>
                </a:cubicBezTo>
                <a:cubicBezTo>
                  <a:pt x="1856357" y="710993"/>
                  <a:pt x="1812322" y="666958"/>
                  <a:pt x="1758003" y="666958"/>
                </a:cubicBezTo>
                <a:close/>
                <a:moveTo>
                  <a:pt x="1686261" y="586208"/>
                </a:moveTo>
                <a:cubicBezTo>
                  <a:pt x="1849880" y="586208"/>
                  <a:pt x="1982519" y="718847"/>
                  <a:pt x="1982519" y="882466"/>
                </a:cubicBezTo>
                <a:cubicBezTo>
                  <a:pt x="1982519" y="1046085"/>
                  <a:pt x="1849880" y="1178724"/>
                  <a:pt x="1686261" y="1178724"/>
                </a:cubicBezTo>
                <a:cubicBezTo>
                  <a:pt x="1522642" y="1178724"/>
                  <a:pt x="1390003" y="1046085"/>
                  <a:pt x="1390003" y="882466"/>
                </a:cubicBezTo>
                <a:cubicBezTo>
                  <a:pt x="1390003" y="718847"/>
                  <a:pt x="1522642" y="586208"/>
                  <a:pt x="1686261" y="586208"/>
                </a:cubicBezTo>
                <a:close/>
                <a:moveTo>
                  <a:pt x="1686262" y="448985"/>
                </a:moveTo>
                <a:cubicBezTo>
                  <a:pt x="1446857" y="448985"/>
                  <a:pt x="1252780" y="643062"/>
                  <a:pt x="1252780" y="882467"/>
                </a:cubicBezTo>
                <a:cubicBezTo>
                  <a:pt x="1252780" y="1121872"/>
                  <a:pt x="1446857" y="1315949"/>
                  <a:pt x="1686262" y="1315949"/>
                </a:cubicBezTo>
                <a:cubicBezTo>
                  <a:pt x="1925667" y="1315949"/>
                  <a:pt x="2119744" y="1121872"/>
                  <a:pt x="2119744" y="882467"/>
                </a:cubicBezTo>
                <a:cubicBezTo>
                  <a:pt x="2119744" y="643062"/>
                  <a:pt x="1925667" y="448985"/>
                  <a:pt x="1686262" y="448985"/>
                </a:cubicBezTo>
                <a:close/>
                <a:moveTo>
                  <a:pt x="1893261" y="271274"/>
                </a:moveTo>
                <a:cubicBezTo>
                  <a:pt x="2150128" y="355123"/>
                  <a:pt x="2334334" y="597283"/>
                  <a:pt x="2334334" y="882467"/>
                </a:cubicBezTo>
                <a:cubicBezTo>
                  <a:pt x="2334334" y="1103921"/>
                  <a:pt x="2223259" y="1299432"/>
                  <a:pt x="2053457" y="1415856"/>
                </a:cubicBezTo>
                <a:cubicBezTo>
                  <a:pt x="2494577" y="1286853"/>
                  <a:pt x="2931337" y="1005905"/>
                  <a:pt x="2940842" y="882353"/>
                </a:cubicBezTo>
                <a:lnTo>
                  <a:pt x="2946401" y="882364"/>
                </a:lnTo>
                <a:lnTo>
                  <a:pt x="2943679" y="877137"/>
                </a:lnTo>
                <a:lnTo>
                  <a:pt x="2946401" y="872130"/>
                </a:lnTo>
                <a:lnTo>
                  <a:pt x="2941077" y="872141"/>
                </a:lnTo>
                <a:cubicBezTo>
                  <a:pt x="2875996" y="732702"/>
                  <a:pt x="2369865" y="377972"/>
                  <a:pt x="1893261" y="271274"/>
                </a:cubicBezTo>
                <a:close/>
                <a:moveTo>
                  <a:pt x="1525754" y="256843"/>
                </a:moveTo>
                <a:cubicBezTo>
                  <a:pt x="984953" y="339274"/>
                  <a:pt x="426123" y="752145"/>
                  <a:pt x="426123" y="877021"/>
                </a:cubicBezTo>
                <a:lnTo>
                  <a:pt x="426123" y="877247"/>
                </a:lnTo>
                <a:cubicBezTo>
                  <a:pt x="439083" y="984175"/>
                  <a:pt x="877625" y="1311577"/>
                  <a:pt x="1355183" y="1436828"/>
                </a:cubicBezTo>
                <a:cubicBezTo>
                  <a:pt x="1164798" y="1325758"/>
                  <a:pt x="1038190" y="1118898"/>
                  <a:pt x="1038190" y="882467"/>
                </a:cubicBezTo>
                <a:cubicBezTo>
                  <a:pt x="1038190" y="580157"/>
                  <a:pt x="1245184" y="326193"/>
                  <a:pt x="1525754" y="256843"/>
                </a:cubicBezTo>
                <a:close/>
                <a:moveTo>
                  <a:pt x="1682713" y="0"/>
                </a:moveTo>
                <a:cubicBezTo>
                  <a:pt x="2385858" y="36225"/>
                  <a:pt x="3265322" y="653066"/>
                  <a:pt x="3365400" y="875412"/>
                </a:cubicBezTo>
                <a:lnTo>
                  <a:pt x="3372524" y="875397"/>
                </a:lnTo>
                <a:lnTo>
                  <a:pt x="3368881" y="882344"/>
                </a:lnTo>
                <a:lnTo>
                  <a:pt x="3372524" y="889597"/>
                </a:lnTo>
                <a:lnTo>
                  <a:pt x="3365086" y="889581"/>
                </a:lnTo>
                <a:cubicBezTo>
                  <a:pt x="3348713" y="1110249"/>
                  <a:pt x="2385134" y="1692746"/>
                  <a:pt x="1682713" y="1727404"/>
                </a:cubicBezTo>
                <a:cubicBezTo>
                  <a:pt x="901706" y="1708470"/>
                  <a:pt x="21301" y="1064732"/>
                  <a:pt x="0" y="882497"/>
                </a:cubicBezTo>
                <a:lnTo>
                  <a:pt x="0" y="882184"/>
                </a:lnTo>
                <a:cubicBezTo>
                  <a:pt x="0" y="691908"/>
                  <a:pt x="901706" y="19770"/>
                  <a:pt x="1682713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17" name="Google Shape;517;p62"/>
          <p:cNvSpPr/>
          <p:nvPr/>
        </p:nvSpPr>
        <p:spPr>
          <a:xfrm>
            <a:off x="7191835" y="2416730"/>
            <a:ext cx="501857" cy="554554"/>
          </a:xfrm>
          <a:custGeom>
            <a:rect b="b" l="l" r="r" t="t"/>
            <a:pathLst>
              <a:path extrusionOk="0" h="376812" w="341005">
                <a:moveTo>
                  <a:pt x="179590" y="105941"/>
                </a:moveTo>
                <a:cubicBezTo>
                  <a:pt x="189466" y="103284"/>
                  <a:pt x="200229" y="106383"/>
                  <a:pt x="207502" y="113978"/>
                </a:cubicBezTo>
                <a:lnTo>
                  <a:pt x="205155" y="116193"/>
                </a:lnTo>
                <a:cubicBezTo>
                  <a:pt x="198727" y="109493"/>
                  <a:pt x="189244" y="106732"/>
                  <a:pt x="180543" y="109027"/>
                </a:cubicBezTo>
                <a:cubicBezTo>
                  <a:pt x="171284" y="111470"/>
                  <a:pt x="164597" y="119184"/>
                  <a:pt x="163491" y="128699"/>
                </a:cubicBezTo>
                <a:lnTo>
                  <a:pt x="160301" y="128192"/>
                </a:lnTo>
                <a:cubicBezTo>
                  <a:pt x="160626" y="125509"/>
                  <a:pt x="161343" y="122953"/>
                  <a:pt x="162397" y="120583"/>
                </a:cubicBezTo>
                <a:cubicBezTo>
                  <a:pt x="163188" y="118806"/>
                  <a:pt x="164168" y="117134"/>
                  <a:pt x="165317" y="115593"/>
                </a:cubicBezTo>
                <a:close/>
                <a:moveTo>
                  <a:pt x="184774" y="76800"/>
                </a:moveTo>
                <a:cubicBezTo>
                  <a:pt x="189722" y="75892"/>
                  <a:pt x="194950" y="76276"/>
                  <a:pt x="199898" y="78055"/>
                </a:cubicBezTo>
                <a:lnTo>
                  <a:pt x="198784" y="81085"/>
                </a:lnTo>
                <a:cubicBezTo>
                  <a:pt x="190044" y="77951"/>
                  <a:pt x="180324" y="79705"/>
                  <a:pt x="173557" y="85636"/>
                </a:cubicBezTo>
                <a:cubicBezTo>
                  <a:pt x="166357" y="91948"/>
                  <a:pt x="163808" y="101834"/>
                  <a:pt x="167057" y="110845"/>
                </a:cubicBezTo>
                <a:lnTo>
                  <a:pt x="163976" y="111813"/>
                </a:lnTo>
                <a:cubicBezTo>
                  <a:pt x="161264" y="104174"/>
                  <a:pt x="162206" y="95982"/>
                  <a:pt x="166259" y="89343"/>
                </a:cubicBezTo>
                <a:lnTo>
                  <a:pt x="171329" y="83298"/>
                </a:lnTo>
                <a:cubicBezTo>
                  <a:pt x="175158" y="79908"/>
                  <a:pt x="179826" y="77708"/>
                  <a:pt x="184774" y="76800"/>
                </a:cubicBezTo>
                <a:close/>
                <a:moveTo>
                  <a:pt x="179076" y="24908"/>
                </a:moveTo>
                <a:cubicBezTo>
                  <a:pt x="173882" y="25821"/>
                  <a:pt x="169065" y="28595"/>
                  <a:pt x="165693" y="33023"/>
                </a:cubicBezTo>
                <a:lnTo>
                  <a:pt x="165081" y="32645"/>
                </a:lnTo>
                <a:lnTo>
                  <a:pt x="164343" y="33841"/>
                </a:lnTo>
                <a:lnTo>
                  <a:pt x="159156" y="28989"/>
                </a:lnTo>
                <a:cubicBezTo>
                  <a:pt x="147650" y="21890"/>
                  <a:pt x="132568" y="25462"/>
                  <a:pt x="125468" y="36968"/>
                </a:cubicBezTo>
                <a:cubicBezTo>
                  <a:pt x="125028" y="37682"/>
                  <a:pt x="124628" y="38410"/>
                  <a:pt x="124607" y="39302"/>
                </a:cubicBezTo>
                <a:cubicBezTo>
                  <a:pt x="121192" y="53871"/>
                  <a:pt x="126621" y="67918"/>
                  <a:pt x="137512" y="72288"/>
                </a:cubicBezTo>
                <a:lnTo>
                  <a:pt x="136408" y="75373"/>
                </a:lnTo>
                <a:cubicBezTo>
                  <a:pt x="125065" y="70889"/>
                  <a:pt x="118824" y="57470"/>
                  <a:pt x="120792" y="42874"/>
                </a:cubicBezTo>
                <a:cubicBezTo>
                  <a:pt x="110219" y="38045"/>
                  <a:pt x="97555" y="41998"/>
                  <a:pt x="91229" y="52250"/>
                </a:cubicBezTo>
                <a:cubicBezTo>
                  <a:pt x="86215" y="60377"/>
                  <a:pt x="87164" y="68019"/>
                  <a:pt x="90995" y="75559"/>
                </a:cubicBezTo>
                <a:cubicBezTo>
                  <a:pt x="88405" y="77546"/>
                  <a:pt x="86197" y="80074"/>
                  <a:pt x="84391" y="83001"/>
                </a:cubicBezTo>
                <a:cubicBezTo>
                  <a:pt x="75261" y="97799"/>
                  <a:pt x="79855" y="117197"/>
                  <a:pt x="94653" y="126328"/>
                </a:cubicBezTo>
                <a:cubicBezTo>
                  <a:pt x="99603" y="129383"/>
                  <a:pt x="105068" y="130901"/>
                  <a:pt x="110449" y="130283"/>
                </a:cubicBezTo>
                <a:cubicBezTo>
                  <a:pt x="111461" y="121556"/>
                  <a:pt x="114239" y="112980"/>
                  <a:pt x="118788" y="105103"/>
                </a:cubicBezTo>
                <a:lnTo>
                  <a:pt x="122060" y="106993"/>
                </a:lnTo>
                <a:cubicBezTo>
                  <a:pt x="117549" y="114804"/>
                  <a:pt x="114885" y="123345"/>
                  <a:pt x="114602" y="132066"/>
                </a:cubicBezTo>
                <a:cubicBezTo>
                  <a:pt x="118189" y="142541"/>
                  <a:pt x="127538" y="149533"/>
                  <a:pt x="138054" y="150704"/>
                </a:cubicBezTo>
                <a:lnTo>
                  <a:pt x="138622" y="157584"/>
                </a:lnTo>
                <a:cubicBezTo>
                  <a:pt x="141809" y="168599"/>
                  <a:pt x="152592" y="175355"/>
                  <a:pt x="163536" y="173320"/>
                </a:cubicBezTo>
                <a:lnTo>
                  <a:pt x="163736" y="174011"/>
                </a:lnTo>
                <a:lnTo>
                  <a:pt x="165086" y="173621"/>
                </a:lnTo>
                <a:lnTo>
                  <a:pt x="165671" y="180699"/>
                </a:lnTo>
                <a:cubicBezTo>
                  <a:pt x="169429" y="193686"/>
                  <a:pt x="183003" y="201168"/>
                  <a:pt x="195990" y="197411"/>
                </a:cubicBezTo>
                <a:cubicBezTo>
                  <a:pt x="196796" y="197178"/>
                  <a:pt x="197581" y="196907"/>
                  <a:pt x="198196" y="196260"/>
                </a:cubicBezTo>
                <a:cubicBezTo>
                  <a:pt x="209934" y="188156"/>
                  <a:pt x="215400" y="175007"/>
                  <a:pt x="211155" y="164763"/>
                </a:cubicBezTo>
                <a:cubicBezTo>
                  <a:pt x="205121" y="170199"/>
                  <a:pt x="196738" y="172687"/>
                  <a:pt x="188343" y="171472"/>
                </a:cubicBezTo>
                <a:lnTo>
                  <a:pt x="188829" y="168281"/>
                </a:lnTo>
                <a:cubicBezTo>
                  <a:pt x="198020" y="169602"/>
                  <a:pt x="207192" y="165939"/>
                  <a:pt x="212635" y="158774"/>
                </a:cubicBezTo>
                <a:cubicBezTo>
                  <a:pt x="218427" y="151149"/>
                  <a:pt x="218946" y="140953"/>
                  <a:pt x="213960" y="132774"/>
                </a:cubicBezTo>
                <a:lnTo>
                  <a:pt x="216785" y="131210"/>
                </a:lnTo>
                <a:cubicBezTo>
                  <a:pt x="222366" y="140465"/>
                  <a:pt x="221779" y="151983"/>
                  <a:pt x="215286" y="160619"/>
                </a:cubicBezTo>
                <a:lnTo>
                  <a:pt x="213805" y="162105"/>
                </a:lnTo>
                <a:cubicBezTo>
                  <a:pt x="218946" y="172938"/>
                  <a:pt x="214526" y="186813"/>
                  <a:pt x="203421" y="196175"/>
                </a:cubicBezTo>
                <a:cubicBezTo>
                  <a:pt x="208012" y="206854"/>
                  <a:pt x="220050" y="212429"/>
                  <a:pt x="231622" y="209082"/>
                </a:cubicBezTo>
                <a:cubicBezTo>
                  <a:pt x="239377" y="206838"/>
                  <a:pt x="243741" y="201989"/>
                  <a:pt x="246092" y="195539"/>
                </a:cubicBezTo>
                <a:cubicBezTo>
                  <a:pt x="255042" y="199507"/>
                  <a:pt x="265290" y="198199"/>
                  <a:pt x="272958" y="192601"/>
                </a:cubicBezTo>
                <a:lnTo>
                  <a:pt x="276795" y="193971"/>
                </a:lnTo>
                <a:cubicBezTo>
                  <a:pt x="289009" y="194016"/>
                  <a:pt x="298363" y="193248"/>
                  <a:pt x="304258" y="183694"/>
                </a:cubicBezTo>
                <a:cubicBezTo>
                  <a:pt x="309343" y="175453"/>
                  <a:pt x="308953" y="165378"/>
                  <a:pt x="303795" y="157923"/>
                </a:cubicBezTo>
                <a:cubicBezTo>
                  <a:pt x="298315" y="164420"/>
                  <a:pt x="291041" y="168177"/>
                  <a:pt x="283702" y="168174"/>
                </a:cubicBezTo>
                <a:lnTo>
                  <a:pt x="283555" y="164527"/>
                </a:lnTo>
                <a:cubicBezTo>
                  <a:pt x="293404" y="164978"/>
                  <a:pt x="303289" y="157339"/>
                  <a:pt x="308110" y="145450"/>
                </a:cubicBezTo>
                <a:cubicBezTo>
                  <a:pt x="311022" y="136198"/>
                  <a:pt x="308752" y="126109"/>
                  <a:pt x="302169" y="119023"/>
                </a:cubicBezTo>
                <a:cubicBezTo>
                  <a:pt x="296249" y="127191"/>
                  <a:pt x="286098" y="131525"/>
                  <a:pt x="275782" y="130309"/>
                </a:cubicBezTo>
                <a:lnTo>
                  <a:pt x="276183" y="127106"/>
                </a:lnTo>
                <a:cubicBezTo>
                  <a:pt x="285405" y="128184"/>
                  <a:pt x="294478" y="124281"/>
                  <a:pt x="299730" y="116974"/>
                </a:cubicBezTo>
                <a:lnTo>
                  <a:pt x="300207" y="116045"/>
                </a:lnTo>
                <a:cubicBezTo>
                  <a:pt x="300079" y="107222"/>
                  <a:pt x="295342" y="98867"/>
                  <a:pt x="287259" y="93880"/>
                </a:cubicBezTo>
                <a:cubicBezTo>
                  <a:pt x="284295" y="92051"/>
                  <a:pt x="281129" y="90828"/>
                  <a:pt x="277855" y="90561"/>
                </a:cubicBezTo>
                <a:cubicBezTo>
                  <a:pt x="271916" y="104194"/>
                  <a:pt x="259881" y="112708"/>
                  <a:pt x="248172" y="111695"/>
                </a:cubicBezTo>
                <a:cubicBezTo>
                  <a:pt x="248002" y="114741"/>
                  <a:pt x="246936" y="117719"/>
                  <a:pt x="245089" y="120348"/>
                </a:cubicBezTo>
                <a:cubicBezTo>
                  <a:pt x="241307" y="125729"/>
                  <a:pt x="234825" y="128827"/>
                  <a:pt x="228007" y="128511"/>
                </a:cubicBezTo>
                <a:lnTo>
                  <a:pt x="228158" y="125380"/>
                </a:lnTo>
                <a:cubicBezTo>
                  <a:pt x="233848" y="125642"/>
                  <a:pt x="239262" y="123097"/>
                  <a:pt x="242439" y="118667"/>
                </a:cubicBezTo>
                <a:cubicBezTo>
                  <a:pt x="244071" y="116391"/>
                  <a:pt x="244987" y="113796"/>
                  <a:pt x="245116" y="111152"/>
                </a:cubicBezTo>
                <a:lnTo>
                  <a:pt x="243716" y="110904"/>
                </a:lnTo>
                <a:lnTo>
                  <a:pt x="244539" y="108155"/>
                </a:lnTo>
                <a:cubicBezTo>
                  <a:pt x="244792" y="106166"/>
                  <a:pt x="244131" y="104285"/>
                  <a:pt x="243078" y="102544"/>
                </a:cubicBezTo>
                <a:cubicBezTo>
                  <a:pt x="240257" y="97875"/>
                  <a:pt x="235048" y="94922"/>
                  <a:pt x="229344" y="94755"/>
                </a:cubicBezTo>
                <a:lnTo>
                  <a:pt x="229436" y="91621"/>
                </a:lnTo>
                <a:cubicBezTo>
                  <a:pt x="236268" y="91821"/>
                  <a:pt x="242499" y="95409"/>
                  <a:pt x="245850" y="101072"/>
                </a:cubicBezTo>
                <a:cubicBezTo>
                  <a:pt x="247129" y="103235"/>
                  <a:pt x="247915" y="105575"/>
                  <a:pt x="248037" y="107973"/>
                </a:cubicBezTo>
                <a:cubicBezTo>
                  <a:pt x="258268" y="109553"/>
                  <a:pt x="268981" y="102051"/>
                  <a:pt x="274232" y="89778"/>
                </a:cubicBezTo>
                <a:cubicBezTo>
                  <a:pt x="278708" y="77339"/>
                  <a:pt x="274020" y="63056"/>
                  <a:pt x="262316" y="55834"/>
                </a:cubicBezTo>
                <a:cubicBezTo>
                  <a:pt x="257734" y="53007"/>
                  <a:pt x="252666" y="51626"/>
                  <a:pt x="247691" y="52231"/>
                </a:cubicBezTo>
                <a:cubicBezTo>
                  <a:pt x="248705" y="60913"/>
                  <a:pt x="245967" y="69020"/>
                  <a:pt x="239739" y="74185"/>
                </a:cubicBezTo>
                <a:lnTo>
                  <a:pt x="237649" y="71664"/>
                </a:lnTo>
                <a:cubicBezTo>
                  <a:pt x="244579" y="65918"/>
                  <a:pt x="246481" y="55888"/>
                  <a:pt x="243151" y="45920"/>
                </a:cubicBezTo>
                <a:cubicBezTo>
                  <a:pt x="241194" y="40124"/>
                  <a:pt x="237183" y="35004"/>
                  <a:pt x="231542" y="31523"/>
                </a:cubicBezTo>
                <a:cubicBezTo>
                  <a:pt x="221392" y="25261"/>
                  <a:pt x="208864" y="26095"/>
                  <a:pt x="199763" y="32668"/>
                </a:cubicBezTo>
                <a:lnTo>
                  <a:pt x="194721" y="27952"/>
                </a:lnTo>
                <a:cubicBezTo>
                  <a:pt x="189842" y="24941"/>
                  <a:pt x="184271" y="23995"/>
                  <a:pt x="179076" y="24908"/>
                </a:cubicBezTo>
                <a:close/>
                <a:moveTo>
                  <a:pt x="190632" y="62"/>
                </a:moveTo>
                <a:cubicBezTo>
                  <a:pt x="300121" y="2329"/>
                  <a:pt x="391248" y="125645"/>
                  <a:pt x="309641" y="225160"/>
                </a:cubicBezTo>
                <a:cubicBezTo>
                  <a:pt x="282892" y="251229"/>
                  <a:pt x="279266" y="288859"/>
                  <a:pt x="302841" y="374772"/>
                </a:cubicBezTo>
                <a:lnTo>
                  <a:pt x="121266" y="376812"/>
                </a:lnTo>
                <a:lnTo>
                  <a:pt x="109025" y="322355"/>
                </a:lnTo>
                <a:cubicBezTo>
                  <a:pt x="76580" y="333165"/>
                  <a:pt x="40716" y="329924"/>
                  <a:pt x="28778" y="318327"/>
                </a:cubicBezTo>
                <a:cubicBezTo>
                  <a:pt x="22923" y="311868"/>
                  <a:pt x="25422" y="291738"/>
                  <a:pt x="32859" y="276164"/>
                </a:cubicBezTo>
                <a:cubicBezTo>
                  <a:pt x="35235" y="270344"/>
                  <a:pt x="23179" y="268321"/>
                  <a:pt x="20618" y="259843"/>
                </a:cubicBezTo>
                <a:cubicBezTo>
                  <a:pt x="19440" y="251965"/>
                  <a:pt x="27377" y="251682"/>
                  <a:pt x="30757" y="247602"/>
                </a:cubicBezTo>
                <a:lnTo>
                  <a:pt x="18516" y="238938"/>
                </a:lnTo>
                <a:cubicBezTo>
                  <a:pt x="12669" y="232923"/>
                  <a:pt x="25811" y="221592"/>
                  <a:pt x="29458" y="212919"/>
                </a:cubicBezTo>
                <a:cubicBezTo>
                  <a:pt x="16679" y="208924"/>
                  <a:pt x="7006" y="203466"/>
                  <a:pt x="307" y="196983"/>
                </a:cubicBezTo>
                <a:cubicBezTo>
                  <a:pt x="-2572" y="186228"/>
                  <a:pt x="15339" y="171234"/>
                  <a:pt x="31089" y="151672"/>
                </a:cubicBezTo>
                <a:cubicBezTo>
                  <a:pt x="47602" y="132201"/>
                  <a:pt x="33821" y="117353"/>
                  <a:pt x="46470" y="75544"/>
                </a:cubicBezTo>
                <a:cubicBezTo>
                  <a:pt x="66559" y="23813"/>
                  <a:pt x="114124" y="-1423"/>
                  <a:pt x="190632" y="62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18" name="Google Shape;518;p62"/>
          <p:cNvSpPr/>
          <p:nvPr/>
        </p:nvSpPr>
        <p:spPr>
          <a:xfrm>
            <a:off x="8026937" y="2429072"/>
            <a:ext cx="527152" cy="529870"/>
          </a:xfrm>
          <a:custGeom>
            <a:rect b="b" l="l" r="r" t="t"/>
            <a:pathLst>
              <a:path extrusionOk="0" h="3083879" w="3068057">
                <a:moveTo>
                  <a:pt x="1943022" y="0"/>
                </a:moveTo>
                <a:cubicBezTo>
                  <a:pt x="2091435" y="0"/>
                  <a:pt x="2214809" y="107202"/>
                  <a:pt x="2232575" y="249298"/>
                </a:cubicBezTo>
                <a:cubicBezTo>
                  <a:pt x="2066806" y="323095"/>
                  <a:pt x="1966497" y="475331"/>
                  <a:pt x="1992863" y="623272"/>
                </a:cubicBezTo>
                <a:lnTo>
                  <a:pt x="2032344" y="614884"/>
                </a:lnTo>
                <a:cubicBezTo>
                  <a:pt x="2007703" y="472429"/>
                  <a:pt x="2119863" y="324636"/>
                  <a:pt x="2294697" y="266187"/>
                </a:cubicBezTo>
                <a:cubicBezTo>
                  <a:pt x="2304190" y="260641"/>
                  <a:pt x="2314409" y="260119"/>
                  <a:pt x="2324748" y="260119"/>
                </a:cubicBezTo>
                <a:cubicBezTo>
                  <a:pt x="2491310" y="260119"/>
                  <a:pt x="2626336" y="395145"/>
                  <a:pt x="2626336" y="561708"/>
                </a:cubicBezTo>
                <a:lnTo>
                  <a:pt x="2609021" y="647481"/>
                </a:lnTo>
                <a:lnTo>
                  <a:pt x="2626336" y="647481"/>
                </a:lnTo>
                <a:lnTo>
                  <a:pt x="2626336" y="656343"/>
                </a:lnTo>
                <a:cubicBezTo>
                  <a:pt x="2762823" y="669742"/>
                  <a:pt x="2867295" y="786613"/>
                  <a:pt x="2867295" y="927882"/>
                </a:cubicBezTo>
                <a:lnTo>
                  <a:pt x="2850464" y="1011252"/>
                </a:lnTo>
                <a:cubicBezTo>
                  <a:pt x="2978255" y="1064152"/>
                  <a:pt x="3068057" y="1190111"/>
                  <a:pt x="3068057" y="1337042"/>
                </a:cubicBezTo>
                <a:cubicBezTo>
                  <a:pt x="3068057" y="1418703"/>
                  <a:pt x="3040320" y="1493884"/>
                  <a:pt x="2992210" y="1551889"/>
                </a:cubicBezTo>
                <a:cubicBezTo>
                  <a:pt x="2909241" y="1651289"/>
                  <a:pt x="2791782" y="1696238"/>
                  <a:pt x="2686704" y="1660749"/>
                </a:cubicBezTo>
                <a:lnTo>
                  <a:pt x="2673794" y="1698968"/>
                </a:lnTo>
                <a:cubicBezTo>
                  <a:pt x="2768232" y="1730865"/>
                  <a:pt x="2870956" y="1707121"/>
                  <a:pt x="2955415" y="1640323"/>
                </a:cubicBezTo>
                <a:cubicBezTo>
                  <a:pt x="2993943" y="1688574"/>
                  <a:pt x="3012247" y="1750635"/>
                  <a:pt x="3012247" y="1816968"/>
                </a:cubicBezTo>
                <a:cubicBezTo>
                  <a:pt x="3012247" y="1986406"/>
                  <a:pt x="2892829" y="2127952"/>
                  <a:pt x="2733451" y="2161496"/>
                </a:cubicBezTo>
                <a:cubicBezTo>
                  <a:pt x="2570803" y="2185843"/>
                  <a:pt x="2422847" y="2122052"/>
                  <a:pt x="2373218" y="2004561"/>
                </a:cubicBezTo>
                <a:cubicBezTo>
                  <a:pt x="2397575" y="1987765"/>
                  <a:pt x="2417022" y="1964396"/>
                  <a:pt x="2431421" y="1936987"/>
                </a:cubicBezTo>
                <a:cubicBezTo>
                  <a:pt x="2469123" y="1865220"/>
                  <a:pt x="2466430" y="1776674"/>
                  <a:pt x="2424327" y="1703750"/>
                </a:cubicBezTo>
                <a:lnTo>
                  <a:pt x="2390880" y="1723060"/>
                </a:lnTo>
                <a:cubicBezTo>
                  <a:pt x="2426033" y="1783948"/>
                  <a:pt x="2428758" y="1857660"/>
                  <a:pt x="2398065" y="1917447"/>
                </a:cubicBezTo>
                <a:cubicBezTo>
                  <a:pt x="2386618" y="1939743"/>
                  <a:pt x="2371177" y="1958844"/>
                  <a:pt x="2348681" y="1969064"/>
                </a:cubicBezTo>
                <a:lnTo>
                  <a:pt x="2314536" y="1978212"/>
                </a:lnTo>
                <a:lnTo>
                  <a:pt x="2320989" y="1994504"/>
                </a:lnTo>
                <a:cubicBezTo>
                  <a:pt x="2292439" y="2010252"/>
                  <a:pt x="2259301" y="2017439"/>
                  <a:pt x="2224883" y="2015050"/>
                </a:cubicBezTo>
                <a:cubicBezTo>
                  <a:pt x="2157880" y="2010397"/>
                  <a:pt x="2096183" y="1970105"/>
                  <a:pt x="2062112" y="1908746"/>
                </a:cubicBezTo>
                <a:lnTo>
                  <a:pt x="2028307" y="1927422"/>
                </a:lnTo>
                <a:cubicBezTo>
                  <a:pt x="2069101" y="2000945"/>
                  <a:pt x="2143517" y="2048870"/>
                  <a:pt x="2224395" y="2053708"/>
                </a:cubicBezTo>
                <a:cubicBezTo>
                  <a:pt x="2263912" y="2056070"/>
                  <a:pt x="2302036" y="2047984"/>
                  <a:pt x="2335071" y="2030056"/>
                </a:cubicBezTo>
                <a:cubicBezTo>
                  <a:pt x="2400196" y="2159379"/>
                  <a:pt x="2567325" y="2230480"/>
                  <a:pt x="2748680" y="2204554"/>
                </a:cubicBezTo>
                <a:cubicBezTo>
                  <a:pt x="2767068" y="2240602"/>
                  <a:pt x="2774723" y="2281713"/>
                  <a:pt x="2774723" y="2324613"/>
                </a:cubicBezTo>
                <a:cubicBezTo>
                  <a:pt x="2774723" y="2444667"/>
                  <a:pt x="2714770" y="2550720"/>
                  <a:pt x="2619461" y="2609132"/>
                </a:cubicBezTo>
                <a:cubicBezTo>
                  <a:pt x="2594093" y="2739763"/>
                  <a:pt x="2496512" y="2844553"/>
                  <a:pt x="2368919" y="2876858"/>
                </a:cubicBezTo>
                <a:cubicBezTo>
                  <a:pt x="2184369" y="2908073"/>
                  <a:pt x="2016372" y="2826285"/>
                  <a:pt x="1978290" y="2684161"/>
                </a:cubicBezTo>
                <a:lnTo>
                  <a:pt x="1939323" y="2694602"/>
                </a:lnTo>
                <a:cubicBezTo>
                  <a:pt x="1970494" y="2810931"/>
                  <a:pt x="2075973" y="2892306"/>
                  <a:pt x="2210223" y="2912307"/>
                </a:cubicBezTo>
                <a:cubicBezTo>
                  <a:pt x="2165434" y="3014618"/>
                  <a:pt x="2062317" y="3083879"/>
                  <a:pt x="1943022" y="3083879"/>
                </a:cubicBezTo>
                <a:cubicBezTo>
                  <a:pt x="1804718" y="3083879"/>
                  <a:pt x="1736151" y="2990782"/>
                  <a:pt x="1657612" y="2862428"/>
                </a:cubicBezTo>
                <a:cubicBezTo>
                  <a:pt x="1632100" y="2775963"/>
                  <a:pt x="1598588" y="2449530"/>
                  <a:pt x="1653064" y="2147091"/>
                </a:cubicBezTo>
                <a:cubicBezTo>
                  <a:pt x="1775302" y="2294672"/>
                  <a:pt x="1947360" y="2360889"/>
                  <a:pt x="2101389" y="2319520"/>
                </a:cubicBezTo>
                <a:lnTo>
                  <a:pt x="2085913" y="2268654"/>
                </a:lnTo>
                <a:cubicBezTo>
                  <a:pt x="1935632" y="2308197"/>
                  <a:pt x="1765039" y="2228547"/>
                  <a:pt x="1652548" y="2065927"/>
                </a:cubicBezTo>
                <a:cubicBezTo>
                  <a:pt x="1594744" y="1988631"/>
                  <a:pt x="1552933" y="1543383"/>
                  <a:pt x="1647107" y="1210118"/>
                </a:cubicBezTo>
                <a:cubicBezTo>
                  <a:pt x="1757451" y="1073526"/>
                  <a:pt x="1924310" y="1023711"/>
                  <a:pt x="2044795" y="1095494"/>
                </a:cubicBezTo>
                <a:lnTo>
                  <a:pt x="2046624" y="1092427"/>
                </a:lnTo>
                <a:cubicBezTo>
                  <a:pt x="2044963" y="1115904"/>
                  <a:pt x="2049817" y="1139574"/>
                  <a:pt x="2059741" y="1162003"/>
                </a:cubicBezTo>
                <a:cubicBezTo>
                  <a:pt x="2085174" y="1219476"/>
                  <a:pt x="2140055" y="1259997"/>
                  <a:pt x="2204060" y="1268556"/>
                </a:cubicBezTo>
                <a:lnTo>
                  <a:pt x="2208020" y="1238949"/>
                </a:lnTo>
                <a:cubicBezTo>
                  <a:pt x="2154665" y="1231814"/>
                  <a:pt x="2108853" y="1198319"/>
                  <a:pt x="2087448" y="1150798"/>
                </a:cubicBezTo>
                <a:cubicBezTo>
                  <a:pt x="2064784" y="1100476"/>
                  <a:pt x="2073123" y="1042569"/>
                  <a:pt x="2109077" y="1000639"/>
                </a:cubicBezTo>
                <a:cubicBezTo>
                  <a:pt x="2142987" y="961090"/>
                  <a:pt x="2196315" y="941798"/>
                  <a:pt x="2249471" y="949847"/>
                </a:cubicBezTo>
                <a:lnTo>
                  <a:pt x="2253988" y="920317"/>
                </a:lnTo>
                <a:cubicBezTo>
                  <a:pt x="2190211" y="910645"/>
                  <a:pt x="2126205" y="934132"/>
                  <a:pt x="2085632" y="982099"/>
                </a:cubicBezTo>
                <a:lnTo>
                  <a:pt x="2052614" y="1055246"/>
                </a:lnTo>
                <a:cubicBezTo>
                  <a:pt x="1928226" y="988072"/>
                  <a:pt x="1765306" y="1028878"/>
                  <a:pt x="1646726" y="1149851"/>
                </a:cubicBezTo>
                <a:cubicBezTo>
                  <a:pt x="1576863" y="1018908"/>
                  <a:pt x="1584053" y="461235"/>
                  <a:pt x="1633436" y="269593"/>
                </a:cubicBezTo>
                <a:cubicBezTo>
                  <a:pt x="1697428" y="119029"/>
                  <a:pt x="1776459" y="0"/>
                  <a:pt x="1943022" y="0"/>
                </a:cubicBezTo>
                <a:close/>
                <a:moveTo>
                  <a:pt x="1125035" y="0"/>
                </a:moveTo>
                <a:cubicBezTo>
                  <a:pt x="1263339" y="0"/>
                  <a:pt x="1331906" y="93097"/>
                  <a:pt x="1410445" y="221451"/>
                </a:cubicBezTo>
                <a:cubicBezTo>
                  <a:pt x="1435957" y="307916"/>
                  <a:pt x="1469469" y="634350"/>
                  <a:pt x="1414993" y="936788"/>
                </a:cubicBezTo>
                <a:cubicBezTo>
                  <a:pt x="1292755" y="789207"/>
                  <a:pt x="1120697" y="722990"/>
                  <a:pt x="966668" y="764359"/>
                </a:cubicBezTo>
                <a:lnTo>
                  <a:pt x="982144" y="815225"/>
                </a:lnTo>
                <a:cubicBezTo>
                  <a:pt x="1132425" y="775682"/>
                  <a:pt x="1303018" y="855332"/>
                  <a:pt x="1415509" y="1017952"/>
                </a:cubicBezTo>
                <a:cubicBezTo>
                  <a:pt x="1473313" y="1095249"/>
                  <a:pt x="1515123" y="1540497"/>
                  <a:pt x="1420950" y="1873762"/>
                </a:cubicBezTo>
                <a:cubicBezTo>
                  <a:pt x="1310606" y="2010353"/>
                  <a:pt x="1143747" y="2060168"/>
                  <a:pt x="1023262" y="1988385"/>
                </a:cubicBezTo>
                <a:lnTo>
                  <a:pt x="1021433" y="1991453"/>
                </a:lnTo>
                <a:cubicBezTo>
                  <a:pt x="1023094" y="1967976"/>
                  <a:pt x="1018240" y="1944306"/>
                  <a:pt x="1008316" y="1921877"/>
                </a:cubicBezTo>
                <a:cubicBezTo>
                  <a:pt x="982883" y="1864403"/>
                  <a:pt x="928002" y="1823883"/>
                  <a:pt x="863997" y="1815323"/>
                </a:cubicBezTo>
                <a:lnTo>
                  <a:pt x="860037" y="1844930"/>
                </a:lnTo>
                <a:cubicBezTo>
                  <a:pt x="913392" y="1852066"/>
                  <a:pt x="959204" y="1885560"/>
                  <a:pt x="980609" y="1933082"/>
                </a:cubicBezTo>
                <a:cubicBezTo>
                  <a:pt x="1003273" y="1983404"/>
                  <a:pt x="994934" y="2041310"/>
                  <a:pt x="958980" y="2083241"/>
                </a:cubicBezTo>
                <a:cubicBezTo>
                  <a:pt x="925070" y="2122789"/>
                  <a:pt x="871742" y="2142082"/>
                  <a:pt x="818586" y="2134033"/>
                </a:cubicBezTo>
                <a:lnTo>
                  <a:pt x="814069" y="2163562"/>
                </a:lnTo>
                <a:cubicBezTo>
                  <a:pt x="877846" y="2173235"/>
                  <a:pt x="941852" y="2149747"/>
                  <a:pt x="982425" y="2101780"/>
                </a:cubicBezTo>
                <a:lnTo>
                  <a:pt x="1015443" y="2028633"/>
                </a:lnTo>
                <a:cubicBezTo>
                  <a:pt x="1139831" y="2095808"/>
                  <a:pt x="1302751" y="2055001"/>
                  <a:pt x="1421331" y="1934029"/>
                </a:cubicBezTo>
                <a:cubicBezTo>
                  <a:pt x="1491194" y="2064971"/>
                  <a:pt x="1484003" y="2622644"/>
                  <a:pt x="1434621" y="2814287"/>
                </a:cubicBezTo>
                <a:cubicBezTo>
                  <a:pt x="1370629" y="2964850"/>
                  <a:pt x="1291598" y="3083879"/>
                  <a:pt x="1125035" y="3083879"/>
                </a:cubicBezTo>
                <a:cubicBezTo>
                  <a:pt x="976622" y="3083879"/>
                  <a:pt x="853248" y="2976677"/>
                  <a:pt x="835482" y="2834581"/>
                </a:cubicBezTo>
                <a:cubicBezTo>
                  <a:pt x="1001251" y="2760784"/>
                  <a:pt x="1101560" y="2608549"/>
                  <a:pt x="1075194" y="2460607"/>
                </a:cubicBezTo>
                <a:lnTo>
                  <a:pt x="1035713" y="2468996"/>
                </a:lnTo>
                <a:cubicBezTo>
                  <a:pt x="1060354" y="2611450"/>
                  <a:pt x="948194" y="2759243"/>
                  <a:pt x="773360" y="2817692"/>
                </a:cubicBezTo>
                <a:cubicBezTo>
                  <a:pt x="763867" y="2823239"/>
                  <a:pt x="753648" y="2823760"/>
                  <a:pt x="743309" y="2823760"/>
                </a:cubicBezTo>
                <a:cubicBezTo>
                  <a:pt x="576747" y="2823760"/>
                  <a:pt x="441721" y="2688734"/>
                  <a:pt x="441721" y="2522172"/>
                </a:cubicBezTo>
                <a:lnTo>
                  <a:pt x="459036" y="2436399"/>
                </a:lnTo>
                <a:lnTo>
                  <a:pt x="441721" y="2436399"/>
                </a:lnTo>
                <a:lnTo>
                  <a:pt x="441721" y="2427537"/>
                </a:lnTo>
                <a:cubicBezTo>
                  <a:pt x="305234" y="2414137"/>
                  <a:pt x="200762" y="2297266"/>
                  <a:pt x="200762" y="2155997"/>
                </a:cubicBezTo>
                <a:lnTo>
                  <a:pt x="217593" y="2072628"/>
                </a:lnTo>
                <a:cubicBezTo>
                  <a:pt x="89802" y="2019727"/>
                  <a:pt x="0" y="1893768"/>
                  <a:pt x="0" y="1746838"/>
                </a:cubicBezTo>
                <a:cubicBezTo>
                  <a:pt x="0" y="1665177"/>
                  <a:pt x="27737" y="1589996"/>
                  <a:pt x="75847" y="1531990"/>
                </a:cubicBezTo>
                <a:cubicBezTo>
                  <a:pt x="158816" y="1432590"/>
                  <a:pt x="276275" y="1387641"/>
                  <a:pt x="381353" y="1423131"/>
                </a:cubicBezTo>
                <a:lnTo>
                  <a:pt x="394263" y="1384911"/>
                </a:lnTo>
                <a:cubicBezTo>
                  <a:pt x="299825" y="1353014"/>
                  <a:pt x="197101" y="1376758"/>
                  <a:pt x="112642" y="1443556"/>
                </a:cubicBezTo>
                <a:cubicBezTo>
                  <a:pt x="74114" y="1395305"/>
                  <a:pt x="55810" y="1333244"/>
                  <a:pt x="55810" y="1266911"/>
                </a:cubicBezTo>
                <a:cubicBezTo>
                  <a:pt x="55810" y="1097473"/>
                  <a:pt x="175228" y="955927"/>
                  <a:pt x="334606" y="922383"/>
                </a:cubicBezTo>
                <a:cubicBezTo>
                  <a:pt x="497254" y="898036"/>
                  <a:pt x="645210" y="961827"/>
                  <a:pt x="694839" y="1079319"/>
                </a:cubicBezTo>
                <a:cubicBezTo>
                  <a:pt x="670482" y="1096114"/>
                  <a:pt x="651035" y="1119484"/>
                  <a:pt x="636636" y="1146893"/>
                </a:cubicBezTo>
                <a:cubicBezTo>
                  <a:pt x="598934" y="1218660"/>
                  <a:pt x="601627" y="1307205"/>
                  <a:pt x="643730" y="1380130"/>
                </a:cubicBezTo>
                <a:lnTo>
                  <a:pt x="677177" y="1360819"/>
                </a:lnTo>
                <a:cubicBezTo>
                  <a:pt x="642024" y="1299932"/>
                  <a:pt x="639299" y="1226219"/>
                  <a:pt x="669992" y="1166433"/>
                </a:cubicBezTo>
                <a:cubicBezTo>
                  <a:pt x="681439" y="1144136"/>
                  <a:pt x="696880" y="1125036"/>
                  <a:pt x="719376" y="1114815"/>
                </a:cubicBezTo>
                <a:lnTo>
                  <a:pt x="753521" y="1105667"/>
                </a:lnTo>
                <a:lnTo>
                  <a:pt x="747068" y="1089375"/>
                </a:lnTo>
                <a:cubicBezTo>
                  <a:pt x="775618" y="1073627"/>
                  <a:pt x="808756" y="1066440"/>
                  <a:pt x="843174" y="1068829"/>
                </a:cubicBezTo>
                <a:cubicBezTo>
                  <a:pt x="910177" y="1073482"/>
                  <a:pt x="971874" y="1113774"/>
                  <a:pt x="1005945" y="1175134"/>
                </a:cubicBezTo>
                <a:lnTo>
                  <a:pt x="1039750" y="1156458"/>
                </a:lnTo>
                <a:cubicBezTo>
                  <a:pt x="998956" y="1082934"/>
                  <a:pt x="924540" y="1035010"/>
                  <a:pt x="843662" y="1030172"/>
                </a:cubicBezTo>
                <a:cubicBezTo>
                  <a:pt x="804145" y="1027809"/>
                  <a:pt x="766021" y="1035895"/>
                  <a:pt x="732986" y="1053824"/>
                </a:cubicBezTo>
                <a:cubicBezTo>
                  <a:pt x="667861" y="924500"/>
                  <a:pt x="500732" y="853399"/>
                  <a:pt x="319377" y="879325"/>
                </a:cubicBezTo>
                <a:cubicBezTo>
                  <a:pt x="300989" y="843277"/>
                  <a:pt x="293334" y="802167"/>
                  <a:pt x="293334" y="759266"/>
                </a:cubicBezTo>
                <a:cubicBezTo>
                  <a:pt x="293334" y="639212"/>
                  <a:pt x="353287" y="533159"/>
                  <a:pt x="448596" y="474747"/>
                </a:cubicBezTo>
                <a:cubicBezTo>
                  <a:pt x="473964" y="344116"/>
                  <a:pt x="571545" y="239326"/>
                  <a:pt x="699138" y="207021"/>
                </a:cubicBezTo>
                <a:cubicBezTo>
                  <a:pt x="883688" y="175806"/>
                  <a:pt x="1051685" y="257594"/>
                  <a:pt x="1089767" y="399718"/>
                </a:cubicBezTo>
                <a:lnTo>
                  <a:pt x="1128734" y="389277"/>
                </a:lnTo>
                <a:cubicBezTo>
                  <a:pt x="1097563" y="272948"/>
                  <a:pt x="992084" y="191573"/>
                  <a:pt x="857834" y="171572"/>
                </a:cubicBezTo>
                <a:cubicBezTo>
                  <a:pt x="902623" y="69261"/>
                  <a:pt x="1005740" y="0"/>
                  <a:pt x="1125035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grpSp>
        <p:nvGrpSpPr>
          <p:cNvPr id="519" name="Google Shape;519;p62"/>
          <p:cNvGrpSpPr/>
          <p:nvPr/>
        </p:nvGrpSpPr>
        <p:grpSpPr>
          <a:xfrm>
            <a:off x="6353199" y="2376440"/>
            <a:ext cx="528975" cy="594844"/>
            <a:chOff x="4835382" y="-161249"/>
            <a:chExt cx="3078656" cy="3462027"/>
          </a:xfrm>
        </p:grpSpPr>
        <p:sp>
          <p:nvSpPr>
            <p:cNvPr id="520" name="Google Shape;520;p62"/>
            <p:cNvSpPr/>
            <p:nvPr/>
          </p:nvSpPr>
          <p:spPr>
            <a:xfrm>
              <a:off x="4835382" y="73243"/>
              <a:ext cx="2920830" cy="3227535"/>
            </a:xfrm>
            <a:custGeom>
              <a:rect b="b" l="l" r="r" t="t"/>
              <a:pathLst>
                <a:path extrusionOk="0" h="5891405" w="5331558">
                  <a:moveTo>
                    <a:pt x="2980491" y="968"/>
                  </a:moveTo>
                  <a:cubicBezTo>
                    <a:pt x="1784302" y="-22254"/>
                    <a:pt x="1040642" y="372305"/>
                    <a:pt x="726547" y="1181117"/>
                  </a:cubicBezTo>
                  <a:cubicBezTo>
                    <a:pt x="528785" y="1834793"/>
                    <a:pt x="744238" y="2066938"/>
                    <a:pt x="486068" y="2371366"/>
                  </a:cubicBezTo>
                  <a:cubicBezTo>
                    <a:pt x="239818" y="2677225"/>
                    <a:pt x="-40213" y="2911644"/>
                    <a:pt x="4803" y="3079808"/>
                  </a:cubicBezTo>
                  <a:cubicBezTo>
                    <a:pt x="109541" y="3181162"/>
                    <a:pt x="260766" y="3266498"/>
                    <a:pt x="460575" y="3328959"/>
                  </a:cubicBezTo>
                  <a:cubicBezTo>
                    <a:pt x="403546" y="3464559"/>
                    <a:pt x="198074" y="3641722"/>
                    <a:pt x="289487" y="3735758"/>
                  </a:cubicBezTo>
                  <a:lnTo>
                    <a:pt x="480873" y="3871219"/>
                  </a:lnTo>
                  <a:cubicBezTo>
                    <a:pt x="428032" y="3935014"/>
                    <a:pt x="303940" y="3939433"/>
                    <a:pt x="322351" y="4062605"/>
                  </a:cubicBezTo>
                  <a:cubicBezTo>
                    <a:pt x="362395" y="4195168"/>
                    <a:pt x="550882" y="4226788"/>
                    <a:pt x="513737" y="4317787"/>
                  </a:cubicBezTo>
                  <a:cubicBezTo>
                    <a:pt x="397470" y="4561276"/>
                    <a:pt x="358392" y="4876020"/>
                    <a:pt x="449942" y="4977005"/>
                  </a:cubicBezTo>
                  <a:cubicBezTo>
                    <a:pt x="636587" y="5158310"/>
                    <a:pt x="1197305" y="5208988"/>
                    <a:pt x="1704584" y="5039972"/>
                  </a:cubicBezTo>
                  <a:lnTo>
                    <a:pt x="1895970" y="5891405"/>
                  </a:lnTo>
                  <a:lnTo>
                    <a:pt x="4734863" y="5859508"/>
                  </a:lnTo>
                  <a:cubicBezTo>
                    <a:pt x="4366268" y="4516262"/>
                    <a:pt x="4422975" y="3927926"/>
                    <a:pt x="4841189" y="3520345"/>
                  </a:cubicBezTo>
                  <a:cubicBezTo>
                    <a:pt x="6117095" y="1964448"/>
                    <a:pt x="4692333" y="36409"/>
                    <a:pt x="2980491" y="968"/>
                  </a:cubicBez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521" name="Google Shape;521;p62"/>
            <p:cNvSpPr/>
            <p:nvPr/>
          </p:nvSpPr>
          <p:spPr>
            <a:xfrm rot="-3499458">
              <a:off x="5907878" y="-58593"/>
              <a:ext cx="1436045" cy="2141152"/>
            </a:xfrm>
            <a:custGeom>
              <a:rect b="b" l="l" r="r" t="t"/>
              <a:pathLst>
                <a:path extrusionOk="0" h="1745209" w="1170491">
                  <a:moveTo>
                    <a:pt x="429221" y="671495"/>
                  </a:moveTo>
                  <a:cubicBezTo>
                    <a:pt x="415869" y="670322"/>
                    <a:pt x="402356" y="670624"/>
                    <a:pt x="388917" y="672439"/>
                  </a:cubicBezTo>
                  <a:cubicBezTo>
                    <a:pt x="370997" y="674859"/>
                    <a:pt x="353207" y="679968"/>
                    <a:pt x="336101" y="687858"/>
                  </a:cubicBezTo>
                  <a:lnTo>
                    <a:pt x="344770" y="708640"/>
                  </a:lnTo>
                  <a:cubicBezTo>
                    <a:pt x="405276" y="680369"/>
                    <a:pt x="475531" y="691805"/>
                    <a:pt x="523918" y="737799"/>
                  </a:cubicBezTo>
                  <a:cubicBezTo>
                    <a:pt x="569388" y="781022"/>
                    <a:pt x="587723" y="847396"/>
                    <a:pt x="571504" y="910067"/>
                  </a:cubicBezTo>
                  <a:lnTo>
                    <a:pt x="593243" y="915886"/>
                  </a:lnTo>
                  <a:cubicBezTo>
                    <a:pt x="611678" y="844923"/>
                    <a:pt x="590662" y="769719"/>
                    <a:pt x="538740" y="720849"/>
                  </a:cubicBezTo>
                  <a:cubicBezTo>
                    <a:pt x="507886" y="691808"/>
                    <a:pt x="469277" y="675014"/>
                    <a:pt x="429221" y="671495"/>
                  </a:cubicBezTo>
                  <a:close/>
                  <a:moveTo>
                    <a:pt x="588421" y="580980"/>
                  </a:moveTo>
                  <a:cubicBezTo>
                    <a:pt x="534186" y="581239"/>
                    <a:pt x="482134" y="605639"/>
                    <a:pt x="446738" y="649695"/>
                  </a:cubicBezTo>
                  <a:lnTo>
                    <a:pt x="463760" y="664437"/>
                  </a:lnTo>
                  <a:cubicBezTo>
                    <a:pt x="505329" y="612166"/>
                    <a:pt x="573320" y="591099"/>
                    <a:pt x="637132" y="610714"/>
                  </a:cubicBezTo>
                  <a:cubicBezTo>
                    <a:pt x="697098" y="629147"/>
                    <a:pt x="743088" y="680397"/>
                    <a:pt x="756495" y="743730"/>
                  </a:cubicBezTo>
                  <a:lnTo>
                    <a:pt x="778549" y="739251"/>
                  </a:lnTo>
                  <a:cubicBezTo>
                    <a:pt x="763432" y="667508"/>
                    <a:pt x="711108" y="609548"/>
                    <a:pt x="642848" y="588934"/>
                  </a:cubicBezTo>
                  <a:cubicBezTo>
                    <a:pt x="624821" y="583490"/>
                    <a:pt x="606500" y="580894"/>
                    <a:pt x="588421" y="580980"/>
                  </a:cubicBezTo>
                  <a:close/>
                  <a:moveTo>
                    <a:pt x="533817" y="0"/>
                  </a:moveTo>
                  <a:cubicBezTo>
                    <a:pt x="617807" y="1"/>
                    <a:pt x="687626" y="60667"/>
                    <a:pt x="697680" y="141081"/>
                  </a:cubicBezTo>
                  <a:cubicBezTo>
                    <a:pt x="603869" y="182843"/>
                    <a:pt x="547102" y="268997"/>
                    <a:pt x="562024" y="352718"/>
                  </a:cubicBezTo>
                  <a:lnTo>
                    <a:pt x="584367" y="347971"/>
                  </a:lnTo>
                  <a:cubicBezTo>
                    <a:pt x="570422" y="267354"/>
                    <a:pt x="633895" y="183716"/>
                    <a:pt x="732836" y="150639"/>
                  </a:cubicBezTo>
                  <a:cubicBezTo>
                    <a:pt x="738208" y="147500"/>
                    <a:pt x="743991" y="147205"/>
                    <a:pt x="749842" y="147205"/>
                  </a:cubicBezTo>
                  <a:cubicBezTo>
                    <a:pt x="844103" y="147205"/>
                    <a:pt x="920515" y="223618"/>
                    <a:pt x="920515" y="317877"/>
                  </a:cubicBezTo>
                  <a:lnTo>
                    <a:pt x="910716" y="366417"/>
                  </a:lnTo>
                  <a:lnTo>
                    <a:pt x="920515" y="366418"/>
                  </a:lnTo>
                  <a:lnTo>
                    <a:pt x="920515" y="371433"/>
                  </a:lnTo>
                  <a:cubicBezTo>
                    <a:pt x="997755" y="379016"/>
                    <a:pt x="1056877" y="445155"/>
                    <a:pt x="1056877" y="525101"/>
                  </a:cubicBezTo>
                  <a:lnTo>
                    <a:pt x="1047351" y="572282"/>
                  </a:lnTo>
                  <a:cubicBezTo>
                    <a:pt x="1119671" y="602218"/>
                    <a:pt x="1170491" y="673500"/>
                    <a:pt x="1170491" y="756650"/>
                  </a:cubicBezTo>
                  <a:cubicBezTo>
                    <a:pt x="1170490" y="802863"/>
                    <a:pt x="1154794" y="845409"/>
                    <a:pt x="1127569" y="878235"/>
                  </a:cubicBezTo>
                  <a:cubicBezTo>
                    <a:pt x="1080615" y="934488"/>
                    <a:pt x="1014142" y="959925"/>
                    <a:pt x="954678" y="939840"/>
                  </a:cubicBezTo>
                  <a:lnTo>
                    <a:pt x="947373" y="961469"/>
                  </a:lnTo>
                  <a:cubicBezTo>
                    <a:pt x="1000817" y="979520"/>
                    <a:pt x="1058949" y="966083"/>
                    <a:pt x="1106746" y="928282"/>
                  </a:cubicBezTo>
                  <a:cubicBezTo>
                    <a:pt x="1128548" y="955588"/>
                    <a:pt x="1138907" y="990708"/>
                    <a:pt x="1138907" y="1028247"/>
                  </a:cubicBezTo>
                  <a:cubicBezTo>
                    <a:pt x="1138907" y="1124134"/>
                    <a:pt x="1071328" y="1204237"/>
                    <a:pt x="981133" y="1223220"/>
                  </a:cubicBezTo>
                  <a:cubicBezTo>
                    <a:pt x="889088" y="1236998"/>
                    <a:pt x="805358" y="1200898"/>
                    <a:pt x="777272" y="1134408"/>
                  </a:cubicBezTo>
                  <a:cubicBezTo>
                    <a:pt x="791057" y="1124903"/>
                    <a:pt x="802061" y="1111678"/>
                    <a:pt x="810210" y="1096167"/>
                  </a:cubicBezTo>
                  <a:cubicBezTo>
                    <a:pt x="831546" y="1055553"/>
                    <a:pt x="830022" y="1005443"/>
                    <a:pt x="806195" y="964175"/>
                  </a:cubicBezTo>
                  <a:lnTo>
                    <a:pt x="787267" y="975103"/>
                  </a:lnTo>
                  <a:cubicBezTo>
                    <a:pt x="807161" y="1009560"/>
                    <a:pt x="808703" y="1051275"/>
                    <a:pt x="791333" y="1085110"/>
                  </a:cubicBezTo>
                  <a:cubicBezTo>
                    <a:pt x="784855" y="1097727"/>
                    <a:pt x="776117" y="1108536"/>
                    <a:pt x="763385" y="1114320"/>
                  </a:cubicBezTo>
                  <a:lnTo>
                    <a:pt x="744063" y="1119497"/>
                  </a:lnTo>
                  <a:lnTo>
                    <a:pt x="747716" y="1128718"/>
                  </a:lnTo>
                  <a:cubicBezTo>
                    <a:pt x="731558" y="1137628"/>
                    <a:pt x="712804" y="1141697"/>
                    <a:pt x="693327" y="1140344"/>
                  </a:cubicBezTo>
                  <a:cubicBezTo>
                    <a:pt x="655409" y="1137711"/>
                    <a:pt x="620494" y="1114908"/>
                    <a:pt x="601213" y="1080185"/>
                  </a:cubicBezTo>
                  <a:lnTo>
                    <a:pt x="582082" y="1090754"/>
                  </a:lnTo>
                  <a:cubicBezTo>
                    <a:pt x="605167" y="1132362"/>
                    <a:pt x="647281" y="1159482"/>
                    <a:pt x="693051" y="1162221"/>
                  </a:cubicBezTo>
                  <a:cubicBezTo>
                    <a:pt x="715413" y="1163558"/>
                    <a:pt x="736989" y="1158982"/>
                    <a:pt x="755684" y="1148835"/>
                  </a:cubicBezTo>
                  <a:cubicBezTo>
                    <a:pt x="792539" y="1222022"/>
                    <a:pt x="887119" y="1262260"/>
                    <a:pt x="989751" y="1247587"/>
                  </a:cubicBezTo>
                  <a:cubicBezTo>
                    <a:pt x="1000157" y="1267987"/>
                    <a:pt x="1004489" y="1291252"/>
                    <a:pt x="1004488" y="1315531"/>
                  </a:cubicBezTo>
                  <a:cubicBezTo>
                    <a:pt x="1004488" y="1381750"/>
                    <a:pt x="972258" y="1440443"/>
                    <a:pt x="920375" y="1473506"/>
                  </a:cubicBezTo>
                  <a:lnTo>
                    <a:pt x="913116" y="1474079"/>
                  </a:lnTo>
                  <a:cubicBezTo>
                    <a:pt x="850536" y="1469665"/>
                    <a:pt x="794159" y="1430126"/>
                    <a:pt x="766796" y="1371458"/>
                  </a:cubicBezTo>
                  <a:lnTo>
                    <a:pt x="746323" y="1380801"/>
                  </a:lnTo>
                  <a:cubicBezTo>
                    <a:pt x="776874" y="1446464"/>
                    <a:pt x="839753" y="1490827"/>
                    <a:pt x="909888" y="1496052"/>
                  </a:cubicBezTo>
                  <a:cubicBezTo>
                    <a:pt x="891948" y="1561049"/>
                    <a:pt x="840393" y="1611456"/>
                    <a:pt x="774838" y="1628054"/>
                  </a:cubicBezTo>
                  <a:cubicBezTo>
                    <a:pt x="686646" y="1642970"/>
                    <a:pt x="605133" y="1612285"/>
                    <a:pt x="571751" y="1552195"/>
                  </a:cubicBezTo>
                  <a:lnTo>
                    <a:pt x="550649" y="1566422"/>
                  </a:lnTo>
                  <a:cubicBezTo>
                    <a:pt x="577499" y="1609979"/>
                    <a:pt x="626419" y="1639383"/>
                    <a:pt x="685031" y="1648114"/>
                  </a:cubicBezTo>
                  <a:cubicBezTo>
                    <a:pt x="659684" y="1706013"/>
                    <a:pt x="601329" y="1745210"/>
                    <a:pt x="533818" y="1745209"/>
                  </a:cubicBezTo>
                  <a:cubicBezTo>
                    <a:pt x="455549" y="1745210"/>
                    <a:pt x="416747" y="1692524"/>
                    <a:pt x="372301" y="1619888"/>
                  </a:cubicBezTo>
                  <a:lnTo>
                    <a:pt x="366380" y="1592106"/>
                  </a:lnTo>
                  <a:cubicBezTo>
                    <a:pt x="305091" y="1567105"/>
                    <a:pt x="259811" y="1511085"/>
                    <a:pt x="250590" y="1443452"/>
                  </a:cubicBezTo>
                  <a:cubicBezTo>
                    <a:pt x="203712" y="1453117"/>
                    <a:pt x="158965" y="1444975"/>
                    <a:pt x="117260" y="1407178"/>
                  </a:cubicBezTo>
                  <a:cubicBezTo>
                    <a:pt x="55030" y="1350772"/>
                    <a:pt x="44039" y="1258933"/>
                    <a:pt x="90593" y="1192598"/>
                  </a:cubicBezTo>
                  <a:cubicBezTo>
                    <a:pt x="186799" y="1224213"/>
                    <a:pt x="285304" y="1199642"/>
                    <a:pt x="330760" y="1129474"/>
                  </a:cubicBezTo>
                  <a:lnTo>
                    <a:pt x="344999" y="1132822"/>
                  </a:lnTo>
                  <a:cubicBezTo>
                    <a:pt x="420009" y="1139731"/>
                    <a:pt x="490500" y="1101048"/>
                    <a:pt x="524987" y="1034051"/>
                  </a:cubicBezTo>
                  <a:lnTo>
                    <a:pt x="505360" y="1023014"/>
                  </a:lnTo>
                  <a:cubicBezTo>
                    <a:pt x="475089" y="1082544"/>
                    <a:pt x="412689" y="1116790"/>
                    <a:pt x="346243" y="1110339"/>
                  </a:cubicBezTo>
                  <a:cubicBezTo>
                    <a:pt x="283801" y="1104277"/>
                    <a:pt x="228486" y="1063265"/>
                    <a:pt x="202679" y="1003895"/>
                  </a:cubicBezTo>
                  <a:lnTo>
                    <a:pt x="181967" y="1012696"/>
                  </a:lnTo>
                  <a:cubicBezTo>
                    <a:pt x="205492" y="1066954"/>
                    <a:pt x="250941" y="1107583"/>
                    <a:pt x="305288" y="1123484"/>
                  </a:cubicBezTo>
                  <a:cubicBezTo>
                    <a:pt x="260051" y="1186174"/>
                    <a:pt x="162021" y="1201884"/>
                    <a:pt x="70961" y="1161909"/>
                  </a:cubicBezTo>
                  <a:cubicBezTo>
                    <a:pt x="64874" y="1160625"/>
                    <a:pt x="60391" y="1156961"/>
                    <a:pt x="56055" y="1153032"/>
                  </a:cubicBezTo>
                  <a:cubicBezTo>
                    <a:pt x="-13786" y="1089729"/>
                    <a:pt x="-19088" y="981796"/>
                    <a:pt x="44214" y="911953"/>
                  </a:cubicBezTo>
                  <a:lnTo>
                    <a:pt x="84073" y="882569"/>
                  </a:lnTo>
                  <a:lnTo>
                    <a:pt x="76811" y="875989"/>
                  </a:lnTo>
                  <a:lnTo>
                    <a:pt x="80179" y="872273"/>
                  </a:lnTo>
                  <a:cubicBezTo>
                    <a:pt x="28040" y="814783"/>
                    <a:pt x="28651" y="726072"/>
                    <a:pt x="82340" y="666836"/>
                  </a:cubicBezTo>
                  <a:lnTo>
                    <a:pt x="121082" y="638275"/>
                  </a:lnTo>
                  <a:cubicBezTo>
                    <a:pt x="89526" y="571593"/>
                    <a:pt x="96788" y="490523"/>
                    <a:pt x="145805" y="430894"/>
                  </a:cubicBezTo>
                  <a:cubicBezTo>
                    <a:pt x="198586" y="400645"/>
                    <a:pt x="259015" y="385179"/>
                    <a:pt x="321878" y="383347"/>
                  </a:cubicBezTo>
                  <a:lnTo>
                    <a:pt x="321111" y="357014"/>
                  </a:lnTo>
                  <a:cubicBezTo>
                    <a:pt x="257723" y="358862"/>
                    <a:pt x="196668" y="373772"/>
                    <a:pt x="141180" y="399723"/>
                  </a:cubicBezTo>
                  <a:cubicBezTo>
                    <a:pt x="117813" y="370058"/>
                    <a:pt x="106816" y="332072"/>
                    <a:pt x="106816" y="291518"/>
                  </a:cubicBezTo>
                  <a:cubicBezTo>
                    <a:pt x="106816" y="170286"/>
                    <a:pt x="205094" y="72008"/>
                    <a:pt x="326327" y="72008"/>
                  </a:cubicBezTo>
                  <a:cubicBezTo>
                    <a:pt x="350305" y="72008"/>
                    <a:pt x="373385" y="75853"/>
                    <a:pt x="394659" y="83948"/>
                  </a:cubicBezTo>
                  <a:cubicBezTo>
                    <a:pt x="425371" y="33609"/>
                    <a:pt x="467237" y="0"/>
                    <a:pt x="533817" y="0"/>
                  </a:cubicBez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522" name="Google Shape;522;p62"/>
          <p:cNvSpPr/>
          <p:nvPr/>
        </p:nvSpPr>
        <p:spPr>
          <a:xfrm>
            <a:off x="5542040" y="2446822"/>
            <a:ext cx="449751" cy="494370"/>
          </a:xfrm>
          <a:custGeom>
            <a:rect b="b" l="l" r="r" t="t"/>
            <a:pathLst>
              <a:path extrusionOk="0" h="3216409" w="2926108">
                <a:moveTo>
                  <a:pt x="1150286" y="2039882"/>
                </a:moveTo>
                <a:cubicBezTo>
                  <a:pt x="1216487" y="2110220"/>
                  <a:pt x="1249586" y="2238485"/>
                  <a:pt x="1348889" y="2250897"/>
                </a:cubicBezTo>
                <a:cubicBezTo>
                  <a:pt x="1452327" y="2213659"/>
                  <a:pt x="1530941" y="2147458"/>
                  <a:pt x="1597142" y="2052295"/>
                </a:cubicBezTo>
                <a:cubicBezTo>
                  <a:pt x="1634380" y="2030228"/>
                  <a:pt x="1712994" y="2049536"/>
                  <a:pt x="1721269" y="2072982"/>
                </a:cubicBezTo>
                <a:cubicBezTo>
                  <a:pt x="1533700" y="2362611"/>
                  <a:pt x="1615072" y="2763954"/>
                  <a:pt x="1568179" y="2830155"/>
                </a:cubicBezTo>
                <a:cubicBezTo>
                  <a:pt x="1391644" y="2965315"/>
                  <a:pt x="1231658" y="2893598"/>
                  <a:pt x="1063398" y="2925319"/>
                </a:cubicBezTo>
                <a:cubicBezTo>
                  <a:pt x="925479" y="2954282"/>
                  <a:pt x="820660" y="3107371"/>
                  <a:pt x="686879" y="3148747"/>
                </a:cubicBezTo>
                <a:cubicBezTo>
                  <a:pt x="536548" y="3184606"/>
                  <a:pt x="373804" y="3224602"/>
                  <a:pt x="215198" y="3214948"/>
                </a:cubicBezTo>
                <a:cubicBezTo>
                  <a:pt x="93829" y="3209431"/>
                  <a:pt x="71763" y="3046687"/>
                  <a:pt x="136584" y="2925318"/>
                </a:cubicBezTo>
                <a:cubicBezTo>
                  <a:pt x="168305" y="2828775"/>
                  <a:pt x="121415" y="2802571"/>
                  <a:pt x="107623" y="2710165"/>
                </a:cubicBezTo>
                <a:cubicBezTo>
                  <a:pt x="111150" y="2693172"/>
                  <a:pt x="127647" y="2691385"/>
                  <a:pt x="158288" y="2695563"/>
                </a:cubicBezTo>
                <a:lnTo>
                  <a:pt x="158288" y="2626239"/>
                </a:lnTo>
                <a:lnTo>
                  <a:pt x="266288" y="2626239"/>
                </a:lnTo>
                <a:lnTo>
                  <a:pt x="266288" y="2708276"/>
                </a:lnTo>
                <a:lnTo>
                  <a:pt x="307224" y="2711894"/>
                </a:lnTo>
                <a:lnTo>
                  <a:pt x="307224" y="2626239"/>
                </a:lnTo>
                <a:lnTo>
                  <a:pt x="415224" y="2626239"/>
                </a:lnTo>
                <a:lnTo>
                  <a:pt x="415224" y="2711420"/>
                </a:lnTo>
                <a:cubicBezTo>
                  <a:pt x="428487" y="2711947"/>
                  <a:pt x="442136" y="2710942"/>
                  <a:pt x="456160" y="2708700"/>
                </a:cubicBezTo>
                <a:lnTo>
                  <a:pt x="456160" y="2617963"/>
                </a:lnTo>
                <a:lnTo>
                  <a:pt x="564160" y="2617963"/>
                </a:lnTo>
                <a:lnTo>
                  <a:pt x="564160" y="2692500"/>
                </a:lnTo>
                <a:cubicBezTo>
                  <a:pt x="577696" y="2691220"/>
                  <a:pt x="591289" y="2688332"/>
                  <a:pt x="605096" y="2684680"/>
                </a:cubicBezTo>
                <a:lnTo>
                  <a:pt x="605096" y="2601411"/>
                </a:lnTo>
                <a:lnTo>
                  <a:pt x="713096" y="2601411"/>
                </a:lnTo>
                <a:lnTo>
                  <a:pt x="713096" y="2654658"/>
                </a:lnTo>
                <a:lnTo>
                  <a:pt x="754032" y="2641463"/>
                </a:lnTo>
                <a:lnTo>
                  <a:pt x="754032" y="2580721"/>
                </a:lnTo>
                <a:lnTo>
                  <a:pt x="862032" y="2580721"/>
                </a:lnTo>
                <a:lnTo>
                  <a:pt x="862032" y="2599792"/>
                </a:lnTo>
                <a:cubicBezTo>
                  <a:pt x="897454" y="2584791"/>
                  <a:pt x="934214" y="2567836"/>
                  <a:pt x="972371" y="2548802"/>
                </a:cubicBezTo>
                <a:cubicBezTo>
                  <a:pt x="1030297" y="2506047"/>
                  <a:pt x="939271" y="2219176"/>
                  <a:pt x="947546" y="2122633"/>
                </a:cubicBezTo>
                <a:cubicBezTo>
                  <a:pt x="957201" y="2082636"/>
                  <a:pt x="1082706" y="2067466"/>
                  <a:pt x="1150286" y="2039882"/>
                </a:cubicBezTo>
                <a:close/>
                <a:moveTo>
                  <a:pt x="394278" y="1320337"/>
                </a:moveTo>
                <a:cubicBezTo>
                  <a:pt x="356565" y="1315036"/>
                  <a:pt x="316914" y="1320983"/>
                  <a:pt x="277262" y="1344774"/>
                </a:cubicBezTo>
                <a:cubicBezTo>
                  <a:pt x="169686" y="1368221"/>
                  <a:pt x="281399" y="1532343"/>
                  <a:pt x="314500" y="1626128"/>
                </a:cubicBezTo>
                <a:cubicBezTo>
                  <a:pt x="335188" y="1715776"/>
                  <a:pt x="306225" y="1838523"/>
                  <a:pt x="376563" y="1820593"/>
                </a:cubicBezTo>
                <a:cubicBezTo>
                  <a:pt x="535169" y="1786113"/>
                  <a:pt x="681363" y="1673020"/>
                  <a:pt x="628954" y="1493726"/>
                </a:cubicBezTo>
                <a:cubicBezTo>
                  <a:pt x="603094" y="1453384"/>
                  <a:pt x="507414" y="1336241"/>
                  <a:pt x="394278" y="1320337"/>
                </a:cubicBezTo>
                <a:close/>
                <a:moveTo>
                  <a:pt x="1526804" y="66"/>
                </a:moveTo>
                <a:cubicBezTo>
                  <a:pt x="2066065" y="2824"/>
                  <a:pt x="2621877" y="129710"/>
                  <a:pt x="2896335" y="1038593"/>
                </a:cubicBezTo>
                <a:cubicBezTo>
                  <a:pt x="3057700" y="1564063"/>
                  <a:pt x="2532230" y="2366749"/>
                  <a:pt x="2064686" y="2292273"/>
                </a:cubicBezTo>
                <a:cubicBezTo>
                  <a:pt x="1885392" y="2267447"/>
                  <a:pt x="1950214" y="2015056"/>
                  <a:pt x="1555767" y="1940580"/>
                </a:cubicBezTo>
                <a:cubicBezTo>
                  <a:pt x="1179249" y="1868862"/>
                  <a:pt x="732393" y="2186075"/>
                  <a:pt x="554478" y="2159871"/>
                </a:cubicBezTo>
                <a:cubicBezTo>
                  <a:pt x="466211" y="2141942"/>
                  <a:pt x="394493" y="1904722"/>
                  <a:pt x="364151" y="1932305"/>
                </a:cubicBezTo>
                <a:cubicBezTo>
                  <a:pt x="322774" y="1970922"/>
                  <a:pt x="405526" y="2146079"/>
                  <a:pt x="467589" y="2205384"/>
                </a:cubicBezTo>
                <a:cubicBezTo>
                  <a:pt x="525515" y="2241243"/>
                  <a:pt x="732393" y="2202626"/>
                  <a:pt x="873070" y="2139183"/>
                </a:cubicBezTo>
                <a:cubicBezTo>
                  <a:pt x="913066" y="2128149"/>
                  <a:pt x="870312" y="2253655"/>
                  <a:pt x="877208" y="2333648"/>
                </a:cubicBezTo>
                <a:lnTo>
                  <a:pt x="862033" y="2337135"/>
                </a:lnTo>
                <a:lnTo>
                  <a:pt x="862033" y="2415799"/>
                </a:lnTo>
                <a:lnTo>
                  <a:pt x="754033" y="2415799"/>
                </a:lnTo>
                <a:lnTo>
                  <a:pt x="754033" y="2360695"/>
                </a:lnTo>
                <a:lnTo>
                  <a:pt x="713097" y="2366601"/>
                </a:lnTo>
                <a:lnTo>
                  <a:pt x="713097" y="2428213"/>
                </a:lnTo>
                <a:lnTo>
                  <a:pt x="605097" y="2428213"/>
                </a:lnTo>
                <a:lnTo>
                  <a:pt x="605097" y="2379641"/>
                </a:lnTo>
                <a:lnTo>
                  <a:pt x="564161" y="2382960"/>
                </a:lnTo>
                <a:lnTo>
                  <a:pt x="564161" y="2436489"/>
                </a:lnTo>
                <a:lnTo>
                  <a:pt x="456161" y="2436489"/>
                </a:lnTo>
                <a:lnTo>
                  <a:pt x="456161" y="2388351"/>
                </a:lnTo>
                <a:lnTo>
                  <a:pt x="415225" y="2389346"/>
                </a:lnTo>
                <a:lnTo>
                  <a:pt x="415225" y="2436489"/>
                </a:lnTo>
                <a:lnTo>
                  <a:pt x="307225" y="2436489"/>
                </a:lnTo>
                <a:lnTo>
                  <a:pt x="307225" y="2386989"/>
                </a:lnTo>
                <a:cubicBezTo>
                  <a:pt x="293173" y="2387203"/>
                  <a:pt x="279516" y="2386340"/>
                  <a:pt x="266289" y="2385150"/>
                </a:cubicBezTo>
                <a:lnTo>
                  <a:pt x="266289" y="2428213"/>
                </a:lnTo>
                <a:lnTo>
                  <a:pt x="158289" y="2428213"/>
                </a:lnTo>
                <a:lnTo>
                  <a:pt x="158289" y="2370613"/>
                </a:lnTo>
                <a:cubicBezTo>
                  <a:pt x="107017" y="2360332"/>
                  <a:pt x="72014" y="2345184"/>
                  <a:pt x="62108" y="2325373"/>
                </a:cubicBezTo>
                <a:cubicBezTo>
                  <a:pt x="37284" y="2261930"/>
                  <a:pt x="103484" y="2223314"/>
                  <a:pt x="124172" y="2172284"/>
                </a:cubicBezTo>
                <a:cubicBezTo>
                  <a:pt x="111759" y="2144700"/>
                  <a:pt x="74522" y="2141942"/>
                  <a:pt x="86934" y="2089533"/>
                </a:cubicBezTo>
                <a:cubicBezTo>
                  <a:pt x="96588" y="2053674"/>
                  <a:pt x="242782" y="2030228"/>
                  <a:pt x="264849" y="1994369"/>
                </a:cubicBezTo>
                <a:cubicBezTo>
                  <a:pt x="273125" y="1919892"/>
                  <a:pt x="-4093" y="1721291"/>
                  <a:pt x="45" y="1671639"/>
                </a:cubicBezTo>
                <a:cubicBezTo>
                  <a:pt x="12458" y="1619230"/>
                  <a:pt x="124172" y="1558546"/>
                  <a:pt x="190373" y="1477174"/>
                </a:cubicBezTo>
                <a:cubicBezTo>
                  <a:pt x="222094" y="1438557"/>
                  <a:pt x="80038" y="1267538"/>
                  <a:pt x="91072" y="1224783"/>
                </a:cubicBezTo>
                <a:cubicBezTo>
                  <a:pt x="111760" y="1092381"/>
                  <a:pt x="240023" y="943429"/>
                  <a:pt x="264849" y="703451"/>
                </a:cubicBezTo>
                <a:cubicBezTo>
                  <a:pt x="342084" y="332450"/>
                  <a:pt x="961338" y="-5451"/>
                  <a:pt x="1526804" y="66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23" name="Google Shape;523;p62"/>
          <p:cNvSpPr/>
          <p:nvPr/>
        </p:nvSpPr>
        <p:spPr>
          <a:xfrm>
            <a:off x="5580598" y="3571006"/>
            <a:ext cx="372634" cy="529812"/>
          </a:xfrm>
          <a:custGeom>
            <a:rect b="b" l="l" r="r" t="t"/>
            <a:pathLst>
              <a:path extrusionOk="0" h="3232141" w="2273269">
                <a:moveTo>
                  <a:pt x="1301358" y="1224998"/>
                </a:moveTo>
                <a:cubicBezTo>
                  <a:pt x="1288512" y="1224739"/>
                  <a:pt x="1275404" y="1226994"/>
                  <a:pt x="1262722" y="1232060"/>
                </a:cubicBezTo>
                <a:cubicBezTo>
                  <a:pt x="1224020" y="1247517"/>
                  <a:pt x="1200469" y="1284678"/>
                  <a:pt x="1200858" y="1323955"/>
                </a:cubicBezTo>
                <a:lnTo>
                  <a:pt x="1068969" y="1816173"/>
                </a:lnTo>
                <a:lnTo>
                  <a:pt x="975827" y="1468563"/>
                </a:lnTo>
                <a:cubicBezTo>
                  <a:pt x="965224" y="1428990"/>
                  <a:pt x="932065" y="1401484"/>
                  <a:pt x="893889" y="1396168"/>
                </a:cubicBezTo>
                <a:cubicBezTo>
                  <a:pt x="887581" y="1395290"/>
                  <a:pt x="881136" y="1395017"/>
                  <a:pt x="874749" y="1397368"/>
                </a:cubicBezTo>
                <a:lnTo>
                  <a:pt x="873048" y="1397069"/>
                </a:lnTo>
                <a:cubicBezTo>
                  <a:pt x="871822" y="1397102"/>
                  <a:pt x="870599" y="1397158"/>
                  <a:pt x="869409" y="1397702"/>
                </a:cubicBezTo>
                <a:lnTo>
                  <a:pt x="854690" y="1398625"/>
                </a:lnTo>
                <a:cubicBezTo>
                  <a:pt x="852870" y="1399112"/>
                  <a:pt x="851076" y="1399648"/>
                  <a:pt x="849610" y="1401148"/>
                </a:cubicBezTo>
                <a:cubicBezTo>
                  <a:pt x="820426" y="1408603"/>
                  <a:pt x="795399" y="1429720"/>
                  <a:pt x="783580" y="1459921"/>
                </a:cubicBezTo>
                <a:lnTo>
                  <a:pt x="576552" y="1988920"/>
                </a:lnTo>
                <a:lnTo>
                  <a:pt x="360960" y="1988920"/>
                </a:lnTo>
                <a:cubicBezTo>
                  <a:pt x="306335" y="1988920"/>
                  <a:pt x="262052" y="2033203"/>
                  <a:pt x="262052" y="2087828"/>
                </a:cubicBezTo>
                <a:cubicBezTo>
                  <a:pt x="262052" y="2142453"/>
                  <a:pt x="306335" y="2186736"/>
                  <a:pt x="360960" y="2186736"/>
                </a:cubicBezTo>
                <a:lnTo>
                  <a:pt x="624414" y="2186736"/>
                </a:lnTo>
                <a:cubicBezTo>
                  <a:pt x="655679" y="2194749"/>
                  <a:pt x="687884" y="2184847"/>
                  <a:pt x="710155" y="2162843"/>
                </a:cubicBezTo>
                <a:cubicBezTo>
                  <a:pt x="728043" y="2149675"/>
                  <a:pt x="740236" y="2129868"/>
                  <a:pt x="742804" y="2106901"/>
                </a:cubicBezTo>
                <a:lnTo>
                  <a:pt x="861090" y="1804659"/>
                </a:lnTo>
                <a:lnTo>
                  <a:pt x="967256" y="2200878"/>
                </a:lnTo>
                <a:cubicBezTo>
                  <a:pt x="956121" y="2251327"/>
                  <a:pt x="986997" y="2301788"/>
                  <a:pt x="1037612" y="2315350"/>
                </a:cubicBezTo>
                <a:cubicBezTo>
                  <a:pt x="1044252" y="2317129"/>
                  <a:pt x="1050915" y="2318189"/>
                  <a:pt x="1057633" y="2316605"/>
                </a:cubicBezTo>
                <a:cubicBezTo>
                  <a:pt x="1061264" y="2317900"/>
                  <a:pt x="1065062" y="2318350"/>
                  <a:pt x="1068971" y="2317315"/>
                </a:cubicBezTo>
                <a:cubicBezTo>
                  <a:pt x="1072878" y="2318349"/>
                  <a:pt x="1076674" y="2317900"/>
                  <a:pt x="1080303" y="2316605"/>
                </a:cubicBezTo>
                <a:lnTo>
                  <a:pt x="1100326" y="2315350"/>
                </a:lnTo>
                <a:cubicBezTo>
                  <a:pt x="1150941" y="2301788"/>
                  <a:pt x="1181817" y="2251327"/>
                  <a:pt x="1170682" y="2200878"/>
                </a:cubicBezTo>
                <a:lnTo>
                  <a:pt x="1320238" y="1642726"/>
                </a:lnTo>
                <a:lnTo>
                  <a:pt x="1513977" y="2127797"/>
                </a:lnTo>
                <a:cubicBezTo>
                  <a:pt x="1531567" y="2171838"/>
                  <a:pt x="1577262" y="2196260"/>
                  <a:pt x="1621871" y="2186737"/>
                </a:cubicBezTo>
                <a:lnTo>
                  <a:pt x="1878495" y="2186737"/>
                </a:lnTo>
                <a:cubicBezTo>
                  <a:pt x="1933120" y="2186737"/>
                  <a:pt x="1977403" y="2142454"/>
                  <a:pt x="1977403" y="2087829"/>
                </a:cubicBezTo>
                <a:cubicBezTo>
                  <a:pt x="1977403" y="2033204"/>
                  <a:pt x="1933120" y="1988921"/>
                  <a:pt x="1878495" y="1988921"/>
                </a:cubicBezTo>
                <a:lnTo>
                  <a:pt x="1671520" y="1988921"/>
                </a:lnTo>
                <a:lnTo>
                  <a:pt x="1391261" y="1287226"/>
                </a:lnTo>
                <a:cubicBezTo>
                  <a:pt x="1376065" y="1249180"/>
                  <a:pt x="1339894" y="1225775"/>
                  <a:pt x="1301358" y="1224998"/>
                </a:cubicBezTo>
                <a:close/>
                <a:moveTo>
                  <a:pt x="335892" y="524745"/>
                </a:moveTo>
                <a:lnTo>
                  <a:pt x="1937377" y="524745"/>
                </a:lnTo>
                <a:cubicBezTo>
                  <a:pt x="1996486" y="524745"/>
                  <a:pt x="2044403" y="572662"/>
                  <a:pt x="2044403" y="631771"/>
                </a:cubicBezTo>
                <a:lnTo>
                  <a:pt x="2044403" y="2898384"/>
                </a:lnTo>
                <a:cubicBezTo>
                  <a:pt x="2044403" y="2957493"/>
                  <a:pt x="1996486" y="3005410"/>
                  <a:pt x="1937377" y="3005410"/>
                </a:cubicBezTo>
                <a:lnTo>
                  <a:pt x="335892" y="3005410"/>
                </a:lnTo>
                <a:cubicBezTo>
                  <a:pt x="276783" y="3005410"/>
                  <a:pt x="228866" y="2957493"/>
                  <a:pt x="228866" y="2898384"/>
                </a:cubicBezTo>
                <a:lnTo>
                  <a:pt x="228866" y="631771"/>
                </a:lnTo>
                <a:cubicBezTo>
                  <a:pt x="228866" y="572662"/>
                  <a:pt x="276783" y="524745"/>
                  <a:pt x="335892" y="524745"/>
                </a:cubicBezTo>
                <a:close/>
                <a:moveTo>
                  <a:pt x="245659" y="437009"/>
                </a:moveTo>
                <a:cubicBezTo>
                  <a:pt x="179890" y="437009"/>
                  <a:pt x="126573" y="490326"/>
                  <a:pt x="126573" y="556095"/>
                </a:cubicBezTo>
                <a:lnTo>
                  <a:pt x="126573" y="2974061"/>
                </a:lnTo>
                <a:cubicBezTo>
                  <a:pt x="126573" y="3039830"/>
                  <a:pt x="179890" y="3093147"/>
                  <a:pt x="245659" y="3093147"/>
                </a:cubicBezTo>
                <a:lnTo>
                  <a:pt x="2027611" y="3093147"/>
                </a:lnTo>
                <a:cubicBezTo>
                  <a:pt x="2093380" y="3093147"/>
                  <a:pt x="2146697" y="3039830"/>
                  <a:pt x="2146697" y="2974061"/>
                </a:cubicBezTo>
                <a:lnTo>
                  <a:pt x="2146697" y="556095"/>
                </a:lnTo>
                <a:cubicBezTo>
                  <a:pt x="2146697" y="490326"/>
                  <a:pt x="2093380" y="437009"/>
                  <a:pt x="2027611" y="437009"/>
                </a:cubicBezTo>
                <a:close/>
                <a:moveTo>
                  <a:pt x="974181" y="0"/>
                </a:moveTo>
                <a:lnTo>
                  <a:pt x="1299087" y="0"/>
                </a:lnTo>
                <a:cubicBezTo>
                  <a:pt x="1327680" y="0"/>
                  <a:pt x="1350860" y="23180"/>
                  <a:pt x="1350860" y="51773"/>
                </a:cubicBezTo>
                <a:lnTo>
                  <a:pt x="1350860" y="155306"/>
                </a:lnTo>
                <a:lnTo>
                  <a:pt x="1381614" y="155306"/>
                </a:lnTo>
                <a:cubicBezTo>
                  <a:pt x="1410207" y="155306"/>
                  <a:pt x="1433387" y="178486"/>
                  <a:pt x="1433387" y="207079"/>
                </a:cubicBezTo>
                <a:lnTo>
                  <a:pt x="1433387" y="298015"/>
                </a:lnTo>
                <a:lnTo>
                  <a:pt x="2081269" y="298015"/>
                </a:lnTo>
                <a:cubicBezTo>
                  <a:pt x="2187308" y="298015"/>
                  <a:pt x="2273269" y="383976"/>
                  <a:pt x="2273269" y="490015"/>
                </a:cubicBezTo>
                <a:lnTo>
                  <a:pt x="2273269" y="3040141"/>
                </a:lnTo>
                <a:cubicBezTo>
                  <a:pt x="2273269" y="3146180"/>
                  <a:pt x="2187308" y="3232141"/>
                  <a:pt x="2081269" y="3232141"/>
                </a:cubicBezTo>
                <a:lnTo>
                  <a:pt x="192000" y="3232141"/>
                </a:lnTo>
                <a:cubicBezTo>
                  <a:pt x="85961" y="3232141"/>
                  <a:pt x="0" y="3146180"/>
                  <a:pt x="0" y="3040141"/>
                </a:cubicBezTo>
                <a:lnTo>
                  <a:pt x="0" y="490015"/>
                </a:lnTo>
                <a:cubicBezTo>
                  <a:pt x="0" y="383976"/>
                  <a:pt x="85961" y="298015"/>
                  <a:pt x="192000" y="298015"/>
                </a:cubicBezTo>
                <a:lnTo>
                  <a:pt x="839881" y="298015"/>
                </a:lnTo>
                <a:lnTo>
                  <a:pt x="839881" y="207079"/>
                </a:lnTo>
                <a:cubicBezTo>
                  <a:pt x="839881" y="178486"/>
                  <a:pt x="863061" y="155306"/>
                  <a:pt x="891654" y="155306"/>
                </a:cubicBezTo>
                <a:lnTo>
                  <a:pt x="922408" y="155306"/>
                </a:lnTo>
                <a:lnTo>
                  <a:pt x="922408" y="51773"/>
                </a:lnTo>
                <a:cubicBezTo>
                  <a:pt x="922408" y="23180"/>
                  <a:pt x="945588" y="0"/>
                  <a:pt x="974181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24" name="Google Shape;524;p62"/>
          <p:cNvSpPr/>
          <p:nvPr/>
        </p:nvSpPr>
        <p:spPr>
          <a:xfrm>
            <a:off x="8847296" y="4500774"/>
            <a:ext cx="529812" cy="529812"/>
          </a:xfrm>
          <a:custGeom>
            <a:rect b="b" l="l" r="r" t="t"/>
            <a:pathLst>
              <a:path extrusionOk="0" h="3240000" w="3240000">
                <a:moveTo>
                  <a:pt x="1303187" y="480874"/>
                </a:moveTo>
                <a:lnTo>
                  <a:pt x="1303187" y="1303187"/>
                </a:lnTo>
                <a:lnTo>
                  <a:pt x="480874" y="1303187"/>
                </a:lnTo>
                <a:lnTo>
                  <a:pt x="480874" y="1936813"/>
                </a:lnTo>
                <a:lnTo>
                  <a:pt x="1303187" y="1936813"/>
                </a:lnTo>
                <a:lnTo>
                  <a:pt x="1303187" y="2759126"/>
                </a:lnTo>
                <a:lnTo>
                  <a:pt x="1936813" y="2759126"/>
                </a:lnTo>
                <a:lnTo>
                  <a:pt x="1936813" y="1936813"/>
                </a:lnTo>
                <a:lnTo>
                  <a:pt x="2759126" y="1936813"/>
                </a:lnTo>
                <a:lnTo>
                  <a:pt x="2759126" y="1303187"/>
                </a:lnTo>
                <a:lnTo>
                  <a:pt x="1936813" y="1303187"/>
                </a:lnTo>
                <a:lnTo>
                  <a:pt x="1936813" y="480874"/>
                </a:ln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25" name="Google Shape;525;p62"/>
          <p:cNvSpPr/>
          <p:nvPr/>
        </p:nvSpPr>
        <p:spPr>
          <a:xfrm>
            <a:off x="6369580" y="3571006"/>
            <a:ext cx="469094" cy="529812"/>
          </a:xfrm>
          <a:custGeom>
            <a:rect b="b" l="l" r="r" t="t"/>
            <a:pathLst>
              <a:path extrusionOk="0" h="3240000" w="2868687">
                <a:moveTo>
                  <a:pt x="1433799" y="2290728"/>
                </a:moveTo>
                <a:cubicBezTo>
                  <a:pt x="1317650" y="2346839"/>
                  <a:pt x="1203301" y="2394700"/>
                  <a:pt x="1093028" y="2434329"/>
                </a:cubicBezTo>
                <a:cubicBezTo>
                  <a:pt x="1167481" y="2812207"/>
                  <a:pt x="1292592" y="3060000"/>
                  <a:pt x="1434343" y="3060000"/>
                </a:cubicBezTo>
                <a:cubicBezTo>
                  <a:pt x="1576138" y="3060000"/>
                  <a:pt x="1701284" y="2812053"/>
                  <a:pt x="1774025" y="2433735"/>
                </a:cubicBezTo>
                <a:cubicBezTo>
                  <a:pt x="1663854" y="2394452"/>
                  <a:pt x="1549823" y="2346469"/>
                  <a:pt x="1433799" y="2290728"/>
                </a:cubicBezTo>
                <a:close/>
                <a:moveTo>
                  <a:pt x="1824954" y="2078037"/>
                </a:moveTo>
                <a:cubicBezTo>
                  <a:pt x="1794480" y="2097450"/>
                  <a:pt x="1763147" y="2116057"/>
                  <a:pt x="1731343" y="2134419"/>
                </a:cubicBezTo>
                <a:lnTo>
                  <a:pt x="1635415" y="2187161"/>
                </a:lnTo>
                <a:cubicBezTo>
                  <a:pt x="1691788" y="2215044"/>
                  <a:pt x="1747931" y="2239109"/>
                  <a:pt x="1803378" y="2259350"/>
                </a:cubicBezTo>
                <a:cubicBezTo>
                  <a:pt x="1812120" y="2201101"/>
                  <a:pt x="1819148" y="2140526"/>
                  <a:pt x="1824954" y="2078037"/>
                </a:cubicBezTo>
                <a:close/>
                <a:moveTo>
                  <a:pt x="1042306" y="2077178"/>
                </a:moveTo>
                <a:cubicBezTo>
                  <a:pt x="1047949" y="2140175"/>
                  <a:pt x="1055328" y="2201182"/>
                  <a:pt x="1063873" y="2259905"/>
                </a:cubicBezTo>
                <a:cubicBezTo>
                  <a:pt x="1119365" y="2238275"/>
                  <a:pt x="1176217" y="2214355"/>
                  <a:pt x="1233887" y="2187801"/>
                </a:cubicBezTo>
                <a:cubicBezTo>
                  <a:pt x="1201538" y="2170955"/>
                  <a:pt x="1169452" y="2152957"/>
                  <a:pt x="1137343" y="2134419"/>
                </a:cubicBezTo>
                <a:close/>
                <a:moveTo>
                  <a:pt x="559768" y="1732679"/>
                </a:moveTo>
                <a:cubicBezTo>
                  <a:pt x="268524" y="1984850"/>
                  <a:pt x="116369" y="2217202"/>
                  <a:pt x="187266" y="2340000"/>
                </a:cubicBezTo>
                <a:cubicBezTo>
                  <a:pt x="258144" y="2462764"/>
                  <a:pt x="535307" y="2447213"/>
                  <a:pt x="899736" y="2322555"/>
                </a:cubicBezTo>
                <a:cubicBezTo>
                  <a:pt x="878937" y="2207297"/>
                  <a:pt x="863223" y="2084405"/>
                  <a:pt x="853746" y="1955834"/>
                </a:cubicBezTo>
                <a:cubicBezTo>
                  <a:pt x="747454" y="1883220"/>
                  <a:pt x="648878" y="1808453"/>
                  <a:pt x="559768" y="1732679"/>
                </a:cubicBezTo>
                <a:close/>
                <a:moveTo>
                  <a:pt x="2309048" y="1730507"/>
                </a:moveTo>
                <a:cubicBezTo>
                  <a:pt x="2220666" y="1807660"/>
                  <a:pt x="2121792" y="1882664"/>
                  <a:pt x="2015235" y="1955625"/>
                </a:cubicBezTo>
                <a:cubicBezTo>
                  <a:pt x="2005364" y="2084180"/>
                  <a:pt x="1989894" y="2207119"/>
                  <a:pt x="1967330" y="2322070"/>
                </a:cubicBezTo>
                <a:lnTo>
                  <a:pt x="2081685" y="2358048"/>
                </a:lnTo>
                <a:cubicBezTo>
                  <a:pt x="2116015" y="2320492"/>
                  <a:pt x="2165526" y="2297468"/>
                  <a:pt x="2220415" y="2297468"/>
                </a:cubicBezTo>
                <a:cubicBezTo>
                  <a:pt x="2302230" y="2297468"/>
                  <a:pt x="2372097" y="2348622"/>
                  <a:pt x="2399287" y="2420880"/>
                </a:cubicBezTo>
                <a:cubicBezTo>
                  <a:pt x="2542053" y="2432945"/>
                  <a:pt x="2642630" y="2407186"/>
                  <a:pt x="2681420" y="2340000"/>
                </a:cubicBezTo>
                <a:cubicBezTo>
                  <a:pt x="2752393" y="2217071"/>
                  <a:pt x="2599836" y="1984353"/>
                  <a:pt x="2309048" y="1730507"/>
                </a:cubicBezTo>
                <a:close/>
                <a:moveTo>
                  <a:pt x="2026056" y="1510554"/>
                </a:moveTo>
                <a:cubicBezTo>
                  <a:pt x="2027893" y="1546708"/>
                  <a:pt x="2028343" y="1583211"/>
                  <a:pt x="2028343" y="1620000"/>
                </a:cubicBezTo>
                <a:lnTo>
                  <a:pt x="2024251" y="1730716"/>
                </a:lnTo>
                <a:lnTo>
                  <a:pt x="2173722" y="1619092"/>
                </a:lnTo>
                <a:cubicBezTo>
                  <a:pt x="2127526" y="1582190"/>
                  <a:pt x="2078507" y="1545517"/>
                  <a:pt x="2026056" y="1510554"/>
                </a:cubicBezTo>
                <a:close/>
                <a:moveTo>
                  <a:pt x="844436" y="1509285"/>
                </a:moveTo>
                <a:lnTo>
                  <a:pt x="694964" y="1620908"/>
                </a:lnTo>
                <a:cubicBezTo>
                  <a:pt x="741160" y="1657811"/>
                  <a:pt x="790179" y="1694484"/>
                  <a:pt x="842630" y="1729447"/>
                </a:cubicBezTo>
                <a:cubicBezTo>
                  <a:pt x="840793" y="1693293"/>
                  <a:pt x="840343" y="1656790"/>
                  <a:pt x="840343" y="1620000"/>
                </a:cubicBezTo>
                <a:close/>
                <a:moveTo>
                  <a:pt x="1434343" y="1361184"/>
                </a:moveTo>
                <a:cubicBezTo>
                  <a:pt x="1573534" y="1361184"/>
                  <a:pt x="1686371" y="1474021"/>
                  <a:pt x="1686371" y="1613212"/>
                </a:cubicBezTo>
                <a:cubicBezTo>
                  <a:pt x="1686371" y="1752403"/>
                  <a:pt x="1573534" y="1865240"/>
                  <a:pt x="1434343" y="1865240"/>
                </a:cubicBezTo>
                <a:cubicBezTo>
                  <a:pt x="1295152" y="1865240"/>
                  <a:pt x="1182315" y="1752403"/>
                  <a:pt x="1182315" y="1613212"/>
                </a:cubicBezTo>
                <a:cubicBezTo>
                  <a:pt x="1182315" y="1474021"/>
                  <a:pt x="1295152" y="1361184"/>
                  <a:pt x="1434343" y="1361184"/>
                </a:cubicBezTo>
                <a:close/>
                <a:moveTo>
                  <a:pt x="1433770" y="1149513"/>
                </a:moveTo>
                <a:cubicBezTo>
                  <a:pt x="1365445" y="1183896"/>
                  <a:pt x="1296585" y="1221489"/>
                  <a:pt x="1227343" y="1261466"/>
                </a:cubicBezTo>
                <a:lnTo>
                  <a:pt x="1027157" y="1384911"/>
                </a:lnTo>
                <a:cubicBezTo>
                  <a:pt x="1022222" y="1461370"/>
                  <a:pt x="1020343" y="1539922"/>
                  <a:pt x="1020343" y="1620000"/>
                </a:cubicBezTo>
                <a:lnTo>
                  <a:pt x="1028287" y="1855786"/>
                </a:lnTo>
                <a:cubicBezTo>
                  <a:pt x="1091680" y="1898065"/>
                  <a:pt x="1158394" y="1938727"/>
                  <a:pt x="1227343" y="1978535"/>
                </a:cubicBezTo>
                <a:lnTo>
                  <a:pt x="1434916" y="2090488"/>
                </a:lnTo>
                <a:cubicBezTo>
                  <a:pt x="1503241" y="2056105"/>
                  <a:pt x="1572101" y="2018511"/>
                  <a:pt x="1641343" y="1978535"/>
                </a:cubicBezTo>
                <a:lnTo>
                  <a:pt x="1841530" y="1855090"/>
                </a:lnTo>
                <a:cubicBezTo>
                  <a:pt x="1846464" y="1778631"/>
                  <a:pt x="1848343" y="1700079"/>
                  <a:pt x="1848343" y="1620000"/>
                </a:cubicBezTo>
                <a:lnTo>
                  <a:pt x="1840399" y="1384214"/>
                </a:lnTo>
                <a:cubicBezTo>
                  <a:pt x="1777006" y="1341936"/>
                  <a:pt x="1710293" y="1301274"/>
                  <a:pt x="1641343" y="1261466"/>
                </a:cubicBezTo>
                <a:close/>
                <a:moveTo>
                  <a:pt x="1065308" y="980650"/>
                </a:moveTo>
                <a:cubicBezTo>
                  <a:pt x="1056566" y="1038899"/>
                  <a:pt x="1049538" y="1099475"/>
                  <a:pt x="1043732" y="1161964"/>
                </a:cubicBezTo>
                <a:cubicBezTo>
                  <a:pt x="1074206" y="1142551"/>
                  <a:pt x="1105539" y="1123943"/>
                  <a:pt x="1137343" y="1105581"/>
                </a:cubicBezTo>
                <a:lnTo>
                  <a:pt x="1233271" y="1052839"/>
                </a:lnTo>
                <a:cubicBezTo>
                  <a:pt x="1176898" y="1024957"/>
                  <a:pt x="1120756" y="1000892"/>
                  <a:pt x="1065308" y="980650"/>
                </a:cubicBezTo>
                <a:close/>
                <a:moveTo>
                  <a:pt x="1804814" y="980095"/>
                </a:moveTo>
                <a:cubicBezTo>
                  <a:pt x="1749321" y="1001726"/>
                  <a:pt x="1692469" y="1025646"/>
                  <a:pt x="1634800" y="1052200"/>
                </a:cubicBezTo>
                <a:cubicBezTo>
                  <a:pt x="1667149" y="1069046"/>
                  <a:pt x="1699234" y="1087043"/>
                  <a:pt x="1731343" y="1105581"/>
                </a:cubicBezTo>
                <a:lnTo>
                  <a:pt x="1826380" y="1162822"/>
                </a:lnTo>
                <a:cubicBezTo>
                  <a:pt x="1820738" y="1099825"/>
                  <a:pt x="1813359" y="1038819"/>
                  <a:pt x="1804814" y="980095"/>
                </a:cubicBezTo>
                <a:close/>
                <a:moveTo>
                  <a:pt x="2432236" y="816002"/>
                </a:moveTo>
                <a:cubicBezTo>
                  <a:pt x="2308930" y="820546"/>
                  <a:pt x="2149627" y="855445"/>
                  <a:pt x="1968950" y="917446"/>
                </a:cubicBezTo>
                <a:cubicBezTo>
                  <a:pt x="1989749" y="1032703"/>
                  <a:pt x="2005463" y="1155596"/>
                  <a:pt x="2014941" y="1284167"/>
                </a:cubicBezTo>
                <a:cubicBezTo>
                  <a:pt x="2121232" y="1356780"/>
                  <a:pt x="2219808" y="1431548"/>
                  <a:pt x="2308918" y="1507322"/>
                </a:cubicBezTo>
                <a:cubicBezTo>
                  <a:pt x="2600162" y="1255150"/>
                  <a:pt x="2752317" y="1022798"/>
                  <a:pt x="2681420" y="900000"/>
                </a:cubicBezTo>
                <a:cubicBezTo>
                  <a:pt x="2645694" y="838121"/>
                  <a:pt x="2557557" y="811383"/>
                  <a:pt x="2432236" y="816002"/>
                </a:cubicBezTo>
                <a:close/>
                <a:moveTo>
                  <a:pt x="436450" y="816001"/>
                </a:moveTo>
                <a:cubicBezTo>
                  <a:pt x="311129" y="811383"/>
                  <a:pt x="222992" y="838121"/>
                  <a:pt x="187266" y="900000"/>
                </a:cubicBezTo>
                <a:cubicBezTo>
                  <a:pt x="158404" y="949991"/>
                  <a:pt x="166508" y="1018139"/>
                  <a:pt x="206887" y="1097970"/>
                </a:cubicBezTo>
                <a:cubicBezTo>
                  <a:pt x="213842" y="1096217"/>
                  <a:pt x="221021" y="1095812"/>
                  <a:pt x="228294" y="1095812"/>
                </a:cubicBezTo>
                <a:cubicBezTo>
                  <a:pt x="334372" y="1095812"/>
                  <a:pt x="420366" y="1181806"/>
                  <a:pt x="420366" y="1287884"/>
                </a:cubicBezTo>
                <a:cubicBezTo>
                  <a:pt x="420366" y="1314219"/>
                  <a:pt x="415066" y="1339317"/>
                  <a:pt x="405427" y="1362148"/>
                </a:cubicBezTo>
                <a:cubicBezTo>
                  <a:pt x="450585" y="1410442"/>
                  <a:pt x="502437" y="1459559"/>
                  <a:pt x="559639" y="1509493"/>
                </a:cubicBezTo>
                <a:cubicBezTo>
                  <a:pt x="648020" y="1432341"/>
                  <a:pt x="746894" y="1357336"/>
                  <a:pt x="853451" y="1284376"/>
                </a:cubicBezTo>
                <a:cubicBezTo>
                  <a:pt x="863322" y="1155820"/>
                  <a:pt x="878792" y="1032881"/>
                  <a:pt x="901357" y="917930"/>
                </a:cubicBezTo>
                <a:cubicBezTo>
                  <a:pt x="719999" y="855651"/>
                  <a:pt x="560119" y="820559"/>
                  <a:pt x="436450" y="816001"/>
                </a:cubicBezTo>
                <a:close/>
                <a:moveTo>
                  <a:pt x="1434343" y="180000"/>
                </a:moveTo>
                <a:cubicBezTo>
                  <a:pt x="1292548" y="180000"/>
                  <a:pt x="1167402" y="427948"/>
                  <a:pt x="1094661" y="806265"/>
                </a:cubicBezTo>
                <a:cubicBezTo>
                  <a:pt x="1204832" y="845548"/>
                  <a:pt x="1318864" y="893532"/>
                  <a:pt x="1434887" y="949272"/>
                </a:cubicBezTo>
                <a:cubicBezTo>
                  <a:pt x="1551037" y="893162"/>
                  <a:pt x="1665385" y="845301"/>
                  <a:pt x="1775658" y="805671"/>
                </a:cubicBezTo>
                <a:cubicBezTo>
                  <a:pt x="1751860" y="684885"/>
                  <a:pt x="1722886" y="577390"/>
                  <a:pt x="1688823" y="487405"/>
                </a:cubicBezTo>
                <a:cubicBezTo>
                  <a:pt x="1688009" y="487647"/>
                  <a:pt x="1687191" y="487652"/>
                  <a:pt x="1686371" y="487652"/>
                </a:cubicBezTo>
                <a:cubicBezTo>
                  <a:pt x="1580293" y="487652"/>
                  <a:pt x="1494299" y="401658"/>
                  <a:pt x="1494299" y="295580"/>
                </a:cubicBezTo>
                <a:cubicBezTo>
                  <a:pt x="1494299" y="264819"/>
                  <a:pt x="1501530" y="235747"/>
                  <a:pt x="1516122" y="210837"/>
                </a:cubicBezTo>
                <a:cubicBezTo>
                  <a:pt x="1490583" y="189985"/>
                  <a:pt x="1462798" y="180000"/>
                  <a:pt x="1434343" y="180000"/>
                </a:cubicBezTo>
                <a:close/>
                <a:moveTo>
                  <a:pt x="1434343" y="0"/>
                </a:moveTo>
                <a:cubicBezTo>
                  <a:pt x="1509303" y="0"/>
                  <a:pt x="1581019" y="37868"/>
                  <a:pt x="1646062" y="107907"/>
                </a:cubicBezTo>
                <a:cubicBezTo>
                  <a:pt x="1659037" y="104972"/>
                  <a:pt x="1672533" y="103508"/>
                  <a:pt x="1686371" y="103508"/>
                </a:cubicBezTo>
                <a:cubicBezTo>
                  <a:pt x="1792449" y="103508"/>
                  <a:pt x="1878443" y="189502"/>
                  <a:pt x="1878443" y="295580"/>
                </a:cubicBezTo>
                <a:cubicBezTo>
                  <a:pt x="1878443" y="342831"/>
                  <a:pt x="1861381" y="386097"/>
                  <a:pt x="1831228" y="417985"/>
                </a:cubicBezTo>
                <a:cubicBezTo>
                  <a:pt x="1871860" y="515668"/>
                  <a:pt x="1906636" y="628220"/>
                  <a:pt x="1935357" y="752219"/>
                </a:cubicBezTo>
                <a:cubicBezTo>
                  <a:pt x="2379384" y="616814"/>
                  <a:pt x="2731816" y="627289"/>
                  <a:pt x="2837304" y="810000"/>
                </a:cubicBezTo>
                <a:cubicBezTo>
                  <a:pt x="2942793" y="992711"/>
                  <a:pt x="2775650" y="1303161"/>
                  <a:pt x="2436521" y="1620139"/>
                </a:cubicBezTo>
                <a:cubicBezTo>
                  <a:pt x="2775698" y="1936928"/>
                  <a:pt x="2942777" y="2247316"/>
                  <a:pt x="2837304" y="2430000"/>
                </a:cubicBezTo>
                <a:cubicBezTo>
                  <a:pt x="2771439" y="2544083"/>
                  <a:pt x="2609300" y="2591017"/>
                  <a:pt x="2388706" y="2577188"/>
                </a:cubicBezTo>
                <a:cubicBezTo>
                  <a:pt x="2358753" y="2639691"/>
                  <a:pt x="2294480" y="2681612"/>
                  <a:pt x="2220415" y="2681612"/>
                </a:cubicBezTo>
                <a:cubicBezTo>
                  <a:pt x="2122541" y="2681612"/>
                  <a:pt x="2041764" y="2608405"/>
                  <a:pt x="2030773" y="2513644"/>
                </a:cubicBezTo>
                <a:cubicBezTo>
                  <a:pt x="1999304" y="2506661"/>
                  <a:pt x="1967635" y="2497623"/>
                  <a:pt x="1935485" y="2487821"/>
                </a:cubicBezTo>
                <a:cubicBezTo>
                  <a:pt x="1830610" y="2940018"/>
                  <a:pt x="1645322" y="3240000"/>
                  <a:pt x="1434343" y="3240000"/>
                </a:cubicBezTo>
                <a:cubicBezTo>
                  <a:pt x="1223366" y="3240000"/>
                  <a:pt x="1038079" y="2940023"/>
                  <a:pt x="933330" y="2487781"/>
                </a:cubicBezTo>
                <a:cubicBezTo>
                  <a:pt x="489302" y="2623186"/>
                  <a:pt x="136870" y="2612712"/>
                  <a:pt x="31382" y="2430000"/>
                </a:cubicBezTo>
                <a:cubicBezTo>
                  <a:pt x="-74106" y="2247290"/>
                  <a:pt x="93037" y="1936840"/>
                  <a:pt x="432165" y="1619862"/>
                </a:cubicBezTo>
                <a:cubicBezTo>
                  <a:pt x="378689" y="1569916"/>
                  <a:pt x="329491" y="1520128"/>
                  <a:pt x="285801" y="1470219"/>
                </a:cubicBezTo>
                <a:cubicBezTo>
                  <a:pt x="267844" y="1476857"/>
                  <a:pt x="248431" y="1479956"/>
                  <a:pt x="228294" y="1479956"/>
                </a:cubicBezTo>
                <a:cubicBezTo>
                  <a:pt x="122216" y="1479956"/>
                  <a:pt x="36222" y="1393962"/>
                  <a:pt x="36222" y="1287884"/>
                </a:cubicBezTo>
                <a:cubicBezTo>
                  <a:pt x="36222" y="1246866"/>
                  <a:pt x="49080" y="1208850"/>
                  <a:pt x="73868" y="1179672"/>
                </a:cubicBezTo>
                <a:cubicBezTo>
                  <a:pt x="-4733" y="1033688"/>
                  <a:pt x="-23287" y="904690"/>
                  <a:pt x="31382" y="810000"/>
                </a:cubicBezTo>
                <a:cubicBezTo>
                  <a:pt x="136860" y="627306"/>
                  <a:pt x="489234" y="616816"/>
                  <a:pt x="933201" y="752179"/>
                </a:cubicBezTo>
                <a:cubicBezTo>
                  <a:pt x="1038076" y="299982"/>
                  <a:pt x="1223365" y="0"/>
                  <a:pt x="1434343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26" name="Google Shape;526;p62"/>
          <p:cNvSpPr/>
          <p:nvPr/>
        </p:nvSpPr>
        <p:spPr>
          <a:xfrm>
            <a:off x="8865289" y="3588496"/>
            <a:ext cx="501299" cy="491506"/>
          </a:xfrm>
          <a:custGeom>
            <a:rect b="b" l="l" r="r" t="t"/>
            <a:pathLst>
              <a:path extrusionOk="0" h="3199863" w="3263621">
                <a:moveTo>
                  <a:pt x="1896188" y="786599"/>
                </a:moveTo>
                <a:cubicBezTo>
                  <a:pt x="1878938" y="786251"/>
                  <a:pt x="1861335" y="789280"/>
                  <a:pt x="1844305" y="796082"/>
                </a:cubicBezTo>
                <a:cubicBezTo>
                  <a:pt x="1792333" y="816839"/>
                  <a:pt x="1760707" y="866742"/>
                  <a:pt x="1761231" y="919486"/>
                </a:cubicBezTo>
                <a:lnTo>
                  <a:pt x="1573886" y="1618665"/>
                </a:lnTo>
                <a:lnTo>
                  <a:pt x="1438574" y="1113672"/>
                </a:lnTo>
                <a:cubicBezTo>
                  <a:pt x="1424335" y="1060531"/>
                  <a:pt x="1379808" y="1023594"/>
                  <a:pt x="1328543" y="1016456"/>
                </a:cubicBezTo>
                <a:cubicBezTo>
                  <a:pt x="1320071" y="1015276"/>
                  <a:pt x="1311415" y="1014911"/>
                  <a:pt x="1302836" y="1018067"/>
                </a:cubicBezTo>
                <a:lnTo>
                  <a:pt x="1300556" y="1017667"/>
                </a:lnTo>
                <a:cubicBezTo>
                  <a:pt x="1298914" y="1017711"/>
                  <a:pt x="1297275" y="1017786"/>
                  <a:pt x="1295680" y="1018515"/>
                </a:cubicBezTo>
                <a:lnTo>
                  <a:pt x="1275904" y="1019755"/>
                </a:lnTo>
                <a:cubicBezTo>
                  <a:pt x="1273459" y="1020410"/>
                  <a:pt x="1271049" y="1021129"/>
                  <a:pt x="1269080" y="1023145"/>
                </a:cubicBezTo>
                <a:cubicBezTo>
                  <a:pt x="1229892" y="1033156"/>
                  <a:pt x="1196286" y="1061513"/>
                  <a:pt x="1180414" y="1102068"/>
                </a:cubicBezTo>
                <a:lnTo>
                  <a:pt x="902406" y="1812437"/>
                </a:lnTo>
                <a:lnTo>
                  <a:pt x="612897" y="1812437"/>
                </a:lnTo>
                <a:cubicBezTo>
                  <a:pt x="539543" y="1812437"/>
                  <a:pt x="480078" y="1871902"/>
                  <a:pt x="480078" y="1945256"/>
                </a:cubicBezTo>
                <a:cubicBezTo>
                  <a:pt x="480078" y="2018610"/>
                  <a:pt x="539543" y="2078075"/>
                  <a:pt x="612897" y="2078075"/>
                </a:cubicBezTo>
                <a:lnTo>
                  <a:pt x="966673" y="2078075"/>
                </a:lnTo>
                <a:cubicBezTo>
                  <a:pt x="1008666" y="2088839"/>
                  <a:pt x="1051924" y="2075535"/>
                  <a:pt x="1081835" y="2045978"/>
                </a:cubicBezTo>
                <a:cubicBezTo>
                  <a:pt x="1105846" y="2028294"/>
                  <a:pt x="1122213" y="2001701"/>
                  <a:pt x="1125659" y="1970866"/>
                </a:cubicBezTo>
                <a:lnTo>
                  <a:pt x="1284498" y="1565001"/>
                </a:lnTo>
                <a:lnTo>
                  <a:pt x="1443089" y="2156868"/>
                </a:lnTo>
                <a:cubicBezTo>
                  <a:pt x="1455914" y="2204733"/>
                  <a:pt x="1493311" y="2239452"/>
                  <a:pt x="1538593" y="2249086"/>
                </a:cubicBezTo>
                <a:lnTo>
                  <a:pt x="1542015" y="2250785"/>
                </a:lnTo>
                <a:cubicBezTo>
                  <a:pt x="1542604" y="2250943"/>
                  <a:pt x="1543193" y="2251097"/>
                  <a:pt x="1543870" y="2250902"/>
                </a:cubicBezTo>
                <a:cubicBezTo>
                  <a:pt x="1553422" y="2254514"/>
                  <a:pt x="1563610" y="2255524"/>
                  <a:pt x="1573886" y="2252783"/>
                </a:cubicBezTo>
                <a:cubicBezTo>
                  <a:pt x="1584162" y="2255524"/>
                  <a:pt x="1594351" y="2254515"/>
                  <a:pt x="1603903" y="2250901"/>
                </a:cubicBezTo>
                <a:lnTo>
                  <a:pt x="1605758" y="2250785"/>
                </a:lnTo>
                <a:cubicBezTo>
                  <a:pt x="1606974" y="2250459"/>
                  <a:pt x="1608181" y="2250118"/>
                  <a:pt x="1609178" y="2249086"/>
                </a:cubicBezTo>
                <a:cubicBezTo>
                  <a:pt x="1654461" y="2239453"/>
                  <a:pt x="1691859" y="2204734"/>
                  <a:pt x="1704684" y="2156868"/>
                </a:cubicBezTo>
                <a:lnTo>
                  <a:pt x="1921541" y="1347547"/>
                </a:lnTo>
                <a:lnTo>
                  <a:pt x="2181705" y="1998928"/>
                </a:lnTo>
                <a:cubicBezTo>
                  <a:pt x="2205326" y="2058070"/>
                  <a:pt x="2266689" y="2090865"/>
                  <a:pt x="2326593" y="2078075"/>
                </a:cubicBezTo>
                <a:lnTo>
                  <a:pt x="2671200" y="2078075"/>
                </a:lnTo>
                <a:cubicBezTo>
                  <a:pt x="2744554" y="2078075"/>
                  <a:pt x="2804019" y="2018610"/>
                  <a:pt x="2804019" y="1945256"/>
                </a:cubicBezTo>
                <a:cubicBezTo>
                  <a:pt x="2804019" y="1871902"/>
                  <a:pt x="2744554" y="1812437"/>
                  <a:pt x="2671200" y="1812437"/>
                </a:cubicBezTo>
                <a:lnTo>
                  <a:pt x="2393261" y="1812437"/>
                </a:lnTo>
                <a:lnTo>
                  <a:pt x="2016914" y="870162"/>
                </a:lnTo>
                <a:cubicBezTo>
                  <a:pt x="1996508" y="819071"/>
                  <a:pt x="1947937" y="787642"/>
                  <a:pt x="1896188" y="786599"/>
                </a:cubicBezTo>
                <a:close/>
                <a:moveTo>
                  <a:pt x="773454" y="106"/>
                </a:moveTo>
                <a:cubicBezTo>
                  <a:pt x="1097282" y="5742"/>
                  <a:pt x="1441967" y="238301"/>
                  <a:pt x="1631811" y="769863"/>
                </a:cubicBezTo>
                <a:cubicBezTo>
                  <a:pt x="2306811" y="-1120137"/>
                  <a:pt x="4939311" y="769863"/>
                  <a:pt x="1631811" y="3199863"/>
                </a:cubicBezTo>
                <a:cubicBezTo>
                  <a:pt x="-745455" y="1453301"/>
                  <a:pt x="-54107" y="-14297"/>
                  <a:pt x="773454" y="106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27" name="Google Shape;527;p62"/>
          <p:cNvSpPr/>
          <p:nvPr/>
        </p:nvSpPr>
        <p:spPr>
          <a:xfrm>
            <a:off x="5600420" y="4575423"/>
            <a:ext cx="332990" cy="529812"/>
          </a:xfrm>
          <a:custGeom>
            <a:rect b="b" l="l" r="r" t="t"/>
            <a:pathLst>
              <a:path extrusionOk="0" h="3207971" w="2016224">
                <a:moveTo>
                  <a:pt x="854575" y="1382799"/>
                </a:moveTo>
                <a:lnTo>
                  <a:pt x="854575" y="1686462"/>
                </a:lnTo>
                <a:lnTo>
                  <a:pt x="550912" y="1686462"/>
                </a:lnTo>
                <a:lnTo>
                  <a:pt x="550912" y="1993536"/>
                </a:lnTo>
                <a:lnTo>
                  <a:pt x="854575" y="1993536"/>
                </a:lnTo>
                <a:lnTo>
                  <a:pt x="854575" y="2297199"/>
                </a:lnTo>
                <a:lnTo>
                  <a:pt x="1161649" y="2297199"/>
                </a:lnTo>
                <a:lnTo>
                  <a:pt x="1161649" y="1993536"/>
                </a:lnTo>
                <a:lnTo>
                  <a:pt x="1465312" y="1993536"/>
                </a:lnTo>
                <a:lnTo>
                  <a:pt x="1465312" y="1686462"/>
                </a:lnTo>
                <a:lnTo>
                  <a:pt x="1161649" y="1686462"/>
                </a:lnTo>
                <a:lnTo>
                  <a:pt x="1161649" y="1382799"/>
                </a:lnTo>
                <a:close/>
                <a:moveTo>
                  <a:pt x="397285" y="941591"/>
                </a:moveTo>
                <a:lnTo>
                  <a:pt x="1618940" y="941591"/>
                </a:lnTo>
                <a:lnTo>
                  <a:pt x="1618940" y="2738407"/>
                </a:lnTo>
                <a:lnTo>
                  <a:pt x="397285" y="2738407"/>
                </a:lnTo>
                <a:close/>
                <a:moveTo>
                  <a:pt x="305673" y="849979"/>
                </a:moveTo>
                <a:lnTo>
                  <a:pt x="305673" y="2830019"/>
                </a:lnTo>
                <a:lnTo>
                  <a:pt x="1710552" y="2830019"/>
                </a:lnTo>
                <a:lnTo>
                  <a:pt x="1710552" y="849979"/>
                </a:lnTo>
                <a:close/>
                <a:moveTo>
                  <a:pt x="240515" y="472027"/>
                </a:moveTo>
                <a:lnTo>
                  <a:pt x="1775709" y="472027"/>
                </a:lnTo>
                <a:cubicBezTo>
                  <a:pt x="1908542" y="472027"/>
                  <a:pt x="2016224" y="579709"/>
                  <a:pt x="2016224" y="712542"/>
                </a:cubicBezTo>
                <a:lnTo>
                  <a:pt x="2016224" y="2967456"/>
                </a:lnTo>
                <a:cubicBezTo>
                  <a:pt x="2016224" y="3100289"/>
                  <a:pt x="1908542" y="3207971"/>
                  <a:pt x="1775709" y="3207971"/>
                </a:cubicBezTo>
                <a:lnTo>
                  <a:pt x="240515" y="3207971"/>
                </a:lnTo>
                <a:cubicBezTo>
                  <a:pt x="107682" y="3207971"/>
                  <a:pt x="0" y="3100289"/>
                  <a:pt x="0" y="2967456"/>
                </a:cubicBezTo>
                <a:lnTo>
                  <a:pt x="0" y="712542"/>
                </a:lnTo>
                <a:cubicBezTo>
                  <a:pt x="0" y="579709"/>
                  <a:pt x="107682" y="472027"/>
                  <a:pt x="240515" y="472027"/>
                </a:cubicBezTo>
                <a:close/>
                <a:moveTo>
                  <a:pt x="515787" y="0"/>
                </a:moveTo>
                <a:lnTo>
                  <a:pt x="1500437" y="0"/>
                </a:lnTo>
                <a:cubicBezTo>
                  <a:pt x="1541893" y="0"/>
                  <a:pt x="1575500" y="33607"/>
                  <a:pt x="1575500" y="75063"/>
                </a:cubicBezTo>
                <a:lnTo>
                  <a:pt x="1575500" y="367990"/>
                </a:lnTo>
                <a:lnTo>
                  <a:pt x="440724" y="367990"/>
                </a:lnTo>
                <a:lnTo>
                  <a:pt x="440724" y="75063"/>
                </a:lnTo>
                <a:cubicBezTo>
                  <a:pt x="440724" y="33607"/>
                  <a:pt x="474331" y="0"/>
                  <a:pt x="515787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28" name="Google Shape;528;p62"/>
          <p:cNvSpPr/>
          <p:nvPr/>
        </p:nvSpPr>
        <p:spPr>
          <a:xfrm>
            <a:off x="9668004" y="4500774"/>
            <a:ext cx="529812" cy="529812"/>
          </a:xfrm>
          <a:custGeom>
            <a:rect b="b" l="l" r="r" t="t"/>
            <a:pathLst>
              <a:path extrusionOk="0" h="3240000" w="3240000">
                <a:moveTo>
                  <a:pt x="1799999" y="306000"/>
                </a:moveTo>
                <a:lnTo>
                  <a:pt x="1440000" y="306000"/>
                </a:lnTo>
                <a:lnTo>
                  <a:pt x="1440000" y="1308231"/>
                </a:lnTo>
                <a:lnTo>
                  <a:pt x="572043" y="807116"/>
                </a:lnTo>
                <a:lnTo>
                  <a:pt x="392043" y="1118885"/>
                </a:lnTo>
                <a:lnTo>
                  <a:pt x="1260000" y="1620000"/>
                </a:lnTo>
                <a:lnTo>
                  <a:pt x="392043" y="2121116"/>
                </a:lnTo>
                <a:lnTo>
                  <a:pt x="572043" y="2432885"/>
                </a:lnTo>
                <a:lnTo>
                  <a:pt x="1440000" y="1931769"/>
                </a:lnTo>
                <a:lnTo>
                  <a:pt x="1440000" y="2934000"/>
                </a:lnTo>
                <a:lnTo>
                  <a:pt x="1800000" y="2934000"/>
                </a:lnTo>
                <a:lnTo>
                  <a:pt x="1800000" y="1931769"/>
                </a:lnTo>
                <a:lnTo>
                  <a:pt x="2667957" y="2432884"/>
                </a:lnTo>
                <a:lnTo>
                  <a:pt x="2847957" y="2121116"/>
                </a:lnTo>
                <a:lnTo>
                  <a:pt x="1980000" y="1620000"/>
                </a:lnTo>
                <a:lnTo>
                  <a:pt x="2847958" y="1118885"/>
                </a:lnTo>
                <a:lnTo>
                  <a:pt x="2667957" y="807116"/>
                </a:lnTo>
                <a:lnTo>
                  <a:pt x="1800000" y="1308231"/>
                </a:ln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29" name="Google Shape;529;p62"/>
          <p:cNvSpPr/>
          <p:nvPr/>
        </p:nvSpPr>
        <p:spPr>
          <a:xfrm>
            <a:off x="7178218" y="3571006"/>
            <a:ext cx="529090" cy="529812"/>
          </a:xfrm>
          <a:custGeom>
            <a:rect b="b" l="l" r="r" t="t"/>
            <a:pathLst>
              <a:path extrusionOk="0" h="3229762" w="3225370">
                <a:moveTo>
                  <a:pt x="1355872" y="0"/>
                </a:moveTo>
                <a:cubicBezTo>
                  <a:pt x="1564636" y="0"/>
                  <a:pt x="1733872" y="169236"/>
                  <a:pt x="1733872" y="378000"/>
                </a:cubicBezTo>
                <a:cubicBezTo>
                  <a:pt x="1733872" y="530834"/>
                  <a:pt x="1643169" y="662483"/>
                  <a:pt x="1512292" y="721255"/>
                </a:cubicBezTo>
                <a:lnTo>
                  <a:pt x="1607042" y="1169019"/>
                </a:lnTo>
                <a:cubicBezTo>
                  <a:pt x="1611319" y="1167786"/>
                  <a:pt x="1615651" y="1167712"/>
                  <a:pt x="1620000" y="1167712"/>
                </a:cubicBezTo>
                <a:cubicBezTo>
                  <a:pt x="1828764" y="1167712"/>
                  <a:pt x="1998000" y="1336948"/>
                  <a:pt x="1998000" y="1545712"/>
                </a:cubicBezTo>
                <a:lnTo>
                  <a:pt x="1996362" y="1567711"/>
                </a:lnTo>
                <a:lnTo>
                  <a:pt x="2525816" y="1711728"/>
                </a:lnTo>
                <a:cubicBezTo>
                  <a:pt x="2591164" y="1602543"/>
                  <a:pt x="2710810" y="1530128"/>
                  <a:pt x="2847370" y="1530128"/>
                </a:cubicBezTo>
                <a:cubicBezTo>
                  <a:pt x="3056134" y="1530128"/>
                  <a:pt x="3225370" y="1699364"/>
                  <a:pt x="3225370" y="1908128"/>
                </a:cubicBezTo>
                <a:cubicBezTo>
                  <a:pt x="3225370" y="2116892"/>
                  <a:pt x="3056134" y="2286128"/>
                  <a:pt x="2847370" y="2286128"/>
                </a:cubicBezTo>
                <a:cubicBezTo>
                  <a:pt x="2638606" y="2286128"/>
                  <a:pt x="2469370" y="2116892"/>
                  <a:pt x="2469370" y="1908128"/>
                </a:cubicBezTo>
                <a:lnTo>
                  <a:pt x="2475505" y="1847275"/>
                </a:lnTo>
                <a:lnTo>
                  <a:pt x="1957861" y="1706471"/>
                </a:lnTo>
                <a:cubicBezTo>
                  <a:pt x="1922674" y="1789256"/>
                  <a:pt x="1855841" y="1854310"/>
                  <a:pt x="1773397" y="1890608"/>
                </a:cubicBezTo>
                <a:lnTo>
                  <a:pt x="1908290" y="2478637"/>
                </a:lnTo>
                <a:cubicBezTo>
                  <a:pt x="2094333" y="2500701"/>
                  <a:pt x="2237929" y="2659462"/>
                  <a:pt x="2237929" y="2851762"/>
                </a:cubicBezTo>
                <a:cubicBezTo>
                  <a:pt x="2237929" y="3060526"/>
                  <a:pt x="2068693" y="3229762"/>
                  <a:pt x="1859929" y="3229762"/>
                </a:cubicBezTo>
                <a:cubicBezTo>
                  <a:pt x="1651165" y="3229762"/>
                  <a:pt x="1481929" y="3060526"/>
                  <a:pt x="1481929" y="2851762"/>
                </a:cubicBezTo>
                <a:cubicBezTo>
                  <a:pt x="1481929" y="2676759"/>
                  <a:pt x="1600854" y="2529533"/>
                  <a:pt x="1762693" y="2487978"/>
                </a:cubicBezTo>
                <a:lnTo>
                  <a:pt x="1632951" y="1922407"/>
                </a:lnTo>
                <a:cubicBezTo>
                  <a:pt x="1628677" y="1923639"/>
                  <a:pt x="1624347" y="1923712"/>
                  <a:pt x="1620000" y="1923712"/>
                </a:cubicBezTo>
                <a:cubicBezTo>
                  <a:pt x="1474614" y="1923712"/>
                  <a:pt x="1348399" y="1841634"/>
                  <a:pt x="1286703" y="1720478"/>
                </a:cubicBezTo>
                <a:lnTo>
                  <a:pt x="726463" y="1950491"/>
                </a:lnTo>
                <a:cubicBezTo>
                  <a:pt x="745503" y="1995553"/>
                  <a:pt x="756000" y="2045092"/>
                  <a:pt x="756000" y="2097083"/>
                </a:cubicBezTo>
                <a:cubicBezTo>
                  <a:pt x="756000" y="2305847"/>
                  <a:pt x="586764" y="2475083"/>
                  <a:pt x="378000" y="2475083"/>
                </a:cubicBezTo>
                <a:cubicBezTo>
                  <a:pt x="169236" y="2475083"/>
                  <a:pt x="0" y="2305847"/>
                  <a:pt x="0" y="2097083"/>
                </a:cubicBezTo>
                <a:cubicBezTo>
                  <a:pt x="0" y="1888319"/>
                  <a:pt x="169236" y="1719083"/>
                  <a:pt x="378000" y="1719083"/>
                </a:cubicBezTo>
                <a:cubicBezTo>
                  <a:pt x="481765" y="1719083"/>
                  <a:pt x="575764" y="1760894"/>
                  <a:pt x="643957" y="1828700"/>
                </a:cubicBezTo>
                <a:lnTo>
                  <a:pt x="1245626" y="1581679"/>
                </a:lnTo>
                <a:cubicBezTo>
                  <a:pt x="1242578" y="1569964"/>
                  <a:pt x="1242000" y="1557905"/>
                  <a:pt x="1242000" y="1545712"/>
                </a:cubicBezTo>
                <a:cubicBezTo>
                  <a:pt x="1242000" y="1391666"/>
                  <a:pt x="1334148" y="1259142"/>
                  <a:pt x="1466584" y="1200827"/>
                </a:cubicBezTo>
                <a:lnTo>
                  <a:pt x="1372109" y="754363"/>
                </a:lnTo>
                <a:cubicBezTo>
                  <a:pt x="1366762" y="755885"/>
                  <a:pt x="1361331" y="756000"/>
                  <a:pt x="1355872" y="756000"/>
                </a:cubicBezTo>
                <a:cubicBezTo>
                  <a:pt x="1147108" y="756000"/>
                  <a:pt x="977872" y="586764"/>
                  <a:pt x="977872" y="378000"/>
                </a:cubicBezTo>
                <a:cubicBezTo>
                  <a:pt x="977872" y="169236"/>
                  <a:pt x="1147108" y="0"/>
                  <a:pt x="1355872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30" name="Google Shape;530;p62"/>
          <p:cNvSpPr/>
          <p:nvPr/>
        </p:nvSpPr>
        <p:spPr>
          <a:xfrm>
            <a:off x="8029293" y="5500016"/>
            <a:ext cx="522441" cy="523242"/>
          </a:xfrm>
          <a:custGeom>
            <a:rect b="b" l="l" r="r" t="t"/>
            <a:pathLst>
              <a:path extrusionOk="0" h="3202496" w="3197597">
                <a:moveTo>
                  <a:pt x="601421" y="1611393"/>
                </a:moveTo>
                <a:lnTo>
                  <a:pt x="2596176" y="1611393"/>
                </a:lnTo>
                <a:cubicBezTo>
                  <a:pt x="2928331" y="1611393"/>
                  <a:pt x="3197594" y="1880656"/>
                  <a:pt x="3197594" y="2212811"/>
                </a:cubicBezTo>
                <a:lnTo>
                  <a:pt x="3197594" y="2776360"/>
                </a:lnTo>
                <a:lnTo>
                  <a:pt x="3197597" y="2776360"/>
                </a:lnTo>
                <a:lnTo>
                  <a:pt x="3197597" y="2914824"/>
                </a:lnTo>
                <a:lnTo>
                  <a:pt x="3197198" y="2914824"/>
                </a:lnTo>
                <a:lnTo>
                  <a:pt x="3197198" y="3202496"/>
                </a:lnTo>
                <a:lnTo>
                  <a:pt x="398" y="3202496"/>
                </a:lnTo>
                <a:lnTo>
                  <a:pt x="398" y="2914824"/>
                </a:lnTo>
                <a:lnTo>
                  <a:pt x="0" y="2914824"/>
                </a:lnTo>
                <a:lnTo>
                  <a:pt x="0" y="2212811"/>
                </a:lnTo>
                <a:cubicBezTo>
                  <a:pt x="0" y="1880656"/>
                  <a:pt x="269266" y="1611393"/>
                  <a:pt x="601421" y="1611393"/>
                </a:cubicBezTo>
                <a:close/>
                <a:moveTo>
                  <a:pt x="1598801" y="0"/>
                </a:moveTo>
                <a:cubicBezTo>
                  <a:pt x="1998649" y="0"/>
                  <a:pt x="2322791" y="324142"/>
                  <a:pt x="2322791" y="723993"/>
                </a:cubicBezTo>
                <a:cubicBezTo>
                  <a:pt x="2322791" y="1123843"/>
                  <a:pt x="1998649" y="1447985"/>
                  <a:pt x="1598801" y="1447985"/>
                </a:cubicBezTo>
                <a:cubicBezTo>
                  <a:pt x="1198951" y="1447985"/>
                  <a:pt x="874809" y="1123843"/>
                  <a:pt x="874809" y="723993"/>
                </a:cubicBezTo>
                <a:cubicBezTo>
                  <a:pt x="874809" y="324142"/>
                  <a:pt x="1198951" y="0"/>
                  <a:pt x="1598801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31" name="Google Shape;531;p62"/>
          <p:cNvSpPr/>
          <p:nvPr/>
        </p:nvSpPr>
        <p:spPr>
          <a:xfrm flipH="1" rot="-5400000">
            <a:off x="5496132" y="5556095"/>
            <a:ext cx="541566" cy="510026"/>
          </a:xfrm>
          <a:custGeom>
            <a:rect b="b" l="l" r="r" t="t"/>
            <a:pathLst>
              <a:path extrusionOk="0" h="2758049" w="2928608">
                <a:moveTo>
                  <a:pt x="2797052" y="1199936"/>
                </a:moveTo>
                <a:lnTo>
                  <a:pt x="2797052" y="1541978"/>
                </a:lnTo>
                <a:cubicBezTo>
                  <a:pt x="2797052" y="1578306"/>
                  <a:pt x="2826502" y="1607756"/>
                  <a:pt x="2862830" y="1607756"/>
                </a:cubicBezTo>
                <a:lnTo>
                  <a:pt x="2862830" y="1607755"/>
                </a:lnTo>
                <a:cubicBezTo>
                  <a:pt x="2899158" y="1607755"/>
                  <a:pt x="2928608" y="1578305"/>
                  <a:pt x="2928608" y="1541977"/>
                </a:cubicBezTo>
                <a:lnTo>
                  <a:pt x="2928607" y="1199936"/>
                </a:lnTo>
                <a:cubicBezTo>
                  <a:pt x="2928607" y="1163608"/>
                  <a:pt x="2899158" y="1134159"/>
                  <a:pt x="2862830" y="1134158"/>
                </a:cubicBezTo>
                <a:cubicBezTo>
                  <a:pt x="2826502" y="1134159"/>
                  <a:pt x="2797052" y="1163608"/>
                  <a:pt x="2797052" y="1199936"/>
                </a:cubicBezTo>
                <a:close/>
                <a:moveTo>
                  <a:pt x="2593193" y="1147315"/>
                </a:moveTo>
                <a:lnTo>
                  <a:pt x="2593193" y="1594601"/>
                </a:lnTo>
                <a:cubicBezTo>
                  <a:pt x="2593193" y="1630929"/>
                  <a:pt x="2622643" y="1660379"/>
                  <a:pt x="2658971" y="1660379"/>
                </a:cubicBezTo>
                <a:lnTo>
                  <a:pt x="2658971" y="1660378"/>
                </a:lnTo>
                <a:cubicBezTo>
                  <a:pt x="2695299" y="1660378"/>
                  <a:pt x="2724749" y="1630928"/>
                  <a:pt x="2724749" y="1594600"/>
                </a:cubicBezTo>
                <a:lnTo>
                  <a:pt x="2724748" y="1147315"/>
                </a:lnTo>
                <a:cubicBezTo>
                  <a:pt x="2724748" y="1110987"/>
                  <a:pt x="2695299" y="1081538"/>
                  <a:pt x="2658971" y="1081537"/>
                </a:cubicBezTo>
                <a:cubicBezTo>
                  <a:pt x="2622643" y="1081538"/>
                  <a:pt x="2593193" y="1110987"/>
                  <a:pt x="2593193" y="1147315"/>
                </a:cubicBezTo>
                <a:close/>
                <a:moveTo>
                  <a:pt x="2389334" y="1121004"/>
                </a:moveTo>
                <a:lnTo>
                  <a:pt x="2389334" y="1620912"/>
                </a:lnTo>
                <a:cubicBezTo>
                  <a:pt x="2389334" y="1657240"/>
                  <a:pt x="2418784" y="1686690"/>
                  <a:pt x="2455112" y="1686690"/>
                </a:cubicBezTo>
                <a:lnTo>
                  <a:pt x="2455112" y="1686689"/>
                </a:lnTo>
                <a:cubicBezTo>
                  <a:pt x="2491440" y="1686689"/>
                  <a:pt x="2520890" y="1657239"/>
                  <a:pt x="2520890" y="1620911"/>
                </a:cubicBezTo>
                <a:lnTo>
                  <a:pt x="2520889" y="1121004"/>
                </a:lnTo>
                <a:cubicBezTo>
                  <a:pt x="2520889" y="1084676"/>
                  <a:pt x="2491440" y="1055227"/>
                  <a:pt x="2455112" y="1055226"/>
                </a:cubicBezTo>
                <a:cubicBezTo>
                  <a:pt x="2418784" y="1055227"/>
                  <a:pt x="2389334" y="1084676"/>
                  <a:pt x="2389334" y="1121004"/>
                </a:cubicBezTo>
                <a:close/>
                <a:moveTo>
                  <a:pt x="1314382" y="1247024"/>
                </a:moveTo>
                <a:cubicBezTo>
                  <a:pt x="1314381" y="1225915"/>
                  <a:pt x="1331494" y="1208803"/>
                  <a:pt x="1352603" y="1208803"/>
                </a:cubicBezTo>
                <a:lnTo>
                  <a:pt x="1410313" y="1208803"/>
                </a:lnTo>
                <a:lnTo>
                  <a:pt x="1410313" y="1146778"/>
                </a:lnTo>
                <a:cubicBezTo>
                  <a:pt x="1410313" y="1145599"/>
                  <a:pt x="1410393" y="1144438"/>
                  <a:pt x="1411688" y="1143457"/>
                </a:cubicBezTo>
                <a:lnTo>
                  <a:pt x="1408531" y="1133444"/>
                </a:lnTo>
                <a:cubicBezTo>
                  <a:pt x="1410371" y="1112415"/>
                  <a:pt x="1428909" y="1096860"/>
                  <a:pt x="1449938" y="1098699"/>
                </a:cubicBezTo>
                <a:lnTo>
                  <a:pt x="2236821" y="1167543"/>
                </a:lnTo>
                <a:cubicBezTo>
                  <a:pt x="2257849" y="1169383"/>
                  <a:pt x="2273405" y="1187920"/>
                  <a:pt x="2271565" y="1208950"/>
                </a:cubicBezTo>
                <a:cubicBezTo>
                  <a:pt x="2269725" y="1229978"/>
                  <a:pt x="2251187" y="1245533"/>
                  <a:pt x="2230159" y="1243693"/>
                </a:cubicBezTo>
                <a:cubicBezTo>
                  <a:pt x="1973864" y="1221271"/>
                  <a:pt x="1717570" y="1198849"/>
                  <a:pt x="1461275" y="1176426"/>
                </a:cubicBezTo>
                <a:lnTo>
                  <a:pt x="1461274" y="1208803"/>
                </a:lnTo>
                <a:lnTo>
                  <a:pt x="1518985" y="1208803"/>
                </a:lnTo>
                <a:cubicBezTo>
                  <a:pt x="1540095" y="1208802"/>
                  <a:pt x="1557205" y="1225915"/>
                  <a:pt x="1557206" y="1247025"/>
                </a:cubicBezTo>
                <a:lnTo>
                  <a:pt x="1557207" y="1247023"/>
                </a:lnTo>
                <a:cubicBezTo>
                  <a:pt x="1557207" y="1268132"/>
                  <a:pt x="1540095" y="1285244"/>
                  <a:pt x="1518986" y="1285244"/>
                </a:cubicBezTo>
                <a:cubicBezTo>
                  <a:pt x="1499749" y="1285244"/>
                  <a:pt x="1480511" y="1285243"/>
                  <a:pt x="1461275" y="1285244"/>
                </a:cubicBezTo>
                <a:lnTo>
                  <a:pt x="1461275" y="1337600"/>
                </a:lnTo>
                <a:lnTo>
                  <a:pt x="1518985" y="1337600"/>
                </a:lnTo>
                <a:cubicBezTo>
                  <a:pt x="1540095" y="1337600"/>
                  <a:pt x="1557206" y="1354713"/>
                  <a:pt x="1557206" y="1375821"/>
                </a:cubicBezTo>
                <a:lnTo>
                  <a:pt x="1557207" y="1375820"/>
                </a:lnTo>
                <a:cubicBezTo>
                  <a:pt x="1557206" y="1396928"/>
                  <a:pt x="1540095" y="1414041"/>
                  <a:pt x="1518986" y="1414041"/>
                </a:cubicBezTo>
                <a:cubicBezTo>
                  <a:pt x="1499750" y="1414041"/>
                  <a:pt x="1480511" y="1414041"/>
                  <a:pt x="1461275" y="1414042"/>
                </a:cubicBezTo>
                <a:lnTo>
                  <a:pt x="1461275" y="1466398"/>
                </a:lnTo>
                <a:lnTo>
                  <a:pt x="1518985" y="1466398"/>
                </a:lnTo>
                <a:cubicBezTo>
                  <a:pt x="1540095" y="1466398"/>
                  <a:pt x="1557206" y="1483509"/>
                  <a:pt x="1557206" y="1504618"/>
                </a:cubicBezTo>
                <a:lnTo>
                  <a:pt x="1557207" y="1504619"/>
                </a:lnTo>
                <a:cubicBezTo>
                  <a:pt x="1557207" y="1525727"/>
                  <a:pt x="1540094" y="1542838"/>
                  <a:pt x="1518986" y="1542839"/>
                </a:cubicBezTo>
                <a:cubicBezTo>
                  <a:pt x="1499749" y="1542839"/>
                  <a:pt x="1480511" y="1542838"/>
                  <a:pt x="1461275" y="1542839"/>
                </a:cubicBezTo>
                <a:lnTo>
                  <a:pt x="1461274" y="1575412"/>
                </a:lnTo>
                <a:lnTo>
                  <a:pt x="2226550" y="1494978"/>
                </a:lnTo>
                <a:cubicBezTo>
                  <a:pt x="2247542" y="1492772"/>
                  <a:pt x="2266350" y="1508001"/>
                  <a:pt x="2268556" y="1528995"/>
                </a:cubicBezTo>
                <a:cubicBezTo>
                  <a:pt x="2270763" y="1549988"/>
                  <a:pt x="2255534" y="1568794"/>
                  <a:pt x="2234542" y="1571000"/>
                </a:cubicBezTo>
                <a:cubicBezTo>
                  <a:pt x="1972686" y="1598522"/>
                  <a:pt x="1710833" y="1626046"/>
                  <a:pt x="1448978" y="1653567"/>
                </a:cubicBezTo>
                <a:cubicBezTo>
                  <a:pt x="1427984" y="1655774"/>
                  <a:pt x="1409178" y="1640544"/>
                  <a:pt x="1406971" y="1619551"/>
                </a:cubicBezTo>
                <a:cubicBezTo>
                  <a:pt x="1406474" y="1614827"/>
                  <a:pt x="1406862" y="1610214"/>
                  <a:pt x="1410805" y="1606610"/>
                </a:cubicBezTo>
                <a:lnTo>
                  <a:pt x="1410312" y="1605422"/>
                </a:lnTo>
                <a:lnTo>
                  <a:pt x="1410312" y="1542839"/>
                </a:lnTo>
                <a:lnTo>
                  <a:pt x="1352603" y="1542841"/>
                </a:lnTo>
                <a:cubicBezTo>
                  <a:pt x="1331494" y="1542841"/>
                  <a:pt x="1314382" y="1525729"/>
                  <a:pt x="1314382" y="1504619"/>
                </a:cubicBezTo>
                <a:cubicBezTo>
                  <a:pt x="1314382" y="1483510"/>
                  <a:pt x="1331493" y="1466397"/>
                  <a:pt x="1352603" y="1466398"/>
                </a:cubicBezTo>
                <a:lnTo>
                  <a:pt x="1410312" y="1466398"/>
                </a:lnTo>
                <a:lnTo>
                  <a:pt x="1410313" y="1414042"/>
                </a:lnTo>
                <a:lnTo>
                  <a:pt x="1352603" y="1414042"/>
                </a:lnTo>
                <a:cubicBezTo>
                  <a:pt x="1331494" y="1414041"/>
                  <a:pt x="1314383" y="1396930"/>
                  <a:pt x="1314382" y="1375820"/>
                </a:cubicBezTo>
                <a:cubicBezTo>
                  <a:pt x="1314383" y="1354713"/>
                  <a:pt x="1331494" y="1337600"/>
                  <a:pt x="1352603" y="1337601"/>
                </a:cubicBezTo>
                <a:lnTo>
                  <a:pt x="1410312" y="1337600"/>
                </a:lnTo>
                <a:lnTo>
                  <a:pt x="1410312" y="1285244"/>
                </a:lnTo>
                <a:lnTo>
                  <a:pt x="1352603" y="1285244"/>
                </a:lnTo>
                <a:cubicBezTo>
                  <a:pt x="1331494" y="1285244"/>
                  <a:pt x="1314381" y="1268133"/>
                  <a:pt x="1314382" y="1247024"/>
                </a:cubicBezTo>
                <a:close/>
                <a:moveTo>
                  <a:pt x="1171967" y="72000"/>
                </a:moveTo>
                <a:lnTo>
                  <a:pt x="1171967" y="288000"/>
                </a:lnTo>
                <a:cubicBezTo>
                  <a:pt x="1171967" y="327765"/>
                  <a:pt x="1204202" y="360000"/>
                  <a:pt x="1243967" y="360000"/>
                </a:cubicBezTo>
                <a:cubicBezTo>
                  <a:pt x="1283732" y="360000"/>
                  <a:pt x="1315967" y="327765"/>
                  <a:pt x="1315967" y="288000"/>
                </a:cubicBezTo>
                <a:lnTo>
                  <a:pt x="1315967" y="72000"/>
                </a:lnTo>
                <a:cubicBezTo>
                  <a:pt x="1315967" y="32235"/>
                  <a:pt x="1283732" y="0"/>
                  <a:pt x="1243967" y="0"/>
                </a:cubicBezTo>
                <a:cubicBezTo>
                  <a:pt x="1204202" y="0"/>
                  <a:pt x="1171967" y="32235"/>
                  <a:pt x="1171967" y="72000"/>
                </a:cubicBezTo>
                <a:close/>
                <a:moveTo>
                  <a:pt x="1171966" y="2470049"/>
                </a:moveTo>
                <a:lnTo>
                  <a:pt x="1171966" y="2686049"/>
                </a:lnTo>
                <a:cubicBezTo>
                  <a:pt x="1171966" y="2725814"/>
                  <a:pt x="1204201" y="2758049"/>
                  <a:pt x="1243966" y="2758049"/>
                </a:cubicBezTo>
                <a:cubicBezTo>
                  <a:pt x="1283731" y="2758049"/>
                  <a:pt x="1315966" y="2725814"/>
                  <a:pt x="1315966" y="2686049"/>
                </a:cubicBezTo>
                <a:lnTo>
                  <a:pt x="1315966" y="2470049"/>
                </a:lnTo>
                <a:cubicBezTo>
                  <a:pt x="1315966" y="2430284"/>
                  <a:pt x="1283731" y="2398049"/>
                  <a:pt x="1243966" y="2398049"/>
                </a:cubicBezTo>
                <a:cubicBezTo>
                  <a:pt x="1204201" y="2398049"/>
                  <a:pt x="1171966" y="2430284"/>
                  <a:pt x="1171966" y="2470049"/>
                </a:cubicBezTo>
                <a:close/>
                <a:moveTo>
                  <a:pt x="515345" y="1370958"/>
                </a:moveTo>
                <a:cubicBezTo>
                  <a:pt x="515344" y="1558300"/>
                  <a:pt x="586814" y="1745642"/>
                  <a:pt x="729750" y="1888579"/>
                </a:cubicBezTo>
                <a:cubicBezTo>
                  <a:pt x="1015625" y="2174454"/>
                  <a:pt x="1479119" y="2174454"/>
                  <a:pt x="1764994" y="1888580"/>
                </a:cubicBezTo>
                <a:lnTo>
                  <a:pt x="1940572" y="1713001"/>
                </a:lnTo>
                <a:lnTo>
                  <a:pt x="2136413" y="1713002"/>
                </a:lnTo>
                <a:cubicBezTo>
                  <a:pt x="2215124" y="1713001"/>
                  <a:pt x="2278929" y="1649195"/>
                  <a:pt x="2278929" y="1570486"/>
                </a:cubicBezTo>
                <a:lnTo>
                  <a:pt x="2278929" y="1374645"/>
                </a:lnTo>
                <a:lnTo>
                  <a:pt x="2282614" y="1370959"/>
                </a:lnTo>
                <a:lnTo>
                  <a:pt x="2278929" y="1367272"/>
                </a:lnTo>
                <a:lnTo>
                  <a:pt x="2278929" y="1171432"/>
                </a:lnTo>
                <a:cubicBezTo>
                  <a:pt x="2278929" y="1092722"/>
                  <a:pt x="2215123" y="1028916"/>
                  <a:pt x="2136413" y="1028916"/>
                </a:cubicBezTo>
                <a:lnTo>
                  <a:pt x="1940571" y="1028916"/>
                </a:lnTo>
                <a:cubicBezTo>
                  <a:pt x="1882045" y="970390"/>
                  <a:pt x="1823519" y="911862"/>
                  <a:pt x="1764993" y="853336"/>
                </a:cubicBezTo>
                <a:cubicBezTo>
                  <a:pt x="1479118" y="567461"/>
                  <a:pt x="1015625" y="567462"/>
                  <a:pt x="729750" y="853336"/>
                </a:cubicBezTo>
                <a:cubicBezTo>
                  <a:pt x="586813" y="996273"/>
                  <a:pt x="515344" y="1183616"/>
                  <a:pt x="515345" y="1370958"/>
                </a:cubicBezTo>
                <a:close/>
                <a:moveTo>
                  <a:pt x="388776" y="2386770"/>
                </a:moveTo>
                <a:cubicBezTo>
                  <a:pt x="388776" y="2405196"/>
                  <a:pt x="395805" y="2423622"/>
                  <a:pt x="409865" y="2437681"/>
                </a:cubicBezTo>
                <a:cubicBezTo>
                  <a:pt x="437983" y="2465800"/>
                  <a:pt x="483570" y="2465800"/>
                  <a:pt x="511688" y="2437681"/>
                </a:cubicBezTo>
                <a:lnTo>
                  <a:pt x="664423" y="2284946"/>
                </a:lnTo>
                <a:cubicBezTo>
                  <a:pt x="692541" y="2256828"/>
                  <a:pt x="692541" y="2211241"/>
                  <a:pt x="664423" y="2183123"/>
                </a:cubicBezTo>
                <a:cubicBezTo>
                  <a:pt x="636305" y="2155005"/>
                  <a:pt x="590718" y="2155005"/>
                  <a:pt x="562599" y="2183123"/>
                </a:cubicBezTo>
                <a:lnTo>
                  <a:pt x="409865" y="2335858"/>
                </a:lnTo>
                <a:cubicBezTo>
                  <a:pt x="395805" y="2349917"/>
                  <a:pt x="388776" y="2368343"/>
                  <a:pt x="388776" y="2386770"/>
                </a:cubicBezTo>
                <a:close/>
                <a:moveTo>
                  <a:pt x="388776" y="365689"/>
                </a:moveTo>
                <a:cubicBezTo>
                  <a:pt x="388776" y="384115"/>
                  <a:pt x="395805" y="402541"/>
                  <a:pt x="409865" y="416600"/>
                </a:cubicBezTo>
                <a:lnTo>
                  <a:pt x="562599" y="569335"/>
                </a:lnTo>
                <a:cubicBezTo>
                  <a:pt x="590718" y="597454"/>
                  <a:pt x="636305" y="597454"/>
                  <a:pt x="664423" y="569335"/>
                </a:cubicBezTo>
                <a:cubicBezTo>
                  <a:pt x="692541" y="541217"/>
                  <a:pt x="692541" y="495630"/>
                  <a:pt x="664423" y="467512"/>
                </a:cubicBezTo>
                <a:lnTo>
                  <a:pt x="511688" y="314777"/>
                </a:lnTo>
                <a:cubicBezTo>
                  <a:pt x="483570" y="286659"/>
                  <a:pt x="437983" y="286659"/>
                  <a:pt x="409865" y="314777"/>
                </a:cubicBezTo>
                <a:cubicBezTo>
                  <a:pt x="395805" y="328836"/>
                  <a:pt x="388776" y="347262"/>
                  <a:pt x="388776" y="365689"/>
                </a:cubicBezTo>
                <a:close/>
                <a:moveTo>
                  <a:pt x="0" y="1379024"/>
                </a:moveTo>
                <a:cubicBezTo>
                  <a:pt x="0" y="1418789"/>
                  <a:pt x="32235" y="1451024"/>
                  <a:pt x="72000" y="1451024"/>
                </a:cubicBezTo>
                <a:lnTo>
                  <a:pt x="288000" y="1451024"/>
                </a:lnTo>
                <a:cubicBezTo>
                  <a:pt x="327765" y="1451024"/>
                  <a:pt x="360000" y="1418789"/>
                  <a:pt x="360000" y="1379024"/>
                </a:cubicBezTo>
                <a:cubicBezTo>
                  <a:pt x="360000" y="1339259"/>
                  <a:pt x="327765" y="1307024"/>
                  <a:pt x="288000" y="1307024"/>
                </a:cubicBezTo>
                <a:lnTo>
                  <a:pt x="72000" y="1307024"/>
                </a:lnTo>
                <a:cubicBezTo>
                  <a:pt x="32235" y="1307024"/>
                  <a:pt x="0" y="1339259"/>
                  <a:pt x="0" y="1379024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32" name="Google Shape;532;p62"/>
          <p:cNvSpPr/>
          <p:nvPr/>
        </p:nvSpPr>
        <p:spPr>
          <a:xfrm>
            <a:off x="7240653" y="4661937"/>
            <a:ext cx="404220" cy="403783"/>
          </a:xfrm>
          <a:custGeom>
            <a:rect b="b" l="l" r="r" t="t"/>
            <a:pathLst>
              <a:path extrusionOk="0" h="3225610" w="3229104">
                <a:moveTo>
                  <a:pt x="2311104" y="907633"/>
                </a:moveTo>
                <a:lnTo>
                  <a:pt x="3229104" y="907633"/>
                </a:lnTo>
                <a:lnTo>
                  <a:pt x="1769979" y="3097491"/>
                </a:lnTo>
                <a:close/>
                <a:moveTo>
                  <a:pt x="823" y="907633"/>
                </a:moveTo>
                <a:lnTo>
                  <a:pt x="918823" y="907633"/>
                </a:lnTo>
                <a:lnTo>
                  <a:pt x="1498048" y="3135591"/>
                </a:lnTo>
                <a:close/>
                <a:moveTo>
                  <a:pt x="1036980" y="907632"/>
                </a:moveTo>
                <a:lnTo>
                  <a:pt x="2192122" y="907632"/>
                </a:lnTo>
                <a:lnTo>
                  <a:pt x="1614551" y="3225610"/>
                </a:lnTo>
                <a:close/>
                <a:moveTo>
                  <a:pt x="2769693" y="0"/>
                </a:moveTo>
                <a:lnTo>
                  <a:pt x="3229104" y="792088"/>
                </a:lnTo>
                <a:lnTo>
                  <a:pt x="2310282" y="792088"/>
                </a:lnTo>
                <a:close/>
                <a:moveTo>
                  <a:pt x="1732713" y="0"/>
                </a:moveTo>
                <a:lnTo>
                  <a:pt x="2651535" y="0"/>
                </a:lnTo>
                <a:lnTo>
                  <a:pt x="2192124" y="792088"/>
                </a:lnTo>
                <a:close/>
                <a:moveTo>
                  <a:pt x="1614553" y="0"/>
                </a:moveTo>
                <a:lnTo>
                  <a:pt x="2073964" y="792088"/>
                </a:lnTo>
                <a:lnTo>
                  <a:pt x="1155142" y="792088"/>
                </a:lnTo>
                <a:close/>
                <a:moveTo>
                  <a:pt x="577571" y="0"/>
                </a:moveTo>
                <a:lnTo>
                  <a:pt x="1496393" y="0"/>
                </a:lnTo>
                <a:lnTo>
                  <a:pt x="1036982" y="792088"/>
                </a:lnTo>
                <a:close/>
                <a:moveTo>
                  <a:pt x="459411" y="0"/>
                </a:moveTo>
                <a:lnTo>
                  <a:pt x="918822" y="792088"/>
                </a:lnTo>
                <a:lnTo>
                  <a:pt x="0" y="792088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33" name="Google Shape;533;p62"/>
          <p:cNvSpPr/>
          <p:nvPr/>
        </p:nvSpPr>
        <p:spPr>
          <a:xfrm>
            <a:off x="8025607" y="4602271"/>
            <a:ext cx="529812" cy="269525"/>
          </a:xfrm>
          <a:custGeom>
            <a:rect b="b" l="l" r="r" t="t"/>
            <a:pathLst>
              <a:path extrusionOk="0" h="1659188" w="3261500">
                <a:moveTo>
                  <a:pt x="121102" y="1436888"/>
                </a:moveTo>
                <a:lnTo>
                  <a:pt x="3045452" y="1436888"/>
                </a:lnTo>
                <a:cubicBezTo>
                  <a:pt x="3001437" y="1508238"/>
                  <a:pt x="2956882" y="1580993"/>
                  <a:pt x="2918729" y="1659188"/>
                </a:cubicBezTo>
                <a:lnTo>
                  <a:pt x="202648" y="1659188"/>
                </a:lnTo>
                <a:cubicBezTo>
                  <a:pt x="188127" y="1585004"/>
                  <a:pt x="156049" y="1510828"/>
                  <a:pt x="121102" y="1436888"/>
                </a:cubicBezTo>
                <a:close/>
                <a:moveTo>
                  <a:pt x="2814967" y="1119413"/>
                </a:moveTo>
                <a:lnTo>
                  <a:pt x="2814967" y="1227413"/>
                </a:lnTo>
                <a:lnTo>
                  <a:pt x="2922967" y="1227413"/>
                </a:lnTo>
                <a:lnTo>
                  <a:pt x="2922967" y="1119413"/>
                </a:lnTo>
                <a:close/>
                <a:moveTo>
                  <a:pt x="2600074" y="1119413"/>
                </a:moveTo>
                <a:lnTo>
                  <a:pt x="2600074" y="1227413"/>
                </a:lnTo>
                <a:lnTo>
                  <a:pt x="2708074" y="1227413"/>
                </a:lnTo>
                <a:lnTo>
                  <a:pt x="2708074" y="1119413"/>
                </a:lnTo>
                <a:close/>
                <a:moveTo>
                  <a:pt x="2385182" y="1119413"/>
                </a:moveTo>
                <a:lnTo>
                  <a:pt x="2385182" y="1227413"/>
                </a:lnTo>
                <a:lnTo>
                  <a:pt x="2493182" y="1227413"/>
                </a:lnTo>
                <a:lnTo>
                  <a:pt x="2493182" y="1119413"/>
                </a:lnTo>
                <a:close/>
                <a:moveTo>
                  <a:pt x="1716569" y="1119413"/>
                </a:moveTo>
                <a:lnTo>
                  <a:pt x="1716569" y="1227413"/>
                </a:lnTo>
                <a:lnTo>
                  <a:pt x="1824569" y="1227413"/>
                </a:lnTo>
                <a:lnTo>
                  <a:pt x="1824569" y="1119413"/>
                </a:lnTo>
                <a:close/>
                <a:moveTo>
                  <a:pt x="1501676" y="1119413"/>
                </a:moveTo>
                <a:lnTo>
                  <a:pt x="1501676" y="1227413"/>
                </a:lnTo>
                <a:lnTo>
                  <a:pt x="1609676" y="1227413"/>
                </a:lnTo>
                <a:lnTo>
                  <a:pt x="1609676" y="1119413"/>
                </a:lnTo>
                <a:close/>
                <a:moveTo>
                  <a:pt x="1286784" y="1119413"/>
                </a:moveTo>
                <a:lnTo>
                  <a:pt x="1286784" y="1227413"/>
                </a:lnTo>
                <a:lnTo>
                  <a:pt x="1394784" y="1227413"/>
                </a:lnTo>
                <a:lnTo>
                  <a:pt x="1394784" y="1119413"/>
                </a:lnTo>
                <a:close/>
                <a:moveTo>
                  <a:pt x="1071892" y="1119413"/>
                </a:moveTo>
                <a:lnTo>
                  <a:pt x="1071892" y="1227413"/>
                </a:lnTo>
                <a:lnTo>
                  <a:pt x="1179892" y="1227413"/>
                </a:lnTo>
                <a:lnTo>
                  <a:pt x="1179892" y="1119413"/>
                </a:lnTo>
                <a:close/>
                <a:moveTo>
                  <a:pt x="857000" y="1119413"/>
                </a:moveTo>
                <a:lnTo>
                  <a:pt x="857000" y="1227413"/>
                </a:lnTo>
                <a:lnTo>
                  <a:pt x="965000" y="1227413"/>
                </a:lnTo>
                <a:lnTo>
                  <a:pt x="965000" y="1119413"/>
                </a:lnTo>
                <a:close/>
                <a:moveTo>
                  <a:pt x="642108" y="1119413"/>
                </a:moveTo>
                <a:lnTo>
                  <a:pt x="642108" y="1227413"/>
                </a:lnTo>
                <a:lnTo>
                  <a:pt x="750108" y="1227413"/>
                </a:lnTo>
                <a:lnTo>
                  <a:pt x="750108" y="1119413"/>
                </a:lnTo>
                <a:close/>
                <a:moveTo>
                  <a:pt x="427216" y="1119413"/>
                </a:moveTo>
                <a:lnTo>
                  <a:pt x="427216" y="1227413"/>
                </a:lnTo>
                <a:lnTo>
                  <a:pt x="535216" y="1227413"/>
                </a:lnTo>
                <a:lnTo>
                  <a:pt x="535216" y="1119413"/>
                </a:lnTo>
                <a:close/>
                <a:moveTo>
                  <a:pt x="356387" y="794045"/>
                </a:moveTo>
                <a:lnTo>
                  <a:pt x="310667" y="896924"/>
                </a:lnTo>
                <a:lnTo>
                  <a:pt x="2620886" y="908354"/>
                </a:lnTo>
                <a:lnTo>
                  <a:pt x="2540130" y="801665"/>
                </a:lnTo>
                <a:close/>
                <a:moveTo>
                  <a:pt x="382676" y="631248"/>
                </a:moveTo>
                <a:lnTo>
                  <a:pt x="363625" y="730317"/>
                </a:lnTo>
                <a:lnTo>
                  <a:pt x="2492522" y="737937"/>
                </a:lnTo>
                <a:lnTo>
                  <a:pt x="2418771" y="631248"/>
                </a:lnTo>
                <a:close/>
                <a:moveTo>
                  <a:pt x="1756650" y="318899"/>
                </a:moveTo>
                <a:lnTo>
                  <a:pt x="1756650" y="477608"/>
                </a:lnTo>
                <a:lnTo>
                  <a:pt x="1900650" y="477608"/>
                </a:lnTo>
                <a:lnTo>
                  <a:pt x="1900650" y="318899"/>
                </a:lnTo>
                <a:close/>
                <a:moveTo>
                  <a:pt x="1470038" y="318899"/>
                </a:moveTo>
                <a:lnTo>
                  <a:pt x="1470038" y="477608"/>
                </a:lnTo>
                <a:lnTo>
                  <a:pt x="1614038" y="477608"/>
                </a:lnTo>
                <a:lnTo>
                  <a:pt x="1614038" y="318899"/>
                </a:lnTo>
                <a:close/>
                <a:moveTo>
                  <a:pt x="1183427" y="318899"/>
                </a:moveTo>
                <a:lnTo>
                  <a:pt x="1183427" y="477608"/>
                </a:lnTo>
                <a:lnTo>
                  <a:pt x="1327427" y="477608"/>
                </a:lnTo>
                <a:lnTo>
                  <a:pt x="1327427" y="318899"/>
                </a:lnTo>
                <a:close/>
                <a:moveTo>
                  <a:pt x="896816" y="318899"/>
                </a:moveTo>
                <a:lnTo>
                  <a:pt x="896816" y="477608"/>
                </a:lnTo>
                <a:lnTo>
                  <a:pt x="1040816" y="477608"/>
                </a:lnTo>
                <a:lnTo>
                  <a:pt x="1040816" y="318899"/>
                </a:lnTo>
                <a:close/>
                <a:moveTo>
                  <a:pt x="1190618" y="0"/>
                </a:moveTo>
                <a:lnTo>
                  <a:pt x="1271830" y="0"/>
                </a:lnTo>
                <a:lnTo>
                  <a:pt x="1308266" y="193836"/>
                </a:lnTo>
                <a:lnTo>
                  <a:pt x="1977660" y="193836"/>
                </a:lnTo>
                <a:lnTo>
                  <a:pt x="2138144" y="525639"/>
                </a:lnTo>
                <a:lnTo>
                  <a:pt x="2421400" y="525639"/>
                </a:lnTo>
                <a:lnTo>
                  <a:pt x="2750195" y="950920"/>
                </a:lnTo>
                <a:lnTo>
                  <a:pt x="3261500" y="937238"/>
                </a:lnTo>
                <a:cubicBezTo>
                  <a:pt x="3244841" y="1097170"/>
                  <a:pt x="3172191" y="1230845"/>
                  <a:pt x="3089450" y="1364888"/>
                </a:cubicBezTo>
                <a:lnTo>
                  <a:pt x="88044" y="1364888"/>
                </a:lnTo>
                <a:cubicBezTo>
                  <a:pt x="35437" y="1251413"/>
                  <a:pt x="-11245" y="1137942"/>
                  <a:pt x="2399" y="1024450"/>
                </a:cubicBezTo>
                <a:lnTo>
                  <a:pt x="197767" y="1019222"/>
                </a:lnTo>
                <a:lnTo>
                  <a:pt x="321162" y="525639"/>
                </a:lnTo>
                <a:lnTo>
                  <a:pt x="681951" y="525639"/>
                </a:lnTo>
                <a:lnTo>
                  <a:pt x="764901" y="193836"/>
                </a:lnTo>
                <a:lnTo>
                  <a:pt x="930048" y="193836"/>
                </a:lnTo>
                <a:lnTo>
                  <a:pt x="966373" y="588"/>
                </a:lnTo>
                <a:lnTo>
                  <a:pt x="1047585" y="588"/>
                </a:lnTo>
                <a:lnTo>
                  <a:pt x="1083910" y="193836"/>
                </a:lnTo>
                <a:lnTo>
                  <a:pt x="1154183" y="193836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34" name="Google Shape;534;p62"/>
          <p:cNvSpPr/>
          <p:nvPr/>
        </p:nvSpPr>
        <p:spPr>
          <a:xfrm rot="2160000">
            <a:off x="9687397" y="3557025"/>
            <a:ext cx="491028" cy="529812"/>
          </a:xfrm>
          <a:custGeom>
            <a:rect b="b" l="l" r="r" t="t"/>
            <a:pathLst>
              <a:path extrusionOk="0" h="2951283" w="2735240">
                <a:moveTo>
                  <a:pt x="945240" y="943134"/>
                </a:moveTo>
                <a:cubicBezTo>
                  <a:pt x="504657" y="1263236"/>
                  <a:pt x="406988" y="1879894"/>
                  <a:pt x="727090" y="2320477"/>
                </a:cubicBezTo>
                <a:cubicBezTo>
                  <a:pt x="1047193" y="2761060"/>
                  <a:pt x="1663850" y="2858729"/>
                  <a:pt x="2104434" y="2538627"/>
                </a:cubicBezTo>
                <a:cubicBezTo>
                  <a:pt x="2545017" y="2218524"/>
                  <a:pt x="2642686" y="1601867"/>
                  <a:pt x="2322584" y="1161283"/>
                </a:cubicBezTo>
                <a:cubicBezTo>
                  <a:pt x="2003839" y="722570"/>
                  <a:pt x="1391052" y="623866"/>
                  <a:pt x="951049" y="939346"/>
                </a:cubicBezTo>
                <a:lnTo>
                  <a:pt x="1557721" y="1618250"/>
                </a:lnTo>
                <a:cubicBezTo>
                  <a:pt x="1596798" y="1621348"/>
                  <a:pt x="1633874" y="1641400"/>
                  <a:pt x="1658719" y="1675596"/>
                </a:cubicBezTo>
                <a:cubicBezTo>
                  <a:pt x="1705470" y="1739944"/>
                  <a:pt x="1691206" y="1830007"/>
                  <a:pt x="1626858" y="1876758"/>
                </a:cubicBezTo>
                <a:cubicBezTo>
                  <a:pt x="1562511" y="1923509"/>
                  <a:pt x="1472448" y="1909245"/>
                  <a:pt x="1425696" y="1844897"/>
                </a:cubicBezTo>
                <a:cubicBezTo>
                  <a:pt x="1398776" y="1807844"/>
                  <a:pt x="1392087" y="1762265"/>
                  <a:pt x="1405709" y="1721944"/>
                </a:cubicBezTo>
                <a:lnTo>
                  <a:pt x="950242" y="939871"/>
                </a:lnTo>
                <a:cubicBezTo>
                  <a:pt x="948462" y="940800"/>
                  <a:pt x="946850" y="941964"/>
                  <a:pt x="945240" y="943134"/>
                </a:cubicBezTo>
                <a:close/>
                <a:moveTo>
                  <a:pt x="390013" y="178929"/>
                </a:moveTo>
                <a:cubicBezTo>
                  <a:pt x="223423" y="299964"/>
                  <a:pt x="186493" y="533130"/>
                  <a:pt x="307528" y="699721"/>
                </a:cubicBezTo>
                <a:cubicBezTo>
                  <a:pt x="392822" y="817118"/>
                  <a:pt x="533802" y="870124"/>
                  <a:pt x="667672" y="847235"/>
                </a:cubicBezTo>
                <a:lnTo>
                  <a:pt x="556452" y="694153"/>
                </a:lnTo>
                <a:lnTo>
                  <a:pt x="528500" y="714461"/>
                </a:lnTo>
                <a:cubicBezTo>
                  <a:pt x="498835" y="736014"/>
                  <a:pt x="457314" y="729437"/>
                  <a:pt x="435761" y="699772"/>
                </a:cubicBezTo>
                <a:lnTo>
                  <a:pt x="341779" y="570418"/>
                </a:lnTo>
                <a:cubicBezTo>
                  <a:pt x="320226" y="540753"/>
                  <a:pt x="326803" y="499231"/>
                  <a:pt x="356468" y="477679"/>
                </a:cubicBezTo>
                <a:lnTo>
                  <a:pt x="684509" y="239343"/>
                </a:lnTo>
                <a:cubicBezTo>
                  <a:pt x="714174" y="217790"/>
                  <a:pt x="755695" y="224366"/>
                  <a:pt x="777248" y="254031"/>
                </a:cubicBezTo>
                <a:lnTo>
                  <a:pt x="871230" y="383386"/>
                </a:lnTo>
                <a:cubicBezTo>
                  <a:pt x="892782" y="413051"/>
                  <a:pt x="886206" y="454572"/>
                  <a:pt x="856541" y="476125"/>
                </a:cubicBezTo>
                <a:lnTo>
                  <a:pt x="828590" y="496433"/>
                </a:lnTo>
                <a:lnTo>
                  <a:pt x="939810" y="649514"/>
                </a:lnTo>
                <a:cubicBezTo>
                  <a:pt x="1002947" y="529270"/>
                  <a:pt x="996100" y="378811"/>
                  <a:pt x="910806" y="261414"/>
                </a:cubicBezTo>
                <a:cubicBezTo>
                  <a:pt x="789771" y="94824"/>
                  <a:pt x="556604" y="57894"/>
                  <a:pt x="390013" y="178929"/>
                </a:cubicBezTo>
                <a:close/>
                <a:moveTo>
                  <a:pt x="326716" y="91807"/>
                </a:moveTo>
                <a:cubicBezTo>
                  <a:pt x="541423" y="-64186"/>
                  <a:pt x="841934" y="-16590"/>
                  <a:pt x="997927" y="198117"/>
                </a:cubicBezTo>
                <a:cubicBezTo>
                  <a:pt x="1090326" y="325293"/>
                  <a:pt x="1111296" y="482575"/>
                  <a:pt x="1067359" y="621566"/>
                </a:cubicBezTo>
                <a:cubicBezTo>
                  <a:pt x="1125087" y="596400"/>
                  <a:pt x="1184605" y="577365"/>
                  <a:pt x="1244892" y="563339"/>
                </a:cubicBezTo>
                <a:lnTo>
                  <a:pt x="1244892" y="425809"/>
                </a:lnTo>
                <a:lnTo>
                  <a:pt x="1238396" y="425809"/>
                </a:lnTo>
                <a:cubicBezTo>
                  <a:pt x="1203300" y="425809"/>
                  <a:pt x="1174849" y="397358"/>
                  <a:pt x="1174849" y="362262"/>
                </a:cubicBezTo>
                <a:lnTo>
                  <a:pt x="1174849" y="209229"/>
                </a:lnTo>
                <a:cubicBezTo>
                  <a:pt x="1174849" y="191681"/>
                  <a:pt x="1181962" y="175794"/>
                  <a:pt x="1193462" y="164294"/>
                </a:cubicBezTo>
                <a:cubicBezTo>
                  <a:pt x="1204961" y="152795"/>
                  <a:pt x="1220848" y="145682"/>
                  <a:pt x="1238396" y="145682"/>
                </a:cubicBezTo>
                <a:lnTo>
                  <a:pt x="1484804" y="145682"/>
                </a:lnTo>
                <a:cubicBezTo>
                  <a:pt x="1519900" y="145682"/>
                  <a:pt x="1548351" y="174133"/>
                  <a:pt x="1548351" y="209229"/>
                </a:cubicBezTo>
                <a:lnTo>
                  <a:pt x="1548351" y="362262"/>
                </a:lnTo>
                <a:cubicBezTo>
                  <a:pt x="1548351" y="397358"/>
                  <a:pt x="1519900" y="425809"/>
                  <a:pt x="1484804" y="425809"/>
                </a:cubicBezTo>
                <a:lnTo>
                  <a:pt x="1478305" y="425809"/>
                </a:lnTo>
                <a:lnTo>
                  <a:pt x="1478305" y="531522"/>
                </a:lnTo>
                <a:cubicBezTo>
                  <a:pt x="1867969" y="516696"/>
                  <a:pt x="2257580" y="690299"/>
                  <a:pt x="2504004" y="1029474"/>
                </a:cubicBezTo>
                <a:cubicBezTo>
                  <a:pt x="2896903" y="1570253"/>
                  <a:pt x="2777023" y="2327148"/>
                  <a:pt x="2236244" y="2720047"/>
                </a:cubicBezTo>
                <a:cubicBezTo>
                  <a:pt x="1695464" y="3112946"/>
                  <a:pt x="938569" y="2993066"/>
                  <a:pt x="545670" y="2452287"/>
                </a:cubicBezTo>
                <a:cubicBezTo>
                  <a:pt x="302842" y="2118063"/>
                  <a:pt x="255883" y="1701289"/>
                  <a:pt x="383624" y="1339097"/>
                </a:cubicBezTo>
                <a:lnTo>
                  <a:pt x="271337" y="1301981"/>
                </a:lnTo>
                <a:lnTo>
                  <a:pt x="269200" y="1308446"/>
                </a:lnTo>
                <a:cubicBezTo>
                  <a:pt x="258184" y="1341768"/>
                  <a:pt x="222242" y="1359852"/>
                  <a:pt x="188919" y="1348836"/>
                </a:cubicBezTo>
                <a:lnTo>
                  <a:pt x="43619" y="1300805"/>
                </a:lnTo>
                <a:cubicBezTo>
                  <a:pt x="10297" y="1289790"/>
                  <a:pt x="-7787" y="1253847"/>
                  <a:pt x="3228" y="1220525"/>
                </a:cubicBezTo>
                <a:lnTo>
                  <a:pt x="80565" y="986568"/>
                </a:lnTo>
                <a:cubicBezTo>
                  <a:pt x="86073" y="969906"/>
                  <a:pt x="97812" y="957056"/>
                  <a:pt x="112340" y="949746"/>
                </a:cubicBezTo>
                <a:cubicBezTo>
                  <a:pt x="126869" y="942436"/>
                  <a:pt x="144185" y="940669"/>
                  <a:pt x="160847" y="946177"/>
                </a:cubicBezTo>
                <a:lnTo>
                  <a:pt x="306147" y="994208"/>
                </a:lnTo>
                <a:cubicBezTo>
                  <a:pt x="339468" y="1005223"/>
                  <a:pt x="357552" y="1041166"/>
                  <a:pt x="346537" y="1074488"/>
                </a:cubicBezTo>
                <a:lnTo>
                  <a:pt x="344596" y="1080361"/>
                </a:lnTo>
                <a:lnTo>
                  <a:pt x="482601" y="1125980"/>
                </a:lnTo>
                <a:cubicBezTo>
                  <a:pt x="516519" y="1067404"/>
                  <a:pt x="556040" y="1011588"/>
                  <a:pt x="601675" y="959905"/>
                </a:cubicBezTo>
                <a:cubicBezTo>
                  <a:pt x="455910" y="958740"/>
                  <a:pt x="312806" y="890195"/>
                  <a:pt x="220407" y="763018"/>
                </a:cubicBezTo>
                <a:cubicBezTo>
                  <a:pt x="64413" y="548311"/>
                  <a:pt x="112009" y="247801"/>
                  <a:pt x="326716" y="91807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35" name="Google Shape;535;p62"/>
          <p:cNvSpPr/>
          <p:nvPr/>
        </p:nvSpPr>
        <p:spPr>
          <a:xfrm>
            <a:off x="8071926" y="3588496"/>
            <a:ext cx="437175" cy="529812"/>
          </a:xfrm>
          <a:custGeom>
            <a:rect b="b" l="l" r="r" t="t"/>
            <a:pathLst>
              <a:path extrusionOk="0" h="3228846" w="2664297">
                <a:moveTo>
                  <a:pt x="2006233" y="1910002"/>
                </a:moveTo>
                <a:cubicBezTo>
                  <a:pt x="2195393" y="2270441"/>
                  <a:pt x="2396463" y="2592453"/>
                  <a:pt x="2218318" y="2693318"/>
                </a:cubicBezTo>
                <a:cubicBezTo>
                  <a:pt x="1760490" y="2959655"/>
                  <a:pt x="875097" y="3011972"/>
                  <a:pt x="413381" y="2693318"/>
                </a:cubicBezTo>
                <a:cubicBezTo>
                  <a:pt x="278026" y="2578660"/>
                  <a:pt x="448417" y="2270210"/>
                  <a:pt x="622358" y="1918652"/>
                </a:cubicBezTo>
                <a:close/>
                <a:moveTo>
                  <a:pt x="998355" y="318176"/>
                </a:moveTo>
                <a:lnTo>
                  <a:pt x="1054483" y="938365"/>
                </a:lnTo>
                <a:cubicBezTo>
                  <a:pt x="1073419" y="1202005"/>
                  <a:pt x="-94533" y="2544942"/>
                  <a:pt x="263185" y="2803859"/>
                </a:cubicBezTo>
                <a:cubicBezTo>
                  <a:pt x="799752" y="3120272"/>
                  <a:pt x="1828684" y="3068324"/>
                  <a:pt x="2360732" y="2803859"/>
                </a:cubicBezTo>
                <a:cubicBezTo>
                  <a:pt x="2817826" y="2582721"/>
                  <a:pt x="1567592" y="1249230"/>
                  <a:pt x="1559424" y="938364"/>
                </a:cubicBezTo>
                <a:lnTo>
                  <a:pt x="1635785" y="320808"/>
                </a:lnTo>
                <a:lnTo>
                  <a:pt x="1616510" y="323841"/>
                </a:lnTo>
                <a:cubicBezTo>
                  <a:pt x="1541035" y="362546"/>
                  <a:pt x="1432716" y="386340"/>
                  <a:pt x="1312455" y="386340"/>
                </a:cubicBezTo>
                <a:cubicBezTo>
                  <a:pt x="1186664" y="386340"/>
                  <a:pt x="1073940" y="360308"/>
                  <a:pt x="998355" y="318176"/>
                </a:cubicBezTo>
                <a:close/>
                <a:moveTo>
                  <a:pt x="1312455" y="60748"/>
                </a:moveTo>
                <a:cubicBezTo>
                  <a:pt x="1155275" y="60748"/>
                  <a:pt x="1027857" y="120035"/>
                  <a:pt x="1027857" y="193171"/>
                </a:cubicBezTo>
                <a:cubicBezTo>
                  <a:pt x="1027857" y="266307"/>
                  <a:pt x="1155275" y="325594"/>
                  <a:pt x="1312455" y="325594"/>
                </a:cubicBezTo>
                <a:cubicBezTo>
                  <a:pt x="1469634" y="325594"/>
                  <a:pt x="1597052" y="266307"/>
                  <a:pt x="1597052" y="193171"/>
                </a:cubicBezTo>
                <a:cubicBezTo>
                  <a:pt x="1597052" y="120035"/>
                  <a:pt x="1469634" y="60748"/>
                  <a:pt x="1312455" y="60748"/>
                </a:cubicBezTo>
                <a:close/>
                <a:moveTo>
                  <a:pt x="1312455" y="0"/>
                </a:moveTo>
                <a:cubicBezTo>
                  <a:pt x="1537130" y="0"/>
                  <a:pt x="1720121" y="83046"/>
                  <a:pt x="1726235" y="186847"/>
                </a:cubicBezTo>
                <a:cubicBezTo>
                  <a:pt x="1726742" y="186524"/>
                  <a:pt x="1727174" y="186120"/>
                  <a:pt x="1727606" y="185717"/>
                </a:cubicBezTo>
                <a:lnTo>
                  <a:pt x="1727102" y="190850"/>
                </a:lnTo>
                <a:cubicBezTo>
                  <a:pt x="1727595" y="191614"/>
                  <a:pt x="1727605" y="192391"/>
                  <a:pt x="1727605" y="193170"/>
                </a:cubicBezTo>
                <a:lnTo>
                  <a:pt x="1726271" y="199326"/>
                </a:lnTo>
                <a:lnTo>
                  <a:pt x="1655630" y="919826"/>
                </a:lnTo>
                <a:cubicBezTo>
                  <a:pt x="1665213" y="1268678"/>
                  <a:pt x="3079202" y="2735754"/>
                  <a:pt x="2542920" y="2983914"/>
                </a:cubicBezTo>
                <a:cubicBezTo>
                  <a:pt x="1918698" y="3280693"/>
                  <a:pt x="711513" y="3338989"/>
                  <a:pt x="81991" y="2983914"/>
                </a:cubicBezTo>
                <a:cubicBezTo>
                  <a:pt x="-337699" y="2693358"/>
                  <a:pt x="991496" y="1215684"/>
                  <a:pt x="969280" y="919828"/>
                </a:cubicBezTo>
                <a:lnTo>
                  <a:pt x="898640" y="199335"/>
                </a:lnTo>
                <a:cubicBezTo>
                  <a:pt x="897375" y="197339"/>
                  <a:pt x="897304" y="195258"/>
                  <a:pt x="897304" y="193170"/>
                </a:cubicBezTo>
                <a:lnTo>
                  <a:pt x="897808" y="190847"/>
                </a:lnTo>
                <a:lnTo>
                  <a:pt x="897305" y="185717"/>
                </a:lnTo>
                <a:lnTo>
                  <a:pt x="898687" y="186789"/>
                </a:lnTo>
                <a:cubicBezTo>
                  <a:pt x="904857" y="83015"/>
                  <a:pt x="1087821" y="0"/>
                  <a:pt x="1312455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36" name="Google Shape;536;p62"/>
          <p:cNvSpPr/>
          <p:nvPr/>
        </p:nvSpPr>
        <p:spPr>
          <a:xfrm>
            <a:off x="6344495" y="1416893"/>
            <a:ext cx="519265" cy="519265"/>
          </a:xfrm>
          <a:custGeom>
            <a:rect b="b" l="l" r="r" t="t"/>
            <a:pathLst>
              <a:path extrusionOk="0" h="3960000" w="3960440">
                <a:moveTo>
                  <a:pt x="1979373" y="472350"/>
                </a:moveTo>
                <a:cubicBezTo>
                  <a:pt x="1228307" y="485871"/>
                  <a:pt x="850011" y="1078219"/>
                  <a:pt x="813783" y="1434034"/>
                </a:cubicBezTo>
                <a:cubicBezTo>
                  <a:pt x="787561" y="1781828"/>
                  <a:pt x="889690" y="2005359"/>
                  <a:pt x="1119009" y="2222584"/>
                </a:cubicBezTo>
                <a:cubicBezTo>
                  <a:pt x="1178964" y="2123026"/>
                  <a:pt x="1260199" y="1908547"/>
                  <a:pt x="1328015" y="1812920"/>
                </a:cubicBezTo>
                <a:cubicBezTo>
                  <a:pt x="1222115" y="1647651"/>
                  <a:pt x="1255483" y="1756375"/>
                  <a:pt x="1234998" y="1431771"/>
                </a:cubicBezTo>
                <a:cubicBezTo>
                  <a:pt x="1331609" y="922504"/>
                  <a:pt x="1719145" y="812633"/>
                  <a:pt x="2217373" y="891303"/>
                </a:cubicBezTo>
                <a:cubicBezTo>
                  <a:pt x="2693518" y="1016895"/>
                  <a:pt x="2787642" y="1344599"/>
                  <a:pt x="2783502" y="1606823"/>
                </a:cubicBezTo>
                <a:cubicBezTo>
                  <a:pt x="2771081" y="1743454"/>
                  <a:pt x="2679609" y="2064482"/>
                  <a:pt x="2456028" y="2225955"/>
                </a:cubicBezTo>
                <a:cubicBezTo>
                  <a:pt x="2192422" y="2399851"/>
                  <a:pt x="2004893" y="2209395"/>
                  <a:pt x="2026974" y="2018938"/>
                </a:cubicBezTo>
                <a:cubicBezTo>
                  <a:pt x="2072519" y="1810540"/>
                  <a:pt x="2086043" y="1754994"/>
                  <a:pt x="2135727" y="1554876"/>
                </a:cubicBezTo>
                <a:cubicBezTo>
                  <a:pt x="2195073" y="1382360"/>
                  <a:pt x="2084273" y="1259912"/>
                  <a:pt x="1915898" y="1219889"/>
                </a:cubicBezTo>
                <a:cubicBezTo>
                  <a:pt x="1750283" y="1186766"/>
                  <a:pt x="1626460" y="1331294"/>
                  <a:pt x="1589196" y="1434803"/>
                </a:cubicBezTo>
                <a:cubicBezTo>
                  <a:pt x="1499489" y="1732912"/>
                  <a:pt x="1614533" y="1824000"/>
                  <a:pt x="1574511" y="1939931"/>
                </a:cubicBezTo>
                <a:cubicBezTo>
                  <a:pt x="1332991" y="2671400"/>
                  <a:pt x="1220920" y="3468343"/>
                  <a:pt x="1339611" y="3487664"/>
                </a:cubicBezTo>
                <a:cubicBezTo>
                  <a:pt x="1434840" y="3497327"/>
                  <a:pt x="1730357" y="3129057"/>
                  <a:pt x="1887692" y="2422431"/>
                </a:cubicBezTo>
                <a:cubicBezTo>
                  <a:pt x="1985681" y="2531460"/>
                  <a:pt x="2093439" y="2747804"/>
                  <a:pt x="2336342" y="2720202"/>
                </a:cubicBezTo>
                <a:cubicBezTo>
                  <a:pt x="2693796" y="2666377"/>
                  <a:pt x="3092265" y="2401394"/>
                  <a:pt x="3176454" y="1627140"/>
                </a:cubicBezTo>
                <a:cubicBezTo>
                  <a:pt x="3254038" y="999456"/>
                  <a:pt x="2816023" y="430731"/>
                  <a:pt x="1979373" y="472350"/>
                </a:cubicBezTo>
                <a:close/>
                <a:moveTo>
                  <a:pt x="436907" y="0"/>
                </a:moveTo>
                <a:lnTo>
                  <a:pt x="3523533" y="0"/>
                </a:lnTo>
                <a:cubicBezTo>
                  <a:pt x="3764830" y="0"/>
                  <a:pt x="3960440" y="195610"/>
                  <a:pt x="3960440" y="436907"/>
                </a:cubicBezTo>
                <a:lnTo>
                  <a:pt x="3960440" y="3523093"/>
                </a:lnTo>
                <a:cubicBezTo>
                  <a:pt x="3960440" y="3764390"/>
                  <a:pt x="3764830" y="3960000"/>
                  <a:pt x="3523533" y="3960000"/>
                </a:cubicBezTo>
                <a:lnTo>
                  <a:pt x="436907" y="3960000"/>
                </a:lnTo>
                <a:cubicBezTo>
                  <a:pt x="195610" y="3960000"/>
                  <a:pt x="0" y="3764390"/>
                  <a:pt x="0" y="3523093"/>
                </a:cubicBezTo>
                <a:lnTo>
                  <a:pt x="0" y="436907"/>
                </a:lnTo>
                <a:cubicBezTo>
                  <a:pt x="0" y="195610"/>
                  <a:pt x="195610" y="0"/>
                  <a:pt x="436907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37" name="Google Shape;537;p62"/>
          <p:cNvSpPr/>
          <p:nvPr/>
        </p:nvSpPr>
        <p:spPr>
          <a:xfrm>
            <a:off x="5507254" y="1416893"/>
            <a:ext cx="519323" cy="519265"/>
          </a:xfrm>
          <a:custGeom>
            <a:rect b="b" l="l" r="r" t="t"/>
            <a:pathLst>
              <a:path extrusionOk="0" h="3960440" w="3888432">
                <a:moveTo>
                  <a:pt x="554477" y="1512168"/>
                </a:moveTo>
                <a:lnTo>
                  <a:pt x="554477" y="3312368"/>
                </a:lnTo>
                <a:lnTo>
                  <a:pt x="1201638" y="3312368"/>
                </a:lnTo>
                <a:lnTo>
                  <a:pt x="1201638" y="1512168"/>
                </a:lnTo>
                <a:lnTo>
                  <a:pt x="554477" y="1512168"/>
                </a:lnTo>
                <a:close/>
                <a:moveTo>
                  <a:pt x="2840340" y="1479943"/>
                </a:moveTo>
                <a:cubicBezTo>
                  <a:pt x="2293254" y="1484797"/>
                  <a:pt x="2254084" y="1780470"/>
                  <a:pt x="2136833" y="1785510"/>
                </a:cubicBezTo>
                <a:lnTo>
                  <a:pt x="2136833" y="1510185"/>
                </a:lnTo>
                <a:lnTo>
                  <a:pt x="1489672" y="1510185"/>
                </a:lnTo>
                <a:lnTo>
                  <a:pt x="1489672" y="3310385"/>
                </a:lnTo>
                <a:lnTo>
                  <a:pt x="2136833" y="3310385"/>
                </a:lnTo>
                <a:cubicBezTo>
                  <a:pt x="2140283" y="2925445"/>
                  <a:pt x="2133383" y="2560917"/>
                  <a:pt x="2147184" y="2155564"/>
                </a:cubicBezTo>
                <a:cubicBezTo>
                  <a:pt x="2187272" y="1842063"/>
                  <a:pt x="2668986" y="1938990"/>
                  <a:pt x="2673919" y="2138897"/>
                </a:cubicBezTo>
                <a:lnTo>
                  <a:pt x="2679688" y="3312366"/>
                </a:lnTo>
                <a:lnTo>
                  <a:pt x="3326849" y="3312366"/>
                </a:lnTo>
                <a:cubicBezTo>
                  <a:pt x="3329155" y="2917782"/>
                  <a:pt x="3331462" y="2523197"/>
                  <a:pt x="3333768" y="2128613"/>
                </a:cubicBezTo>
                <a:cubicBezTo>
                  <a:pt x="3339026" y="1942962"/>
                  <a:pt x="3184753" y="1475890"/>
                  <a:pt x="2840340" y="1479943"/>
                </a:cubicBezTo>
                <a:close/>
                <a:moveTo>
                  <a:pt x="878058" y="648072"/>
                </a:moveTo>
                <a:cubicBezTo>
                  <a:pt x="699349" y="648072"/>
                  <a:pt x="554477" y="792944"/>
                  <a:pt x="554477" y="971653"/>
                </a:cubicBezTo>
                <a:cubicBezTo>
                  <a:pt x="554477" y="1150362"/>
                  <a:pt x="699349" y="1295234"/>
                  <a:pt x="878058" y="1295234"/>
                </a:cubicBezTo>
                <a:cubicBezTo>
                  <a:pt x="1056767" y="1295234"/>
                  <a:pt x="1201639" y="1150362"/>
                  <a:pt x="1201639" y="971653"/>
                </a:cubicBezTo>
                <a:cubicBezTo>
                  <a:pt x="1201639" y="792944"/>
                  <a:pt x="1056767" y="648072"/>
                  <a:pt x="878058" y="648072"/>
                </a:cubicBezTo>
                <a:close/>
                <a:moveTo>
                  <a:pt x="333511" y="0"/>
                </a:moveTo>
                <a:lnTo>
                  <a:pt x="3554921" y="0"/>
                </a:lnTo>
                <a:cubicBezTo>
                  <a:pt x="3739114" y="0"/>
                  <a:pt x="3888432" y="149318"/>
                  <a:pt x="3888432" y="333511"/>
                </a:cubicBezTo>
                <a:lnTo>
                  <a:pt x="3888432" y="3626929"/>
                </a:lnTo>
                <a:cubicBezTo>
                  <a:pt x="3888432" y="3811122"/>
                  <a:pt x="3739114" y="3960440"/>
                  <a:pt x="3554921" y="3960440"/>
                </a:cubicBezTo>
                <a:lnTo>
                  <a:pt x="333511" y="3960440"/>
                </a:lnTo>
                <a:cubicBezTo>
                  <a:pt x="149318" y="3960440"/>
                  <a:pt x="0" y="3811122"/>
                  <a:pt x="0" y="3626929"/>
                </a:cubicBezTo>
                <a:lnTo>
                  <a:pt x="0" y="333511"/>
                </a:lnTo>
                <a:cubicBezTo>
                  <a:pt x="0" y="149318"/>
                  <a:pt x="149318" y="0"/>
                  <a:pt x="333511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38" name="Google Shape;538;p62"/>
          <p:cNvSpPr/>
          <p:nvPr/>
        </p:nvSpPr>
        <p:spPr>
          <a:xfrm>
            <a:off x="8030881" y="1416893"/>
            <a:ext cx="519265" cy="519265"/>
          </a:xfrm>
          <a:custGeom>
            <a:rect b="b" l="l" r="r" t="t"/>
            <a:pathLst>
              <a:path extrusionOk="0" h="3960000" w="3960000">
                <a:moveTo>
                  <a:pt x="3160999" y="1374274"/>
                </a:moveTo>
                <a:lnTo>
                  <a:pt x="3155132" y="1419362"/>
                </a:lnTo>
                <a:lnTo>
                  <a:pt x="3160999" y="1374274"/>
                </a:lnTo>
                <a:close/>
                <a:moveTo>
                  <a:pt x="2496208" y="770986"/>
                </a:moveTo>
                <a:cubicBezTo>
                  <a:pt x="2113414" y="770986"/>
                  <a:pt x="1929581" y="1106902"/>
                  <a:pt x="1921633" y="1292845"/>
                </a:cubicBezTo>
                <a:cubicBezTo>
                  <a:pt x="1914712" y="1454769"/>
                  <a:pt x="1928136" y="1522392"/>
                  <a:pt x="1942445" y="1570340"/>
                </a:cubicBezTo>
                <a:cubicBezTo>
                  <a:pt x="1547199" y="1510736"/>
                  <a:pt x="1237189" y="1330681"/>
                  <a:pt x="815277" y="836121"/>
                </a:cubicBezTo>
                <a:cubicBezTo>
                  <a:pt x="618819" y="1229038"/>
                  <a:pt x="733086" y="1558961"/>
                  <a:pt x="965659" y="1735195"/>
                </a:cubicBezTo>
                <a:cubicBezTo>
                  <a:pt x="864541" y="1716416"/>
                  <a:pt x="662904" y="1695759"/>
                  <a:pt x="570453" y="1629310"/>
                </a:cubicBezTo>
                <a:cubicBezTo>
                  <a:pt x="597898" y="2016450"/>
                  <a:pt x="990931" y="2177657"/>
                  <a:pt x="1196057" y="2257108"/>
                </a:cubicBezTo>
                <a:cubicBezTo>
                  <a:pt x="1113718" y="2275887"/>
                  <a:pt x="943857" y="2321380"/>
                  <a:pt x="813848" y="2296824"/>
                </a:cubicBezTo>
                <a:cubicBezTo>
                  <a:pt x="926523" y="2634848"/>
                  <a:pt x="1326064" y="2611755"/>
                  <a:pt x="1486410" y="2607420"/>
                </a:cubicBezTo>
                <a:cubicBezTo>
                  <a:pt x="1297174" y="2749708"/>
                  <a:pt x="1000058" y="2795794"/>
                  <a:pt x="489408" y="2829018"/>
                </a:cubicBezTo>
                <a:cubicBezTo>
                  <a:pt x="914827" y="3139596"/>
                  <a:pt x="1734874" y="3242281"/>
                  <a:pt x="2062787" y="3146219"/>
                </a:cubicBezTo>
                <a:cubicBezTo>
                  <a:pt x="2763394" y="2903535"/>
                  <a:pt x="2915370" y="2621267"/>
                  <a:pt x="3074271" y="2105563"/>
                </a:cubicBezTo>
                <a:cubicBezTo>
                  <a:pt x="3173740" y="1733406"/>
                  <a:pt x="3145310" y="1648999"/>
                  <a:pt x="3207849" y="1493166"/>
                </a:cubicBezTo>
                <a:cubicBezTo>
                  <a:pt x="3270388" y="1337333"/>
                  <a:pt x="3414210" y="1276468"/>
                  <a:pt x="3449507" y="1170564"/>
                </a:cubicBezTo>
                <a:cubicBezTo>
                  <a:pt x="3349883" y="1192977"/>
                  <a:pt x="3252716" y="1239516"/>
                  <a:pt x="3140091" y="1227260"/>
                </a:cubicBezTo>
                <a:cubicBezTo>
                  <a:pt x="3219995" y="1183499"/>
                  <a:pt x="3274317" y="996523"/>
                  <a:pt x="3324107" y="851504"/>
                </a:cubicBezTo>
                <a:cubicBezTo>
                  <a:pt x="3215037" y="921165"/>
                  <a:pt x="3152155" y="998691"/>
                  <a:pt x="2995677" y="1008938"/>
                </a:cubicBezTo>
                <a:cubicBezTo>
                  <a:pt x="2884471" y="881691"/>
                  <a:pt x="2678487" y="770986"/>
                  <a:pt x="2496208" y="770986"/>
                </a:cubicBezTo>
                <a:close/>
                <a:moveTo>
                  <a:pt x="308009" y="0"/>
                </a:moveTo>
                <a:lnTo>
                  <a:pt x="3651991" y="0"/>
                </a:lnTo>
                <a:cubicBezTo>
                  <a:pt x="3822100" y="0"/>
                  <a:pt x="3960000" y="137900"/>
                  <a:pt x="3960000" y="308009"/>
                </a:cubicBezTo>
                <a:lnTo>
                  <a:pt x="3960000" y="3651991"/>
                </a:lnTo>
                <a:cubicBezTo>
                  <a:pt x="3960000" y="3822100"/>
                  <a:pt x="3822100" y="3960000"/>
                  <a:pt x="3651991" y="3960000"/>
                </a:cubicBezTo>
                <a:lnTo>
                  <a:pt x="308009" y="3960000"/>
                </a:lnTo>
                <a:cubicBezTo>
                  <a:pt x="137900" y="3960000"/>
                  <a:pt x="0" y="3822100"/>
                  <a:pt x="0" y="3651991"/>
                </a:cubicBezTo>
                <a:lnTo>
                  <a:pt x="0" y="308009"/>
                </a:lnTo>
                <a:cubicBezTo>
                  <a:pt x="0" y="137900"/>
                  <a:pt x="137900" y="0"/>
                  <a:pt x="308009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39" name="Google Shape;539;p62"/>
          <p:cNvSpPr/>
          <p:nvPr/>
        </p:nvSpPr>
        <p:spPr>
          <a:xfrm>
            <a:off x="7183131" y="1416893"/>
            <a:ext cx="519265" cy="519265"/>
          </a:xfrm>
          <a:custGeom>
            <a:rect b="b" l="l" r="r" t="t"/>
            <a:pathLst>
              <a:path extrusionOk="0" h="3960000" w="3960000">
                <a:moveTo>
                  <a:pt x="2841893" y="181064"/>
                </a:moveTo>
                <a:cubicBezTo>
                  <a:pt x="2485731" y="190239"/>
                  <a:pt x="2106781" y="339266"/>
                  <a:pt x="2105790" y="859562"/>
                </a:cubicBezTo>
                <a:lnTo>
                  <a:pt x="2106860" y="863292"/>
                </a:lnTo>
                <a:lnTo>
                  <a:pt x="2106860" y="1248172"/>
                </a:lnTo>
                <a:lnTo>
                  <a:pt x="1691968" y="1248172"/>
                </a:lnTo>
                <a:lnTo>
                  <a:pt x="1691968" y="1824236"/>
                </a:lnTo>
                <a:lnTo>
                  <a:pt x="2106860" y="1824236"/>
                </a:lnTo>
                <a:lnTo>
                  <a:pt x="2106860" y="3779396"/>
                </a:lnTo>
                <a:lnTo>
                  <a:pt x="2754932" y="3779396"/>
                </a:lnTo>
                <a:lnTo>
                  <a:pt x="2754932" y="1824236"/>
                </a:lnTo>
                <a:lnTo>
                  <a:pt x="3305869" y="1813665"/>
                </a:lnTo>
                <a:lnTo>
                  <a:pt x="3348152" y="1248172"/>
                </a:lnTo>
                <a:lnTo>
                  <a:pt x="2754932" y="1248172"/>
                </a:lnTo>
                <a:lnTo>
                  <a:pt x="2754932" y="907124"/>
                </a:lnTo>
                <a:cubicBezTo>
                  <a:pt x="2746287" y="682909"/>
                  <a:pt x="3126764" y="685506"/>
                  <a:pt x="3369037" y="704441"/>
                </a:cubicBezTo>
                <a:cubicBezTo>
                  <a:pt x="3391941" y="556446"/>
                  <a:pt x="3409927" y="381656"/>
                  <a:pt x="3410216" y="195189"/>
                </a:cubicBezTo>
                <a:cubicBezTo>
                  <a:pt x="3239930" y="163882"/>
                  <a:pt x="3118909" y="173928"/>
                  <a:pt x="2841893" y="181064"/>
                </a:cubicBezTo>
                <a:close/>
                <a:moveTo>
                  <a:pt x="308009" y="0"/>
                </a:moveTo>
                <a:lnTo>
                  <a:pt x="3651991" y="0"/>
                </a:lnTo>
                <a:cubicBezTo>
                  <a:pt x="3822100" y="0"/>
                  <a:pt x="3960000" y="137900"/>
                  <a:pt x="3960000" y="308009"/>
                </a:cubicBezTo>
                <a:lnTo>
                  <a:pt x="3960000" y="3651991"/>
                </a:lnTo>
                <a:cubicBezTo>
                  <a:pt x="3960000" y="3822100"/>
                  <a:pt x="3822100" y="3960000"/>
                  <a:pt x="3651991" y="3960000"/>
                </a:cubicBezTo>
                <a:lnTo>
                  <a:pt x="308009" y="3960000"/>
                </a:lnTo>
                <a:cubicBezTo>
                  <a:pt x="137900" y="3960000"/>
                  <a:pt x="0" y="3822100"/>
                  <a:pt x="0" y="3651991"/>
                </a:cubicBezTo>
                <a:lnTo>
                  <a:pt x="0" y="308009"/>
                </a:lnTo>
                <a:cubicBezTo>
                  <a:pt x="0" y="137900"/>
                  <a:pt x="137900" y="0"/>
                  <a:pt x="308009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40" name="Google Shape;540;p62"/>
          <p:cNvSpPr/>
          <p:nvPr/>
        </p:nvSpPr>
        <p:spPr>
          <a:xfrm>
            <a:off x="8855381" y="1406345"/>
            <a:ext cx="521115" cy="529812"/>
          </a:xfrm>
          <a:custGeom>
            <a:rect b="b" l="l" r="r" t="t"/>
            <a:pathLst>
              <a:path extrusionOk="0" h="3240000" w="3186824">
                <a:moveTo>
                  <a:pt x="2141174" y="1384899"/>
                </a:moveTo>
                <a:lnTo>
                  <a:pt x="2141174" y="1528887"/>
                </a:lnTo>
                <a:lnTo>
                  <a:pt x="1997174" y="1528887"/>
                </a:lnTo>
                <a:lnTo>
                  <a:pt x="1997174" y="1744911"/>
                </a:lnTo>
                <a:lnTo>
                  <a:pt x="2141174" y="1744911"/>
                </a:lnTo>
                <a:lnTo>
                  <a:pt x="2141174" y="1888899"/>
                </a:lnTo>
                <a:lnTo>
                  <a:pt x="2357174" y="1888899"/>
                </a:lnTo>
                <a:lnTo>
                  <a:pt x="2357174" y="1744911"/>
                </a:lnTo>
                <a:lnTo>
                  <a:pt x="2501174" y="1744911"/>
                </a:lnTo>
                <a:lnTo>
                  <a:pt x="2501174" y="1528887"/>
                </a:lnTo>
                <a:lnTo>
                  <a:pt x="2357174" y="1528887"/>
                </a:lnTo>
                <a:lnTo>
                  <a:pt x="2357174" y="1384899"/>
                </a:lnTo>
                <a:close/>
                <a:moveTo>
                  <a:pt x="1286582" y="1008157"/>
                </a:moveTo>
                <a:cubicBezTo>
                  <a:pt x="1148208" y="1006486"/>
                  <a:pt x="1009270" y="1051569"/>
                  <a:pt x="894997" y="1143711"/>
                </a:cubicBezTo>
                <a:cubicBezTo>
                  <a:pt x="666451" y="1327995"/>
                  <a:pt x="600947" y="1648602"/>
                  <a:pt x="738892" y="1907765"/>
                </a:cubicBezTo>
                <a:cubicBezTo>
                  <a:pt x="876837" y="2166928"/>
                  <a:pt x="1179371" y="2291639"/>
                  <a:pt x="1459875" y="2204971"/>
                </a:cubicBezTo>
                <a:cubicBezTo>
                  <a:pt x="1676459" y="2138053"/>
                  <a:pt x="1832801" y="1959669"/>
                  <a:pt x="1876637" y="1747242"/>
                </a:cubicBezTo>
                <a:lnTo>
                  <a:pt x="1879565" y="1747242"/>
                </a:lnTo>
                <a:lnTo>
                  <a:pt x="1879565" y="1728291"/>
                </a:lnTo>
                <a:cubicBezTo>
                  <a:pt x="1891883" y="1671800"/>
                  <a:pt x="1894168" y="1612713"/>
                  <a:pt x="1887545" y="1552862"/>
                </a:cubicBezTo>
                <a:lnTo>
                  <a:pt x="1879565" y="1553745"/>
                </a:lnTo>
                <a:lnTo>
                  <a:pt x="1879565" y="1531218"/>
                </a:lnTo>
                <a:lnTo>
                  <a:pt x="1231565" y="1531218"/>
                </a:lnTo>
                <a:lnTo>
                  <a:pt x="1231565" y="1747242"/>
                </a:lnTo>
                <a:lnTo>
                  <a:pt x="1565835" y="1747242"/>
                </a:lnTo>
                <a:cubicBezTo>
                  <a:pt x="1530201" y="1827940"/>
                  <a:pt x="1460959" y="1892348"/>
                  <a:pt x="1371795" y="1919897"/>
                </a:cubicBezTo>
                <a:cubicBezTo>
                  <a:pt x="1228031" y="1964316"/>
                  <a:pt x="1072976" y="1900399"/>
                  <a:pt x="1002277" y="1767573"/>
                </a:cubicBezTo>
                <a:cubicBezTo>
                  <a:pt x="931578" y="1634747"/>
                  <a:pt x="965150" y="1470429"/>
                  <a:pt x="1082284" y="1375980"/>
                </a:cubicBezTo>
                <a:cubicBezTo>
                  <a:pt x="1199418" y="1281531"/>
                  <a:pt x="1367118" y="1283556"/>
                  <a:pt x="1481937" y="1380807"/>
                </a:cubicBezTo>
                <a:lnTo>
                  <a:pt x="1674778" y="1153129"/>
                </a:lnTo>
                <a:cubicBezTo>
                  <a:pt x="1562764" y="1058254"/>
                  <a:pt x="1424955" y="1009828"/>
                  <a:pt x="1286582" y="1008157"/>
                </a:cubicBezTo>
                <a:close/>
                <a:moveTo>
                  <a:pt x="293028" y="0"/>
                </a:moveTo>
                <a:lnTo>
                  <a:pt x="2893796" y="0"/>
                </a:lnTo>
                <a:cubicBezTo>
                  <a:pt x="3055631" y="0"/>
                  <a:pt x="3186824" y="131193"/>
                  <a:pt x="3186824" y="293028"/>
                </a:cubicBezTo>
                <a:lnTo>
                  <a:pt x="3186824" y="2946972"/>
                </a:lnTo>
                <a:cubicBezTo>
                  <a:pt x="3186824" y="3108807"/>
                  <a:pt x="3055631" y="3240000"/>
                  <a:pt x="2893796" y="3240000"/>
                </a:cubicBezTo>
                <a:lnTo>
                  <a:pt x="293028" y="3240000"/>
                </a:lnTo>
                <a:cubicBezTo>
                  <a:pt x="131193" y="3240000"/>
                  <a:pt x="0" y="3108807"/>
                  <a:pt x="0" y="2946972"/>
                </a:cubicBezTo>
                <a:lnTo>
                  <a:pt x="0" y="293028"/>
                </a:lnTo>
                <a:cubicBezTo>
                  <a:pt x="0" y="131193"/>
                  <a:pt x="131193" y="0"/>
                  <a:pt x="293028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41" name="Google Shape;541;p62"/>
          <p:cNvSpPr/>
          <p:nvPr/>
        </p:nvSpPr>
        <p:spPr>
          <a:xfrm>
            <a:off x="9688652" y="1423451"/>
            <a:ext cx="488516" cy="493322"/>
          </a:xfrm>
          <a:custGeom>
            <a:rect b="b" l="l" r="r" t="t"/>
            <a:pathLst>
              <a:path extrusionOk="0" h="3221116" w="3189723">
                <a:moveTo>
                  <a:pt x="2664630" y="2175617"/>
                </a:moveTo>
                <a:lnTo>
                  <a:pt x="2658205" y="2178566"/>
                </a:lnTo>
                <a:cubicBezTo>
                  <a:pt x="2662222" y="2175972"/>
                  <a:pt x="2664284" y="2175096"/>
                  <a:pt x="2664630" y="2175617"/>
                </a:cubicBezTo>
                <a:close/>
                <a:moveTo>
                  <a:pt x="1477043" y="1144372"/>
                </a:moveTo>
                <a:lnTo>
                  <a:pt x="1409070" y="1159393"/>
                </a:lnTo>
                <a:cubicBezTo>
                  <a:pt x="1167974" y="1216277"/>
                  <a:pt x="1134894" y="1538245"/>
                  <a:pt x="1152384" y="1703728"/>
                </a:cubicBezTo>
                <a:cubicBezTo>
                  <a:pt x="1169874" y="1869211"/>
                  <a:pt x="1272747" y="2156947"/>
                  <a:pt x="1514013" y="2152290"/>
                </a:cubicBezTo>
                <a:cubicBezTo>
                  <a:pt x="1680659" y="2149073"/>
                  <a:pt x="1865876" y="1940767"/>
                  <a:pt x="1850815" y="1654259"/>
                </a:cubicBezTo>
                <a:cubicBezTo>
                  <a:pt x="1844015" y="1608142"/>
                  <a:pt x="1837162" y="1561942"/>
                  <a:pt x="1830467" y="1515986"/>
                </a:cubicBezTo>
                <a:cubicBezTo>
                  <a:pt x="1779361" y="1292438"/>
                  <a:pt x="1635542" y="1134285"/>
                  <a:pt x="1477043" y="1144372"/>
                </a:cubicBezTo>
                <a:close/>
                <a:moveTo>
                  <a:pt x="1651152" y="501"/>
                </a:moveTo>
                <a:cubicBezTo>
                  <a:pt x="1977584" y="8635"/>
                  <a:pt x="2235425" y="52153"/>
                  <a:pt x="2580395" y="324821"/>
                </a:cubicBezTo>
                <a:cubicBezTo>
                  <a:pt x="3000061" y="656529"/>
                  <a:pt x="3430704" y="1549940"/>
                  <a:pt x="3030464" y="2249544"/>
                </a:cubicBezTo>
                <a:cubicBezTo>
                  <a:pt x="2882259" y="2451798"/>
                  <a:pt x="2785813" y="2507403"/>
                  <a:pt x="2585849" y="2588887"/>
                </a:cubicBezTo>
                <a:cubicBezTo>
                  <a:pt x="2194785" y="2615774"/>
                  <a:pt x="1984876" y="2478759"/>
                  <a:pt x="1973374" y="2195096"/>
                </a:cubicBezTo>
                <a:cubicBezTo>
                  <a:pt x="1841986" y="2496540"/>
                  <a:pt x="1610941" y="2555551"/>
                  <a:pt x="1390827" y="2527630"/>
                </a:cubicBezTo>
                <a:cubicBezTo>
                  <a:pt x="1131071" y="2494680"/>
                  <a:pt x="853863" y="2136270"/>
                  <a:pt x="783896" y="1665044"/>
                </a:cubicBezTo>
                <a:cubicBezTo>
                  <a:pt x="715204" y="1202409"/>
                  <a:pt x="991941" y="900416"/>
                  <a:pt x="1268509" y="819983"/>
                </a:cubicBezTo>
                <a:cubicBezTo>
                  <a:pt x="1288264" y="814237"/>
                  <a:pt x="1308391" y="810536"/>
                  <a:pt x="1328805" y="807930"/>
                </a:cubicBezTo>
                <a:cubicBezTo>
                  <a:pt x="1349219" y="805325"/>
                  <a:pt x="1369921" y="803817"/>
                  <a:pt x="1390827" y="802457"/>
                </a:cubicBezTo>
                <a:cubicBezTo>
                  <a:pt x="1416795" y="800769"/>
                  <a:pt x="1355770" y="788713"/>
                  <a:pt x="1462242" y="801708"/>
                </a:cubicBezTo>
                <a:cubicBezTo>
                  <a:pt x="1599590" y="818472"/>
                  <a:pt x="1776043" y="890774"/>
                  <a:pt x="1956122" y="1110076"/>
                </a:cubicBezTo>
                <a:lnTo>
                  <a:pt x="1973374" y="875315"/>
                </a:lnTo>
                <a:lnTo>
                  <a:pt x="2333414" y="875315"/>
                </a:lnTo>
                <a:cubicBezTo>
                  <a:pt x="2330539" y="1325736"/>
                  <a:pt x="2327663" y="1603628"/>
                  <a:pt x="2324788" y="2054049"/>
                </a:cubicBezTo>
                <a:cubicBezTo>
                  <a:pt x="2290850" y="2479718"/>
                  <a:pt x="2627788" y="2217580"/>
                  <a:pt x="2661746" y="2179658"/>
                </a:cubicBezTo>
                <a:lnTo>
                  <a:pt x="2691046" y="2188689"/>
                </a:lnTo>
                <a:lnTo>
                  <a:pt x="2667011" y="2175828"/>
                </a:lnTo>
                <a:cubicBezTo>
                  <a:pt x="2945550" y="1655295"/>
                  <a:pt x="2803444" y="1009445"/>
                  <a:pt x="2332141" y="653899"/>
                </a:cubicBezTo>
                <a:cubicBezTo>
                  <a:pt x="1860838" y="298353"/>
                  <a:pt x="1200794" y="339069"/>
                  <a:pt x="776764" y="749845"/>
                </a:cubicBezTo>
                <a:cubicBezTo>
                  <a:pt x="352733" y="1160621"/>
                  <a:pt x="291083" y="1819040"/>
                  <a:pt x="631487" y="2301392"/>
                </a:cubicBezTo>
                <a:cubicBezTo>
                  <a:pt x="971891" y="2783745"/>
                  <a:pt x="1612904" y="2946283"/>
                  <a:pt x="2142017" y="2684410"/>
                </a:cubicBezTo>
                <a:lnTo>
                  <a:pt x="2324866" y="3053856"/>
                </a:lnTo>
                <a:cubicBezTo>
                  <a:pt x="1613730" y="3405817"/>
                  <a:pt x="752200" y="3187363"/>
                  <a:pt x="294693" y="2539075"/>
                </a:cubicBezTo>
                <a:cubicBezTo>
                  <a:pt x="-162814" y="1890787"/>
                  <a:pt x="-79956" y="1005863"/>
                  <a:pt x="489947" y="453774"/>
                </a:cubicBezTo>
                <a:cubicBezTo>
                  <a:pt x="810518" y="143225"/>
                  <a:pt x="1231454" y="-9956"/>
                  <a:pt x="1651152" y="501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42" name="Google Shape;542;p62"/>
          <p:cNvSpPr/>
          <p:nvPr/>
        </p:nvSpPr>
        <p:spPr>
          <a:xfrm>
            <a:off x="7170593" y="5540324"/>
            <a:ext cx="544340" cy="529812"/>
          </a:xfrm>
          <a:custGeom>
            <a:rect b="b" l="l" r="r" t="t"/>
            <a:pathLst>
              <a:path extrusionOk="0" h="3218379" w="3306630">
                <a:moveTo>
                  <a:pt x="0" y="2085651"/>
                </a:moveTo>
                <a:cubicBezTo>
                  <a:pt x="253919" y="2342528"/>
                  <a:pt x="881542" y="2297196"/>
                  <a:pt x="1388167" y="2271654"/>
                </a:cubicBezTo>
                <a:lnTo>
                  <a:pt x="1417952" y="2988872"/>
                </a:lnTo>
                <a:lnTo>
                  <a:pt x="717647" y="2950294"/>
                </a:lnTo>
                <a:cubicBezTo>
                  <a:pt x="467617" y="2928101"/>
                  <a:pt x="217417" y="2555860"/>
                  <a:pt x="0" y="2085651"/>
                </a:cubicBezTo>
                <a:close/>
                <a:moveTo>
                  <a:pt x="1969797" y="2019847"/>
                </a:moveTo>
                <a:lnTo>
                  <a:pt x="1969797" y="2274913"/>
                </a:lnTo>
                <a:lnTo>
                  <a:pt x="2657809" y="2274913"/>
                </a:lnTo>
                <a:cubicBezTo>
                  <a:pt x="2787205" y="2599270"/>
                  <a:pt x="2968360" y="2923626"/>
                  <a:pt x="2675062" y="2954686"/>
                </a:cubicBezTo>
                <a:lnTo>
                  <a:pt x="1969797" y="2963313"/>
                </a:lnTo>
                <a:lnTo>
                  <a:pt x="1969797" y="3218379"/>
                </a:lnTo>
                <a:lnTo>
                  <a:pt x="1429598" y="2619113"/>
                </a:lnTo>
                <a:close/>
                <a:moveTo>
                  <a:pt x="2961009" y="1275432"/>
                </a:moveTo>
                <a:lnTo>
                  <a:pt x="3277752" y="1901203"/>
                </a:lnTo>
                <a:cubicBezTo>
                  <a:pt x="3383548" y="2128832"/>
                  <a:pt x="3186278" y="2531632"/>
                  <a:pt x="2887773" y="2955026"/>
                </a:cubicBezTo>
                <a:cubicBezTo>
                  <a:pt x="2983276" y="2606687"/>
                  <a:pt x="2630206" y="2085815"/>
                  <a:pt x="2354773" y="1659836"/>
                </a:cubicBezTo>
                <a:close/>
                <a:moveTo>
                  <a:pt x="1019997" y="990789"/>
                </a:moveTo>
                <a:lnTo>
                  <a:pt x="1268877" y="1758248"/>
                </a:lnTo>
                <a:lnTo>
                  <a:pt x="1047983" y="1630715"/>
                </a:lnTo>
                <a:lnTo>
                  <a:pt x="703977" y="2226552"/>
                </a:lnTo>
                <a:cubicBezTo>
                  <a:pt x="358378" y="2176433"/>
                  <a:pt x="-13100" y="2171140"/>
                  <a:pt x="106650" y="1901606"/>
                </a:cubicBezTo>
                <a:lnTo>
                  <a:pt x="451811" y="1286515"/>
                </a:lnTo>
                <a:lnTo>
                  <a:pt x="230918" y="1158982"/>
                </a:lnTo>
                <a:close/>
                <a:moveTo>
                  <a:pt x="2174825" y="119764"/>
                </a:moveTo>
                <a:cubicBezTo>
                  <a:pt x="2220451" y="119103"/>
                  <a:pt x="2264887" y="143875"/>
                  <a:pt x="2308274" y="203493"/>
                </a:cubicBezTo>
                <a:lnTo>
                  <a:pt x="2668377" y="809957"/>
                </a:lnTo>
                <a:lnTo>
                  <a:pt x="2889271" y="682424"/>
                </a:lnTo>
                <a:lnTo>
                  <a:pt x="2640391" y="1449883"/>
                </a:lnTo>
                <a:lnTo>
                  <a:pt x="1851312" y="1281690"/>
                </a:lnTo>
                <a:lnTo>
                  <a:pt x="2072206" y="1154157"/>
                </a:lnTo>
                <a:lnTo>
                  <a:pt x="1728200" y="558321"/>
                </a:lnTo>
                <a:cubicBezTo>
                  <a:pt x="1890352" y="352642"/>
                  <a:pt x="2037947" y="121750"/>
                  <a:pt x="2174825" y="119764"/>
                </a:cubicBezTo>
                <a:close/>
                <a:moveTo>
                  <a:pt x="1831774" y="30"/>
                </a:moveTo>
                <a:cubicBezTo>
                  <a:pt x="1948530" y="539"/>
                  <a:pt x="2073232" y="7407"/>
                  <a:pt x="2202212" y="19111"/>
                </a:cubicBezTo>
                <a:cubicBezTo>
                  <a:pt x="1852790" y="110572"/>
                  <a:pt x="1578238" y="676776"/>
                  <a:pt x="1347045" y="1128297"/>
                </a:cubicBezTo>
                <a:lnTo>
                  <a:pt x="711024" y="795483"/>
                </a:lnTo>
                <a:lnTo>
                  <a:pt x="1094586" y="208291"/>
                </a:lnTo>
                <a:cubicBezTo>
                  <a:pt x="1202761" y="54213"/>
                  <a:pt x="1481508" y="-1496"/>
                  <a:pt x="1831774" y="3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43" name="Google Shape;543;p62"/>
          <p:cNvSpPr/>
          <p:nvPr/>
        </p:nvSpPr>
        <p:spPr>
          <a:xfrm>
            <a:off x="6391021" y="5553144"/>
            <a:ext cx="426213" cy="537400"/>
          </a:xfrm>
          <a:custGeom>
            <a:rect b="b" l="l" r="r" t="t"/>
            <a:pathLst>
              <a:path extrusionOk="0" h="3213371" w="2548531">
                <a:moveTo>
                  <a:pt x="792000" y="2498954"/>
                </a:moveTo>
                <a:lnTo>
                  <a:pt x="792000" y="2641726"/>
                </a:lnTo>
                <a:cubicBezTo>
                  <a:pt x="463357" y="2661706"/>
                  <a:pt x="216000" y="2748872"/>
                  <a:pt x="216000" y="2853371"/>
                </a:cubicBezTo>
                <a:cubicBezTo>
                  <a:pt x="216000" y="2972665"/>
                  <a:pt x="538355" y="3069371"/>
                  <a:pt x="936000" y="3069371"/>
                </a:cubicBezTo>
                <a:cubicBezTo>
                  <a:pt x="1333645" y="3069371"/>
                  <a:pt x="1656000" y="2972665"/>
                  <a:pt x="1656000" y="2853371"/>
                </a:cubicBezTo>
                <a:cubicBezTo>
                  <a:pt x="1656000" y="2748872"/>
                  <a:pt x="1408644" y="2661706"/>
                  <a:pt x="1080000" y="2641726"/>
                </a:cubicBezTo>
                <a:lnTo>
                  <a:pt x="1080000" y="2498954"/>
                </a:lnTo>
                <a:cubicBezTo>
                  <a:pt x="1528614" y="2524263"/>
                  <a:pt x="1872000" y="2673393"/>
                  <a:pt x="1872000" y="2853371"/>
                </a:cubicBezTo>
                <a:cubicBezTo>
                  <a:pt x="1872000" y="3052194"/>
                  <a:pt x="1452939" y="3213371"/>
                  <a:pt x="936000" y="3213371"/>
                </a:cubicBezTo>
                <a:cubicBezTo>
                  <a:pt x="419061" y="3213371"/>
                  <a:pt x="0" y="3052194"/>
                  <a:pt x="0" y="2853371"/>
                </a:cubicBezTo>
                <a:cubicBezTo>
                  <a:pt x="0" y="2673393"/>
                  <a:pt x="343386" y="2524263"/>
                  <a:pt x="792000" y="2498954"/>
                </a:cubicBezTo>
                <a:close/>
                <a:moveTo>
                  <a:pt x="2190403" y="180020"/>
                </a:moveTo>
                <a:cubicBezTo>
                  <a:pt x="2388233" y="180020"/>
                  <a:pt x="2548531" y="236495"/>
                  <a:pt x="2548531" y="306081"/>
                </a:cubicBezTo>
                <a:lnTo>
                  <a:pt x="2548531" y="1314569"/>
                </a:lnTo>
                <a:cubicBezTo>
                  <a:pt x="2548531" y="1244983"/>
                  <a:pt x="2388233" y="1188508"/>
                  <a:pt x="2190403" y="1188508"/>
                </a:cubicBezTo>
                <a:cubicBezTo>
                  <a:pt x="1992574" y="1188508"/>
                  <a:pt x="1832276" y="1244983"/>
                  <a:pt x="1832276" y="1314569"/>
                </a:cubicBezTo>
                <a:cubicBezTo>
                  <a:pt x="1832276" y="1384155"/>
                  <a:pt x="1671978" y="1440630"/>
                  <a:pt x="1474148" y="1440630"/>
                </a:cubicBezTo>
                <a:cubicBezTo>
                  <a:pt x="1276318" y="1440630"/>
                  <a:pt x="1116020" y="1384155"/>
                  <a:pt x="1116020" y="1314569"/>
                </a:cubicBezTo>
                <a:lnTo>
                  <a:pt x="1116020" y="306081"/>
                </a:lnTo>
                <a:cubicBezTo>
                  <a:pt x="1116020" y="375667"/>
                  <a:pt x="1276318" y="432142"/>
                  <a:pt x="1474148" y="432142"/>
                </a:cubicBezTo>
                <a:cubicBezTo>
                  <a:pt x="1671978" y="432142"/>
                  <a:pt x="1832276" y="375667"/>
                  <a:pt x="1832276" y="306081"/>
                </a:cubicBezTo>
                <a:cubicBezTo>
                  <a:pt x="1832276" y="236495"/>
                  <a:pt x="1992574" y="180020"/>
                  <a:pt x="2190403" y="180020"/>
                </a:cubicBezTo>
                <a:close/>
                <a:moveTo>
                  <a:pt x="936000" y="0"/>
                </a:moveTo>
                <a:cubicBezTo>
                  <a:pt x="1035422" y="0"/>
                  <a:pt x="1116020" y="80598"/>
                  <a:pt x="1116020" y="180020"/>
                </a:cubicBezTo>
                <a:cubicBezTo>
                  <a:pt x="1116020" y="246019"/>
                  <a:pt x="1080504" y="303723"/>
                  <a:pt x="1026000" y="332457"/>
                </a:cubicBezTo>
                <a:lnTo>
                  <a:pt x="1026000" y="2887874"/>
                </a:lnTo>
                <a:lnTo>
                  <a:pt x="846000" y="2887874"/>
                </a:lnTo>
                <a:lnTo>
                  <a:pt x="846000" y="332457"/>
                </a:lnTo>
                <a:cubicBezTo>
                  <a:pt x="791497" y="303723"/>
                  <a:pt x="755980" y="246019"/>
                  <a:pt x="755980" y="180020"/>
                </a:cubicBezTo>
                <a:cubicBezTo>
                  <a:pt x="755980" y="80598"/>
                  <a:pt x="836578" y="0"/>
                  <a:pt x="936000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44" name="Google Shape;544;p62"/>
          <p:cNvSpPr/>
          <p:nvPr/>
        </p:nvSpPr>
        <p:spPr>
          <a:xfrm>
            <a:off x="6330650" y="4590078"/>
            <a:ext cx="529200" cy="529200"/>
          </a:xfrm>
          <a:custGeom>
            <a:rect b="b" l="l" r="r" t="t"/>
            <a:pathLst>
              <a:path extrusionOk="0" h="18757" w="18758">
                <a:moveTo>
                  <a:pt x="10039" y="2467"/>
                </a:moveTo>
                <a:lnTo>
                  <a:pt x="10380" y="2491"/>
                </a:lnTo>
                <a:lnTo>
                  <a:pt x="10674" y="2516"/>
                </a:lnTo>
                <a:lnTo>
                  <a:pt x="10869" y="2540"/>
                </a:lnTo>
                <a:lnTo>
                  <a:pt x="10967" y="2564"/>
                </a:lnTo>
                <a:lnTo>
                  <a:pt x="10991" y="2589"/>
                </a:lnTo>
                <a:lnTo>
                  <a:pt x="10967" y="2638"/>
                </a:lnTo>
                <a:lnTo>
                  <a:pt x="10893" y="2784"/>
                </a:lnTo>
                <a:lnTo>
                  <a:pt x="10771" y="2955"/>
                </a:lnTo>
                <a:lnTo>
                  <a:pt x="10600" y="3151"/>
                </a:lnTo>
                <a:lnTo>
                  <a:pt x="10405" y="3322"/>
                </a:lnTo>
                <a:lnTo>
                  <a:pt x="10209" y="3468"/>
                </a:lnTo>
                <a:lnTo>
                  <a:pt x="10039" y="3590"/>
                </a:lnTo>
                <a:lnTo>
                  <a:pt x="9941" y="3615"/>
                </a:lnTo>
                <a:lnTo>
                  <a:pt x="9843" y="3639"/>
                </a:lnTo>
                <a:lnTo>
                  <a:pt x="9745" y="3663"/>
                </a:lnTo>
                <a:lnTo>
                  <a:pt x="9648" y="3737"/>
                </a:lnTo>
                <a:lnTo>
                  <a:pt x="9550" y="3810"/>
                </a:lnTo>
                <a:lnTo>
                  <a:pt x="9452" y="3883"/>
                </a:lnTo>
                <a:lnTo>
                  <a:pt x="9355" y="3957"/>
                </a:lnTo>
                <a:lnTo>
                  <a:pt x="9257" y="3981"/>
                </a:lnTo>
                <a:lnTo>
                  <a:pt x="9159" y="4005"/>
                </a:lnTo>
                <a:lnTo>
                  <a:pt x="9086" y="4005"/>
                </a:lnTo>
                <a:lnTo>
                  <a:pt x="8988" y="4054"/>
                </a:lnTo>
                <a:lnTo>
                  <a:pt x="8866" y="4128"/>
                </a:lnTo>
                <a:lnTo>
                  <a:pt x="8793" y="4201"/>
                </a:lnTo>
                <a:lnTo>
                  <a:pt x="8695" y="4274"/>
                </a:lnTo>
                <a:lnTo>
                  <a:pt x="8598" y="4323"/>
                </a:lnTo>
                <a:lnTo>
                  <a:pt x="8500" y="4372"/>
                </a:lnTo>
                <a:lnTo>
                  <a:pt x="8304" y="4372"/>
                </a:lnTo>
                <a:lnTo>
                  <a:pt x="8207" y="4323"/>
                </a:lnTo>
                <a:lnTo>
                  <a:pt x="8109" y="4274"/>
                </a:lnTo>
                <a:lnTo>
                  <a:pt x="8036" y="4201"/>
                </a:lnTo>
                <a:lnTo>
                  <a:pt x="7963" y="4103"/>
                </a:lnTo>
                <a:lnTo>
                  <a:pt x="7938" y="4005"/>
                </a:lnTo>
                <a:lnTo>
                  <a:pt x="7963" y="3908"/>
                </a:lnTo>
                <a:lnTo>
                  <a:pt x="8036" y="3810"/>
                </a:lnTo>
                <a:lnTo>
                  <a:pt x="8109" y="3712"/>
                </a:lnTo>
                <a:lnTo>
                  <a:pt x="8158" y="3615"/>
                </a:lnTo>
                <a:lnTo>
                  <a:pt x="8207" y="3517"/>
                </a:lnTo>
                <a:lnTo>
                  <a:pt x="8207" y="3419"/>
                </a:lnTo>
                <a:lnTo>
                  <a:pt x="8182" y="3273"/>
                </a:lnTo>
                <a:lnTo>
                  <a:pt x="8158" y="3199"/>
                </a:lnTo>
                <a:lnTo>
                  <a:pt x="8109" y="3151"/>
                </a:lnTo>
                <a:lnTo>
                  <a:pt x="8060" y="3102"/>
                </a:lnTo>
                <a:lnTo>
                  <a:pt x="7987" y="3077"/>
                </a:lnTo>
                <a:lnTo>
                  <a:pt x="7840" y="3053"/>
                </a:lnTo>
                <a:lnTo>
                  <a:pt x="7669" y="3028"/>
                </a:lnTo>
                <a:lnTo>
                  <a:pt x="7596" y="2980"/>
                </a:lnTo>
                <a:lnTo>
                  <a:pt x="7547" y="2955"/>
                </a:lnTo>
                <a:lnTo>
                  <a:pt x="7523" y="2906"/>
                </a:lnTo>
                <a:lnTo>
                  <a:pt x="7547" y="2833"/>
                </a:lnTo>
                <a:lnTo>
                  <a:pt x="7572" y="2760"/>
                </a:lnTo>
                <a:lnTo>
                  <a:pt x="7645" y="2662"/>
                </a:lnTo>
                <a:lnTo>
                  <a:pt x="7694" y="2638"/>
                </a:lnTo>
                <a:lnTo>
                  <a:pt x="7792" y="2589"/>
                </a:lnTo>
                <a:lnTo>
                  <a:pt x="8036" y="2540"/>
                </a:lnTo>
                <a:lnTo>
                  <a:pt x="8329" y="2491"/>
                </a:lnTo>
                <a:lnTo>
                  <a:pt x="8671" y="2467"/>
                </a:lnTo>
                <a:close/>
                <a:moveTo>
                  <a:pt x="11455" y="4763"/>
                </a:moveTo>
                <a:lnTo>
                  <a:pt x="11528" y="4787"/>
                </a:lnTo>
                <a:lnTo>
                  <a:pt x="11577" y="4811"/>
                </a:lnTo>
                <a:lnTo>
                  <a:pt x="11626" y="4885"/>
                </a:lnTo>
                <a:lnTo>
                  <a:pt x="11650" y="4958"/>
                </a:lnTo>
                <a:lnTo>
                  <a:pt x="11626" y="5031"/>
                </a:lnTo>
                <a:lnTo>
                  <a:pt x="11577" y="5153"/>
                </a:lnTo>
                <a:lnTo>
                  <a:pt x="11528" y="5251"/>
                </a:lnTo>
                <a:lnTo>
                  <a:pt x="11455" y="5324"/>
                </a:lnTo>
                <a:lnTo>
                  <a:pt x="11357" y="5398"/>
                </a:lnTo>
                <a:lnTo>
                  <a:pt x="11260" y="5471"/>
                </a:lnTo>
                <a:lnTo>
                  <a:pt x="11162" y="5520"/>
                </a:lnTo>
                <a:lnTo>
                  <a:pt x="10991" y="5520"/>
                </a:lnTo>
                <a:lnTo>
                  <a:pt x="10942" y="5471"/>
                </a:lnTo>
                <a:lnTo>
                  <a:pt x="10893" y="5398"/>
                </a:lnTo>
                <a:lnTo>
                  <a:pt x="10869" y="5324"/>
                </a:lnTo>
                <a:lnTo>
                  <a:pt x="10893" y="5251"/>
                </a:lnTo>
                <a:lnTo>
                  <a:pt x="10942" y="5153"/>
                </a:lnTo>
                <a:lnTo>
                  <a:pt x="10991" y="5031"/>
                </a:lnTo>
                <a:lnTo>
                  <a:pt x="11064" y="4958"/>
                </a:lnTo>
                <a:lnTo>
                  <a:pt x="11162" y="4885"/>
                </a:lnTo>
                <a:lnTo>
                  <a:pt x="11260" y="4811"/>
                </a:lnTo>
                <a:lnTo>
                  <a:pt x="11357" y="4787"/>
                </a:lnTo>
                <a:lnTo>
                  <a:pt x="11455" y="4763"/>
                </a:lnTo>
                <a:close/>
                <a:moveTo>
                  <a:pt x="16437" y="12260"/>
                </a:moveTo>
                <a:lnTo>
                  <a:pt x="16511" y="12285"/>
                </a:lnTo>
                <a:lnTo>
                  <a:pt x="16535" y="12334"/>
                </a:lnTo>
                <a:lnTo>
                  <a:pt x="16559" y="12407"/>
                </a:lnTo>
                <a:lnTo>
                  <a:pt x="16584" y="12578"/>
                </a:lnTo>
                <a:lnTo>
                  <a:pt x="16584" y="12651"/>
                </a:lnTo>
                <a:lnTo>
                  <a:pt x="16535" y="12749"/>
                </a:lnTo>
                <a:lnTo>
                  <a:pt x="16486" y="12871"/>
                </a:lnTo>
                <a:lnTo>
                  <a:pt x="16413" y="12944"/>
                </a:lnTo>
                <a:lnTo>
                  <a:pt x="16340" y="13042"/>
                </a:lnTo>
                <a:lnTo>
                  <a:pt x="16266" y="13140"/>
                </a:lnTo>
                <a:lnTo>
                  <a:pt x="16218" y="13237"/>
                </a:lnTo>
                <a:lnTo>
                  <a:pt x="16218" y="13335"/>
                </a:lnTo>
                <a:lnTo>
                  <a:pt x="16193" y="13482"/>
                </a:lnTo>
                <a:lnTo>
                  <a:pt x="16144" y="13555"/>
                </a:lnTo>
                <a:lnTo>
                  <a:pt x="16120" y="13628"/>
                </a:lnTo>
                <a:lnTo>
                  <a:pt x="16071" y="13653"/>
                </a:lnTo>
                <a:lnTo>
                  <a:pt x="15973" y="13653"/>
                </a:lnTo>
                <a:lnTo>
                  <a:pt x="15924" y="13628"/>
                </a:lnTo>
                <a:lnTo>
                  <a:pt x="15900" y="13555"/>
                </a:lnTo>
                <a:lnTo>
                  <a:pt x="15851" y="13433"/>
                </a:lnTo>
                <a:lnTo>
                  <a:pt x="15851" y="13286"/>
                </a:lnTo>
                <a:lnTo>
                  <a:pt x="15827" y="13140"/>
                </a:lnTo>
                <a:lnTo>
                  <a:pt x="15851" y="12969"/>
                </a:lnTo>
                <a:lnTo>
                  <a:pt x="15924" y="12798"/>
                </a:lnTo>
                <a:lnTo>
                  <a:pt x="15998" y="12627"/>
                </a:lnTo>
                <a:lnTo>
                  <a:pt x="16120" y="12480"/>
                </a:lnTo>
                <a:lnTo>
                  <a:pt x="16242" y="12383"/>
                </a:lnTo>
                <a:lnTo>
                  <a:pt x="16340" y="12309"/>
                </a:lnTo>
                <a:lnTo>
                  <a:pt x="16437" y="12260"/>
                </a:lnTo>
                <a:close/>
                <a:moveTo>
                  <a:pt x="13922" y="3615"/>
                </a:moveTo>
                <a:lnTo>
                  <a:pt x="14239" y="3639"/>
                </a:lnTo>
                <a:lnTo>
                  <a:pt x="14483" y="3639"/>
                </a:lnTo>
                <a:lnTo>
                  <a:pt x="14679" y="3688"/>
                </a:lnTo>
                <a:lnTo>
                  <a:pt x="14777" y="3712"/>
                </a:lnTo>
                <a:lnTo>
                  <a:pt x="14825" y="3737"/>
                </a:lnTo>
                <a:lnTo>
                  <a:pt x="14874" y="3761"/>
                </a:lnTo>
                <a:lnTo>
                  <a:pt x="14923" y="3737"/>
                </a:lnTo>
                <a:lnTo>
                  <a:pt x="14972" y="3712"/>
                </a:lnTo>
                <a:lnTo>
                  <a:pt x="15045" y="3688"/>
                </a:lnTo>
                <a:lnTo>
                  <a:pt x="15143" y="3663"/>
                </a:lnTo>
                <a:lnTo>
                  <a:pt x="15485" y="3639"/>
                </a:lnTo>
                <a:lnTo>
                  <a:pt x="15900" y="4103"/>
                </a:lnTo>
                <a:lnTo>
                  <a:pt x="16291" y="4616"/>
                </a:lnTo>
                <a:lnTo>
                  <a:pt x="16633" y="5153"/>
                </a:lnTo>
                <a:lnTo>
                  <a:pt x="16926" y="5715"/>
                </a:lnTo>
                <a:lnTo>
                  <a:pt x="17194" y="6301"/>
                </a:lnTo>
                <a:lnTo>
                  <a:pt x="17390" y="6912"/>
                </a:lnTo>
                <a:lnTo>
                  <a:pt x="17561" y="7547"/>
                </a:lnTo>
                <a:lnTo>
                  <a:pt x="17683" y="8182"/>
                </a:lnTo>
                <a:lnTo>
                  <a:pt x="17414" y="8157"/>
                </a:lnTo>
                <a:lnTo>
                  <a:pt x="17317" y="8133"/>
                </a:lnTo>
                <a:lnTo>
                  <a:pt x="17268" y="8084"/>
                </a:lnTo>
                <a:lnTo>
                  <a:pt x="17219" y="8060"/>
                </a:lnTo>
                <a:lnTo>
                  <a:pt x="17146" y="8035"/>
                </a:lnTo>
                <a:lnTo>
                  <a:pt x="16975" y="8011"/>
                </a:lnTo>
                <a:lnTo>
                  <a:pt x="16877" y="7986"/>
                </a:lnTo>
                <a:lnTo>
                  <a:pt x="16779" y="7938"/>
                </a:lnTo>
                <a:lnTo>
                  <a:pt x="16682" y="7889"/>
                </a:lnTo>
                <a:lnTo>
                  <a:pt x="16584" y="7815"/>
                </a:lnTo>
                <a:lnTo>
                  <a:pt x="16511" y="7742"/>
                </a:lnTo>
                <a:lnTo>
                  <a:pt x="16437" y="7693"/>
                </a:lnTo>
                <a:lnTo>
                  <a:pt x="16364" y="7693"/>
                </a:lnTo>
                <a:lnTo>
                  <a:pt x="16315" y="7718"/>
                </a:lnTo>
                <a:lnTo>
                  <a:pt x="16291" y="7767"/>
                </a:lnTo>
                <a:lnTo>
                  <a:pt x="16291" y="7840"/>
                </a:lnTo>
                <a:lnTo>
                  <a:pt x="16340" y="7913"/>
                </a:lnTo>
                <a:lnTo>
                  <a:pt x="16413" y="8011"/>
                </a:lnTo>
                <a:lnTo>
                  <a:pt x="16486" y="8084"/>
                </a:lnTo>
                <a:lnTo>
                  <a:pt x="16584" y="8133"/>
                </a:lnTo>
                <a:lnTo>
                  <a:pt x="16706" y="8182"/>
                </a:lnTo>
                <a:lnTo>
                  <a:pt x="16779" y="8182"/>
                </a:lnTo>
                <a:lnTo>
                  <a:pt x="16877" y="8206"/>
                </a:lnTo>
                <a:lnTo>
                  <a:pt x="16975" y="8255"/>
                </a:lnTo>
                <a:lnTo>
                  <a:pt x="17072" y="8304"/>
                </a:lnTo>
                <a:lnTo>
                  <a:pt x="17170" y="8377"/>
                </a:lnTo>
                <a:lnTo>
                  <a:pt x="17194" y="8426"/>
                </a:lnTo>
                <a:lnTo>
                  <a:pt x="17219" y="8475"/>
                </a:lnTo>
                <a:lnTo>
                  <a:pt x="17194" y="8621"/>
                </a:lnTo>
                <a:lnTo>
                  <a:pt x="17097" y="8792"/>
                </a:lnTo>
                <a:lnTo>
                  <a:pt x="16975" y="8963"/>
                </a:lnTo>
                <a:lnTo>
                  <a:pt x="16804" y="9110"/>
                </a:lnTo>
                <a:lnTo>
                  <a:pt x="16657" y="9232"/>
                </a:lnTo>
                <a:lnTo>
                  <a:pt x="16511" y="9305"/>
                </a:lnTo>
                <a:lnTo>
                  <a:pt x="16413" y="9330"/>
                </a:lnTo>
                <a:lnTo>
                  <a:pt x="16242" y="9354"/>
                </a:lnTo>
                <a:lnTo>
                  <a:pt x="16169" y="9378"/>
                </a:lnTo>
                <a:lnTo>
                  <a:pt x="16120" y="9427"/>
                </a:lnTo>
                <a:lnTo>
                  <a:pt x="16071" y="9452"/>
                </a:lnTo>
                <a:lnTo>
                  <a:pt x="16022" y="9476"/>
                </a:lnTo>
                <a:lnTo>
                  <a:pt x="15973" y="9452"/>
                </a:lnTo>
                <a:lnTo>
                  <a:pt x="15924" y="9427"/>
                </a:lnTo>
                <a:lnTo>
                  <a:pt x="15900" y="9378"/>
                </a:lnTo>
                <a:lnTo>
                  <a:pt x="15851" y="9305"/>
                </a:lnTo>
                <a:lnTo>
                  <a:pt x="15827" y="9134"/>
                </a:lnTo>
                <a:lnTo>
                  <a:pt x="15802" y="9037"/>
                </a:lnTo>
                <a:lnTo>
                  <a:pt x="15729" y="8890"/>
                </a:lnTo>
                <a:lnTo>
                  <a:pt x="15607" y="8743"/>
                </a:lnTo>
                <a:lnTo>
                  <a:pt x="15460" y="8573"/>
                </a:lnTo>
                <a:lnTo>
                  <a:pt x="15314" y="8402"/>
                </a:lnTo>
                <a:lnTo>
                  <a:pt x="15192" y="8255"/>
                </a:lnTo>
                <a:lnTo>
                  <a:pt x="15094" y="8108"/>
                </a:lnTo>
                <a:lnTo>
                  <a:pt x="15070" y="8011"/>
                </a:lnTo>
                <a:lnTo>
                  <a:pt x="15070" y="7938"/>
                </a:lnTo>
                <a:lnTo>
                  <a:pt x="15045" y="7889"/>
                </a:lnTo>
                <a:lnTo>
                  <a:pt x="15021" y="7889"/>
                </a:lnTo>
                <a:lnTo>
                  <a:pt x="14972" y="7913"/>
                </a:lnTo>
                <a:lnTo>
                  <a:pt x="14948" y="7962"/>
                </a:lnTo>
                <a:lnTo>
                  <a:pt x="14899" y="8035"/>
                </a:lnTo>
                <a:lnTo>
                  <a:pt x="14874" y="8182"/>
                </a:lnTo>
                <a:lnTo>
                  <a:pt x="14899" y="8279"/>
                </a:lnTo>
                <a:lnTo>
                  <a:pt x="14972" y="8402"/>
                </a:lnTo>
                <a:lnTo>
                  <a:pt x="15045" y="8548"/>
                </a:lnTo>
                <a:lnTo>
                  <a:pt x="15167" y="8670"/>
                </a:lnTo>
                <a:lnTo>
                  <a:pt x="15265" y="8792"/>
                </a:lnTo>
                <a:lnTo>
                  <a:pt x="15363" y="8914"/>
                </a:lnTo>
                <a:lnTo>
                  <a:pt x="15436" y="9037"/>
                </a:lnTo>
                <a:lnTo>
                  <a:pt x="15460" y="9134"/>
                </a:lnTo>
                <a:lnTo>
                  <a:pt x="15460" y="9232"/>
                </a:lnTo>
                <a:lnTo>
                  <a:pt x="15509" y="9330"/>
                </a:lnTo>
                <a:lnTo>
                  <a:pt x="15558" y="9427"/>
                </a:lnTo>
                <a:lnTo>
                  <a:pt x="15631" y="9525"/>
                </a:lnTo>
                <a:lnTo>
                  <a:pt x="15753" y="9598"/>
                </a:lnTo>
                <a:lnTo>
                  <a:pt x="15900" y="9647"/>
                </a:lnTo>
                <a:lnTo>
                  <a:pt x="16047" y="9696"/>
                </a:lnTo>
                <a:lnTo>
                  <a:pt x="16218" y="9720"/>
                </a:lnTo>
                <a:lnTo>
                  <a:pt x="16364" y="9720"/>
                </a:lnTo>
                <a:lnTo>
                  <a:pt x="16486" y="9769"/>
                </a:lnTo>
                <a:lnTo>
                  <a:pt x="16559" y="9818"/>
                </a:lnTo>
                <a:lnTo>
                  <a:pt x="16584" y="9867"/>
                </a:lnTo>
                <a:lnTo>
                  <a:pt x="16584" y="9916"/>
                </a:lnTo>
                <a:lnTo>
                  <a:pt x="16559" y="10013"/>
                </a:lnTo>
                <a:lnTo>
                  <a:pt x="16437" y="10209"/>
                </a:lnTo>
                <a:lnTo>
                  <a:pt x="16242" y="10429"/>
                </a:lnTo>
                <a:lnTo>
                  <a:pt x="16022" y="10673"/>
                </a:lnTo>
                <a:lnTo>
                  <a:pt x="15802" y="10917"/>
                </a:lnTo>
                <a:lnTo>
                  <a:pt x="15631" y="11186"/>
                </a:lnTo>
                <a:lnTo>
                  <a:pt x="15485" y="11430"/>
                </a:lnTo>
                <a:lnTo>
                  <a:pt x="15460" y="11528"/>
                </a:lnTo>
                <a:lnTo>
                  <a:pt x="15460" y="11625"/>
                </a:lnTo>
                <a:lnTo>
                  <a:pt x="15460" y="11772"/>
                </a:lnTo>
                <a:lnTo>
                  <a:pt x="15485" y="11918"/>
                </a:lnTo>
                <a:lnTo>
                  <a:pt x="15509" y="12016"/>
                </a:lnTo>
                <a:lnTo>
                  <a:pt x="15558" y="12089"/>
                </a:lnTo>
                <a:lnTo>
                  <a:pt x="15583" y="12138"/>
                </a:lnTo>
                <a:lnTo>
                  <a:pt x="15607" y="12212"/>
                </a:lnTo>
                <a:lnTo>
                  <a:pt x="15631" y="12383"/>
                </a:lnTo>
                <a:lnTo>
                  <a:pt x="15607" y="12480"/>
                </a:lnTo>
                <a:lnTo>
                  <a:pt x="15509" y="12651"/>
                </a:lnTo>
                <a:lnTo>
                  <a:pt x="15363" y="12847"/>
                </a:lnTo>
                <a:lnTo>
                  <a:pt x="15167" y="13042"/>
                </a:lnTo>
                <a:lnTo>
                  <a:pt x="14972" y="13237"/>
                </a:lnTo>
                <a:lnTo>
                  <a:pt x="14825" y="13433"/>
                </a:lnTo>
                <a:lnTo>
                  <a:pt x="14728" y="13604"/>
                </a:lnTo>
                <a:lnTo>
                  <a:pt x="14679" y="13701"/>
                </a:lnTo>
                <a:lnTo>
                  <a:pt x="14654" y="13823"/>
                </a:lnTo>
                <a:lnTo>
                  <a:pt x="14581" y="13970"/>
                </a:lnTo>
                <a:lnTo>
                  <a:pt x="14459" y="14117"/>
                </a:lnTo>
                <a:lnTo>
                  <a:pt x="14313" y="14288"/>
                </a:lnTo>
                <a:lnTo>
                  <a:pt x="14142" y="14434"/>
                </a:lnTo>
                <a:lnTo>
                  <a:pt x="13995" y="14556"/>
                </a:lnTo>
                <a:lnTo>
                  <a:pt x="13848" y="14629"/>
                </a:lnTo>
                <a:lnTo>
                  <a:pt x="13726" y="14654"/>
                </a:lnTo>
                <a:lnTo>
                  <a:pt x="13653" y="14654"/>
                </a:lnTo>
                <a:lnTo>
                  <a:pt x="13555" y="14605"/>
                </a:lnTo>
                <a:lnTo>
                  <a:pt x="13458" y="14556"/>
                </a:lnTo>
                <a:lnTo>
                  <a:pt x="13360" y="14483"/>
                </a:lnTo>
                <a:lnTo>
                  <a:pt x="13287" y="14385"/>
                </a:lnTo>
                <a:lnTo>
                  <a:pt x="13213" y="14288"/>
                </a:lnTo>
                <a:lnTo>
                  <a:pt x="13189" y="14190"/>
                </a:lnTo>
                <a:lnTo>
                  <a:pt x="13165" y="14092"/>
                </a:lnTo>
                <a:lnTo>
                  <a:pt x="13140" y="13921"/>
                </a:lnTo>
                <a:lnTo>
                  <a:pt x="13116" y="13848"/>
                </a:lnTo>
                <a:lnTo>
                  <a:pt x="13067" y="13799"/>
                </a:lnTo>
                <a:lnTo>
                  <a:pt x="13043" y="13750"/>
                </a:lnTo>
                <a:lnTo>
                  <a:pt x="12994" y="13677"/>
                </a:lnTo>
                <a:lnTo>
                  <a:pt x="12969" y="13530"/>
                </a:lnTo>
                <a:lnTo>
                  <a:pt x="12945" y="13359"/>
                </a:lnTo>
                <a:lnTo>
                  <a:pt x="12920" y="13286"/>
                </a:lnTo>
                <a:lnTo>
                  <a:pt x="12872" y="13237"/>
                </a:lnTo>
                <a:lnTo>
                  <a:pt x="12847" y="13164"/>
                </a:lnTo>
                <a:lnTo>
                  <a:pt x="12823" y="13066"/>
                </a:lnTo>
                <a:lnTo>
                  <a:pt x="12798" y="12920"/>
                </a:lnTo>
                <a:lnTo>
                  <a:pt x="12774" y="12749"/>
                </a:lnTo>
                <a:lnTo>
                  <a:pt x="12798" y="12602"/>
                </a:lnTo>
                <a:lnTo>
                  <a:pt x="12823" y="12456"/>
                </a:lnTo>
                <a:lnTo>
                  <a:pt x="12847" y="12358"/>
                </a:lnTo>
                <a:lnTo>
                  <a:pt x="12872" y="12285"/>
                </a:lnTo>
                <a:lnTo>
                  <a:pt x="12920" y="12236"/>
                </a:lnTo>
                <a:lnTo>
                  <a:pt x="12945" y="12163"/>
                </a:lnTo>
                <a:lnTo>
                  <a:pt x="12969" y="11992"/>
                </a:lnTo>
                <a:lnTo>
                  <a:pt x="12945" y="11894"/>
                </a:lnTo>
                <a:lnTo>
                  <a:pt x="12896" y="11772"/>
                </a:lnTo>
                <a:lnTo>
                  <a:pt x="12798" y="11650"/>
                </a:lnTo>
                <a:lnTo>
                  <a:pt x="12701" y="11528"/>
                </a:lnTo>
                <a:lnTo>
                  <a:pt x="12578" y="11381"/>
                </a:lnTo>
                <a:lnTo>
                  <a:pt x="12481" y="11210"/>
                </a:lnTo>
                <a:lnTo>
                  <a:pt x="12432" y="11015"/>
                </a:lnTo>
                <a:lnTo>
                  <a:pt x="12408" y="10844"/>
                </a:lnTo>
                <a:lnTo>
                  <a:pt x="12408" y="10697"/>
                </a:lnTo>
                <a:lnTo>
                  <a:pt x="12383" y="10551"/>
                </a:lnTo>
                <a:lnTo>
                  <a:pt x="12334" y="10453"/>
                </a:lnTo>
                <a:lnTo>
                  <a:pt x="12310" y="10380"/>
                </a:lnTo>
                <a:lnTo>
                  <a:pt x="12261" y="10331"/>
                </a:lnTo>
                <a:lnTo>
                  <a:pt x="12188" y="10307"/>
                </a:lnTo>
                <a:lnTo>
                  <a:pt x="12017" y="10282"/>
                </a:lnTo>
                <a:lnTo>
                  <a:pt x="11870" y="10307"/>
                </a:lnTo>
                <a:lnTo>
                  <a:pt x="11797" y="10331"/>
                </a:lnTo>
                <a:lnTo>
                  <a:pt x="11748" y="10380"/>
                </a:lnTo>
                <a:lnTo>
                  <a:pt x="11675" y="10429"/>
                </a:lnTo>
                <a:lnTo>
                  <a:pt x="11553" y="10453"/>
                </a:lnTo>
                <a:lnTo>
                  <a:pt x="11406" y="10478"/>
                </a:lnTo>
                <a:lnTo>
                  <a:pt x="11260" y="10478"/>
                </a:lnTo>
                <a:lnTo>
                  <a:pt x="11089" y="10453"/>
                </a:lnTo>
                <a:lnTo>
                  <a:pt x="10893" y="10355"/>
                </a:lnTo>
                <a:lnTo>
                  <a:pt x="10674" y="10233"/>
                </a:lnTo>
                <a:lnTo>
                  <a:pt x="10503" y="10087"/>
                </a:lnTo>
                <a:lnTo>
                  <a:pt x="10429" y="10013"/>
                </a:lnTo>
                <a:lnTo>
                  <a:pt x="10356" y="9891"/>
                </a:lnTo>
                <a:lnTo>
                  <a:pt x="10234" y="9598"/>
                </a:lnTo>
                <a:lnTo>
                  <a:pt x="10161" y="9281"/>
                </a:lnTo>
                <a:lnTo>
                  <a:pt x="10112" y="8963"/>
                </a:lnTo>
                <a:lnTo>
                  <a:pt x="10136" y="8792"/>
                </a:lnTo>
                <a:lnTo>
                  <a:pt x="10161" y="8621"/>
                </a:lnTo>
                <a:lnTo>
                  <a:pt x="10258" y="8279"/>
                </a:lnTo>
                <a:lnTo>
                  <a:pt x="10332" y="8108"/>
                </a:lnTo>
                <a:lnTo>
                  <a:pt x="10405" y="7962"/>
                </a:lnTo>
                <a:lnTo>
                  <a:pt x="10503" y="7815"/>
                </a:lnTo>
                <a:lnTo>
                  <a:pt x="10600" y="7718"/>
                </a:lnTo>
                <a:lnTo>
                  <a:pt x="10796" y="7522"/>
                </a:lnTo>
                <a:lnTo>
                  <a:pt x="10991" y="7376"/>
                </a:lnTo>
                <a:lnTo>
                  <a:pt x="11162" y="7278"/>
                </a:lnTo>
                <a:lnTo>
                  <a:pt x="11260" y="7229"/>
                </a:lnTo>
                <a:lnTo>
                  <a:pt x="11431" y="7205"/>
                </a:lnTo>
                <a:lnTo>
                  <a:pt x="11504" y="7180"/>
                </a:lnTo>
                <a:lnTo>
                  <a:pt x="11553" y="7132"/>
                </a:lnTo>
                <a:lnTo>
                  <a:pt x="11626" y="7107"/>
                </a:lnTo>
                <a:lnTo>
                  <a:pt x="11724" y="7083"/>
                </a:lnTo>
                <a:lnTo>
                  <a:pt x="11870" y="7058"/>
                </a:lnTo>
                <a:lnTo>
                  <a:pt x="12188" y="7058"/>
                </a:lnTo>
                <a:lnTo>
                  <a:pt x="12359" y="7107"/>
                </a:lnTo>
                <a:lnTo>
                  <a:pt x="12481" y="7156"/>
                </a:lnTo>
                <a:lnTo>
                  <a:pt x="12603" y="7229"/>
                </a:lnTo>
                <a:lnTo>
                  <a:pt x="12676" y="7303"/>
                </a:lnTo>
                <a:lnTo>
                  <a:pt x="12774" y="7376"/>
                </a:lnTo>
                <a:lnTo>
                  <a:pt x="12896" y="7425"/>
                </a:lnTo>
                <a:lnTo>
                  <a:pt x="12969" y="7425"/>
                </a:lnTo>
                <a:lnTo>
                  <a:pt x="13140" y="7449"/>
                </a:lnTo>
                <a:lnTo>
                  <a:pt x="13213" y="7498"/>
                </a:lnTo>
                <a:lnTo>
                  <a:pt x="13262" y="7522"/>
                </a:lnTo>
                <a:lnTo>
                  <a:pt x="13311" y="7547"/>
                </a:lnTo>
                <a:lnTo>
                  <a:pt x="13360" y="7571"/>
                </a:lnTo>
                <a:lnTo>
                  <a:pt x="13409" y="7547"/>
                </a:lnTo>
                <a:lnTo>
                  <a:pt x="13458" y="7522"/>
                </a:lnTo>
                <a:lnTo>
                  <a:pt x="13507" y="7498"/>
                </a:lnTo>
                <a:lnTo>
                  <a:pt x="13580" y="7449"/>
                </a:lnTo>
                <a:lnTo>
                  <a:pt x="13726" y="7425"/>
                </a:lnTo>
                <a:lnTo>
                  <a:pt x="13897" y="7449"/>
                </a:lnTo>
                <a:lnTo>
                  <a:pt x="13971" y="7498"/>
                </a:lnTo>
                <a:lnTo>
                  <a:pt x="14019" y="7522"/>
                </a:lnTo>
                <a:lnTo>
                  <a:pt x="14093" y="7571"/>
                </a:lnTo>
                <a:lnTo>
                  <a:pt x="14190" y="7596"/>
                </a:lnTo>
                <a:lnTo>
                  <a:pt x="14337" y="7620"/>
                </a:lnTo>
                <a:lnTo>
                  <a:pt x="14654" y="7620"/>
                </a:lnTo>
                <a:lnTo>
                  <a:pt x="14801" y="7596"/>
                </a:lnTo>
                <a:lnTo>
                  <a:pt x="14899" y="7571"/>
                </a:lnTo>
                <a:lnTo>
                  <a:pt x="14972" y="7522"/>
                </a:lnTo>
                <a:lnTo>
                  <a:pt x="15021" y="7473"/>
                </a:lnTo>
                <a:lnTo>
                  <a:pt x="15045" y="7400"/>
                </a:lnTo>
                <a:lnTo>
                  <a:pt x="15070" y="7229"/>
                </a:lnTo>
                <a:lnTo>
                  <a:pt x="15070" y="7205"/>
                </a:lnTo>
                <a:lnTo>
                  <a:pt x="15045" y="7156"/>
                </a:lnTo>
                <a:lnTo>
                  <a:pt x="14948" y="7107"/>
                </a:lnTo>
                <a:lnTo>
                  <a:pt x="14825" y="7058"/>
                </a:lnTo>
                <a:lnTo>
                  <a:pt x="14679" y="7058"/>
                </a:lnTo>
                <a:lnTo>
                  <a:pt x="14532" y="7034"/>
                </a:lnTo>
                <a:lnTo>
                  <a:pt x="14361" y="6985"/>
                </a:lnTo>
                <a:lnTo>
                  <a:pt x="14215" y="6936"/>
                </a:lnTo>
                <a:lnTo>
                  <a:pt x="14117" y="6863"/>
                </a:lnTo>
                <a:lnTo>
                  <a:pt x="14019" y="6790"/>
                </a:lnTo>
                <a:lnTo>
                  <a:pt x="13922" y="6716"/>
                </a:lnTo>
                <a:lnTo>
                  <a:pt x="13824" y="6692"/>
                </a:lnTo>
                <a:lnTo>
                  <a:pt x="13726" y="6668"/>
                </a:lnTo>
                <a:lnTo>
                  <a:pt x="13653" y="6643"/>
                </a:lnTo>
                <a:lnTo>
                  <a:pt x="13555" y="6619"/>
                </a:lnTo>
                <a:lnTo>
                  <a:pt x="13458" y="6545"/>
                </a:lnTo>
                <a:lnTo>
                  <a:pt x="13360" y="6472"/>
                </a:lnTo>
                <a:lnTo>
                  <a:pt x="13287" y="6399"/>
                </a:lnTo>
                <a:lnTo>
                  <a:pt x="13189" y="6374"/>
                </a:lnTo>
                <a:lnTo>
                  <a:pt x="13116" y="6350"/>
                </a:lnTo>
                <a:lnTo>
                  <a:pt x="13067" y="6374"/>
                </a:lnTo>
                <a:lnTo>
                  <a:pt x="13018" y="6399"/>
                </a:lnTo>
                <a:lnTo>
                  <a:pt x="12945" y="6399"/>
                </a:lnTo>
                <a:lnTo>
                  <a:pt x="12872" y="6350"/>
                </a:lnTo>
                <a:lnTo>
                  <a:pt x="12774" y="6277"/>
                </a:lnTo>
                <a:lnTo>
                  <a:pt x="12701" y="6228"/>
                </a:lnTo>
                <a:lnTo>
                  <a:pt x="12627" y="6179"/>
                </a:lnTo>
                <a:lnTo>
                  <a:pt x="12505" y="6179"/>
                </a:lnTo>
                <a:lnTo>
                  <a:pt x="12456" y="6228"/>
                </a:lnTo>
                <a:lnTo>
                  <a:pt x="12383" y="6252"/>
                </a:lnTo>
                <a:lnTo>
                  <a:pt x="12212" y="6277"/>
                </a:lnTo>
                <a:lnTo>
                  <a:pt x="12114" y="6326"/>
                </a:lnTo>
                <a:lnTo>
                  <a:pt x="11968" y="6399"/>
                </a:lnTo>
                <a:lnTo>
                  <a:pt x="11797" y="6521"/>
                </a:lnTo>
                <a:lnTo>
                  <a:pt x="11650" y="6668"/>
                </a:lnTo>
                <a:lnTo>
                  <a:pt x="11479" y="6814"/>
                </a:lnTo>
                <a:lnTo>
                  <a:pt x="11309" y="6936"/>
                </a:lnTo>
                <a:lnTo>
                  <a:pt x="11186" y="7009"/>
                </a:lnTo>
                <a:lnTo>
                  <a:pt x="11064" y="7058"/>
                </a:lnTo>
                <a:lnTo>
                  <a:pt x="10918" y="7009"/>
                </a:lnTo>
                <a:lnTo>
                  <a:pt x="10844" y="6985"/>
                </a:lnTo>
                <a:lnTo>
                  <a:pt x="10796" y="6961"/>
                </a:lnTo>
                <a:lnTo>
                  <a:pt x="10747" y="6912"/>
                </a:lnTo>
                <a:lnTo>
                  <a:pt x="10722" y="6838"/>
                </a:lnTo>
                <a:lnTo>
                  <a:pt x="10698" y="6668"/>
                </a:lnTo>
                <a:lnTo>
                  <a:pt x="10722" y="6497"/>
                </a:lnTo>
                <a:lnTo>
                  <a:pt x="10747" y="6423"/>
                </a:lnTo>
                <a:lnTo>
                  <a:pt x="10796" y="6374"/>
                </a:lnTo>
                <a:lnTo>
                  <a:pt x="10844" y="6350"/>
                </a:lnTo>
                <a:lnTo>
                  <a:pt x="10967" y="6326"/>
                </a:lnTo>
                <a:lnTo>
                  <a:pt x="11113" y="6301"/>
                </a:lnTo>
                <a:lnTo>
                  <a:pt x="11260" y="6277"/>
                </a:lnTo>
                <a:lnTo>
                  <a:pt x="11406" y="6277"/>
                </a:lnTo>
                <a:lnTo>
                  <a:pt x="11528" y="6228"/>
                </a:lnTo>
                <a:lnTo>
                  <a:pt x="11602" y="6179"/>
                </a:lnTo>
                <a:lnTo>
                  <a:pt x="11626" y="6130"/>
                </a:lnTo>
                <a:lnTo>
                  <a:pt x="11650" y="6106"/>
                </a:lnTo>
                <a:lnTo>
                  <a:pt x="11602" y="5935"/>
                </a:lnTo>
                <a:lnTo>
                  <a:pt x="11577" y="5862"/>
                </a:lnTo>
                <a:lnTo>
                  <a:pt x="11553" y="5813"/>
                </a:lnTo>
                <a:lnTo>
                  <a:pt x="11504" y="5764"/>
                </a:lnTo>
                <a:lnTo>
                  <a:pt x="11504" y="5715"/>
                </a:lnTo>
                <a:lnTo>
                  <a:pt x="11504" y="5666"/>
                </a:lnTo>
                <a:lnTo>
                  <a:pt x="11553" y="5617"/>
                </a:lnTo>
                <a:lnTo>
                  <a:pt x="11602" y="5593"/>
                </a:lnTo>
                <a:lnTo>
                  <a:pt x="11675" y="5544"/>
                </a:lnTo>
                <a:lnTo>
                  <a:pt x="11821" y="5520"/>
                </a:lnTo>
                <a:lnTo>
                  <a:pt x="11919" y="5520"/>
                </a:lnTo>
                <a:lnTo>
                  <a:pt x="12017" y="5471"/>
                </a:lnTo>
                <a:lnTo>
                  <a:pt x="12114" y="5398"/>
                </a:lnTo>
                <a:lnTo>
                  <a:pt x="12212" y="5324"/>
                </a:lnTo>
                <a:lnTo>
                  <a:pt x="12285" y="5251"/>
                </a:lnTo>
                <a:lnTo>
                  <a:pt x="12359" y="5153"/>
                </a:lnTo>
                <a:lnTo>
                  <a:pt x="12383" y="5031"/>
                </a:lnTo>
                <a:lnTo>
                  <a:pt x="12408" y="4958"/>
                </a:lnTo>
                <a:lnTo>
                  <a:pt x="12383" y="4787"/>
                </a:lnTo>
                <a:lnTo>
                  <a:pt x="12334" y="4714"/>
                </a:lnTo>
                <a:lnTo>
                  <a:pt x="12310" y="4665"/>
                </a:lnTo>
                <a:lnTo>
                  <a:pt x="12310" y="4640"/>
                </a:lnTo>
                <a:lnTo>
                  <a:pt x="12310" y="4592"/>
                </a:lnTo>
                <a:lnTo>
                  <a:pt x="12383" y="4469"/>
                </a:lnTo>
                <a:lnTo>
                  <a:pt x="12505" y="4298"/>
                </a:lnTo>
                <a:lnTo>
                  <a:pt x="12701" y="4103"/>
                </a:lnTo>
                <a:lnTo>
                  <a:pt x="12798" y="4005"/>
                </a:lnTo>
                <a:lnTo>
                  <a:pt x="12945" y="3908"/>
                </a:lnTo>
                <a:lnTo>
                  <a:pt x="13091" y="3834"/>
                </a:lnTo>
                <a:lnTo>
                  <a:pt x="13262" y="3761"/>
                </a:lnTo>
                <a:lnTo>
                  <a:pt x="13604" y="3663"/>
                </a:lnTo>
                <a:lnTo>
                  <a:pt x="13775" y="3639"/>
                </a:lnTo>
                <a:lnTo>
                  <a:pt x="13922" y="3615"/>
                </a:lnTo>
                <a:close/>
                <a:moveTo>
                  <a:pt x="6888" y="2467"/>
                </a:moveTo>
                <a:lnTo>
                  <a:pt x="6986" y="2491"/>
                </a:lnTo>
                <a:lnTo>
                  <a:pt x="7083" y="2516"/>
                </a:lnTo>
                <a:lnTo>
                  <a:pt x="7132" y="2540"/>
                </a:lnTo>
                <a:lnTo>
                  <a:pt x="7181" y="2589"/>
                </a:lnTo>
                <a:lnTo>
                  <a:pt x="7181" y="2638"/>
                </a:lnTo>
                <a:lnTo>
                  <a:pt x="7181" y="2711"/>
                </a:lnTo>
                <a:lnTo>
                  <a:pt x="7132" y="2784"/>
                </a:lnTo>
                <a:lnTo>
                  <a:pt x="7083" y="2858"/>
                </a:lnTo>
                <a:lnTo>
                  <a:pt x="6937" y="3028"/>
                </a:lnTo>
                <a:lnTo>
                  <a:pt x="6864" y="3175"/>
                </a:lnTo>
                <a:lnTo>
                  <a:pt x="6839" y="3322"/>
                </a:lnTo>
                <a:lnTo>
                  <a:pt x="6864" y="3395"/>
                </a:lnTo>
                <a:lnTo>
                  <a:pt x="6888" y="3419"/>
                </a:lnTo>
                <a:lnTo>
                  <a:pt x="6961" y="3517"/>
                </a:lnTo>
                <a:lnTo>
                  <a:pt x="7010" y="3615"/>
                </a:lnTo>
                <a:lnTo>
                  <a:pt x="7059" y="3712"/>
                </a:lnTo>
                <a:lnTo>
                  <a:pt x="7083" y="3810"/>
                </a:lnTo>
                <a:lnTo>
                  <a:pt x="7059" y="3908"/>
                </a:lnTo>
                <a:lnTo>
                  <a:pt x="7010" y="4005"/>
                </a:lnTo>
                <a:lnTo>
                  <a:pt x="6961" y="4103"/>
                </a:lnTo>
                <a:lnTo>
                  <a:pt x="6888" y="4201"/>
                </a:lnTo>
                <a:lnTo>
                  <a:pt x="6839" y="4225"/>
                </a:lnTo>
                <a:lnTo>
                  <a:pt x="6644" y="4225"/>
                </a:lnTo>
                <a:lnTo>
                  <a:pt x="6473" y="4128"/>
                </a:lnTo>
                <a:lnTo>
                  <a:pt x="6302" y="4005"/>
                </a:lnTo>
                <a:lnTo>
                  <a:pt x="6155" y="3859"/>
                </a:lnTo>
                <a:lnTo>
                  <a:pt x="5984" y="3786"/>
                </a:lnTo>
                <a:lnTo>
                  <a:pt x="5838" y="3761"/>
                </a:lnTo>
                <a:lnTo>
                  <a:pt x="5789" y="3786"/>
                </a:lnTo>
                <a:lnTo>
                  <a:pt x="5740" y="3810"/>
                </a:lnTo>
                <a:lnTo>
                  <a:pt x="5642" y="3883"/>
                </a:lnTo>
                <a:lnTo>
                  <a:pt x="5545" y="3957"/>
                </a:lnTo>
                <a:lnTo>
                  <a:pt x="5447" y="3981"/>
                </a:lnTo>
                <a:lnTo>
                  <a:pt x="5349" y="4005"/>
                </a:lnTo>
                <a:lnTo>
                  <a:pt x="5203" y="4030"/>
                </a:lnTo>
                <a:lnTo>
                  <a:pt x="5129" y="4054"/>
                </a:lnTo>
                <a:lnTo>
                  <a:pt x="5081" y="4103"/>
                </a:lnTo>
                <a:lnTo>
                  <a:pt x="5032" y="4128"/>
                </a:lnTo>
                <a:lnTo>
                  <a:pt x="4959" y="4152"/>
                </a:lnTo>
                <a:lnTo>
                  <a:pt x="4788" y="4201"/>
                </a:lnTo>
                <a:lnTo>
                  <a:pt x="4690" y="4201"/>
                </a:lnTo>
                <a:lnTo>
                  <a:pt x="4592" y="4250"/>
                </a:lnTo>
                <a:lnTo>
                  <a:pt x="4494" y="4298"/>
                </a:lnTo>
                <a:lnTo>
                  <a:pt x="4397" y="4372"/>
                </a:lnTo>
                <a:lnTo>
                  <a:pt x="4372" y="4421"/>
                </a:lnTo>
                <a:lnTo>
                  <a:pt x="4372" y="4494"/>
                </a:lnTo>
                <a:lnTo>
                  <a:pt x="4372" y="4616"/>
                </a:lnTo>
                <a:lnTo>
                  <a:pt x="4470" y="4787"/>
                </a:lnTo>
                <a:lnTo>
                  <a:pt x="4592" y="4958"/>
                </a:lnTo>
                <a:lnTo>
                  <a:pt x="4690" y="5031"/>
                </a:lnTo>
                <a:lnTo>
                  <a:pt x="4788" y="5056"/>
                </a:lnTo>
                <a:lnTo>
                  <a:pt x="4885" y="5080"/>
                </a:lnTo>
                <a:lnTo>
                  <a:pt x="5007" y="5080"/>
                </a:lnTo>
                <a:lnTo>
                  <a:pt x="5129" y="5056"/>
                </a:lnTo>
                <a:lnTo>
                  <a:pt x="5227" y="5007"/>
                </a:lnTo>
                <a:lnTo>
                  <a:pt x="5349" y="4933"/>
                </a:lnTo>
                <a:lnTo>
                  <a:pt x="5447" y="4860"/>
                </a:lnTo>
                <a:lnTo>
                  <a:pt x="5642" y="4665"/>
                </a:lnTo>
                <a:lnTo>
                  <a:pt x="5838" y="4518"/>
                </a:lnTo>
                <a:lnTo>
                  <a:pt x="6009" y="4421"/>
                </a:lnTo>
                <a:lnTo>
                  <a:pt x="6131" y="4372"/>
                </a:lnTo>
                <a:lnTo>
                  <a:pt x="6204" y="4396"/>
                </a:lnTo>
                <a:lnTo>
                  <a:pt x="6253" y="4445"/>
                </a:lnTo>
                <a:lnTo>
                  <a:pt x="6302" y="4494"/>
                </a:lnTo>
                <a:lnTo>
                  <a:pt x="6302" y="4567"/>
                </a:lnTo>
                <a:lnTo>
                  <a:pt x="6326" y="4640"/>
                </a:lnTo>
                <a:lnTo>
                  <a:pt x="6375" y="4714"/>
                </a:lnTo>
                <a:lnTo>
                  <a:pt x="6424" y="4738"/>
                </a:lnTo>
                <a:lnTo>
                  <a:pt x="6497" y="4763"/>
                </a:lnTo>
                <a:lnTo>
                  <a:pt x="6595" y="4787"/>
                </a:lnTo>
                <a:lnTo>
                  <a:pt x="6693" y="4811"/>
                </a:lnTo>
                <a:lnTo>
                  <a:pt x="6790" y="4885"/>
                </a:lnTo>
                <a:lnTo>
                  <a:pt x="6888" y="4958"/>
                </a:lnTo>
                <a:lnTo>
                  <a:pt x="6937" y="5031"/>
                </a:lnTo>
                <a:lnTo>
                  <a:pt x="6961" y="5153"/>
                </a:lnTo>
                <a:lnTo>
                  <a:pt x="6937" y="5251"/>
                </a:lnTo>
                <a:lnTo>
                  <a:pt x="6888" y="5324"/>
                </a:lnTo>
                <a:lnTo>
                  <a:pt x="6790" y="5398"/>
                </a:lnTo>
                <a:lnTo>
                  <a:pt x="6693" y="5471"/>
                </a:lnTo>
                <a:lnTo>
                  <a:pt x="6595" y="5520"/>
                </a:lnTo>
                <a:lnTo>
                  <a:pt x="6497" y="5520"/>
                </a:lnTo>
                <a:lnTo>
                  <a:pt x="6399" y="5544"/>
                </a:lnTo>
                <a:lnTo>
                  <a:pt x="6253" y="5642"/>
                </a:lnTo>
                <a:lnTo>
                  <a:pt x="6082" y="5764"/>
                </a:lnTo>
                <a:lnTo>
                  <a:pt x="5935" y="5910"/>
                </a:lnTo>
                <a:lnTo>
                  <a:pt x="5764" y="6057"/>
                </a:lnTo>
                <a:lnTo>
                  <a:pt x="5594" y="6179"/>
                </a:lnTo>
                <a:lnTo>
                  <a:pt x="5471" y="6252"/>
                </a:lnTo>
                <a:lnTo>
                  <a:pt x="5349" y="6277"/>
                </a:lnTo>
                <a:lnTo>
                  <a:pt x="5227" y="6326"/>
                </a:lnTo>
                <a:lnTo>
                  <a:pt x="5056" y="6448"/>
                </a:lnTo>
                <a:lnTo>
                  <a:pt x="4812" y="6643"/>
                </a:lnTo>
                <a:lnTo>
                  <a:pt x="4568" y="6887"/>
                </a:lnTo>
                <a:lnTo>
                  <a:pt x="4226" y="7229"/>
                </a:lnTo>
                <a:lnTo>
                  <a:pt x="4104" y="7327"/>
                </a:lnTo>
                <a:lnTo>
                  <a:pt x="3957" y="7449"/>
                </a:lnTo>
                <a:lnTo>
                  <a:pt x="3640" y="7644"/>
                </a:lnTo>
                <a:lnTo>
                  <a:pt x="3347" y="7767"/>
                </a:lnTo>
                <a:lnTo>
                  <a:pt x="3200" y="7791"/>
                </a:lnTo>
                <a:lnTo>
                  <a:pt x="3078" y="7815"/>
                </a:lnTo>
                <a:lnTo>
                  <a:pt x="2834" y="7815"/>
                </a:lnTo>
                <a:lnTo>
                  <a:pt x="2614" y="7864"/>
                </a:lnTo>
                <a:lnTo>
                  <a:pt x="2443" y="7938"/>
                </a:lnTo>
                <a:lnTo>
                  <a:pt x="2321" y="8011"/>
                </a:lnTo>
                <a:lnTo>
                  <a:pt x="2248" y="8084"/>
                </a:lnTo>
                <a:lnTo>
                  <a:pt x="2174" y="8182"/>
                </a:lnTo>
                <a:lnTo>
                  <a:pt x="2125" y="8279"/>
                </a:lnTo>
                <a:lnTo>
                  <a:pt x="2125" y="8377"/>
                </a:lnTo>
                <a:lnTo>
                  <a:pt x="2125" y="8475"/>
                </a:lnTo>
                <a:lnTo>
                  <a:pt x="2174" y="8573"/>
                </a:lnTo>
                <a:lnTo>
                  <a:pt x="2248" y="8670"/>
                </a:lnTo>
                <a:lnTo>
                  <a:pt x="2321" y="8768"/>
                </a:lnTo>
                <a:lnTo>
                  <a:pt x="2394" y="8841"/>
                </a:lnTo>
                <a:lnTo>
                  <a:pt x="2492" y="8890"/>
                </a:lnTo>
                <a:lnTo>
                  <a:pt x="2614" y="8939"/>
                </a:lnTo>
                <a:lnTo>
                  <a:pt x="2687" y="8939"/>
                </a:lnTo>
                <a:lnTo>
                  <a:pt x="2809" y="8988"/>
                </a:lnTo>
                <a:lnTo>
                  <a:pt x="2956" y="9085"/>
                </a:lnTo>
                <a:lnTo>
                  <a:pt x="3151" y="9232"/>
                </a:lnTo>
                <a:lnTo>
                  <a:pt x="3371" y="9427"/>
                </a:lnTo>
                <a:lnTo>
                  <a:pt x="3566" y="9623"/>
                </a:lnTo>
                <a:lnTo>
                  <a:pt x="3762" y="9769"/>
                </a:lnTo>
                <a:lnTo>
                  <a:pt x="3908" y="9867"/>
                </a:lnTo>
                <a:lnTo>
                  <a:pt x="4030" y="9891"/>
                </a:lnTo>
                <a:lnTo>
                  <a:pt x="4177" y="9867"/>
                </a:lnTo>
                <a:lnTo>
                  <a:pt x="4250" y="9843"/>
                </a:lnTo>
                <a:lnTo>
                  <a:pt x="4324" y="9818"/>
                </a:lnTo>
                <a:lnTo>
                  <a:pt x="4372" y="9769"/>
                </a:lnTo>
                <a:lnTo>
                  <a:pt x="4494" y="9745"/>
                </a:lnTo>
                <a:lnTo>
                  <a:pt x="4641" y="9720"/>
                </a:lnTo>
                <a:lnTo>
                  <a:pt x="4959" y="9720"/>
                </a:lnTo>
                <a:lnTo>
                  <a:pt x="5105" y="9769"/>
                </a:lnTo>
                <a:lnTo>
                  <a:pt x="5252" y="9818"/>
                </a:lnTo>
                <a:lnTo>
                  <a:pt x="5349" y="9916"/>
                </a:lnTo>
                <a:lnTo>
                  <a:pt x="5447" y="9989"/>
                </a:lnTo>
                <a:lnTo>
                  <a:pt x="5545" y="10038"/>
                </a:lnTo>
                <a:lnTo>
                  <a:pt x="5642" y="10087"/>
                </a:lnTo>
                <a:lnTo>
                  <a:pt x="5740" y="10087"/>
                </a:lnTo>
                <a:lnTo>
                  <a:pt x="5838" y="10136"/>
                </a:lnTo>
                <a:lnTo>
                  <a:pt x="5984" y="10209"/>
                </a:lnTo>
                <a:lnTo>
                  <a:pt x="6155" y="10331"/>
                </a:lnTo>
                <a:lnTo>
                  <a:pt x="6302" y="10478"/>
                </a:lnTo>
                <a:lnTo>
                  <a:pt x="6473" y="10624"/>
                </a:lnTo>
                <a:lnTo>
                  <a:pt x="6644" y="10746"/>
                </a:lnTo>
                <a:lnTo>
                  <a:pt x="6790" y="10819"/>
                </a:lnTo>
                <a:lnTo>
                  <a:pt x="6888" y="10844"/>
                </a:lnTo>
                <a:lnTo>
                  <a:pt x="6961" y="10868"/>
                </a:lnTo>
                <a:lnTo>
                  <a:pt x="7083" y="10917"/>
                </a:lnTo>
                <a:lnTo>
                  <a:pt x="7181" y="10966"/>
                </a:lnTo>
                <a:lnTo>
                  <a:pt x="7254" y="11039"/>
                </a:lnTo>
                <a:lnTo>
                  <a:pt x="7352" y="11113"/>
                </a:lnTo>
                <a:lnTo>
                  <a:pt x="7450" y="11186"/>
                </a:lnTo>
                <a:lnTo>
                  <a:pt x="7547" y="11210"/>
                </a:lnTo>
                <a:lnTo>
                  <a:pt x="7645" y="11235"/>
                </a:lnTo>
                <a:lnTo>
                  <a:pt x="7743" y="11259"/>
                </a:lnTo>
                <a:lnTo>
                  <a:pt x="7840" y="11283"/>
                </a:lnTo>
                <a:lnTo>
                  <a:pt x="7938" y="11357"/>
                </a:lnTo>
                <a:lnTo>
                  <a:pt x="8036" y="11430"/>
                </a:lnTo>
                <a:lnTo>
                  <a:pt x="8109" y="11528"/>
                </a:lnTo>
                <a:lnTo>
                  <a:pt x="8158" y="11625"/>
                </a:lnTo>
                <a:lnTo>
                  <a:pt x="8207" y="11723"/>
                </a:lnTo>
                <a:lnTo>
                  <a:pt x="8207" y="11796"/>
                </a:lnTo>
                <a:lnTo>
                  <a:pt x="8207" y="11894"/>
                </a:lnTo>
                <a:lnTo>
                  <a:pt x="8158" y="11992"/>
                </a:lnTo>
                <a:lnTo>
                  <a:pt x="8109" y="12089"/>
                </a:lnTo>
                <a:lnTo>
                  <a:pt x="8036" y="12187"/>
                </a:lnTo>
                <a:lnTo>
                  <a:pt x="7963" y="12285"/>
                </a:lnTo>
                <a:lnTo>
                  <a:pt x="7889" y="12383"/>
                </a:lnTo>
                <a:lnTo>
                  <a:pt x="7840" y="12480"/>
                </a:lnTo>
                <a:lnTo>
                  <a:pt x="7840" y="12578"/>
                </a:lnTo>
                <a:lnTo>
                  <a:pt x="7816" y="12676"/>
                </a:lnTo>
                <a:lnTo>
                  <a:pt x="7718" y="12822"/>
                </a:lnTo>
                <a:lnTo>
                  <a:pt x="7596" y="12969"/>
                </a:lnTo>
                <a:lnTo>
                  <a:pt x="7450" y="13140"/>
                </a:lnTo>
                <a:lnTo>
                  <a:pt x="7303" y="13311"/>
                </a:lnTo>
                <a:lnTo>
                  <a:pt x="7181" y="13457"/>
                </a:lnTo>
                <a:lnTo>
                  <a:pt x="7108" y="13604"/>
                </a:lnTo>
                <a:lnTo>
                  <a:pt x="7083" y="13701"/>
                </a:lnTo>
                <a:lnTo>
                  <a:pt x="7034" y="13823"/>
                </a:lnTo>
                <a:lnTo>
                  <a:pt x="6961" y="13970"/>
                </a:lnTo>
                <a:lnTo>
                  <a:pt x="6839" y="14117"/>
                </a:lnTo>
                <a:lnTo>
                  <a:pt x="6693" y="14288"/>
                </a:lnTo>
                <a:lnTo>
                  <a:pt x="6546" y="14434"/>
                </a:lnTo>
                <a:lnTo>
                  <a:pt x="6424" y="14605"/>
                </a:lnTo>
                <a:lnTo>
                  <a:pt x="6351" y="14752"/>
                </a:lnTo>
                <a:lnTo>
                  <a:pt x="6302" y="14849"/>
                </a:lnTo>
                <a:lnTo>
                  <a:pt x="6277" y="14947"/>
                </a:lnTo>
                <a:lnTo>
                  <a:pt x="6229" y="15069"/>
                </a:lnTo>
                <a:lnTo>
                  <a:pt x="6131" y="15216"/>
                </a:lnTo>
                <a:lnTo>
                  <a:pt x="6033" y="15338"/>
                </a:lnTo>
                <a:lnTo>
                  <a:pt x="5911" y="15460"/>
                </a:lnTo>
                <a:lnTo>
                  <a:pt x="5813" y="15582"/>
                </a:lnTo>
                <a:lnTo>
                  <a:pt x="5764" y="15704"/>
                </a:lnTo>
                <a:lnTo>
                  <a:pt x="5740" y="15802"/>
                </a:lnTo>
                <a:lnTo>
                  <a:pt x="5764" y="15973"/>
                </a:lnTo>
                <a:lnTo>
                  <a:pt x="5789" y="16046"/>
                </a:lnTo>
                <a:lnTo>
                  <a:pt x="5838" y="16095"/>
                </a:lnTo>
                <a:lnTo>
                  <a:pt x="5862" y="16144"/>
                </a:lnTo>
                <a:lnTo>
                  <a:pt x="5911" y="16217"/>
                </a:lnTo>
                <a:lnTo>
                  <a:pt x="5935" y="16388"/>
                </a:lnTo>
                <a:lnTo>
                  <a:pt x="5911" y="16461"/>
                </a:lnTo>
                <a:lnTo>
                  <a:pt x="5862" y="16510"/>
                </a:lnTo>
                <a:lnTo>
                  <a:pt x="5813" y="16559"/>
                </a:lnTo>
                <a:lnTo>
                  <a:pt x="5642" y="16559"/>
                </a:lnTo>
                <a:lnTo>
                  <a:pt x="5545" y="16510"/>
                </a:lnTo>
                <a:lnTo>
                  <a:pt x="5447" y="16461"/>
                </a:lnTo>
                <a:lnTo>
                  <a:pt x="5349" y="16388"/>
                </a:lnTo>
                <a:lnTo>
                  <a:pt x="5276" y="16266"/>
                </a:lnTo>
                <a:lnTo>
                  <a:pt x="5227" y="16119"/>
                </a:lnTo>
                <a:lnTo>
                  <a:pt x="5178" y="15973"/>
                </a:lnTo>
                <a:lnTo>
                  <a:pt x="5178" y="15802"/>
                </a:lnTo>
                <a:lnTo>
                  <a:pt x="5154" y="15655"/>
                </a:lnTo>
                <a:lnTo>
                  <a:pt x="5105" y="15484"/>
                </a:lnTo>
                <a:lnTo>
                  <a:pt x="5056" y="15338"/>
                </a:lnTo>
                <a:lnTo>
                  <a:pt x="4983" y="15240"/>
                </a:lnTo>
                <a:lnTo>
                  <a:pt x="4934" y="15191"/>
                </a:lnTo>
                <a:lnTo>
                  <a:pt x="4910" y="15093"/>
                </a:lnTo>
                <a:lnTo>
                  <a:pt x="4836" y="14849"/>
                </a:lnTo>
                <a:lnTo>
                  <a:pt x="4812" y="14556"/>
                </a:lnTo>
                <a:lnTo>
                  <a:pt x="4788" y="14214"/>
                </a:lnTo>
                <a:lnTo>
                  <a:pt x="4788" y="13970"/>
                </a:lnTo>
                <a:lnTo>
                  <a:pt x="4788" y="13799"/>
                </a:lnTo>
                <a:lnTo>
                  <a:pt x="4739" y="13604"/>
                </a:lnTo>
                <a:lnTo>
                  <a:pt x="4714" y="13433"/>
                </a:lnTo>
                <a:lnTo>
                  <a:pt x="4641" y="13237"/>
                </a:lnTo>
                <a:lnTo>
                  <a:pt x="4568" y="13066"/>
                </a:lnTo>
                <a:lnTo>
                  <a:pt x="4494" y="12920"/>
                </a:lnTo>
                <a:lnTo>
                  <a:pt x="4397" y="12773"/>
                </a:lnTo>
                <a:lnTo>
                  <a:pt x="4324" y="12676"/>
                </a:lnTo>
                <a:lnTo>
                  <a:pt x="4128" y="12456"/>
                </a:lnTo>
                <a:lnTo>
                  <a:pt x="3982" y="12260"/>
                </a:lnTo>
                <a:lnTo>
                  <a:pt x="3884" y="12114"/>
                </a:lnTo>
                <a:lnTo>
                  <a:pt x="3835" y="11992"/>
                </a:lnTo>
                <a:lnTo>
                  <a:pt x="3811" y="11845"/>
                </a:lnTo>
                <a:lnTo>
                  <a:pt x="3786" y="11772"/>
                </a:lnTo>
                <a:lnTo>
                  <a:pt x="3737" y="11723"/>
                </a:lnTo>
                <a:lnTo>
                  <a:pt x="3713" y="11650"/>
                </a:lnTo>
                <a:lnTo>
                  <a:pt x="3664" y="11528"/>
                </a:lnTo>
                <a:lnTo>
                  <a:pt x="3664" y="11381"/>
                </a:lnTo>
                <a:lnTo>
                  <a:pt x="3640" y="11235"/>
                </a:lnTo>
                <a:lnTo>
                  <a:pt x="3664" y="11088"/>
                </a:lnTo>
                <a:lnTo>
                  <a:pt x="3664" y="10942"/>
                </a:lnTo>
                <a:lnTo>
                  <a:pt x="3713" y="10819"/>
                </a:lnTo>
                <a:lnTo>
                  <a:pt x="3737" y="10771"/>
                </a:lnTo>
                <a:lnTo>
                  <a:pt x="3786" y="10697"/>
                </a:lnTo>
                <a:lnTo>
                  <a:pt x="3811" y="10648"/>
                </a:lnTo>
                <a:lnTo>
                  <a:pt x="3835" y="10478"/>
                </a:lnTo>
                <a:lnTo>
                  <a:pt x="3811" y="10307"/>
                </a:lnTo>
                <a:lnTo>
                  <a:pt x="3786" y="10233"/>
                </a:lnTo>
                <a:lnTo>
                  <a:pt x="3737" y="10184"/>
                </a:lnTo>
                <a:lnTo>
                  <a:pt x="3689" y="10160"/>
                </a:lnTo>
                <a:lnTo>
                  <a:pt x="3615" y="10111"/>
                </a:lnTo>
                <a:lnTo>
                  <a:pt x="3444" y="10087"/>
                </a:lnTo>
                <a:lnTo>
                  <a:pt x="3347" y="10062"/>
                </a:lnTo>
                <a:lnTo>
                  <a:pt x="3200" y="9989"/>
                </a:lnTo>
                <a:lnTo>
                  <a:pt x="3054" y="9867"/>
                </a:lnTo>
                <a:lnTo>
                  <a:pt x="2883" y="9720"/>
                </a:lnTo>
                <a:lnTo>
                  <a:pt x="2712" y="9574"/>
                </a:lnTo>
                <a:lnTo>
                  <a:pt x="2565" y="9452"/>
                </a:lnTo>
                <a:lnTo>
                  <a:pt x="2419" y="9354"/>
                </a:lnTo>
                <a:lnTo>
                  <a:pt x="2321" y="9330"/>
                </a:lnTo>
                <a:lnTo>
                  <a:pt x="2199" y="9281"/>
                </a:lnTo>
                <a:lnTo>
                  <a:pt x="2003" y="9159"/>
                </a:lnTo>
                <a:lnTo>
                  <a:pt x="1784" y="8988"/>
                </a:lnTo>
                <a:lnTo>
                  <a:pt x="1539" y="8768"/>
                </a:lnTo>
                <a:lnTo>
                  <a:pt x="1246" y="8402"/>
                </a:lnTo>
                <a:lnTo>
                  <a:pt x="1078" y="8185"/>
                </a:lnTo>
                <a:lnTo>
                  <a:pt x="1124" y="7840"/>
                </a:lnTo>
                <a:lnTo>
                  <a:pt x="1197" y="7473"/>
                </a:lnTo>
                <a:lnTo>
                  <a:pt x="1295" y="7132"/>
                </a:lnTo>
                <a:lnTo>
                  <a:pt x="1393" y="6790"/>
                </a:lnTo>
                <a:lnTo>
                  <a:pt x="1515" y="6448"/>
                </a:lnTo>
                <a:lnTo>
                  <a:pt x="1637" y="6106"/>
                </a:lnTo>
                <a:lnTo>
                  <a:pt x="1784" y="5788"/>
                </a:lnTo>
                <a:lnTo>
                  <a:pt x="1954" y="5471"/>
                </a:lnTo>
                <a:lnTo>
                  <a:pt x="2125" y="5153"/>
                </a:lnTo>
                <a:lnTo>
                  <a:pt x="2296" y="4860"/>
                </a:lnTo>
                <a:lnTo>
                  <a:pt x="2516" y="4567"/>
                </a:lnTo>
                <a:lnTo>
                  <a:pt x="2712" y="4298"/>
                </a:lnTo>
                <a:lnTo>
                  <a:pt x="3151" y="3737"/>
                </a:lnTo>
                <a:lnTo>
                  <a:pt x="3664" y="3248"/>
                </a:lnTo>
                <a:lnTo>
                  <a:pt x="4079" y="3248"/>
                </a:lnTo>
                <a:lnTo>
                  <a:pt x="4299" y="3297"/>
                </a:lnTo>
                <a:lnTo>
                  <a:pt x="4470" y="3346"/>
                </a:lnTo>
                <a:lnTo>
                  <a:pt x="4592" y="3419"/>
                </a:lnTo>
                <a:lnTo>
                  <a:pt x="4690" y="3493"/>
                </a:lnTo>
                <a:lnTo>
                  <a:pt x="4788" y="3517"/>
                </a:lnTo>
                <a:lnTo>
                  <a:pt x="4885" y="3493"/>
                </a:lnTo>
                <a:lnTo>
                  <a:pt x="4983" y="3419"/>
                </a:lnTo>
                <a:lnTo>
                  <a:pt x="5056" y="3346"/>
                </a:lnTo>
                <a:lnTo>
                  <a:pt x="5178" y="3297"/>
                </a:lnTo>
                <a:lnTo>
                  <a:pt x="5276" y="3248"/>
                </a:lnTo>
                <a:lnTo>
                  <a:pt x="5349" y="3248"/>
                </a:lnTo>
                <a:lnTo>
                  <a:pt x="5471" y="3199"/>
                </a:lnTo>
                <a:lnTo>
                  <a:pt x="5594" y="3126"/>
                </a:lnTo>
                <a:lnTo>
                  <a:pt x="5764" y="3004"/>
                </a:lnTo>
                <a:lnTo>
                  <a:pt x="5935" y="2858"/>
                </a:lnTo>
                <a:lnTo>
                  <a:pt x="6131" y="2711"/>
                </a:lnTo>
                <a:lnTo>
                  <a:pt x="6375" y="2589"/>
                </a:lnTo>
                <a:lnTo>
                  <a:pt x="6619" y="2516"/>
                </a:lnTo>
                <a:lnTo>
                  <a:pt x="6888" y="2467"/>
                </a:lnTo>
                <a:close/>
                <a:moveTo>
                  <a:pt x="9379" y="0"/>
                </a:moveTo>
                <a:lnTo>
                  <a:pt x="8891" y="24"/>
                </a:lnTo>
                <a:lnTo>
                  <a:pt x="8427" y="49"/>
                </a:lnTo>
                <a:lnTo>
                  <a:pt x="7963" y="122"/>
                </a:lnTo>
                <a:lnTo>
                  <a:pt x="7499" y="195"/>
                </a:lnTo>
                <a:lnTo>
                  <a:pt x="7034" y="293"/>
                </a:lnTo>
                <a:lnTo>
                  <a:pt x="6595" y="440"/>
                </a:lnTo>
                <a:lnTo>
                  <a:pt x="6155" y="586"/>
                </a:lnTo>
                <a:lnTo>
                  <a:pt x="5740" y="733"/>
                </a:lnTo>
                <a:lnTo>
                  <a:pt x="5325" y="928"/>
                </a:lnTo>
                <a:lnTo>
                  <a:pt x="4910" y="1148"/>
                </a:lnTo>
                <a:lnTo>
                  <a:pt x="4519" y="1368"/>
                </a:lnTo>
                <a:lnTo>
                  <a:pt x="4128" y="1612"/>
                </a:lnTo>
                <a:lnTo>
                  <a:pt x="3762" y="1881"/>
                </a:lnTo>
                <a:lnTo>
                  <a:pt x="3420" y="2149"/>
                </a:lnTo>
                <a:lnTo>
                  <a:pt x="3078" y="2442"/>
                </a:lnTo>
                <a:lnTo>
                  <a:pt x="2760" y="2760"/>
                </a:lnTo>
                <a:lnTo>
                  <a:pt x="2443" y="3077"/>
                </a:lnTo>
                <a:lnTo>
                  <a:pt x="2150" y="3419"/>
                </a:lnTo>
                <a:lnTo>
                  <a:pt x="1881" y="3761"/>
                </a:lnTo>
                <a:lnTo>
                  <a:pt x="1613" y="4128"/>
                </a:lnTo>
                <a:lnTo>
                  <a:pt x="1368" y="4518"/>
                </a:lnTo>
                <a:lnTo>
                  <a:pt x="1149" y="4909"/>
                </a:lnTo>
                <a:lnTo>
                  <a:pt x="929" y="5324"/>
                </a:lnTo>
                <a:lnTo>
                  <a:pt x="733" y="5739"/>
                </a:lnTo>
                <a:lnTo>
                  <a:pt x="587" y="6155"/>
                </a:lnTo>
                <a:lnTo>
                  <a:pt x="440" y="6594"/>
                </a:lnTo>
                <a:lnTo>
                  <a:pt x="294" y="7034"/>
                </a:lnTo>
                <a:lnTo>
                  <a:pt x="196" y="7498"/>
                </a:lnTo>
                <a:lnTo>
                  <a:pt x="123" y="7962"/>
                </a:lnTo>
                <a:lnTo>
                  <a:pt x="49" y="8426"/>
                </a:lnTo>
                <a:lnTo>
                  <a:pt x="25" y="8890"/>
                </a:lnTo>
                <a:lnTo>
                  <a:pt x="1" y="9378"/>
                </a:lnTo>
                <a:lnTo>
                  <a:pt x="25" y="9867"/>
                </a:lnTo>
                <a:lnTo>
                  <a:pt x="49" y="10331"/>
                </a:lnTo>
                <a:lnTo>
                  <a:pt x="123" y="10795"/>
                </a:lnTo>
                <a:lnTo>
                  <a:pt x="196" y="11259"/>
                </a:lnTo>
                <a:lnTo>
                  <a:pt x="294" y="11723"/>
                </a:lnTo>
                <a:lnTo>
                  <a:pt x="440" y="12163"/>
                </a:lnTo>
                <a:lnTo>
                  <a:pt x="587" y="12602"/>
                </a:lnTo>
                <a:lnTo>
                  <a:pt x="733" y="13018"/>
                </a:lnTo>
                <a:lnTo>
                  <a:pt x="929" y="13433"/>
                </a:lnTo>
                <a:lnTo>
                  <a:pt x="1149" y="13848"/>
                </a:lnTo>
                <a:lnTo>
                  <a:pt x="1368" y="14239"/>
                </a:lnTo>
                <a:lnTo>
                  <a:pt x="1613" y="14629"/>
                </a:lnTo>
                <a:lnTo>
                  <a:pt x="1881" y="14996"/>
                </a:lnTo>
                <a:lnTo>
                  <a:pt x="2150" y="15338"/>
                </a:lnTo>
                <a:lnTo>
                  <a:pt x="2443" y="15680"/>
                </a:lnTo>
                <a:lnTo>
                  <a:pt x="2760" y="15997"/>
                </a:lnTo>
                <a:lnTo>
                  <a:pt x="3078" y="16315"/>
                </a:lnTo>
                <a:lnTo>
                  <a:pt x="3420" y="16608"/>
                </a:lnTo>
                <a:lnTo>
                  <a:pt x="3762" y="16876"/>
                </a:lnTo>
                <a:lnTo>
                  <a:pt x="4128" y="17145"/>
                </a:lnTo>
                <a:lnTo>
                  <a:pt x="4519" y="17389"/>
                </a:lnTo>
                <a:lnTo>
                  <a:pt x="4910" y="17609"/>
                </a:lnTo>
                <a:lnTo>
                  <a:pt x="5325" y="17829"/>
                </a:lnTo>
                <a:lnTo>
                  <a:pt x="5740" y="18024"/>
                </a:lnTo>
                <a:lnTo>
                  <a:pt x="6155" y="18171"/>
                </a:lnTo>
                <a:lnTo>
                  <a:pt x="6595" y="18317"/>
                </a:lnTo>
                <a:lnTo>
                  <a:pt x="7034" y="18464"/>
                </a:lnTo>
                <a:lnTo>
                  <a:pt x="7499" y="18562"/>
                </a:lnTo>
                <a:lnTo>
                  <a:pt x="7963" y="18635"/>
                </a:lnTo>
                <a:lnTo>
                  <a:pt x="8427" y="18708"/>
                </a:lnTo>
                <a:lnTo>
                  <a:pt x="8891" y="18733"/>
                </a:lnTo>
                <a:lnTo>
                  <a:pt x="9379" y="18757"/>
                </a:lnTo>
                <a:lnTo>
                  <a:pt x="9868" y="18733"/>
                </a:lnTo>
                <a:lnTo>
                  <a:pt x="10332" y="18708"/>
                </a:lnTo>
                <a:lnTo>
                  <a:pt x="10796" y="18635"/>
                </a:lnTo>
                <a:lnTo>
                  <a:pt x="11260" y="18562"/>
                </a:lnTo>
                <a:lnTo>
                  <a:pt x="11724" y="18464"/>
                </a:lnTo>
                <a:lnTo>
                  <a:pt x="12163" y="18317"/>
                </a:lnTo>
                <a:lnTo>
                  <a:pt x="12603" y="18171"/>
                </a:lnTo>
                <a:lnTo>
                  <a:pt x="13018" y="18024"/>
                </a:lnTo>
                <a:lnTo>
                  <a:pt x="13433" y="17829"/>
                </a:lnTo>
                <a:lnTo>
                  <a:pt x="13848" y="17609"/>
                </a:lnTo>
                <a:lnTo>
                  <a:pt x="14239" y="17389"/>
                </a:lnTo>
                <a:lnTo>
                  <a:pt x="14630" y="17145"/>
                </a:lnTo>
                <a:lnTo>
                  <a:pt x="14996" y="16876"/>
                </a:lnTo>
                <a:lnTo>
                  <a:pt x="15338" y="16608"/>
                </a:lnTo>
                <a:lnTo>
                  <a:pt x="15680" y="16315"/>
                </a:lnTo>
                <a:lnTo>
                  <a:pt x="15998" y="15997"/>
                </a:lnTo>
                <a:lnTo>
                  <a:pt x="16315" y="15680"/>
                </a:lnTo>
                <a:lnTo>
                  <a:pt x="16608" y="15338"/>
                </a:lnTo>
                <a:lnTo>
                  <a:pt x="16877" y="14996"/>
                </a:lnTo>
                <a:lnTo>
                  <a:pt x="17146" y="14629"/>
                </a:lnTo>
                <a:lnTo>
                  <a:pt x="17390" y="14239"/>
                </a:lnTo>
                <a:lnTo>
                  <a:pt x="17610" y="13848"/>
                </a:lnTo>
                <a:lnTo>
                  <a:pt x="17829" y="13433"/>
                </a:lnTo>
                <a:lnTo>
                  <a:pt x="18025" y="13018"/>
                </a:lnTo>
                <a:lnTo>
                  <a:pt x="18171" y="12602"/>
                </a:lnTo>
                <a:lnTo>
                  <a:pt x="18318" y="12163"/>
                </a:lnTo>
                <a:lnTo>
                  <a:pt x="18464" y="11723"/>
                </a:lnTo>
                <a:lnTo>
                  <a:pt x="18562" y="11259"/>
                </a:lnTo>
                <a:lnTo>
                  <a:pt x="18635" y="10795"/>
                </a:lnTo>
                <a:lnTo>
                  <a:pt x="18709" y="10331"/>
                </a:lnTo>
                <a:lnTo>
                  <a:pt x="18733" y="9867"/>
                </a:lnTo>
                <a:lnTo>
                  <a:pt x="18758" y="9378"/>
                </a:lnTo>
                <a:lnTo>
                  <a:pt x="18733" y="8890"/>
                </a:lnTo>
                <a:lnTo>
                  <a:pt x="18709" y="8426"/>
                </a:lnTo>
                <a:lnTo>
                  <a:pt x="18635" y="7962"/>
                </a:lnTo>
                <a:lnTo>
                  <a:pt x="18562" y="7498"/>
                </a:lnTo>
                <a:lnTo>
                  <a:pt x="18464" y="7034"/>
                </a:lnTo>
                <a:lnTo>
                  <a:pt x="18318" y="6594"/>
                </a:lnTo>
                <a:lnTo>
                  <a:pt x="18171" y="6155"/>
                </a:lnTo>
                <a:lnTo>
                  <a:pt x="18025" y="5739"/>
                </a:lnTo>
                <a:lnTo>
                  <a:pt x="17829" y="5324"/>
                </a:lnTo>
                <a:lnTo>
                  <a:pt x="17610" y="4909"/>
                </a:lnTo>
                <a:lnTo>
                  <a:pt x="17390" y="4518"/>
                </a:lnTo>
                <a:lnTo>
                  <a:pt x="17146" y="4128"/>
                </a:lnTo>
                <a:lnTo>
                  <a:pt x="16877" y="3761"/>
                </a:lnTo>
                <a:lnTo>
                  <a:pt x="16608" y="3419"/>
                </a:lnTo>
                <a:lnTo>
                  <a:pt x="16315" y="3077"/>
                </a:lnTo>
                <a:lnTo>
                  <a:pt x="15998" y="2760"/>
                </a:lnTo>
                <a:lnTo>
                  <a:pt x="15680" y="2442"/>
                </a:lnTo>
                <a:lnTo>
                  <a:pt x="15338" y="2149"/>
                </a:lnTo>
                <a:lnTo>
                  <a:pt x="14996" y="1881"/>
                </a:lnTo>
                <a:lnTo>
                  <a:pt x="14630" y="1612"/>
                </a:lnTo>
                <a:lnTo>
                  <a:pt x="14239" y="1368"/>
                </a:lnTo>
                <a:lnTo>
                  <a:pt x="13848" y="1148"/>
                </a:lnTo>
                <a:lnTo>
                  <a:pt x="13433" y="928"/>
                </a:lnTo>
                <a:lnTo>
                  <a:pt x="13018" y="733"/>
                </a:lnTo>
                <a:lnTo>
                  <a:pt x="12603" y="586"/>
                </a:lnTo>
                <a:lnTo>
                  <a:pt x="12163" y="440"/>
                </a:lnTo>
                <a:lnTo>
                  <a:pt x="11724" y="293"/>
                </a:lnTo>
                <a:lnTo>
                  <a:pt x="11260" y="195"/>
                </a:lnTo>
                <a:lnTo>
                  <a:pt x="10796" y="122"/>
                </a:lnTo>
                <a:lnTo>
                  <a:pt x="10332" y="49"/>
                </a:lnTo>
                <a:lnTo>
                  <a:pt x="9868" y="24"/>
                </a:lnTo>
                <a:lnTo>
                  <a:pt x="9379" y="0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45" name="Google Shape;545;p62"/>
          <p:cNvSpPr/>
          <p:nvPr/>
        </p:nvSpPr>
        <p:spPr>
          <a:xfrm>
            <a:off x="8847296" y="5497037"/>
            <a:ext cx="529200" cy="529200"/>
          </a:xfrm>
          <a:custGeom>
            <a:rect b="b" l="l" r="r" t="t"/>
            <a:pathLst>
              <a:path extrusionOk="0" h="16267" w="16266">
                <a:moveTo>
                  <a:pt x="11503" y="5349"/>
                </a:moveTo>
                <a:lnTo>
                  <a:pt x="11650" y="5398"/>
                </a:lnTo>
                <a:lnTo>
                  <a:pt x="11796" y="5447"/>
                </a:lnTo>
                <a:lnTo>
                  <a:pt x="11919" y="5545"/>
                </a:lnTo>
                <a:lnTo>
                  <a:pt x="12065" y="5691"/>
                </a:lnTo>
                <a:lnTo>
                  <a:pt x="12163" y="5838"/>
                </a:lnTo>
                <a:lnTo>
                  <a:pt x="12212" y="6033"/>
                </a:lnTo>
                <a:lnTo>
                  <a:pt x="12236" y="6229"/>
                </a:lnTo>
                <a:lnTo>
                  <a:pt x="12236" y="6375"/>
                </a:lnTo>
                <a:lnTo>
                  <a:pt x="12187" y="6522"/>
                </a:lnTo>
                <a:lnTo>
                  <a:pt x="12138" y="6644"/>
                </a:lnTo>
                <a:lnTo>
                  <a:pt x="12041" y="6766"/>
                </a:lnTo>
                <a:lnTo>
                  <a:pt x="7938" y="10893"/>
                </a:lnTo>
                <a:lnTo>
                  <a:pt x="7816" y="11015"/>
                </a:lnTo>
                <a:lnTo>
                  <a:pt x="7645" y="11113"/>
                </a:lnTo>
                <a:lnTo>
                  <a:pt x="7474" y="11186"/>
                </a:lnTo>
                <a:lnTo>
                  <a:pt x="7303" y="11211"/>
                </a:lnTo>
                <a:lnTo>
                  <a:pt x="7083" y="11211"/>
                </a:lnTo>
                <a:lnTo>
                  <a:pt x="6912" y="11162"/>
                </a:lnTo>
                <a:lnTo>
                  <a:pt x="6765" y="11064"/>
                </a:lnTo>
                <a:lnTo>
                  <a:pt x="6619" y="10967"/>
                </a:lnTo>
                <a:lnTo>
                  <a:pt x="4567" y="8915"/>
                </a:lnTo>
                <a:lnTo>
                  <a:pt x="4470" y="8769"/>
                </a:lnTo>
                <a:lnTo>
                  <a:pt x="4372" y="8622"/>
                </a:lnTo>
                <a:lnTo>
                  <a:pt x="4323" y="8451"/>
                </a:lnTo>
                <a:lnTo>
                  <a:pt x="4323" y="8280"/>
                </a:lnTo>
                <a:lnTo>
                  <a:pt x="4323" y="8109"/>
                </a:lnTo>
                <a:lnTo>
                  <a:pt x="4372" y="7938"/>
                </a:lnTo>
                <a:lnTo>
                  <a:pt x="4470" y="7792"/>
                </a:lnTo>
                <a:lnTo>
                  <a:pt x="4567" y="7670"/>
                </a:lnTo>
                <a:lnTo>
                  <a:pt x="4714" y="7547"/>
                </a:lnTo>
                <a:lnTo>
                  <a:pt x="4860" y="7474"/>
                </a:lnTo>
                <a:lnTo>
                  <a:pt x="5031" y="7425"/>
                </a:lnTo>
                <a:lnTo>
                  <a:pt x="5202" y="7401"/>
                </a:lnTo>
                <a:lnTo>
                  <a:pt x="5373" y="7425"/>
                </a:lnTo>
                <a:lnTo>
                  <a:pt x="5520" y="7474"/>
                </a:lnTo>
                <a:lnTo>
                  <a:pt x="5691" y="7547"/>
                </a:lnTo>
                <a:lnTo>
                  <a:pt x="5813" y="7670"/>
                </a:lnTo>
                <a:lnTo>
                  <a:pt x="7181" y="9013"/>
                </a:lnTo>
                <a:lnTo>
                  <a:pt x="10673" y="5667"/>
                </a:lnTo>
                <a:lnTo>
                  <a:pt x="10820" y="5520"/>
                </a:lnTo>
                <a:lnTo>
                  <a:pt x="10991" y="5423"/>
                </a:lnTo>
                <a:lnTo>
                  <a:pt x="11161" y="5374"/>
                </a:lnTo>
                <a:lnTo>
                  <a:pt x="11357" y="5349"/>
                </a:lnTo>
                <a:close/>
                <a:moveTo>
                  <a:pt x="7718" y="1"/>
                </a:moveTo>
                <a:lnTo>
                  <a:pt x="7303" y="50"/>
                </a:lnTo>
                <a:lnTo>
                  <a:pt x="6887" y="98"/>
                </a:lnTo>
                <a:lnTo>
                  <a:pt x="6497" y="172"/>
                </a:lnTo>
                <a:lnTo>
                  <a:pt x="6106" y="245"/>
                </a:lnTo>
                <a:lnTo>
                  <a:pt x="5715" y="367"/>
                </a:lnTo>
                <a:lnTo>
                  <a:pt x="5349" y="489"/>
                </a:lnTo>
                <a:lnTo>
                  <a:pt x="4958" y="636"/>
                </a:lnTo>
                <a:lnTo>
                  <a:pt x="4616" y="807"/>
                </a:lnTo>
                <a:lnTo>
                  <a:pt x="4250" y="978"/>
                </a:lnTo>
                <a:lnTo>
                  <a:pt x="3908" y="1173"/>
                </a:lnTo>
                <a:lnTo>
                  <a:pt x="3590" y="1393"/>
                </a:lnTo>
                <a:lnTo>
                  <a:pt x="3273" y="1613"/>
                </a:lnTo>
                <a:lnTo>
                  <a:pt x="2955" y="1857"/>
                </a:lnTo>
                <a:lnTo>
                  <a:pt x="2662" y="2125"/>
                </a:lnTo>
                <a:lnTo>
                  <a:pt x="2394" y="2394"/>
                </a:lnTo>
                <a:lnTo>
                  <a:pt x="2125" y="2663"/>
                </a:lnTo>
                <a:lnTo>
                  <a:pt x="1856" y="2956"/>
                </a:lnTo>
                <a:lnTo>
                  <a:pt x="1612" y="3273"/>
                </a:lnTo>
                <a:lnTo>
                  <a:pt x="1392" y="3591"/>
                </a:lnTo>
                <a:lnTo>
                  <a:pt x="1172" y="3908"/>
                </a:lnTo>
                <a:lnTo>
                  <a:pt x="977" y="4250"/>
                </a:lnTo>
                <a:lnTo>
                  <a:pt x="806" y="4617"/>
                </a:lnTo>
                <a:lnTo>
                  <a:pt x="635" y="4959"/>
                </a:lnTo>
                <a:lnTo>
                  <a:pt x="489" y="5349"/>
                </a:lnTo>
                <a:lnTo>
                  <a:pt x="366" y="5716"/>
                </a:lnTo>
                <a:lnTo>
                  <a:pt x="244" y="6106"/>
                </a:lnTo>
                <a:lnTo>
                  <a:pt x="171" y="6497"/>
                </a:lnTo>
                <a:lnTo>
                  <a:pt x="98" y="6888"/>
                </a:lnTo>
                <a:lnTo>
                  <a:pt x="49" y="7303"/>
                </a:lnTo>
                <a:lnTo>
                  <a:pt x="0" y="7718"/>
                </a:lnTo>
                <a:lnTo>
                  <a:pt x="0" y="8134"/>
                </a:lnTo>
                <a:lnTo>
                  <a:pt x="0" y="8549"/>
                </a:lnTo>
                <a:lnTo>
                  <a:pt x="49" y="8964"/>
                </a:lnTo>
                <a:lnTo>
                  <a:pt x="98" y="9379"/>
                </a:lnTo>
                <a:lnTo>
                  <a:pt x="171" y="9770"/>
                </a:lnTo>
                <a:lnTo>
                  <a:pt x="244" y="10161"/>
                </a:lnTo>
                <a:lnTo>
                  <a:pt x="366" y="10551"/>
                </a:lnTo>
                <a:lnTo>
                  <a:pt x="489" y="10918"/>
                </a:lnTo>
                <a:lnTo>
                  <a:pt x="635" y="11309"/>
                </a:lnTo>
                <a:lnTo>
                  <a:pt x="806" y="11650"/>
                </a:lnTo>
                <a:lnTo>
                  <a:pt x="977" y="12017"/>
                </a:lnTo>
                <a:lnTo>
                  <a:pt x="1172" y="12359"/>
                </a:lnTo>
                <a:lnTo>
                  <a:pt x="1392" y="12676"/>
                </a:lnTo>
                <a:lnTo>
                  <a:pt x="1612" y="12994"/>
                </a:lnTo>
                <a:lnTo>
                  <a:pt x="1856" y="13311"/>
                </a:lnTo>
                <a:lnTo>
                  <a:pt x="2125" y="13604"/>
                </a:lnTo>
                <a:lnTo>
                  <a:pt x="2394" y="13873"/>
                </a:lnTo>
                <a:lnTo>
                  <a:pt x="2662" y="14142"/>
                </a:lnTo>
                <a:lnTo>
                  <a:pt x="2955" y="14410"/>
                </a:lnTo>
                <a:lnTo>
                  <a:pt x="3273" y="14655"/>
                </a:lnTo>
                <a:lnTo>
                  <a:pt x="3590" y="14874"/>
                </a:lnTo>
                <a:lnTo>
                  <a:pt x="3908" y="15094"/>
                </a:lnTo>
                <a:lnTo>
                  <a:pt x="4250" y="15290"/>
                </a:lnTo>
                <a:lnTo>
                  <a:pt x="4616" y="15460"/>
                </a:lnTo>
                <a:lnTo>
                  <a:pt x="4958" y="15631"/>
                </a:lnTo>
                <a:lnTo>
                  <a:pt x="5349" y="15778"/>
                </a:lnTo>
                <a:lnTo>
                  <a:pt x="5715" y="15900"/>
                </a:lnTo>
                <a:lnTo>
                  <a:pt x="6106" y="16022"/>
                </a:lnTo>
                <a:lnTo>
                  <a:pt x="6497" y="16095"/>
                </a:lnTo>
                <a:lnTo>
                  <a:pt x="6887" y="16169"/>
                </a:lnTo>
                <a:lnTo>
                  <a:pt x="7303" y="16218"/>
                </a:lnTo>
                <a:lnTo>
                  <a:pt x="7718" y="16266"/>
                </a:lnTo>
                <a:lnTo>
                  <a:pt x="8548" y="16266"/>
                </a:lnTo>
                <a:lnTo>
                  <a:pt x="8963" y="16218"/>
                </a:lnTo>
                <a:lnTo>
                  <a:pt x="9379" y="16169"/>
                </a:lnTo>
                <a:lnTo>
                  <a:pt x="9769" y="16095"/>
                </a:lnTo>
                <a:lnTo>
                  <a:pt x="10160" y="16022"/>
                </a:lnTo>
                <a:lnTo>
                  <a:pt x="10551" y="15900"/>
                </a:lnTo>
                <a:lnTo>
                  <a:pt x="10942" y="15778"/>
                </a:lnTo>
                <a:lnTo>
                  <a:pt x="11308" y="15631"/>
                </a:lnTo>
                <a:lnTo>
                  <a:pt x="11650" y="15460"/>
                </a:lnTo>
                <a:lnTo>
                  <a:pt x="12016" y="15290"/>
                </a:lnTo>
                <a:lnTo>
                  <a:pt x="12358" y="15094"/>
                </a:lnTo>
                <a:lnTo>
                  <a:pt x="12676" y="14874"/>
                </a:lnTo>
                <a:lnTo>
                  <a:pt x="12993" y="14655"/>
                </a:lnTo>
                <a:lnTo>
                  <a:pt x="13311" y="14410"/>
                </a:lnTo>
                <a:lnTo>
                  <a:pt x="13604" y="14142"/>
                </a:lnTo>
                <a:lnTo>
                  <a:pt x="13872" y="13873"/>
                </a:lnTo>
                <a:lnTo>
                  <a:pt x="14166" y="13604"/>
                </a:lnTo>
                <a:lnTo>
                  <a:pt x="14410" y="13311"/>
                </a:lnTo>
                <a:lnTo>
                  <a:pt x="14654" y="12994"/>
                </a:lnTo>
                <a:lnTo>
                  <a:pt x="14874" y="12676"/>
                </a:lnTo>
                <a:lnTo>
                  <a:pt x="15094" y="12359"/>
                </a:lnTo>
                <a:lnTo>
                  <a:pt x="15289" y="12017"/>
                </a:lnTo>
                <a:lnTo>
                  <a:pt x="15460" y="11650"/>
                </a:lnTo>
                <a:lnTo>
                  <a:pt x="15631" y="11309"/>
                </a:lnTo>
                <a:lnTo>
                  <a:pt x="15777" y="10918"/>
                </a:lnTo>
                <a:lnTo>
                  <a:pt x="15900" y="10551"/>
                </a:lnTo>
                <a:lnTo>
                  <a:pt x="16022" y="10161"/>
                </a:lnTo>
                <a:lnTo>
                  <a:pt x="16095" y="9770"/>
                </a:lnTo>
                <a:lnTo>
                  <a:pt x="16168" y="9379"/>
                </a:lnTo>
                <a:lnTo>
                  <a:pt x="16217" y="8964"/>
                </a:lnTo>
                <a:lnTo>
                  <a:pt x="16266" y="8549"/>
                </a:lnTo>
                <a:lnTo>
                  <a:pt x="16266" y="8134"/>
                </a:lnTo>
                <a:lnTo>
                  <a:pt x="16266" y="7718"/>
                </a:lnTo>
                <a:lnTo>
                  <a:pt x="16217" y="7303"/>
                </a:lnTo>
                <a:lnTo>
                  <a:pt x="16168" y="6888"/>
                </a:lnTo>
                <a:lnTo>
                  <a:pt x="16095" y="6497"/>
                </a:lnTo>
                <a:lnTo>
                  <a:pt x="16022" y="6106"/>
                </a:lnTo>
                <a:lnTo>
                  <a:pt x="15900" y="5716"/>
                </a:lnTo>
                <a:lnTo>
                  <a:pt x="15777" y="5349"/>
                </a:lnTo>
                <a:lnTo>
                  <a:pt x="15631" y="4959"/>
                </a:lnTo>
                <a:lnTo>
                  <a:pt x="15460" y="4617"/>
                </a:lnTo>
                <a:lnTo>
                  <a:pt x="15289" y="4250"/>
                </a:lnTo>
                <a:lnTo>
                  <a:pt x="15094" y="3908"/>
                </a:lnTo>
                <a:lnTo>
                  <a:pt x="14874" y="3591"/>
                </a:lnTo>
                <a:lnTo>
                  <a:pt x="14654" y="3273"/>
                </a:lnTo>
                <a:lnTo>
                  <a:pt x="14410" y="2956"/>
                </a:lnTo>
                <a:lnTo>
                  <a:pt x="14166" y="2663"/>
                </a:lnTo>
                <a:lnTo>
                  <a:pt x="13872" y="2394"/>
                </a:lnTo>
                <a:lnTo>
                  <a:pt x="13604" y="2125"/>
                </a:lnTo>
                <a:lnTo>
                  <a:pt x="13311" y="1857"/>
                </a:lnTo>
                <a:lnTo>
                  <a:pt x="12993" y="1613"/>
                </a:lnTo>
                <a:lnTo>
                  <a:pt x="12676" y="1393"/>
                </a:lnTo>
                <a:lnTo>
                  <a:pt x="12358" y="1173"/>
                </a:lnTo>
                <a:lnTo>
                  <a:pt x="12016" y="978"/>
                </a:lnTo>
                <a:lnTo>
                  <a:pt x="11650" y="807"/>
                </a:lnTo>
                <a:lnTo>
                  <a:pt x="11308" y="636"/>
                </a:lnTo>
                <a:lnTo>
                  <a:pt x="10942" y="489"/>
                </a:lnTo>
                <a:lnTo>
                  <a:pt x="10551" y="367"/>
                </a:lnTo>
                <a:lnTo>
                  <a:pt x="10160" y="245"/>
                </a:lnTo>
                <a:lnTo>
                  <a:pt x="9769" y="172"/>
                </a:lnTo>
                <a:lnTo>
                  <a:pt x="9379" y="98"/>
                </a:lnTo>
                <a:lnTo>
                  <a:pt x="8963" y="50"/>
                </a:lnTo>
                <a:lnTo>
                  <a:pt x="8548" y="1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46" name="Google Shape;546;p62"/>
          <p:cNvSpPr/>
          <p:nvPr/>
        </p:nvSpPr>
        <p:spPr>
          <a:xfrm>
            <a:off x="9688652" y="5497037"/>
            <a:ext cx="529200" cy="529200"/>
          </a:xfrm>
          <a:custGeom>
            <a:rect b="b" l="l" r="r" t="t"/>
            <a:pathLst>
              <a:path extrusionOk="0" h="16413" w="16414">
                <a:moveTo>
                  <a:pt x="10088" y="5080"/>
                </a:moveTo>
                <a:lnTo>
                  <a:pt x="10234" y="5105"/>
                </a:lnTo>
                <a:lnTo>
                  <a:pt x="10307" y="5129"/>
                </a:lnTo>
                <a:lnTo>
                  <a:pt x="10356" y="5178"/>
                </a:lnTo>
                <a:lnTo>
                  <a:pt x="11235" y="6057"/>
                </a:lnTo>
                <a:lnTo>
                  <a:pt x="11284" y="6106"/>
                </a:lnTo>
                <a:lnTo>
                  <a:pt x="11309" y="6179"/>
                </a:lnTo>
                <a:lnTo>
                  <a:pt x="11333" y="6326"/>
                </a:lnTo>
                <a:lnTo>
                  <a:pt x="11309" y="6473"/>
                </a:lnTo>
                <a:lnTo>
                  <a:pt x="11284" y="6546"/>
                </a:lnTo>
                <a:lnTo>
                  <a:pt x="11235" y="6595"/>
                </a:lnTo>
                <a:lnTo>
                  <a:pt x="9892" y="7938"/>
                </a:lnTo>
                <a:lnTo>
                  <a:pt x="9843" y="7987"/>
                </a:lnTo>
                <a:lnTo>
                  <a:pt x="9819" y="8060"/>
                </a:lnTo>
                <a:lnTo>
                  <a:pt x="9795" y="8207"/>
                </a:lnTo>
                <a:lnTo>
                  <a:pt x="9819" y="8353"/>
                </a:lnTo>
                <a:lnTo>
                  <a:pt x="9843" y="8426"/>
                </a:lnTo>
                <a:lnTo>
                  <a:pt x="9892" y="8475"/>
                </a:lnTo>
                <a:lnTo>
                  <a:pt x="11235" y="9818"/>
                </a:lnTo>
                <a:lnTo>
                  <a:pt x="11284" y="9867"/>
                </a:lnTo>
                <a:lnTo>
                  <a:pt x="11309" y="9941"/>
                </a:lnTo>
                <a:lnTo>
                  <a:pt x="11333" y="10087"/>
                </a:lnTo>
                <a:lnTo>
                  <a:pt x="11309" y="10234"/>
                </a:lnTo>
                <a:lnTo>
                  <a:pt x="11284" y="10307"/>
                </a:lnTo>
                <a:lnTo>
                  <a:pt x="11235" y="10356"/>
                </a:lnTo>
                <a:lnTo>
                  <a:pt x="10356" y="11235"/>
                </a:lnTo>
                <a:lnTo>
                  <a:pt x="10307" y="11284"/>
                </a:lnTo>
                <a:lnTo>
                  <a:pt x="10234" y="11308"/>
                </a:lnTo>
                <a:lnTo>
                  <a:pt x="10088" y="11333"/>
                </a:lnTo>
                <a:lnTo>
                  <a:pt x="9941" y="11308"/>
                </a:lnTo>
                <a:lnTo>
                  <a:pt x="9868" y="11284"/>
                </a:lnTo>
                <a:lnTo>
                  <a:pt x="9819" y="11235"/>
                </a:lnTo>
                <a:lnTo>
                  <a:pt x="8476" y="9892"/>
                </a:lnTo>
                <a:lnTo>
                  <a:pt x="8427" y="9843"/>
                </a:lnTo>
                <a:lnTo>
                  <a:pt x="8354" y="9818"/>
                </a:lnTo>
                <a:lnTo>
                  <a:pt x="8207" y="9794"/>
                </a:lnTo>
                <a:lnTo>
                  <a:pt x="8061" y="9818"/>
                </a:lnTo>
                <a:lnTo>
                  <a:pt x="7987" y="9843"/>
                </a:lnTo>
                <a:lnTo>
                  <a:pt x="7938" y="9892"/>
                </a:lnTo>
                <a:lnTo>
                  <a:pt x="6595" y="11235"/>
                </a:lnTo>
                <a:lnTo>
                  <a:pt x="6546" y="11284"/>
                </a:lnTo>
                <a:lnTo>
                  <a:pt x="6473" y="11308"/>
                </a:lnTo>
                <a:lnTo>
                  <a:pt x="6326" y="11333"/>
                </a:lnTo>
                <a:lnTo>
                  <a:pt x="6180" y="11308"/>
                </a:lnTo>
                <a:lnTo>
                  <a:pt x="6107" y="11284"/>
                </a:lnTo>
                <a:lnTo>
                  <a:pt x="6058" y="11235"/>
                </a:lnTo>
                <a:lnTo>
                  <a:pt x="5179" y="10356"/>
                </a:lnTo>
                <a:lnTo>
                  <a:pt x="5130" y="10307"/>
                </a:lnTo>
                <a:lnTo>
                  <a:pt x="5105" y="10234"/>
                </a:lnTo>
                <a:lnTo>
                  <a:pt x="5081" y="10087"/>
                </a:lnTo>
                <a:lnTo>
                  <a:pt x="5105" y="9941"/>
                </a:lnTo>
                <a:lnTo>
                  <a:pt x="5130" y="9867"/>
                </a:lnTo>
                <a:lnTo>
                  <a:pt x="5179" y="9818"/>
                </a:lnTo>
                <a:lnTo>
                  <a:pt x="6522" y="8475"/>
                </a:lnTo>
                <a:lnTo>
                  <a:pt x="6571" y="8426"/>
                </a:lnTo>
                <a:lnTo>
                  <a:pt x="6595" y="8353"/>
                </a:lnTo>
                <a:lnTo>
                  <a:pt x="6620" y="8207"/>
                </a:lnTo>
                <a:lnTo>
                  <a:pt x="6595" y="8060"/>
                </a:lnTo>
                <a:lnTo>
                  <a:pt x="6571" y="7987"/>
                </a:lnTo>
                <a:lnTo>
                  <a:pt x="6522" y="7938"/>
                </a:lnTo>
                <a:lnTo>
                  <a:pt x="5179" y="6595"/>
                </a:lnTo>
                <a:lnTo>
                  <a:pt x="5130" y="6546"/>
                </a:lnTo>
                <a:lnTo>
                  <a:pt x="5105" y="6473"/>
                </a:lnTo>
                <a:lnTo>
                  <a:pt x="5081" y="6326"/>
                </a:lnTo>
                <a:lnTo>
                  <a:pt x="5105" y="6179"/>
                </a:lnTo>
                <a:lnTo>
                  <a:pt x="5130" y="6106"/>
                </a:lnTo>
                <a:lnTo>
                  <a:pt x="5179" y="6057"/>
                </a:lnTo>
                <a:lnTo>
                  <a:pt x="6058" y="5178"/>
                </a:lnTo>
                <a:lnTo>
                  <a:pt x="6107" y="5129"/>
                </a:lnTo>
                <a:lnTo>
                  <a:pt x="6180" y="5105"/>
                </a:lnTo>
                <a:lnTo>
                  <a:pt x="6326" y="5080"/>
                </a:lnTo>
                <a:lnTo>
                  <a:pt x="6473" y="5105"/>
                </a:lnTo>
                <a:lnTo>
                  <a:pt x="6546" y="5129"/>
                </a:lnTo>
                <a:lnTo>
                  <a:pt x="6595" y="5178"/>
                </a:lnTo>
                <a:lnTo>
                  <a:pt x="7938" y="6521"/>
                </a:lnTo>
                <a:lnTo>
                  <a:pt x="7987" y="6570"/>
                </a:lnTo>
                <a:lnTo>
                  <a:pt x="8061" y="6595"/>
                </a:lnTo>
                <a:lnTo>
                  <a:pt x="8207" y="6619"/>
                </a:lnTo>
                <a:lnTo>
                  <a:pt x="8354" y="6595"/>
                </a:lnTo>
                <a:lnTo>
                  <a:pt x="8427" y="6570"/>
                </a:lnTo>
                <a:lnTo>
                  <a:pt x="8476" y="6521"/>
                </a:lnTo>
                <a:lnTo>
                  <a:pt x="9819" y="5178"/>
                </a:lnTo>
                <a:lnTo>
                  <a:pt x="9868" y="5129"/>
                </a:lnTo>
                <a:lnTo>
                  <a:pt x="9941" y="5105"/>
                </a:lnTo>
                <a:lnTo>
                  <a:pt x="10088" y="5080"/>
                </a:lnTo>
                <a:close/>
                <a:moveTo>
                  <a:pt x="5130" y="0"/>
                </a:moveTo>
                <a:lnTo>
                  <a:pt x="4934" y="25"/>
                </a:lnTo>
                <a:lnTo>
                  <a:pt x="4739" y="74"/>
                </a:lnTo>
                <a:lnTo>
                  <a:pt x="4568" y="171"/>
                </a:lnTo>
                <a:lnTo>
                  <a:pt x="4397" y="293"/>
                </a:lnTo>
                <a:lnTo>
                  <a:pt x="294" y="4397"/>
                </a:lnTo>
                <a:lnTo>
                  <a:pt x="172" y="4568"/>
                </a:lnTo>
                <a:lnTo>
                  <a:pt x="74" y="4738"/>
                </a:lnTo>
                <a:lnTo>
                  <a:pt x="25" y="4934"/>
                </a:lnTo>
                <a:lnTo>
                  <a:pt x="1" y="5129"/>
                </a:lnTo>
                <a:lnTo>
                  <a:pt x="1" y="11284"/>
                </a:lnTo>
                <a:lnTo>
                  <a:pt x="25" y="11479"/>
                </a:lnTo>
                <a:lnTo>
                  <a:pt x="74" y="11675"/>
                </a:lnTo>
                <a:lnTo>
                  <a:pt x="172" y="11846"/>
                </a:lnTo>
                <a:lnTo>
                  <a:pt x="294" y="12017"/>
                </a:lnTo>
                <a:lnTo>
                  <a:pt x="4397" y="16120"/>
                </a:lnTo>
                <a:lnTo>
                  <a:pt x="4568" y="16242"/>
                </a:lnTo>
                <a:lnTo>
                  <a:pt x="4739" y="16339"/>
                </a:lnTo>
                <a:lnTo>
                  <a:pt x="4934" y="16388"/>
                </a:lnTo>
                <a:lnTo>
                  <a:pt x="5130" y="16413"/>
                </a:lnTo>
                <a:lnTo>
                  <a:pt x="11284" y="16413"/>
                </a:lnTo>
                <a:lnTo>
                  <a:pt x="11480" y="16388"/>
                </a:lnTo>
                <a:lnTo>
                  <a:pt x="11675" y="16339"/>
                </a:lnTo>
                <a:lnTo>
                  <a:pt x="11846" y="16242"/>
                </a:lnTo>
                <a:lnTo>
                  <a:pt x="12017" y="16120"/>
                </a:lnTo>
                <a:lnTo>
                  <a:pt x="16120" y="12017"/>
                </a:lnTo>
                <a:lnTo>
                  <a:pt x="16242" y="11846"/>
                </a:lnTo>
                <a:lnTo>
                  <a:pt x="16340" y="11675"/>
                </a:lnTo>
                <a:lnTo>
                  <a:pt x="16389" y="11479"/>
                </a:lnTo>
                <a:lnTo>
                  <a:pt x="16413" y="11284"/>
                </a:lnTo>
                <a:lnTo>
                  <a:pt x="16413" y="5129"/>
                </a:lnTo>
                <a:lnTo>
                  <a:pt x="16389" y="4934"/>
                </a:lnTo>
                <a:lnTo>
                  <a:pt x="16340" y="4738"/>
                </a:lnTo>
                <a:lnTo>
                  <a:pt x="16242" y="4568"/>
                </a:lnTo>
                <a:lnTo>
                  <a:pt x="16120" y="4397"/>
                </a:lnTo>
                <a:lnTo>
                  <a:pt x="12017" y="293"/>
                </a:lnTo>
                <a:lnTo>
                  <a:pt x="11846" y="171"/>
                </a:lnTo>
                <a:lnTo>
                  <a:pt x="11675" y="74"/>
                </a:lnTo>
                <a:lnTo>
                  <a:pt x="11480" y="25"/>
                </a:lnTo>
                <a:lnTo>
                  <a:pt x="11284" y="0"/>
                </a:ln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053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t Forme [a]">
  <p:cSld name="Set Forme [a]"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63"/>
          <p:cNvSpPr txBox="1"/>
          <p:nvPr>
            <p:ph type="title"/>
          </p:nvPr>
        </p:nvSpPr>
        <p:spPr>
          <a:xfrm>
            <a:off x="276305" y="180000"/>
            <a:ext cx="11652170" cy="7073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4400"/>
              <a:buFont typeface="Century Gothic"/>
              <a:buNone/>
              <a:defRPr sz="4400">
                <a:solidFill>
                  <a:srgbClr val="7F7F7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9" name="Google Shape;549;p63"/>
          <p:cNvSpPr/>
          <p:nvPr/>
        </p:nvSpPr>
        <p:spPr>
          <a:xfrm flipH="1">
            <a:off x="532487" y="3818162"/>
            <a:ext cx="1629688" cy="2263291"/>
          </a:xfrm>
          <a:custGeom>
            <a:rect b="b" l="l" r="r" t="t"/>
            <a:pathLst>
              <a:path extrusionOk="0" h="5586511" w="4022581">
                <a:moveTo>
                  <a:pt x="1759294" y="3774190"/>
                </a:moveTo>
                <a:lnTo>
                  <a:pt x="2712181" y="3774190"/>
                </a:lnTo>
                <a:cubicBezTo>
                  <a:pt x="2723731" y="3774190"/>
                  <a:pt x="2733706" y="3783640"/>
                  <a:pt x="2733706" y="3795715"/>
                </a:cubicBezTo>
                <a:cubicBezTo>
                  <a:pt x="2733706" y="3807791"/>
                  <a:pt x="2724256" y="3817241"/>
                  <a:pt x="2712706" y="3817241"/>
                </a:cubicBezTo>
                <a:lnTo>
                  <a:pt x="1759294" y="3817241"/>
                </a:lnTo>
                <a:cubicBezTo>
                  <a:pt x="1747744" y="3817241"/>
                  <a:pt x="1737769" y="3807791"/>
                  <a:pt x="1737769" y="3795715"/>
                </a:cubicBezTo>
                <a:cubicBezTo>
                  <a:pt x="1737769" y="3784165"/>
                  <a:pt x="1747219" y="3774190"/>
                  <a:pt x="1759294" y="3774190"/>
                </a:cubicBezTo>
                <a:close/>
                <a:moveTo>
                  <a:pt x="43050" y="3774190"/>
                </a:moveTo>
                <a:lnTo>
                  <a:pt x="1169189" y="3774190"/>
                </a:lnTo>
                <a:cubicBezTo>
                  <a:pt x="1180739" y="3774190"/>
                  <a:pt x="1190714" y="3783640"/>
                  <a:pt x="1190714" y="3795715"/>
                </a:cubicBezTo>
                <a:cubicBezTo>
                  <a:pt x="1190714" y="3807791"/>
                  <a:pt x="1180739" y="3817241"/>
                  <a:pt x="1169189" y="3817241"/>
                </a:cubicBezTo>
                <a:lnTo>
                  <a:pt x="43050" y="3817241"/>
                </a:lnTo>
                <a:cubicBezTo>
                  <a:pt x="31500" y="3817241"/>
                  <a:pt x="21525" y="3807791"/>
                  <a:pt x="21525" y="3795715"/>
                </a:cubicBezTo>
                <a:cubicBezTo>
                  <a:pt x="21525" y="3784165"/>
                  <a:pt x="30975" y="3774190"/>
                  <a:pt x="43050" y="3774190"/>
                </a:cubicBezTo>
                <a:close/>
                <a:moveTo>
                  <a:pt x="1205938" y="3529537"/>
                </a:moveTo>
                <a:cubicBezTo>
                  <a:pt x="1378665" y="3529537"/>
                  <a:pt x="1543518" y="3529537"/>
                  <a:pt x="1708369" y="3529537"/>
                </a:cubicBezTo>
                <a:cubicBezTo>
                  <a:pt x="1708894" y="3531637"/>
                  <a:pt x="1709945" y="3533737"/>
                  <a:pt x="1710470" y="3535837"/>
                </a:cubicBezTo>
                <a:cubicBezTo>
                  <a:pt x="1696294" y="3544762"/>
                  <a:pt x="1683169" y="3554738"/>
                  <a:pt x="1668469" y="3562613"/>
                </a:cubicBezTo>
                <a:cubicBezTo>
                  <a:pt x="1538793" y="3632439"/>
                  <a:pt x="1406491" y="3629814"/>
                  <a:pt x="1273664" y="3572589"/>
                </a:cubicBezTo>
                <a:cubicBezTo>
                  <a:pt x="1257389" y="3565764"/>
                  <a:pt x="1240588" y="3558938"/>
                  <a:pt x="1224838" y="3550012"/>
                </a:cubicBezTo>
                <a:cubicBezTo>
                  <a:pt x="1218013" y="3546337"/>
                  <a:pt x="1213813" y="3538462"/>
                  <a:pt x="1205938" y="3529537"/>
                </a:cubicBezTo>
                <a:close/>
                <a:moveTo>
                  <a:pt x="1710469" y="2010171"/>
                </a:moveTo>
                <a:cubicBezTo>
                  <a:pt x="1667418" y="2010171"/>
                  <a:pt x="1632243" y="2045346"/>
                  <a:pt x="1632243" y="2088397"/>
                </a:cubicBezTo>
                <a:cubicBezTo>
                  <a:pt x="1632243" y="2131447"/>
                  <a:pt x="1667418" y="2166623"/>
                  <a:pt x="1710469" y="2166623"/>
                </a:cubicBezTo>
                <a:cubicBezTo>
                  <a:pt x="1754044" y="2166623"/>
                  <a:pt x="1788695" y="2131447"/>
                  <a:pt x="1788695" y="2088397"/>
                </a:cubicBezTo>
                <a:cubicBezTo>
                  <a:pt x="1788695" y="2045346"/>
                  <a:pt x="1753519" y="2010171"/>
                  <a:pt x="1710469" y="2010171"/>
                </a:cubicBezTo>
                <a:close/>
                <a:moveTo>
                  <a:pt x="1710469" y="1933520"/>
                </a:moveTo>
                <a:cubicBezTo>
                  <a:pt x="1796045" y="1933520"/>
                  <a:pt x="1865345" y="2002821"/>
                  <a:pt x="1865345" y="2088397"/>
                </a:cubicBezTo>
                <a:cubicBezTo>
                  <a:pt x="1865345" y="2173973"/>
                  <a:pt x="1796045" y="2243273"/>
                  <a:pt x="1710469" y="2243273"/>
                </a:cubicBezTo>
                <a:cubicBezTo>
                  <a:pt x="1624893" y="2243273"/>
                  <a:pt x="1555592" y="2173973"/>
                  <a:pt x="1555592" y="2088397"/>
                </a:cubicBezTo>
                <a:cubicBezTo>
                  <a:pt x="1555592" y="2002821"/>
                  <a:pt x="1624893" y="1933520"/>
                  <a:pt x="1710469" y="1933520"/>
                </a:cubicBezTo>
                <a:close/>
                <a:moveTo>
                  <a:pt x="1710470" y="1845319"/>
                </a:moveTo>
                <a:cubicBezTo>
                  <a:pt x="1576068" y="1845319"/>
                  <a:pt x="1467392" y="1953995"/>
                  <a:pt x="1467392" y="2088396"/>
                </a:cubicBezTo>
                <a:cubicBezTo>
                  <a:pt x="1467392" y="2222798"/>
                  <a:pt x="1576068" y="2331474"/>
                  <a:pt x="1710470" y="2331474"/>
                </a:cubicBezTo>
                <a:cubicBezTo>
                  <a:pt x="1844871" y="2331474"/>
                  <a:pt x="1953547" y="2222798"/>
                  <a:pt x="1953547" y="2088396"/>
                </a:cubicBezTo>
                <a:cubicBezTo>
                  <a:pt x="1953547" y="1953995"/>
                  <a:pt x="1844871" y="1845319"/>
                  <a:pt x="1710470" y="1845319"/>
                </a:cubicBezTo>
                <a:close/>
                <a:moveTo>
                  <a:pt x="1202263" y="167400"/>
                </a:moveTo>
                <a:cubicBezTo>
                  <a:pt x="1380766" y="167400"/>
                  <a:pt x="1558218" y="167400"/>
                  <a:pt x="1738820" y="167400"/>
                </a:cubicBezTo>
                <a:cubicBezTo>
                  <a:pt x="1738820" y="174750"/>
                  <a:pt x="1741970" y="954384"/>
                  <a:pt x="1744070" y="1336588"/>
                </a:cubicBezTo>
                <a:cubicBezTo>
                  <a:pt x="1744070" y="1349188"/>
                  <a:pt x="1935697" y="1631116"/>
                  <a:pt x="1955122" y="1631116"/>
                </a:cubicBezTo>
                <a:cubicBezTo>
                  <a:pt x="2048574" y="1630066"/>
                  <a:pt x="2141499" y="1631116"/>
                  <a:pt x="2234426" y="1630066"/>
                </a:cubicBezTo>
                <a:cubicBezTo>
                  <a:pt x="2252801" y="1629541"/>
                  <a:pt x="2259101" y="1635316"/>
                  <a:pt x="2258576" y="1653167"/>
                </a:cubicBezTo>
                <a:cubicBezTo>
                  <a:pt x="2257526" y="1673117"/>
                  <a:pt x="2259101" y="1693592"/>
                  <a:pt x="2258576" y="1713542"/>
                </a:cubicBezTo>
                <a:cubicBezTo>
                  <a:pt x="2258051" y="1729817"/>
                  <a:pt x="2262251" y="1736117"/>
                  <a:pt x="2280101" y="1736642"/>
                </a:cubicBezTo>
                <a:cubicBezTo>
                  <a:pt x="2412928" y="1739793"/>
                  <a:pt x="2545229" y="1744518"/>
                  <a:pt x="2678055" y="1749243"/>
                </a:cubicBezTo>
                <a:cubicBezTo>
                  <a:pt x="2686981" y="1749768"/>
                  <a:pt x="3500739" y="2793479"/>
                  <a:pt x="3728592" y="3139458"/>
                </a:cubicBezTo>
                <a:cubicBezTo>
                  <a:pt x="3837793" y="3301685"/>
                  <a:pt x="3907094" y="3431886"/>
                  <a:pt x="3981120" y="3625088"/>
                </a:cubicBezTo>
                <a:cubicBezTo>
                  <a:pt x="4046745" y="3853991"/>
                  <a:pt x="4018920" y="3983143"/>
                  <a:pt x="4002120" y="4043518"/>
                </a:cubicBezTo>
                <a:cubicBezTo>
                  <a:pt x="3978495" y="4145894"/>
                  <a:pt x="3899219" y="4389497"/>
                  <a:pt x="3678191" y="4530724"/>
                </a:cubicBezTo>
                <a:cubicBezTo>
                  <a:pt x="3613616" y="4563799"/>
                  <a:pt x="3479214" y="4637825"/>
                  <a:pt x="3216186" y="4718676"/>
                </a:cubicBezTo>
                <a:cubicBezTo>
                  <a:pt x="3216186" y="4822627"/>
                  <a:pt x="3216186" y="4925003"/>
                  <a:pt x="3216186" y="5032629"/>
                </a:cubicBezTo>
                <a:cubicBezTo>
                  <a:pt x="3471864" y="5034729"/>
                  <a:pt x="3724917" y="5036829"/>
                  <a:pt x="3979020" y="5038929"/>
                </a:cubicBezTo>
                <a:cubicBezTo>
                  <a:pt x="3979020" y="5223206"/>
                  <a:pt x="3979020" y="5404333"/>
                  <a:pt x="3979020" y="5586511"/>
                </a:cubicBezTo>
                <a:cubicBezTo>
                  <a:pt x="2652855" y="5586511"/>
                  <a:pt x="1327216" y="5586511"/>
                  <a:pt x="0" y="5586511"/>
                </a:cubicBezTo>
                <a:cubicBezTo>
                  <a:pt x="0" y="5404858"/>
                  <a:pt x="0" y="5223731"/>
                  <a:pt x="0" y="5037879"/>
                </a:cubicBezTo>
                <a:cubicBezTo>
                  <a:pt x="134926" y="5035254"/>
                  <a:pt x="269328" y="5032104"/>
                  <a:pt x="405829" y="5028954"/>
                </a:cubicBezTo>
                <a:cubicBezTo>
                  <a:pt x="405829" y="4969103"/>
                  <a:pt x="405829" y="4909778"/>
                  <a:pt x="405829" y="4847827"/>
                </a:cubicBezTo>
                <a:cubicBezTo>
                  <a:pt x="416330" y="4847827"/>
                  <a:pt x="765983" y="4844677"/>
                  <a:pt x="933460" y="4842052"/>
                </a:cubicBezTo>
                <a:cubicBezTo>
                  <a:pt x="945535" y="4841527"/>
                  <a:pt x="1251089" y="4662500"/>
                  <a:pt x="1391791" y="4577974"/>
                </a:cubicBezTo>
                <a:cubicBezTo>
                  <a:pt x="1404391" y="4570099"/>
                  <a:pt x="1413842" y="4570624"/>
                  <a:pt x="1426967" y="4577449"/>
                </a:cubicBezTo>
                <a:cubicBezTo>
                  <a:pt x="1544568" y="4638350"/>
                  <a:pt x="1806546" y="4768026"/>
                  <a:pt x="1822821" y="4773801"/>
                </a:cubicBezTo>
                <a:cubicBezTo>
                  <a:pt x="1819146" y="4628900"/>
                  <a:pt x="1815996" y="4489248"/>
                  <a:pt x="1812321" y="4347496"/>
                </a:cubicBezTo>
                <a:cubicBezTo>
                  <a:pt x="1457417" y="4343821"/>
                  <a:pt x="1103562" y="4340146"/>
                  <a:pt x="746558" y="4336471"/>
                </a:cubicBezTo>
                <a:cubicBezTo>
                  <a:pt x="743933" y="4230420"/>
                  <a:pt x="741308" y="4126469"/>
                  <a:pt x="738683" y="4018843"/>
                </a:cubicBezTo>
                <a:cubicBezTo>
                  <a:pt x="720308" y="4017268"/>
                  <a:pt x="259353" y="4010443"/>
                  <a:pt x="47251" y="4008868"/>
                </a:cubicBezTo>
                <a:cubicBezTo>
                  <a:pt x="39375" y="4008868"/>
                  <a:pt x="31500" y="4008868"/>
                  <a:pt x="22050" y="4008868"/>
                </a:cubicBezTo>
                <a:cubicBezTo>
                  <a:pt x="22050" y="3958992"/>
                  <a:pt x="22050" y="3910167"/>
                  <a:pt x="22050" y="3859241"/>
                </a:cubicBezTo>
                <a:cubicBezTo>
                  <a:pt x="28875" y="3859241"/>
                  <a:pt x="1800771" y="3859241"/>
                  <a:pt x="2680155" y="3859241"/>
                </a:cubicBezTo>
                <a:cubicBezTo>
                  <a:pt x="2715856" y="3859241"/>
                  <a:pt x="2730556" y="3966867"/>
                  <a:pt x="2735281" y="4002567"/>
                </a:cubicBezTo>
                <a:cubicBezTo>
                  <a:pt x="2954734" y="3954267"/>
                  <a:pt x="3116435" y="3816190"/>
                  <a:pt x="3160011" y="3584138"/>
                </a:cubicBezTo>
                <a:cubicBezTo>
                  <a:pt x="3178911" y="3484912"/>
                  <a:pt x="3160536" y="3385686"/>
                  <a:pt x="3134286" y="3287510"/>
                </a:cubicBezTo>
                <a:cubicBezTo>
                  <a:pt x="3094910" y="3140508"/>
                  <a:pt x="2999359" y="3036032"/>
                  <a:pt x="2877558" y="2957806"/>
                </a:cubicBezTo>
                <a:cubicBezTo>
                  <a:pt x="2786206" y="2898480"/>
                  <a:pt x="2683305" y="2858580"/>
                  <a:pt x="2569379" y="2858055"/>
                </a:cubicBezTo>
                <a:cubicBezTo>
                  <a:pt x="2329977" y="2855955"/>
                  <a:pt x="1841721" y="2849655"/>
                  <a:pt x="1834896" y="2850180"/>
                </a:cubicBezTo>
                <a:cubicBezTo>
                  <a:pt x="1833321" y="2885355"/>
                  <a:pt x="1825446" y="3018707"/>
                  <a:pt x="1819671" y="3051257"/>
                </a:cubicBezTo>
                <a:cubicBezTo>
                  <a:pt x="1811796" y="3093258"/>
                  <a:pt x="1747220" y="3107958"/>
                  <a:pt x="1737770" y="3109008"/>
                </a:cubicBezTo>
                <a:cubicBezTo>
                  <a:pt x="1734095" y="3236584"/>
                  <a:pt x="1730420" y="3364161"/>
                  <a:pt x="1726745" y="3494362"/>
                </a:cubicBezTo>
                <a:cubicBezTo>
                  <a:pt x="1547193" y="3490687"/>
                  <a:pt x="1388116" y="3501187"/>
                  <a:pt x="1191238" y="3497512"/>
                </a:cubicBezTo>
                <a:cubicBezTo>
                  <a:pt x="1191238" y="3488062"/>
                  <a:pt x="1186513" y="3242884"/>
                  <a:pt x="1185463" y="3135258"/>
                </a:cubicBezTo>
                <a:cubicBezTo>
                  <a:pt x="1185463" y="3123183"/>
                  <a:pt x="1015361" y="3045482"/>
                  <a:pt x="937660" y="3013457"/>
                </a:cubicBezTo>
                <a:cubicBezTo>
                  <a:pt x="936610" y="3012932"/>
                  <a:pt x="934510" y="3013457"/>
                  <a:pt x="936085" y="3013457"/>
                </a:cubicBezTo>
                <a:cubicBezTo>
                  <a:pt x="898810" y="3105858"/>
                  <a:pt x="862059" y="3197209"/>
                  <a:pt x="824784" y="3290660"/>
                </a:cubicBezTo>
                <a:cubicBezTo>
                  <a:pt x="794859" y="3281735"/>
                  <a:pt x="766508" y="3273859"/>
                  <a:pt x="737633" y="3265459"/>
                </a:cubicBezTo>
                <a:cubicBezTo>
                  <a:pt x="701408" y="3254959"/>
                  <a:pt x="662557" y="3294860"/>
                  <a:pt x="660457" y="3297485"/>
                </a:cubicBezTo>
                <a:cubicBezTo>
                  <a:pt x="558606" y="3253384"/>
                  <a:pt x="457805" y="3209809"/>
                  <a:pt x="352279" y="3164658"/>
                </a:cubicBezTo>
                <a:cubicBezTo>
                  <a:pt x="365404" y="3128958"/>
                  <a:pt x="481430" y="2849655"/>
                  <a:pt x="525006" y="2749904"/>
                </a:cubicBezTo>
                <a:cubicBezTo>
                  <a:pt x="529206" y="2739404"/>
                  <a:pt x="533931" y="2728378"/>
                  <a:pt x="536556" y="2717353"/>
                </a:cubicBezTo>
                <a:cubicBezTo>
                  <a:pt x="543906" y="2689003"/>
                  <a:pt x="538656" y="2676928"/>
                  <a:pt x="514506" y="2660653"/>
                </a:cubicBezTo>
                <a:cubicBezTo>
                  <a:pt x="483530" y="2639653"/>
                  <a:pt x="483005" y="2637027"/>
                  <a:pt x="498230" y="2602902"/>
                </a:cubicBezTo>
                <a:cubicBezTo>
                  <a:pt x="527631" y="2535176"/>
                  <a:pt x="589581" y="2392900"/>
                  <a:pt x="592206" y="2387650"/>
                </a:cubicBezTo>
                <a:cubicBezTo>
                  <a:pt x="726608" y="2441725"/>
                  <a:pt x="859959" y="2495801"/>
                  <a:pt x="998561" y="2551976"/>
                </a:cubicBezTo>
                <a:cubicBezTo>
                  <a:pt x="998561" y="2537276"/>
                  <a:pt x="1001711" y="2008595"/>
                  <a:pt x="1003286" y="1752393"/>
                </a:cubicBezTo>
                <a:cubicBezTo>
                  <a:pt x="1003286" y="1738217"/>
                  <a:pt x="1190188" y="1605391"/>
                  <a:pt x="1190188" y="1599091"/>
                </a:cubicBezTo>
                <a:cubicBezTo>
                  <a:pt x="1191763" y="1514040"/>
                  <a:pt x="1202263" y="174750"/>
                  <a:pt x="1202263" y="167400"/>
                </a:cubicBezTo>
                <a:close/>
                <a:moveTo>
                  <a:pt x="1169095" y="0"/>
                </a:moveTo>
                <a:lnTo>
                  <a:pt x="1766794" y="0"/>
                </a:lnTo>
                <a:cubicBezTo>
                  <a:pt x="1800181" y="0"/>
                  <a:pt x="1827246" y="27065"/>
                  <a:pt x="1827246" y="60452"/>
                </a:cubicBezTo>
                <a:lnTo>
                  <a:pt x="1827245" y="60452"/>
                </a:lnTo>
                <a:cubicBezTo>
                  <a:pt x="1827245" y="93839"/>
                  <a:pt x="1800180" y="120904"/>
                  <a:pt x="1766793" y="120904"/>
                </a:cubicBezTo>
                <a:lnTo>
                  <a:pt x="1169095" y="120903"/>
                </a:lnTo>
                <a:cubicBezTo>
                  <a:pt x="1144055" y="120903"/>
                  <a:pt x="1122571" y="105679"/>
                  <a:pt x="1113394" y="83982"/>
                </a:cubicBezTo>
                <a:lnTo>
                  <a:pt x="1108643" y="60452"/>
                </a:lnTo>
                <a:lnTo>
                  <a:pt x="1113394" y="36921"/>
                </a:lnTo>
                <a:cubicBezTo>
                  <a:pt x="1122571" y="15224"/>
                  <a:pt x="1144055" y="0"/>
                  <a:pt x="1169095" y="0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grpSp>
        <p:nvGrpSpPr>
          <p:cNvPr id="550" name="Google Shape;550;p63"/>
          <p:cNvGrpSpPr/>
          <p:nvPr/>
        </p:nvGrpSpPr>
        <p:grpSpPr>
          <a:xfrm>
            <a:off x="2357534" y="3288067"/>
            <a:ext cx="2704011" cy="3059832"/>
            <a:chOff x="1010687" y="1281170"/>
            <a:chExt cx="4403405" cy="4982850"/>
          </a:xfrm>
        </p:grpSpPr>
        <p:sp>
          <p:nvSpPr>
            <p:cNvPr id="551" name="Google Shape;551;p63"/>
            <p:cNvSpPr/>
            <p:nvPr/>
          </p:nvSpPr>
          <p:spPr>
            <a:xfrm rot="-2700000">
              <a:off x="3498106" y="2486859"/>
              <a:ext cx="342733" cy="338278"/>
            </a:xfrm>
            <a:custGeom>
              <a:rect b="b" l="l" r="r" t="t"/>
              <a:pathLst>
                <a:path extrusionOk="0" h="255829" w="259198">
                  <a:moveTo>
                    <a:pt x="1" y="145594"/>
                  </a:moveTo>
                  <a:cubicBezTo>
                    <a:pt x="1" y="84713"/>
                    <a:pt x="35885" y="62300"/>
                    <a:pt x="110236" y="35359"/>
                  </a:cubicBezTo>
                  <a:cubicBezTo>
                    <a:pt x="178411" y="18523"/>
                    <a:pt x="199441" y="11785"/>
                    <a:pt x="259198" y="0"/>
                  </a:cubicBezTo>
                  <a:cubicBezTo>
                    <a:pt x="244044" y="58633"/>
                    <a:pt x="244042" y="75173"/>
                    <a:pt x="220470" y="145594"/>
                  </a:cubicBezTo>
                  <a:cubicBezTo>
                    <a:pt x="196896" y="219943"/>
                    <a:pt x="171116" y="255829"/>
                    <a:pt x="110235" y="255829"/>
                  </a:cubicBezTo>
                  <a:cubicBezTo>
                    <a:pt x="49354" y="255829"/>
                    <a:pt x="0" y="206475"/>
                    <a:pt x="0" y="145594"/>
                  </a:cubicBezTo>
                  <a:lnTo>
                    <a:pt x="1" y="145594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grpSp>
          <p:nvGrpSpPr>
            <p:cNvPr id="552" name="Google Shape;552;p63"/>
            <p:cNvGrpSpPr/>
            <p:nvPr/>
          </p:nvGrpSpPr>
          <p:grpSpPr>
            <a:xfrm>
              <a:off x="1010687" y="1281170"/>
              <a:ext cx="2657454" cy="2091363"/>
              <a:chOff x="-25702" y="1091042"/>
              <a:chExt cx="2677201" cy="2106904"/>
            </a:xfrm>
          </p:grpSpPr>
          <p:grpSp>
            <p:nvGrpSpPr>
              <p:cNvPr id="553" name="Google Shape;553;p63"/>
              <p:cNvGrpSpPr/>
              <p:nvPr/>
            </p:nvGrpSpPr>
            <p:grpSpPr>
              <a:xfrm>
                <a:off x="-25702" y="1219756"/>
                <a:ext cx="2677201" cy="1978190"/>
                <a:chOff x="441077" y="1844825"/>
                <a:chExt cx="2428193" cy="1794197"/>
              </a:xfrm>
            </p:grpSpPr>
            <p:sp>
              <p:nvSpPr>
                <p:cNvPr id="554" name="Google Shape;554;p63"/>
                <p:cNvSpPr/>
                <p:nvPr/>
              </p:nvSpPr>
              <p:spPr>
                <a:xfrm rot="3600000">
                  <a:off x="2191300" y="2155086"/>
                  <a:ext cx="810238" cy="162331"/>
                </a:xfrm>
                <a:prstGeom prst="roundRect">
                  <a:avLst>
                    <a:gd fmla="val 46616" name="adj"/>
                  </a:avLst>
                </a:prstGeom>
                <a:solidFill>
                  <a:srgbClr val="F2F2F2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 sz="2701">
                    <a:solidFill>
                      <a:schemeClr val="lt1"/>
                    </a:solidFill>
                    <a:latin typeface="Century Gothic"/>
                    <a:ea typeface="Century Gothic"/>
                    <a:cs typeface="Century Gothic"/>
                    <a:sym typeface="Century Gothic"/>
                  </a:endParaRPr>
                </a:p>
              </p:txBody>
            </p:sp>
            <p:sp>
              <p:nvSpPr>
                <p:cNvPr id="555" name="Google Shape;555;p63"/>
                <p:cNvSpPr/>
                <p:nvPr/>
              </p:nvSpPr>
              <p:spPr>
                <a:xfrm rot="-7200000">
                  <a:off x="1292073" y="1706320"/>
                  <a:ext cx="548653" cy="2249228"/>
                </a:xfrm>
                <a:prstGeom prst="round2SameRect">
                  <a:avLst>
                    <a:gd fmla="val 50000" name="adj1"/>
                    <a:gd fmla="val 0" name="adj2"/>
                  </a:avLst>
                </a:prstGeom>
                <a:solidFill>
                  <a:srgbClr val="F2F2F2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 sz="2701">
                    <a:solidFill>
                      <a:schemeClr val="lt1"/>
                    </a:solidFill>
                    <a:latin typeface="Century Gothic"/>
                    <a:ea typeface="Century Gothic"/>
                    <a:cs typeface="Century Gothic"/>
                    <a:sym typeface="Century Gothic"/>
                  </a:endParaRPr>
                </a:p>
              </p:txBody>
            </p:sp>
            <p:sp>
              <p:nvSpPr>
                <p:cNvPr id="556" name="Google Shape;556;p63"/>
                <p:cNvSpPr/>
                <p:nvPr/>
              </p:nvSpPr>
              <p:spPr>
                <a:xfrm rot="-7200000">
                  <a:off x="1277858" y="1714528"/>
                  <a:ext cx="548653" cy="2249228"/>
                </a:xfrm>
                <a:custGeom>
                  <a:rect b="b" l="l" r="r" t="t"/>
                  <a:pathLst>
                    <a:path extrusionOk="0" h="2726892" w="665170">
                      <a:moveTo>
                        <a:pt x="332585" y="0"/>
                      </a:moveTo>
                      <a:lnTo>
                        <a:pt x="332585" y="0"/>
                      </a:lnTo>
                      <a:cubicBezTo>
                        <a:pt x="516267" y="0"/>
                        <a:pt x="665170" y="148903"/>
                        <a:pt x="665170" y="332585"/>
                      </a:cubicBezTo>
                      <a:cubicBezTo>
                        <a:pt x="665078" y="692931"/>
                        <a:pt x="664987" y="1053276"/>
                        <a:pt x="664895" y="1413622"/>
                      </a:cubicBezTo>
                      <a:cubicBezTo>
                        <a:pt x="476395" y="1778168"/>
                        <a:pt x="266092" y="2119826"/>
                        <a:pt x="0" y="2726892"/>
                      </a:cubicBezTo>
                      <a:lnTo>
                        <a:pt x="0" y="2726892"/>
                      </a:lnTo>
                      <a:lnTo>
                        <a:pt x="0" y="332585"/>
                      </a:lnTo>
                      <a:cubicBezTo>
                        <a:pt x="0" y="148903"/>
                        <a:pt x="148903" y="0"/>
                        <a:pt x="332585" y="0"/>
                      </a:cubicBezTo>
                      <a:close/>
                    </a:path>
                  </a:pathLst>
                </a:custGeom>
                <a:solidFill>
                  <a:srgbClr val="7F7F7F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 sz="2701">
                    <a:solidFill>
                      <a:schemeClr val="lt1"/>
                    </a:solidFill>
                    <a:latin typeface="Century Gothic"/>
                    <a:ea typeface="Century Gothic"/>
                    <a:cs typeface="Century Gothic"/>
                    <a:sym typeface="Century Gothic"/>
                  </a:endParaRPr>
                </a:p>
              </p:txBody>
            </p:sp>
          </p:grpSp>
          <p:sp>
            <p:nvSpPr>
              <p:cNvPr id="557" name="Google Shape;557;p63"/>
              <p:cNvSpPr/>
              <p:nvPr/>
            </p:nvSpPr>
            <p:spPr>
              <a:xfrm rot="-1677828">
                <a:off x="939740" y="2205693"/>
                <a:ext cx="169099" cy="169099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558" name="Google Shape;558;p63"/>
              <p:cNvSpPr/>
              <p:nvPr/>
            </p:nvSpPr>
            <p:spPr>
              <a:xfrm rot="-1677828">
                <a:off x="715292" y="2593806"/>
                <a:ext cx="84549" cy="84549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559" name="Google Shape;559;p63"/>
              <p:cNvSpPr/>
              <p:nvPr/>
            </p:nvSpPr>
            <p:spPr>
              <a:xfrm rot="-1677828">
                <a:off x="450432" y="2660329"/>
                <a:ext cx="137710" cy="13771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560" name="Google Shape;560;p63"/>
              <p:cNvSpPr/>
              <p:nvPr/>
            </p:nvSpPr>
            <p:spPr>
              <a:xfrm rot="-1677828">
                <a:off x="1419157" y="2059022"/>
                <a:ext cx="228336" cy="228336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561" name="Google Shape;561;p63"/>
              <p:cNvSpPr/>
              <p:nvPr/>
            </p:nvSpPr>
            <p:spPr>
              <a:xfrm rot="-1677828">
                <a:off x="1037837" y="2587555"/>
                <a:ext cx="84549" cy="84549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562" name="Google Shape;562;p63"/>
              <p:cNvSpPr/>
              <p:nvPr/>
            </p:nvSpPr>
            <p:spPr>
              <a:xfrm rot="-1677828">
                <a:off x="1216994" y="2334034"/>
                <a:ext cx="137710" cy="13771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grpSp>
            <p:nvGrpSpPr>
              <p:cNvPr id="563" name="Google Shape;563;p63"/>
              <p:cNvGrpSpPr/>
              <p:nvPr/>
            </p:nvGrpSpPr>
            <p:grpSpPr>
              <a:xfrm rot="900000">
                <a:off x="1099212" y="1223719"/>
                <a:ext cx="1160423" cy="1026694"/>
                <a:chOff x="7060753" y="2351820"/>
                <a:chExt cx="949019" cy="839650"/>
              </a:xfrm>
            </p:grpSpPr>
            <p:sp>
              <p:nvSpPr>
                <p:cNvPr id="564" name="Google Shape;564;p63"/>
                <p:cNvSpPr/>
                <p:nvPr/>
              </p:nvSpPr>
              <p:spPr>
                <a:xfrm rot="2666605">
                  <a:off x="7546536" y="2490268"/>
                  <a:ext cx="468000" cy="177585"/>
                </a:xfrm>
                <a:prstGeom prst="flowChartTerminator">
                  <a:avLst/>
                </a:prstGeom>
                <a:solidFill>
                  <a:srgbClr val="BFBFBF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 sz="2701">
                    <a:solidFill>
                      <a:schemeClr val="lt1"/>
                    </a:solidFill>
                    <a:latin typeface="Century Gothic"/>
                    <a:ea typeface="Century Gothic"/>
                    <a:cs typeface="Century Gothic"/>
                    <a:sym typeface="Century Gothic"/>
                  </a:endParaRPr>
                </a:p>
              </p:txBody>
            </p:sp>
            <p:sp>
              <p:nvSpPr>
                <p:cNvPr id="565" name="Google Shape;565;p63"/>
                <p:cNvSpPr/>
                <p:nvPr/>
              </p:nvSpPr>
              <p:spPr>
                <a:xfrm rot="2666605">
                  <a:off x="7327125" y="2631892"/>
                  <a:ext cx="576064" cy="177585"/>
                </a:xfrm>
                <a:prstGeom prst="flowChartTerminator">
                  <a:avLst/>
                </a:prstGeom>
                <a:solidFill>
                  <a:srgbClr val="BFBFBF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 sz="2701">
                    <a:solidFill>
                      <a:schemeClr val="lt1"/>
                    </a:solidFill>
                    <a:latin typeface="Century Gothic"/>
                    <a:ea typeface="Century Gothic"/>
                    <a:cs typeface="Century Gothic"/>
                    <a:sym typeface="Century Gothic"/>
                  </a:endParaRPr>
                </a:p>
              </p:txBody>
            </p:sp>
            <p:sp>
              <p:nvSpPr>
                <p:cNvPr id="566" name="Google Shape;566;p63"/>
                <p:cNvSpPr/>
                <p:nvPr/>
              </p:nvSpPr>
              <p:spPr>
                <a:xfrm rot="2666605">
                  <a:off x="7171289" y="2741835"/>
                  <a:ext cx="540000" cy="177585"/>
                </a:xfrm>
                <a:prstGeom prst="flowChartTerminator">
                  <a:avLst/>
                </a:prstGeom>
                <a:solidFill>
                  <a:srgbClr val="BFBFBF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 sz="2701">
                    <a:solidFill>
                      <a:schemeClr val="lt1"/>
                    </a:solidFill>
                    <a:latin typeface="Century Gothic"/>
                    <a:ea typeface="Century Gothic"/>
                    <a:cs typeface="Century Gothic"/>
                    <a:sym typeface="Century Gothic"/>
                  </a:endParaRPr>
                </a:p>
              </p:txBody>
            </p:sp>
            <p:sp>
              <p:nvSpPr>
                <p:cNvPr id="567" name="Google Shape;567;p63"/>
                <p:cNvSpPr/>
                <p:nvPr/>
              </p:nvSpPr>
              <p:spPr>
                <a:xfrm rot="2666605">
                  <a:off x="7061137" y="2888041"/>
                  <a:ext cx="432000" cy="177585"/>
                </a:xfrm>
                <a:prstGeom prst="flowChartTerminator">
                  <a:avLst/>
                </a:prstGeom>
                <a:solidFill>
                  <a:srgbClr val="BFBFBF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 sz="2701">
                    <a:solidFill>
                      <a:schemeClr val="lt1"/>
                    </a:solidFill>
                    <a:latin typeface="Century Gothic"/>
                    <a:ea typeface="Century Gothic"/>
                    <a:cs typeface="Century Gothic"/>
                    <a:sym typeface="Century Gothic"/>
                  </a:endParaRPr>
                </a:p>
              </p:txBody>
            </p:sp>
          </p:grpSp>
        </p:grpSp>
        <p:grpSp>
          <p:nvGrpSpPr>
            <p:cNvPr id="568" name="Google Shape;568;p63"/>
            <p:cNvGrpSpPr/>
            <p:nvPr/>
          </p:nvGrpSpPr>
          <p:grpSpPr>
            <a:xfrm>
              <a:off x="3050992" y="2954864"/>
              <a:ext cx="2363100" cy="3309156"/>
              <a:chOff x="2094757" y="2757585"/>
              <a:chExt cx="2172965" cy="3042902"/>
            </a:xfrm>
          </p:grpSpPr>
          <p:sp>
            <p:nvSpPr>
              <p:cNvPr id="569" name="Google Shape;569;p63"/>
              <p:cNvSpPr/>
              <p:nvPr/>
            </p:nvSpPr>
            <p:spPr>
              <a:xfrm rot="-777828">
                <a:off x="2534405" y="3008769"/>
                <a:ext cx="776804" cy="1165208"/>
              </a:xfrm>
              <a:prstGeom prst="rect">
                <a:avLst/>
              </a:prstGeom>
              <a:solidFill>
                <a:srgbClr val="F2F2F2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570" name="Google Shape;570;p63"/>
              <p:cNvSpPr/>
              <p:nvPr/>
            </p:nvSpPr>
            <p:spPr>
              <a:xfrm rot="-777828">
                <a:off x="2274967" y="3807730"/>
                <a:ext cx="1812545" cy="1812547"/>
              </a:xfrm>
              <a:custGeom>
                <a:rect b="b" l="l" r="r" t="t"/>
                <a:pathLst>
                  <a:path extrusionOk="0" h="2016224" w="2016224">
                    <a:moveTo>
                      <a:pt x="0" y="1499022"/>
                    </a:moveTo>
                    <a:cubicBezTo>
                      <a:pt x="17125" y="1145997"/>
                      <a:pt x="344800" y="266760"/>
                      <a:pt x="594839" y="0"/>
                    </a:cubicBezTo>
                    <a:lnTo>
                      <a:pt x="1438637" y="1"/>
                    </a:lnTo>
                    <a:cubicBezTo>
                      <a:pt x="1675535" y="249838"/>
                      <a:pt x="2001847" y="1162985"/>
                      <a:pt x="2016224" y="1499022"/>
                    </a:cubicBezTo>
                    <a:cubicBezTo>
                      <a:pt x="2016224" y="1784665"/>
                      <a:pt x="1784665" y="2016224"/>
                      <a:pt x="1499022" y="2016224"/>
                    </a:cubicBezTo>
                    <a:lnTo>
                      <a:pt x="517202" y="2016224"/>
                    </a:lnTo>
                    <a:cubicBezTo>
                      <a:pt x="231559" y="2016224"/>
                      <a:pt x="0" y="1784665"/>
                      <a:pt x="0" y="1499022"/>
                    </a:cubicBezTo>
                    <a:close/>
                  </a:path>
                </a:pathLst>
              </a:custGeom>
              <a:solidFill>
                <a:srgbClr val="F2F2F2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571" name="Google Shape;571;p63"/>
              <p:cNvSpPr/>
              <p:nvPr/>
            </p:nvSpPr>
            <p:spPr>
              <a:xfrm rot="-777828">
                <a:off x="2349692" y="4466317"/>
                <a:ext cx="1812545" cy="1144588"/>
              </a:xfrm>
              <a:custGeom>
                <a:rect b="b" l="l" r="r" t="t"/>
                <a:pathLst>
                  <a:path extrusionOk="0" h="1273207" w="2016224">
                    <a:moveTo>
                      <a:pt x="170132" y="0"/>
                    </a:moveTo>
                    <a:cubicBezTo>
                      <a:pt x="823292" y="85075"/>
                      <a:pt x="1203397" y="143700"/>
                      <a:pt x="1908881" y="265095"/>
                    </a:cubicBezTo>
                    <a:cubicBezTo>
                      <a:pt x="1970783" y="462532"/>
                      <a:pt x="2011360" y="642304"/>
                      <a:pt x="2016224" y="756005"/>
                    </a:cubicBezTo>
                    <a:cubicBezTo>
                      <a:pt x="2016224" y="1041648"/>
                      <a:pt x="1784665" y="1273207"/>
                      <a:pt x="1499022" y="1273207"/>
                    </a:cubicBezTo>
                    <a:lnTo>
                      <a:pt x="517202" y="1273207"/>
                    </a:lnTo>
                    <a:cubicBezTo>
                      <a:pt x="231559" y="1273207"/>
                      <a:pt x="0" y="1041648"/>
                      <a:pt x="0" y="756005"/>
                    </a:cubicBezTo>
                    <a:cubicBezTo>
                      <a:pt x="5758" y="637302"/>
                      <a:pt x="107653" y="194008"/>
                      <a:pt x="170132" y="0"/>
                    </a:cubicBezTo>
                    <a:close/>
                  </a:path>
                </a:pathLst>
              </a:custGeom>
              <a:solidFill>
                <a:srgbClr val="0075E2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572" name="Google Shape;572;p63"/>
              <p:cNvSpPr/>
              <p:nvPr/>
            </p:nvSpPr>
            <p:spPr>
              <a:xfrm rot="-1677828">
                <a:off x="2956377" y="5401284"/>
                <a:ext cx="158978" cy="158978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573" name="Google Shape;573;p63"/>
              <p:cNvSpPr/>
              <p:nvPr/>
            </p:nvSpPr>
            <p:spPr>
              <a:xfrm rot="-1677828">
                <a:off x="3287720" y="5052607"/>
                <a:ext cx="79488" cy="79488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574" name="Google Shape;574;p63"/>
              <p:cNvSpPr/>
              <p:nvPr/>
            </p:nvSpPr>
            <p:spPr>
              <a:xfrm rot="-1677828">
                <a:off x="2951182" y="5052299"/>
                <a:ext cx="129468" cy="129468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575" name="Google Shape;575;p63"/>
              <p:cNvSpPr/>
              <p:nvPr/>
            </p:nvSpPr>
            <p:spPr>
              <a:xfrm rot="-1677828">
                <a:off x="3015455" y="4704628"/>
                <a:ext cx="214669" cy="214669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576" name="Google Shape;576;p63"/>
              <p:cNvSpPr/>
              <p:nvPr/>
            </p:nvSpPr>
            <p:spPr>
              <a:xfrm rot="-1677828">
                <a:off x="3403392" y="5279807"/>
                <a:ext cx="79488" cy="79488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577" name="Google Shape;577;p63"/>
              <p:cNvSpPr/>
              <p:nvPr/>
            </p:nvSpPr>
            <p:spPr>
              <a:xfrm rot="-1677828">
                <a:off x="3465934" y="4834759"/>
                <a:ext cx="129468" cy="129468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578" name="Google Shape;578;p63"/>
              <p:cNvSpPr/>
              <p:nvPr/>
            </p:nvSpPr>
            <p:spPr>
              <a:xfrm rot="-1677828">
                <a:off x="2867137" y="4322821"/>
                <a:ext cx="158978" cy="158978"/>
              </a:xfrm>
              <a:prstGeom prst="ellipse">
                <a:avLst/>
              </a:prstGeom>
              <a:solidFill>
                <a:srgbClr val="7F7F7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579" name="Google Shape;579;p63"/>
              <p:cNvSpPr/>
              <p:nvPr/>
            </p:nvSpPr>
            <p:spPr>
              <a:xfrm rot="-1677828">
                <a:off x="2626403" y="3199517"/>
                <a:ext cx="79488" cy="79488"/>
              </a:xfrm>
              <a:prstGeom prst="ellipse">
                <a:avLst/>
              </a:prstGeom>
              <a:solidFill>
                <a:srgbClr val="7F7F7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580" name="Google Shape;580;p63"/>
              <p:cNvSpPr/>
              <p:nvPr/>
            </p:nvSpPr>
            <p:spPr>
              <a:xfrm rot="-1677828">
                <a:off x="2881892" y="3974591"/>
                <a:ext cx="129468" cy="129468"/>
              </a:xfrm>
              <a:prstGeom prst="ellipse">
                <a:avLst/>
              </a:prstGeom>
              <a:solidFill>
                <a:srgbClr val="7F7F7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581" name="Google Shape;581;p63"/>
              <p:cNvSpPr/>
              <p:nvPr/>
            </p:nvSpPr>
            <p:spPr>
              <a:xfrm rot="-1677828">
                <a:off x="3232413" y="4332626"/>
                <a:ext cx="214669" cy="214669"/>
              </a:xfrm>
              <a:prstGeom prst="ellipse">
                <a:avLst/>
              </a:prstGeom>
              <a:solidFill>
                <a:srgbClr val="7F7F7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582" name="Google Shape;582;p63"/>
              <p:cNvSpPr/>
              <p:nvPr/>
            </p:nvSpPr>
            <p:spPr>
              <a:xfrm rot="-1677828">
                <a:off x="3114166" y="4068024"/>
                <a:ext cx="129468" cy="129468"/>
              </a:xfrm>
              <a:prstGeom prst="ellipse">
                <a:avLst/>
              </a:prstGeom>
              <a:solidFill>
                <a:srgbClr val="7F7F7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583" name="Google Shape;583;p63"/>
              <p:cNvSpPr/>
              <p:nvPr/>
            </p:nvSpPr>
            <p:spPr>
              <a:xfrm rot="-1677828">
                <a:off x="2740899" y="3591706"/>
                <a:ext cx="129468" cy="129468"/>
              </a:xfrm>
              <a:prstGeom prst="ellipse">
                <a:avLst/>
              </a:prstGeom>
              <a:solidFill>
                <a:srgbClr val="7F7F7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584" name="Google Shape;584;p63"/>
              <p:cNvSpPr/>
              <p:nvPr/>
            </p:nvSpPr>
            <p:spPr>
              <a:xfrm rot="-777828">
                <a:off x="2323230" y="2856728"/>
                <a:ext cx="903882" cy="176008"/>
              </a:xfrm>
              <a:prstGeom prst="roundRect">
                <a:avLst>
                  <a:gd fmla="val 50000" name="adj"/>
                </a:avLst>
              </a:prstGeom>
              <a:solidFill>
                <a:srgbClr val="F2F2F2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grpSp>
            <p:nvGrpSpPr>
              <p:cNvPr id="585" name="Google Shape;585;p63"/>
              <p:cNvGrpSpPr/>
              <p:nvPr/>
            </p:nvGrpSpPr>
            <p:grpSpPr>
              <a:xfrm rot="6970873">
                <a:off x="2786256" y="3010425"/>
                <a:ext cx="1020544" cy="1017329"/>
                <a:chOff x="7090231" y="2288579"/>
                <a:chExt cx="887759" cy="884964"/>
              </a:xfrm>
            </p:grpSpPr>
            <p:sp>
              <p:nvSpPr>
                <p:cNvPr id="586" name="Google Shape;586;p63"/>
                <p:cNvSpPr/>
                <p:nvPr/>
              </p:nvSpPr>
              <p:spPr>
                <a:xfrm rot="2666605">
                  <a:off x="7516438" y="2427715"/>
                  <a:ext cx="468000" cy="172778"/>
                </a:xfrm>
                <a:prstGeom prst="flowChartTerminator">
                  <a:avLst/>
                </a:prstGeom>
                <a:solidFill>
                  <a:srgbClr val="BFBFBF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 sz="2701">
                    <a:solidFill>
                      <a:schemeClr val="lt1"/>
                    </a:solidFill>
                    <a:latin typeface="Century Gothic"/>
                    <a:ea typeface="Century Gothic"/>
                    <a:cs typeface="Century Gothic"/>
                    <a:sym typeface="Century Gothic"/>
                  </a:endParaRPr>
                </a:p>
              </p:txBody>
            </p:sp>
            <p:sp>
              <p:nvSpPr>
                <p:cNvPr id="587" name="Google Shape;587;p63"/>
                <p:cNvSpPr/>
                <p:nvPr/>
              </p:nvSpPr>
              <p:spPr>
                <a:xfrm rot="2666605">
                  <a:off x="7182429" y="2755702"/>
                  <a:ext cx="576064" cy="172778"/>
                </a:xfrm>
                <a:prstGeom prst="flowChartTerminator">
                  <a:avLst/>
                </a:prstGeom>
                <a:solidFill>
                  <a:srgbClr val="BFBFBF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 sz="2701">
                    <a:solidFill>
                      <a:schemeClr val="lt1"/>
                    </a:solidFill>
                    <a:latin typeface="Century Gothic"/>
                    <a:ea typeface="Century Gothic"/>
                    <a:cs typeface="Century Gothic"/>
                    <a:sym typeface="Century Gothic"/>
                  </a:endParaRPr>
                </a:p>
              </p:txBody>
            </p:sp>
            <p:sp>
              <p:nvSpPr>
                <p:cNvPr id="588" name="Google Shape;588;p63"/>
                <p:cNvSpPr/>
                <p:nvPr/>
              </p:nvSpPr>
              <p:spPr>
                <a:xfrm rot="2666605">
                  <a:off x="7332111" y="2581252"/>
                  <a:ext cx="540000" cy="172778"/>
                </a:xfrm>
                <a:prstGeom prst="flowChartTerminator">
                  <a:avLst/>
                </a:prstGeom>
                <a:solidFill>
                  <a:srgbClr val="BFBFBF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 sz="2701">
                    <a:solidFill>
                      <a:schemeClr val="lt1"/>
                    </a:solidFill>
                    <a:latin typeface="Century Gothic"/>
                    <a:ea typeface="Century Gothic"/>
                    <a:cs typeface="Century Gothic"/>
                    <a:sym typeface="Century Gothic"/>
                  </a:endParaRPr>
                </a:p>
              </p:txBody>
            </p:sp>
            <p:sp>
              <p:nvSpPr>
                <p:cNvPr id="589" name="Google Shape;589;p63"/>
                <p:cNvSpPr/>
                <p:nvPr/>
              </p:nvSpPr>
              <p:spPr>
                <a:xfrm rot="2666605">
                  <a:off x="7088933" y="2874233"/>
                  <a:ext cx="432000" cy="172778"/>
                </a:xfrm>
                <a:prstGeom prst="flowChartTerminator">
                  <a:avLst/>
                </a:prstGeom>
                <a:solidFill>
                  <a:srgbClr val="BFBFBF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 sz="2701">
                    <a:solidFill>
                      <a:schemeClr val="lt1"/>
                    </a:solidFill>
                    <a:latin typeface="Century Gothic"/>
                    <a:ea typeface="Century Gothic"/>
                    <a:cs typeface="Century Gothic"/>
                    <a:sym typeface="Century Gothic"/>
                  </a:endParaRPr>
                </a:p>
              </p:txBody>
            </p:sp>
          </p:grpSp>
        </p:grpSp>
      </p:grpSp>
      <p:grpSp>
        <p:nvGrpSpPr>
          <p:cNvPr id="590" name="Google Shape;590;p63"/>
          <p:cNvGrpSpPr/>
          <p:nvPr/>
        </p:nvGrpSpPr>
        <p:grpSpPr>
          <a:xfrm>
            <a:off x="5110630" y="3499245"/>
            <a:ext cx="2202045" cy="2684948"/>
            <a:chOff x="7596534" y="1781236"/>
            <a:chExt cx="3532564" cy="4307246"/>
          </a:xfrm>
        </p:grpSpPr>
        <p:grpSp>
          <p:nvGrpSpPr>
            <p:cNvPr id="591" name="Google Shape;591;p63"/>
            <p:cNvGrpSpPr/>
            <p:nvPr/>
          </p:nvGrpSpPr>
          <p:grpSpPr>
            <a:xfrm>
              <a:off x="8868300" y="3762813"/>
              <a:ext cx="989035" cy="2325669"/>
              <a:chOff x="6660232" y="3023478"/>
              <a:chExt cx="1152128" cy="2709175"/>
            </a:xfrm>
          </p:grpSpPr>
          <p:grpSp>
            <p:nvGrpSpPr>
              <p:cNvPr id="592" name="Google Shape;592;p63"/>
              <p:cNvGrpSpPr/>
              <p:nvPr/>
            </p:nvGrpSpPr>
            <p:grpSpPr>
              <a:xfrm rot="5400000">
                <a:off x="5910032" y="3902442"/>
                <a:ext cx="2652421" cy="1008000"/>
                <a:chOff x="3215725" y="3292527"/>
                <a:chExt cx="2652421" cy="1008000"/>
              </a:xfrm>
            </p:grpSpPr>
            <p:sp>
              <p:nvSpPr>
                <p:cNvPr id="593" name="Google Shape;593;p63"/>
                <p:cNvSpPr/>
                <p:nvPr/>
              </p:nvSpPr>
              <p:spPr>
                <a:xfrm rot="5400000">
                  <a:off x="4855267" y="3287648"/>
                  <a:ext cx="1008000" cy="1017757"/>
                </a:xfrm>
                <a:prstGeom prst="blockArc">
                  <a:avLst>
                    <a:gd fmla="val 10800000" name="adj1"/>
                    <a:gd fmla="val 9456" name="adj2"/>
                    <a:gd fmla="val 10672" name="adj3"/>
                  </a:avLst>
                </a:prstGeom>
                <a:solidFill>
                  <a:srgbClr val="BFBFBF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 sz="2701">
                    <a:solidFill>
                      <a:schemeClr val="dk1"/>
                    </a:solidFill>
                    <a:latin typeface="Century Gothic"/>
                    <a:ea typeface="Century Gothic"/>
                    <a:cs typeface="Century Gothic"/>
                    <a:sym typeface="Century Gothic"/>
                  </a:endParaRPr>
                </a:p>
              </p:txBody>
            </p:sp>
            <p:sp>
              <p:nvSpPr>
                <p:cNvPr id="594" name="Google Shape;594;p63"/>
                <p:cNvSpPr/>
                <p:nvPr/>
              </p:nvSpPr>
              <p:spPr>
                <a:xfrm rot="10800000">
                  <a:off x="3215725" y="4192527"/>
                  <a:ext cx="2160000" cy="108000"/>
                </a:xfrm>
                <a:prstGeom prst="rect">
                  <a:avLst/>
                </a:prstGeom>
                <a:solidFill>
                  <a:srgbClr val="BFBFBF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 sz="2701">
                    <a:solidFill>
                      <a:schemeClr val="lt1"/>
                    </a:solidFill>
                    <a:latin typeface="Century Gothic"/>
                    <a:ea typeface="Century Gothic"/>
                    <a:cs typeface="Century Gothic"/>
                    <a:sym typeface="Century Gothic"/>
                  </a:endParaRPr>
                </a:p>
              </p:txBody>
            </p:sp>
            <p:sp>
              <p:nvSpPr>
                <p:cNvPr id="595" name="Google Shape;595;p63"/>
                <p:cNvSpPr/>
                <p:nvPr/>
              </p:nvSpPr>
              <p:spPr>
                <a:xfrm rot="10800000">
                  <a:off x="3215725" y="3294974"/>
                  <a:ext cx="2160000" cy="108000"/>
                </a:xfrm>
                <a:prstGeom prst="rect">
                  <a:avLst/>
                </a:prstGeom>
                <a:solidFill>
                  <a:srgbClr val="BFBFBF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 sz="2701">
                    <a:solidFill>
                      <a:schemeClr val="lt1"/>
                    </a:solidFill>
                    <a:latin typeface="Century Gothic"/>
                    <a:ea typeface="Century Gothic"/>
                    <a:cs typeface="Century Gothic"/>
                    <a:sym typeface="Century Gothic"/>
                  </a:endParaRPr>
                </a:p>
              </p:txBody>
            </p:sp>
          </p:grpSp>
          <p:sp>
            <p:nvSpPr>
              <p:cNvPr id="596" name="Google Shape;596;p63"/>
              <p:cNvSpPr/>
              <p:nvPr/>
            </p:nvSpPr>
            <p:spPr>
              <a:xfrm>
                <a:off x="6660232" y="3023478"/>
                <a:ext cx="180010" cy="108000"/>
              </a:xfrm>
              <a:prstGeom prst="roundRect">
                <a:avLst>
                  <a:gd fmla="val 50000" name="adj"/>
                </a:avLst>
              </a:prstGeom>
              <a:solidFill>
                <a:srgbClr val="BFBF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597" name="Google Shape;597;p63"/>
              <p:cNvSpPr/>
              <p:nvPr/>
            </p:nvSpPr>
            <p:spPr>
              <a:xfrm>
                <a:off x="7632350" y="3023478"/>
                <a:ext cx="180010" cy="108000"/>
              </a:xfrm>
              <a:prstGeom prst="roundRect">
                <a:avLst>
                  <a:gd fmla="val 50000" name="adj"/>
                </a:avLst>
              </a:prstGeom>
              <a:solidFill>
                <a:srgbClr val="BFBF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598" name="Google Shape;598;p63"/>
              <p:cNvSpPr/>
              <p:nvPr/>
            </p:nvSpPr>
            <p:spPr>
              <a:xfrm rot="10800000">
                <a:off x="6840241" y="4038397"/>
                <a:ext cx="789554" cy="158856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rgbClr val="D8D8D8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</p:grpSp>
        <p:sp>
          <p:nvSpPr>
            <p:cNvPr id="599" name="Google Shape;599;p63"/>
            <p:cNvSpPr/>
            <p:nvPr/>
          </p:nvSpPr>
          <p:spPr>
            <a:xfrm rot="-1677828">
              <a:off x="9413601" y="5367261"/>
              <a:ext cx="158978" cy="158978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00" name="Google Shape;600;p63"/>
            <p:cNvSpPr/>
            <p:nvPr/>
          </p:nvSpPr>
          <p:spPr>
            <a:xfrm rot="-1677828">
              <a:off x="9414186" y="5216395"/>
              <a:ext cx="79488" cy="79488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01" name="Google Shape;601;p63"/>
            <p:cNvSpPr/>
            <p:nvPr/>
          </p:nvSpPr>
          <p:spPr>
            <a:xfrm rot="-1677828">
              <a:off x="9160816" y="5090898"/>
              <a:ext cx="129469" cy="129469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02" name="Google Shape;602;p63"/>
            <p:cNvSpPr/>
            <p:nvPr/>
          </p:nvSpPr>
          <p:spPr>
            <a:xfrm rot="-1677828">
              <a:off x="9225092" y="4743230"/>
              <a:ext cx="214669" cy="214669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03" name="Google Shape;603;p63"/>
            <p:cNvSpPr/>
            <p:nvPr/>
          </p:nvSpPr>
          <p:spPr>
            <a:xfrm rot="-1677828">
              <a:off x="9331244" y="5671742"/>
              <a:ext cx="129469" cy="129469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04" name="Google Shape;604;p63"/>
            <p:cNvSpPr/>
            <p:nvPr/>
          </p:nvSpPr>
          <p:spPr>
            <a:xfrm rot="-1677828">
              <a:off x="9305062" y="4473525"/>
              <a:ext cx="158978" cy="158978"/>
            </a:xfrm>
            <a:prstGeom prst="ellipse">
              <a:avLst/>
            </a:prstGeom>
            <a:solidFill>
              <a:srgbClr val="D8D8D8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05" name="Google Shape;605;p63"/>
            <p:cNvSpPr/>
            <p:nvPr/>
          </p:nvSpPr>
          <p:spPr>
            <a:xfrm rot="-1677828">
              <a:off x="9068678" y="4293265"/>
              <a:ext cx="129469" cy="129469"/>
            </a:xfrm>
            <a:prstGeom prst="ellipse">
              <a:avLst/>
            </a:prstGeom>
            <a:solidFill>
              <a:srgbClr val="D8D8D8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06" name="Google Shape;606;p63"/>
            <p:cNvSpPr/>
            <p:nvPr/>
          </p:nvSpPr>
          <p:spPr>
            <a:xfrm rot="-1677828">
              <a:off x="9347918" y="4261172"/>
              <a:ext cx="110234" cy="110234"/>
            </a:xfrm>
            <a:prstGeom prst="ellipse">
              <a:avLst/>
            </a:prstGeom>
            <a:solidFill>
              <a:srgbClr val="D8D8D8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07" name="Google Shape;607;p63"/>
            <p:cNvSpPr/>
            <p:nvPr/>
          </p:nvSpPr>
          <p:spPr>
            <a:xfrm rot="-1677828">
              <a:off x="9488278" y="4986708"/>
              <a:ext cx="129469" cy="129469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08" name="Google Shape;608;p63"/>
            <p:cNvSpPr/>
            <p:nvPr/>
          </p:nvSpPr>
          <p:spPr>
            <a:xfrm rot="-1677828">
              <a:off x="9230283" y="5514488"/>
              <a:ext cx="79488" cy="79488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09" name="Google Shape;609;p63"/>
            <p:cNvSpPr/>
            <p:nvPr/>
          </p:nvSpPr>
          <p:spPr>
            <a:xfrm rot="-1677828">
              <a:off x="9515886" y="4104569"/>
              <a:ext cx="129469" cy="129469"/>
            </a:xfrm>
            <a:prstGeom prst="ellipse">
              <a:avLst/>
            </a:prstGeom>
            <a:solidFill>
              <a:srgbClr val="D8D8D8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10" name="Google Shape;610;p63"/>
            <p:cNvSpPr/>
            <p:nvPr/>
          </p:nvSpPr>
          <p:spPr>
            <a:xfrm>
              <a:off x="7596534" y="2710959"/>
              <a:ext cx="648072" cy="648072"/>
            </a:xfrm>
            <a:prstGeom prst="ellipse">
              <a:avLst/>
            </a:prstGeom>
            <a:solidFill>
              <a:srgbClr val="0075E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11" name="Google Shape;611;p63"/>
            <p:cNvSpPr/>
            <p:nvPr/>
          </p:nvSpPr>
          <p:spPr>
            <a:xfrm>
              <a:off x="9038780" y="1781236"/>
              <a:ext cx="648072" cy="648072"/>
            </a:xfrm>
            <a:prstGeom prst="ellipse">
              <a:avLst/>
            </a:prstGeom>
            <a:solidFill>
              <a:srgbClr val="0062B7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12" name="Google Shape;612;p63"/>
            <p:cNvSpPr/>
            <p:nvPr/>
          </p:nvSpPr>
          <p:spPr>
            <a:xfrm>
              <a:off x="10000279" y="2020519"/>
              <a:ext cx="648072" cy="648072"/>
            </a:xfrm>
            <a:prstGeom prst="ellipse">
              <a:avLst/>
            </a:prstGeom>
            <a:solidFill>
              <a:srgbClr val="D8D8D8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13" name="Google Shape;613;p63"/>
            <p:cNvSpPr/>
            <p:nvPr/>
          </p:nvSpPr>
          <p:spPr>
            <a:xfrm>
              <a:off x="8077282" y="2020519"/>
              <a:ext cx="648072" cy="648072"/>
            </a:xfrm>
            <a:prstGeom prst="ellipse">
              <a:avLst/>
            </a:prstGeom>
            <a:solidFill>
              <a:srgbClr val="7F7F7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14" name="Google Shape;614;p63"/>
            <p:cNvSpPr/>
            <p:nvPr/>
          </p:nvSpPr>
          <p:spPr>
            <a:xfrm>
              <a:off x="10481026" y="2710959"/>
              <a:ext cx="648072" cy="648072"/>
            </a:xfrm>
            <a:prstGeom prst="ellipse">
              <a:avLst/>
            </a:prstGeom>
            <a:solidFill>
              <a:srgbClr val="A5A5A5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cxnSp>
          <p:nvCxnSpPr>
            <p:cNvPr id="615" name="Google Shape;615;p63"/>
            <p:cNvCxnSpPr>
              <a:stCxn id="616" idx="0"/>
              <a:endCxn id="611" idx="4"/>
            </p:cNvCxnSpPr>
            <p:nvPr/>
          </p:nvCxnSpPr>
          <p:spPr>
            <a:xfrm rot="10800000">
              <a:off x="9362817" y="2429214"/>
              <a:ext cx="0" cy="1507500"/>
            </a:xfrm>
            <a:prstGeom prst="straightConnector1">
              <a:avLst/>
            </a:prstGeom>
            <a:noFill/>
            <a:ln cap="flat" cmpd="sng" w="25400">
              <a:solidFill>
                <a:srgbClr val="BFBFB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617" name="Google Shape;617;p63"/>
            <p:cNvCxnSpPr>
              <a:stCxn id="616" idx="0"/>
              <a:endCxn id="618" idx="4"/>
            </p:cNvCxnSpPr>
            <p:nvPr/>
          </p:nvCxnSpPr>
          <p:spPr>
            <a:xfrm rot="10800000">
              <a:off x="8882217" y="3257514"/>
              <a:ext cx="480600" cy="679200"/>
            </a:xfrm>
            <a:prstGeom prst="straightConnector1">
              <a:avLst/>
            </a:prstGeom>
            <a:noFill/>
            <a:ln cap="flat" cmpd="sng" w="25400">
              <a:solidFill>
                <a:srgbClr val="BFBFB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619" name="Google Shape;619;p63"/>
            <p:cNvCxnSpPr>
              <a:stCxn id="616" idx="0"/>
              <a:endCxn id="620" idx="4"/>
            </p:cNvCxnSpPr>
            <p:nvPr/>
          </p:nvCxnSpPr>
          <p:spPr>
            <a:xfrm flipH="1" rot="10800000">
              <a:off x="9362817" y="3257514"/>
              <a:ext cx="480600" cy="679200"/>
            </a:xfrm>
            <a:prstGeom prst="straightConnector1">
              <a:avLst/>
            </a:prstGeom>
            <a:noFill/>
            <a:ln cap="flat" cmpd="sng" w="25400">
              <a:solidFill>
                <a:srgbClr val="BFBFB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621" name="Google Shape;621;p63"/>
            <p:cNvCxnSpPr>
              <a:stCxn id="616" idx="0"/>
              <a:endCxn id="614" idx="2"/>
            </p:cNvCxnSpPr>
            <p:nvPr/>
          </p:nvCxnSpPr>
          <p:spPr>
            <a:xfrm flipH="1" rot="10800000">
              <a:off x="9362817" y="3034914"/>
              <a:ext cx="1118100" cy="901800"/>
            </a:xfrm>
            <a:prstGeom prst="straightConnector1">
              <a:avLst/>
            </a:prstGeom>
            <a:noFill/>
            <a:ln cap="flat" cmpd="sng" w="25400">
              <a:solidFill>
                <a:srgbClr val="BFBFB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22" name="Google Shape;622;p63"/>
            <p:cNvSpPr/>
            <p:nvPr/>
          </p:nvSpPr>
          <p:spPr>
            <a:xfrm>
              <a:off x="8720130" y="2343757"/>
              <a:ext cx="611784" cy="1566250"/>
            </a:xfrm>
            <a:custGeom>
              <a:rect b="b" l="l" r="r" t="t"/>
              <a:pathLst>
                <a:path extrusionOk="0" h="1566249" w="506994">
                  <a:moveTo>
                    <a:pt x="506994" y="1566249"/>
                  </a:moveTo>
                  <a:lnTo>
                    <a:pt x="321398" y="113168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noFill/>
            <a:ln cap="flat" cmpd="sng" w="25400">
              <a:solidFill>
                <a:srgbClr val="BFBFB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23" name="Google Shape;623;p63"/>
            <p:cNvSpPr/>
            <p:nvPr/>
          </p:nvSpPr>
          <p:spPr>
            <a:xfrm flipH="1">
              <a:off x="9400241" y="2343757"/>
              <a:ext cx="611784" cy="1566250"/>
            </a:xfrm>
            <a:custGeom>
              <a:rect b="b" l="l" r="r" t="t"/>
              <a:pathLst>
                <a:path extrusionOk="0" h="1566249" w="506994">
                  <a:moveTo>
                    <a:pt x="506994" y="1566249"/>
                  </a:moveTo>
                  <a:lnTo>
                    <a:pt x="321398" y="113168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noFill/>
            <a:ln cap="flat" cmpd="sng" w="25400">
              <a:solidFill>
                <a:srgbClr val="BFBFB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cxnSp>
          <p:nvCxnSpPr>
            <p:cNvPr id="624" name="Google Shape;624;p63"/>
            <p:cNvCxnSpPr>
              <a:stCxn id="610" idx="6"/>
              <a:endCxn id="616" idx="0"/>
            </p:cNvCxnSpPr>
            <p:nvPr/>
          </p:nvCxnSpPr>
          <p:spPr>
            <a:xfrm>
              <a:off x="8244606" y="3034995"/>
              <a:ext cx="1118100" cy="901800"/>
            </a:xfrm>
            <a:prstGeom prst="straightConnector1">
              <a:avLst/>
            </a:prstGeom>
            <a:noFill/>
            <a:ln cap="flat" cmpd="sng" w="25400">
              <a:solidFill>
                <a:srgbClr val="BFBFB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625" name="Google Shape;625;p63"/>
            <p:cNvCxnSpPr>
              <a:stCxn id="616" idx="0"/>
              <a:endCxn id="626" idx="7"/>
            </p:cNvCxnSpPr>
            <p:nvPr/>
          </p:nvCxnSpPr>
          <p:spPr>
            <a:xfrm rot="10800000">
              <a:off x="8630517" y="3462114"/>
              <a:ext cx="732300" cy="474600"/>
            </a:xfrm>
            <a:prstGeom prst="straightConnector1">
              <a:avLst/>
            </a:prstGeom>
            <a:noFill/>
            <a:ln cap="flat" cmpd="sng" w="25400">
              <a:solidFill>
                <a:srgbClr val="BFBFB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627" name="Google Shape;627;p63"/>
            <p:cNvCxnSpPr>
              <a:stCxn id="616" idx="0"/>
              <a:endCxn id="628" idx="1"/>
            </p:cNvCxnSpPr>
            <p:nvPr/>
          </p:nvCxnSpPr>
          <p:spPr>
            <a:xfrm flipH="1" rot="10800000">
              <a:off x="9362817" y="3462114"/>
              <a:ext cx="732300" cy="474600"/>
            </a:xfrm>
            <a:prstGeom prst="straightConnector1">
              <a:avLst/>
            </a:prstGeom>
            <a:noFill/>
            <a:ln cap="flat" cmpd="sng" w="25400">
              <a:solidFill>
                <a:srgbClr val="BFBFB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16" name="Google Shape;616;p63"/>
            <p:cNvSpPr/>
            <p:nvPr/>
          </p:nvSpPr>
          <p:spPr>
            <a:xfrm>
              <a:off x="9255482" y="3936714"/>
              <a:ext cx="214669" cy="214669"/>
            </a:xfrm>
            <a:prstGeom prst="ellipse">
              <a:avLst/>
            </a:prstGeom>
            <a:solidFill>
              <a:srgbClr val="D8D8D8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28" name="Google Shape;628;p63"/>
            <p:cNvSpPr/>
            <p:nvPr/>
          </p:nvSpPr>
          <p:spPr>
            <a:xfrm>
              <a:off x="10000278" y="3367084"/>
              <a:ext cx="648072" cy="648072"/>
            </a:xfrm>
            <a:prstGeom prst="ellipse">
              <a:avLst/>
            </a:prstGeom>
            <a:solidFill>
              <a:srgbClr val="0075E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26" name="Google Shape;626;p63"/>
            <p:cNvSpPr/>
            <p:nvPr/>
          </p:nvSpPr>
          <p:spPr>
            <a:xfrm>
              <a:off x="8077282" y="3367084"/>
              <a:ext cx="648072" cy="648072"/>
            </a:xfrm>
            <a:prstGeom prst="ellipse">
              <a:avLst/>
            </a:prstGeom>
            <a:solidFill>
              <a:srgbClr val="D8D8D8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18" name="Google Shape;618;p63"/>
            <p:cNvSpPr/>
            <p:nvPr/>
          </p:nvSpPr>
          <p:spPr>
            <a:xfrm>
              <a:off x="8558031" y="2609329"/>
              <a:ext cx="648072" cy="648072"/>
            </a:xfrm>
            <a:prstGeom prst="ellipse">
              <a:avLst/>
            </a:prstGeom>
            <a:solidFill>
              <a:srgbClr val="A5A5A5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20" name="Google Shape;620;p63"/>
            <p:cNvSpPr/>
            <p:nvPr/>
          </p:nvSpPr>
          <p:spPr>
            <a:xfrm>
              <a:off x="9519529" y="2609329"/>
              <a:ext cx="648072" cy="648072"/>
            </a:xfrm>
            <a:prstGeom prst="ellipse">
              <a:avLst/>
            </a:prstGeom>
            <a:solidFill>
              <a:srgbClr val="7F7F7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29" name="Google Shape;629;p63"/>
            <p:cNvSpPr/>
            <p:nvPr/>
          </p:nvSpPr>
          <p:spPr>
            <a:xfrm>
              <a:off x="9652056" y="2726931"/>
              <a:ext cx="372568" cy="412868"/>
            </a:xfrm>
            <a:custGeom>
              <a:rect b="b" l="l" r="r" t="t"/>
              <a:pathLst>
                <a:path extrusionOk="0" h="3960440" w="3573863">
                  <a:moveTo>
                    <a:pt x="1778235" y="2854144"/>
                  </a:moveTo>
                  <a:cubicBezTo>
                    <a:pt x="1630806" y="2921039"/>
                    <a:pt x="1485756" y="2976063"/>
                    <a:pt x="1346395" y="3019665"/>
                  </a:cubicBezTo>
                  <a:cubicBezTo>
                    <a:pt x="1449229" y="3443341"/>
                    <a:pt x="1614264" y="3717505"/>
                    <a:pt x="1800200" y="3717505"/>
                  </a:cubicBezTo>
                  <a:cubicBezTo>
                    <a:pt x="1981797" y="3717505"/>
                    <a:pt x="2143458" y="3455988"/>
                    <a:pt x="2246629" y="3049019"/>
                  </a:cubicBezTo>
                  <a:cubicBezTo>
                    <a:pt x="2095629" y="2998005"/>
                    <a:pt x="1938082" y="2933129"/>
                    <a:pt x="1778235" y="2854144"/>
                  </a:cubicBezTo>
                  <a:close/>
                  <a:moveTo>
                    <a:pt x="1266675" y="2564179"/>
                  </a:moveTo>
                  <a:lnTo>
                    <a:pt x="1299457" y="2790710"/>
                  </a:lnTo>
                  <a:cubicBezTo>
                    <a:pt x="1367662" y="2767618"/>
                    <a:pt x="1437614" y="2740949"/>
                    <a:pt x="1508914" y="2711076"/>
                  </a:cubicBezTo>
                  <a:cubicBezTo>
                    <a:pt x="1464441" y="2687582"/>
                    <a:pt x="1420733" y="2661738"/>
                    <a:pt x="1377054" y="2634978"/>
                  </a:cubicBezTo>
                  <a:close/>
                  <a:moveTo>
                    <a:pt x="2333774" y="2560277"/>
                  </a:moveTo>
                  <a:cubicBezTo>
                    <a:pt x="2295625" y="2584830"/>
                    <a:pt x="2256319" y="2608268"/>
                    <a:pt x="2216371" y="2631332"/>
                  </a:cubicBezTo>
                  <a:lnTo>
                    <a:pt x="2055143" y="2720029"/>
                  </a:lnTo>
                  <a:cubicBezTo>
                    <a:pt x="2137322" y="2758240"/>
                    <a:pt x="2218112" y="2791558"/>
                    <a:pt x="2296361" y="2820732"/>
                  </a:cubicBezTo>
                  <a:cubicBezTo>
                    <a:pt x="2311421" y="2737872"/>
                    <a:pt x="2324309" y="2650858"/>
                    <a:pt x="2333774" y="2560277"/>
                  </a:cubicBezTo>
                  <a:close/>
                  <a:moveTo>
                    <a:pt x="2938347" y="2115420"/>
                  </a:moveTo>
                  <a:cubicBezTo>
                    <a:pt x="2833874" y="2209266"/>
                    <a:pt x="2717689" y="2301450"/>
                    <a:pt x="2591514" y="2390104"/>
                  </a:cubicBezTo>
                  <a:cubicBezTo>
                    <a:pt x="2577332" y="2568819"/>
                    <a:pt x="2551964" y="2738541"/>
                    <a:pt x="2518016" y="2895802"/>
                  </a:cubicBezTo>
                  <a:cubicBezTo>
                    <a:pt x="2567345" y="2910267"/>
                    <a:pt x="2615150" y="2922759"/>
                    <a:pt x="2661232" y="2933072"/>
                  </a:cubicBezTo>
                  <a:cubicBezTo>
                    <a:pt x="2712976" y="2857644"/>
                    <a:pt x="2799843" y="2808312"/>
                    <a:pt x="2898232" y="2808312"/>
                  </a:cubicBezTo>
                  <a:cubicBezTo>
                    <a:pt x="3002730" y="2808312"/>
                    <a:pt x="3094231" y="2863960"/>
                    <a:pt x="3143840" y="2947770"/>
                  </a:cubicBezTo>
                  <a:cubicBezTo>
                    <a:pt x="3206751" y="2930092"/>
                    <a:pt x="3253488" y="2897708"/>
                    <a:pt x="3281582" y="2851851"/>
                  </a:cubicBezTo>
                  <a:cubicBezTo>
                    <a:pt x="3377140" y="2695873"/>
                    <a:pt x="3235870" y="2418527"/>
                    <a:pt x="2938347" y="2115420"/>
                  </a:cubicBezTo>
                  <a:close/>
                  <a:moveTo>
                    <a:pt x="653371" y="2086408"/>
                  </a:moveTo>
                  <a:cubicBezTo>
                    <a:pt x="358768" y="2375931"/>
                    <a:pt x="216958" y="2642817"/>
                    <a:pt x="306838" y="2798494"/>
                  </a:cubicBezTo>
                  <a:cubicBezTo>
                    <a:pt x="395033" y="2951251"/>
                    <a:pt x="687498" y="2964353"/>
                    <a:pt x="1074605" y="2860911"/>
                  </a:cubicBezTo>
                  <a:cubicBezTo>
                    <a:pt x="1044150" y="2711390"/>
                    <a:pt x="1021245" y="2551128"/>
                    <a:pt x="1007054" y="2383079"/>
                  </a:cubicBezTo>
                  <a:cubicBezTo>
                    <a:pt x="877997" y="2286402"/>
                    <a:pt x="759493" y="2186798"/>
                    <a:pt x="653371" y="2086408"/>
                  </a:cubicBezTo>
                  <a:close/>
                  <a:moveTo>
                    <a:pt x="2606852" y="1818110"/>
                  </a:moveTo>
                  <a:cubicBezTo>
                    <a:pt x="2609297" y="1871560"/>
                    <a:pt x="2610200" y="1925632"/>
                    <a:pt x="2610200" y="1980220"/>
                  </a:cubicBezTo>
                  <a:lnTo>
                    <a:pt x="2607655" y="2082108"/>
                  </a:lnTo>
                  <a:cubicBezTo>
                    <a:pt x="2664327" y="2040229"/>
                    <a:pt x="2718004" y="1997635"/>
                    <a:pt x="2768733" y="1954977"/>
                  </a:cubicBezTo>
                  <a:cubicBezTo>
                    <a:pt x="2718041" y="1909108"/>
                    <a:pt x="2663841" y="1863560"/>
                    <a:pt x="2606852" y="1818110"/>
                  </a:cubicBezTo>
                  <a:close/>
                  <a:moveTo>
                    <a:pt x="995280" y="1792420"/>
                  </a:moveTo>
                  <a:cubicBezTo>
                    <a:pt x="935444" y="1837415"/>
                    <a:pt x="878912" y="1882984"/>
                    <a:pt x="825924" y="1928708"/>
                  </a:cubicBezTo>
                  <a:cubicBezTo>
                    <a:pt x="877915" y="1975725"/>
                    <a:pt x="933502" y="2022554"/>
                    <a:pt x="992040" y="2069282"/>
                  </a:cubicBezTo>
                  <a:cubicBezTo>
                    <a:pt x="990470" y="2039771"/>
                    <a:pt x="990200" y="2010073"/>
                    <a:pt x="990200" y="1980220"/>
                  </a:cubicBezTo>
                  <a:close/>
                  <a:moveTo>
                    <a:pt x="1800199" y="1584251"/>
                  </a:moveTo>
                  <a:cubicBezTo>
                    <a:pt x="1999044" y="1584251"/>
                    <a:pt x="2160239" y="1745446"/>
                    <a:pt x="2160239" y="1944291"/>
                  </a:cubicBezTo>
                  <a:cubicBezTo>
                    <a:pt x="2160239" y="2143136"/>
                    <a:pt x="1999044" y="2304331"/>
                    <a:pt x="1800199" y="2304331"/>
                  </a:cubicBezTo>
                  <a:cubicBezTo>
                    <a:pt x="1601354" y="2304331"/>
                    <a:pt x="1440159" y="2143136"/>
                    <a:pt x="1440159" y="1944291"/>
                  </a:cubicBezTo>
                  <a:cubicBezTo>
                    <a:pt x="1440159" y="1745446"/>
                    <a:pt x="1601354" y="1584251"/>
                    <a:pt x="1800199" y="1584251"/>
                  </a:cubicBezTo>
                  <a:close/>
                  <a:moveTo>
                    <a:pt x="1799180" y="1292973"/>
                  </a:moveTo>
                  <a:cubicBezTo>
                    <a:pt x="1709473" y="1337408"/>
                    <a:pt x="1618838" y="1386220"/>
                    <a:pt x="1527839" y="1438759"/>
                  </a:cubicBezTo>
                  <a:cubicBezTo>
                    <a:pt x="1430103" y="1495187"/>
                    <a:pt x="1336299" y="1553400"/>
                    <a:pt x="1247277" y="1612889"/>
                  </a:cubicBezTo>
                  <a:cubicBezTo>
                    <a:pt x="1237518" y="1731224"/>
                    <a:pt x="1233135" y="1854154"/>
                    <a:pt x="1233135" y="1980220"/>
                  </a:cubicBezTo>
                  <a:lnTo>
                    <a:pt x="1242214" y="2256132"/>
                  </a:lnTo>
                  <a:cubicBezTo>
                    <a:pt x="1325337" y="2314701"/>
                    <a:pt x="1412868" y="2372018"/>
                    <a:pt x="1503964" y="2427827"/>
                  </a:cubicBezTo>
                  <a:cubicBezTo>
                    <a:pt x="1597846" y="2485344"/>
                    <a:pt x="1691436" y="2538760"/>
                    <a:pt x="1784393" y="2586751"/>
                  </a:cubicBezTo>
                  <a:cubicBezTo>
                    <a:pt x="1886614" y="2536574"/>
                    <a:pt x="1990519" y="2481211"/>
                    <a:pt x="2094904" y="2420944"/>
                  </a:cubicBezTo>
                  <a:cubicBezTo>
                    <a:pt x="2186771" y="2367905"/>
                    <a:pt x="2275164" y="2313288"/>
                    <a:pt x="2359234" y="2257296"/>
                  </a:cubicBezTo>
                  <a:cubicBezTo>
                    <a:pt x="2364812" y="2167101"/>
                    <a:pt x="2367265" y="2074538"/>
                    <a:pt x="2367265" y="1980220"/>
                  </a:cubicBezTo>
                  <a:lnTo>
                    <a:pt x="2355768" y="1630798"/>
                  </a:lnTo>
                  <a:cubicBezTo>
                    <a:pt x="2273382" y="1572781"/>
                    <a:pt x="2186657" y="1516029"/>
                    <a:pt x="2096435" y="1460755"/>
                  </a:cubicBezTo>
                  <a:cubicBezTo>
                    <a:pt x="1996852" y="1399746"/>
                    <a:pt x="1897599" y="1343351"/>
                    <a:pt x="1799180" y="1292973"/>
                  </a:cubicBezTo>
                  <a:close/>
                  <a:moveTo>
                    <a:pt x="2285222" y="1081939"/>
                  </a:moveTo>
                  <a:cubicBezTo>
                    <a:pt x="2215903" y="1106831"/>
                    <a:pt x="2144721" y="1134831"/>
                    <a:pt x="2072395" y="1166375"/>
                  </a:cubicBezTo>
                  <a:cubicBezTo>
                    <a:pt x="2123126" y="1193433"/>
                    <a:pt x="2173254" y="1222917"/>
                    <a:pt x="2223344" y="1253604"/>
                  </a:cubicBezTo>
                  <a:lnTo>
                    <a:pt x="2324429" y="1318442"/>
                  </a:lnTo>
                  <a:cubicBezTo>
                    <a:pt x="2313395" y="1236228"/>
                    <a:pt x="2300359" y="1157186"/>
                    <a:pt x="2285222" y="1081939"/>
                  </a:cubicBezTo>
                  <a:close/>
                  <a:moveTo>
                    <a:pt x="1317316" y="1072756"/>
                  </a:moveTo>
                  <a:cubicBezTo>
                    <a:pt x="1302241" y="1146918"/>
                    <a:pt x="1288992" y="1224776"/>
                    <a:pt x="1278338" y="1305859"/>
                  </a:cubicBezTo>
                  <a:cubicBezTo>
                    <a:pt x="1319937" y="1279161"/>
                    <a:pt x="1362772" y="1253543"/>
                    <a:pt x="1406371" y="1228371"/>
                  </a:cubicBezTo>
                  <a:lnTo>
                    <a:pt x="1529166" y="1160817"/>
                  </a:lnTo>
                  <a:cubicBezTo>
                    <a:pt x="1457109" y="1128012"/>
                    <a:pt x="1386248" y="1098795"/>
                    <a:pt x="1317316" y="1072756"/>
                  </a:cubicBezTo>
                  <a:close/>
                  <a:moveTo>
                    <a:pt x="2999167" y="931965"/>
                  </a:moveTo>
                  <a:cubicBezTo>
                    <a:pt x="2863797" y="929602"/>
                    <a:pt x="2695165" y="956643"/>
                    <a:pt x="2505705" y="1011187"/>
                  </a:cubicBezTo>
                  <a:cubicBezTo>
                    <a:pt x="2540918" y="1162557"/>
                    <a:pt x="2567684" y="1326382"/>
                    <a:pt x="2585126" y="1499198"/>
                  </a:cubicBezTo>
                  <a:cubicBezTo>
                    <a:pt x="2715788" y="1596638"/>
                    <a:pt x="2835744" y="1697107"/>
                    <a:pt x="2943147" y="1798370"/>
                  </a:cubicBezTo>
                  <a:cubicBezTo>
                    <a:pt x="3255545" y="1499362"/>
                    <a:pt x="3408394" y="1221406"/>
                    <a:pt x="3315904" y="1061209"/>
                  </a:cubicBezTo>
                  <a:cubicBezTo>
                    <a:pt x="3266970" y="976452"/>
                    <a:pt x="3155149" y="934688"/>
                    <a:pt x="2999167" y="931965"/>
                  </a:cubicBezTo>
                  <a:close/>
                  <a:moveTo>
                    <a:pt x="638815" y="915787"/>
                  </a:moveTo>
                  <a:cubicBezTo>
                    <a:pt x="482814" y="914444"/>
                    <a:pt x="369943" y="953278"/>
                    <a:pt x="318816" y="1036731"/>
                  </a:cubicBezTo>
                  <a:cubicBezTo>
                    <a:pt x="287500" y="1087848"/>
                    <a:pt x="281619" y="1151999"/>
                    <a:pt x="300317" y="1225375"/>
                  </a:cubicBezTo>
                  <a:cubicBezTo>
                    <a:pt x="453717" y="1230852"/>
                    <a:pt x="576064" y="1357222"/>
                    <a:pt x="576064" y="1512168"/>
                  </a:cubicBezTo>
                  <a:cubicBezTo>
                    <a:pt x="576064" y="1559570"/>
                    <a:pt x="564614" y="1604297"/>
                    <a:pt x="543189" y="1643149"/>
                  </a:cubicBezTo>
                  <a:cubicBezTo>
                    <a:pt x="577674" y="1684387"/>
                    <a:pt x="615806" y="1726058"/>
                    <a:pt x="656975" y="1768243"/>
                  </a:cubicBezTo>
                  <a:cubicBezTo>
                    <a:pt x="764771" y="1670077"/>
                    <a:pt x="885233" y="1573151"/>
                    <a:pt x="1016791" y="1480089"/>
                  </a:cubicBezTo>
                  <a:cubicBezTo>
                    <a:pt x="1034643" y="1309060"/>
                    <a:pt x="1062149" y="1147092"/>
                    <a:pt x="1097625" y="997448"/>
                  </a:cubicBezTo>
                  <a:cubicBezTo>
                    <a:pt x="922693" y="944833"/>
                    <a:pt x="766343" y="916885"/>
                    <a:pt x="638815" y="915787"/>
                  </a:cubicBezTo>
                  <a:close/>
                  <a:moveTo>
                    <a:pt x="1800200" y="242935"/>
                  </a:moveTo>
                  <a:cubicBezTo>
                    <a:pt x="1628632" y="242935"/>
                    <a:pt x="1474860" y="476364"/>
                    <a:pt x="1371457" y="845375"/>
                  </a:cubicBezTo>
                  <a:cubicBezTo>
                    <a:pt x="1510785" y="893390"/>
                    <a:pt x="1655544" y="953061"/>
                    <a:pt x="1802618" y="1024206"/>
                  </a:cubicBezTo>
                  <a:cubicBezTo>
                    <a:pt x="1948575" y="956462"/>
                    <a:pt x="2092393" y="899996"/>
                    <a:pt x="2231205" y="855254"/>
                  </a:cubicBezTo>
                  <a:cubicBezTo>
                    <a:pt x="2203972" y="756128"/>
                    <a:pt x="2173100" y="666602"/>
                    <a:pt x="2138735" y="588741"/>
                  </a:cubicBezTo>
                  <a:cubicBezTo>
                    <a:pt x="1989649" y="579063"/>
                    <a:pt x="1872207" y="454685"/>
                    <a:pt x="1872207" y="302877"/>
                  </a:cubicBezTo>
                  <a:lnTo>
                    <a:pt x="1876505" y="260249"/>
                  </a:lnTo>
                  <a:cubicBezTo>
                    <a:pt x="1851965" y="248332"/>
                    <a:pt x="1826288" y="242935"/>
                    <a:pt x="1800200" y="242935"/>
                  </a:cubicBezTo>
                  <a:close/>
                  <a:moveTo>
                    <a:pt x="1800200" y="0"/>
                  </a:moveTo>
                  <a:cubicBezTo>
                    <a:pt x="1869864" y="0"/>
                    <a:pt x="1937474" y="21500"/>
                    <a:pt x="2001400" y="62841"/>
                  </a:cubicBezTo>
                  <a:cubicBezTo>
                    <a:pt x="2046831" y="32440"/>
                    <a:pt x="2101480" y="14845"/>
                    <a:pt x="2160239" y="14845"/>
                  </a:cubicBezTo>
                  <a:cubicBezTo>
                    <a:pt x="2319315" y="14845"/>
                    <a:pt x="2448271" y="143801"/>
                    <a:pt x="2448271" y="302877"/>
                  </a:cubicBezTo>
                  <a:cubicBezTo>
                    <a:pt x="2448271" y="390874"/>
                    <a:pt x="2408810" y="469655"/>
                    <a:pt x="2345781" y="521503"/>
                  </a:cubicBezTo>
                  <a:cubicBezTo>
                    <a:pt x="2383927" y="603296"/>
                    <a:pt x="2417431" y="693947"/>
                    <a:pt x="2447297" y="791609"/>
                  </a:cubicBezTo>
                  <a:cubicBezTo>
                    <a:pt x="2970165" y="657950"/>
                    <a:pt x="3387629" y="699569"/>
                    <a:pt x="3526292" y="939741"/>
                  </a:cubicBezTo>
                  <a:cubicBezTo>
                    <a:pt x="3666393" y="1182403"/>
                    <a:pt x="3488654" y="1570199"/>
                    <a:pt x="3103466" y="1960424"/>
                  </a:cubicBezTo>
                  <a:cubicBezTo>
                    <a:pt x="3470949" y="2355583"/>
                    <a:pt x="3633606" y="2742288"/>
                    <a:pt x="3488732" y="2978761"/>
                  </a:cubicBezTo>
                  <a:cubicBezTo>
                    <a:pt x="3428277" y="3077440"/>
                    <a:pt x="3320191" y="3140292"/>
                    <a:pt x="3176550" y="3166836"/>
                  </a:cubicBezTo>
                  <a:cubicBezTo>
                    <a:pt x="3145985" y="3291955"/>
                    <a:pt x="3032902" y="3384376"/>
                    <a:pt x="2898232" y="3384376"/>
                  </a:cubicBezTo>
                  <a:cubicBezTo>
                    <a:pt x="2756837" y="3384376"/>
                    <a:pt x="2639238" y="3282493"/>
                    <a:pt x="2615411" y="3148031"/>
                  </a:cubicBezTo>
                  <a:cubicBezTo>
                    <a:pt x="2565981" y="3138986"/>
                    <a:pt x="2515458" y="3127210"/>
                    <a:pt x="2463844" y="3113602"/>
                  </a:cubicBezTo>
                  <a:cubicBezTo>
                    <a:pt x="2318011" y="3625660"/>
                    <a:pt x="2075098" y="3960440"/>
                    <a:pt x="1800200" y="3960440"/>
                  </a:cubicBezTo>
                  <a:cubicBezTo>
                    <a:pt x="1519205" y="3960440"/>
                    <a:pt x="1271629" y="3610643"/>
                    <a:pt x="1127186" y="3079228"/>
                  </a:cubicBezTo>
                  <a:cubicBezTo>
                    <a:pt x="627082" y="3198995"/>
                    <a:pt x="230836" y="3152724"/>
                    <a:pt x="96450" y="2919961"/>
                  </a:cubicBezTo>
                  <a:cubicBezTo>
                    <a:pt x="-40561" y="2682651"/>
                    <a:pt x="126404" y="2306537"/>
                    <a:pt x="494549" y="1925523"/>
                  </a:cubicBezTo>
                  <a:lnTo>
                    <a:pt x="373580" y="1785812"/>
                  </a:lnTo>
                  <a:cubicBezTo>
                    <a:pt x="346850" y="1795631"/>
                    <a:pt x="317974" y="1800200"/>
                    <a:pt x="288032" y="1800200"/>
                  </a:cubicBezTo>
                  <a:cubicBezTo>
                    <a:pt x="128956" y="1800200"/>
                    <a:pt x="0" y="1671244"/>
                    <a:pt x="0" y="1512168"/>
                  </a:cubicBezTo>
                  <a:cubicBezTo>
                    <a:pt x="0" y="1428111"/>
                    <a:pt x="36006" y="1352464"/>
                    <a:pt x="94065" y="1300493"/>
                  </a:cubicBezTo>
                  <a:cubicBezTo>
                    <a:pt x="43643" y="1149446"/>
                    <a:pt x="47337" y="1014823"/>
                    <a:pt x="111666" y="909822"/>
                  </a:cubicBezTo>
                  <a:cubicBezTo>
                    <a:pt x="253078" y="678998"/>
                    <a:pt x="655099" y="644207"/>
                    <a:pt x="1156926" y="780244"/>
                  </a:cubicBezTo>
                  <a:cubicBezTo>
                    <a:pt x="1303899" y="305876"/>
                    <a:pt x="1537438" y="0"/>
                    <a:pt x="180020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30" name="Google Shape;630;p63"/>
            <p:cNvSpPr/>
            <p:nvPr/>
          </p:nvSpPr>
          <p:spPr>
            <a:xfrm>
              <a:off x="8218554" y="2157258"/>
              <a:ext cx="376297" cy="374916"/>
            </a:xfrm>
            <a:custGeom>
              <a:rect b="b" l="l" r="r" t="t"/>
              <a:pathLst>
                <a:path extrusionOk="0" h="3945921" w="3960440">
                  <a:moveTo>
                    <a:pt x="1598844" y="0"/>
                  </a:moveTo>
                  <a:cubicBezTo>
                    <a:pt x="1857342" y="0"/>
                    <a:pt x="2066896" y="209554"/>
                    <a:pt x="2066896" y="468052"/>
                  </a:cubicBezTo>
                  <a:cubicBezTo>
                    <a:pt x="2066896" y="646802"/>
                    <a:pt x="1966694" y="802149"/>
                    <a:pt x="1818364" y="879058"/>
                  </a:cubicBezTo>
                  <a:lnTo>
                    <a:pt x="1965948" y="1429850"/>
                  </a:lnTo>
                  <a:cubicBezTo>
                    <a:pt x="2234183" y="1439289"/>
                    <a:pt x="2449559" y="1654793"/>
                    <a:pt x="2458766" y="1923094"/>
                  </a:cubicBezTo>
                  <a:lnTo>
                    <a:pt x="3052787" y="2082261"/>
                  </a:lnTo>
                  <a:cubicBezTo>
                    <a:pt x="3115207" y="1899813"/>
                    <a:pt x="3288586" y="1769556"/>
                    <a:pt x="3492388" y="1769556"/>
                  </a:cubicBezTo>
                  <a:cubicBezTo>
                    <a:pt x="3750886" y="1769556"/>
                    <a:pt x="3960440" y="1979110"/>
                    <a:pt x="3960440" y="2237608"/>
                  </a:cubicBezTo>
                  <a:cubicBezTo>
                    <a:pt x="3960440" y="2496106"/>
                    <a:pt x="3750886" y="2705660"/>
                    <a:pt x="3492388" y="2705660"/>
                  </a:cubicBezTo>
                  <a:cubicBezTo>
                    <a:pt x="3255123" y="2705660"/>
                    <a:pt x="3059091" y="2529117"/>
                    <a:pt x="3030620" y="2299941"/>
                  </a:cubicBezTo>
                  <a:lnTo>
                    <a:pt x="2422827" y="2137084"/>
                  </a:lnTo>
                  <a:cubicBezTo>
                    <a:pt x="2374914" y="2257246"/>
                    <a:pt x="2282973" y="2354960"/>
                    <a:pt x="2166800" y="2410258"/>
                  </a:cubicBezTo>
                  <a:lnTo>
                    <a:pt x="2329067" y="3015847"/>
                  </a:lnTo>
                  <a:cubicBezTo>
                    <a:pt x="2559464" y="3043136"/>
                    <a:pt x="2737303" y="3239734"/>
                    <a:pt x="2737303" y="3477869"/>
                  </a:cubicBezTo>
                  <a:cubicBezTo>
                    <a:pt x="2737303" y="3736367"/>
                    <a:pt x="2527749" y="3945921"/>
                    <a:pt x="2269251" y="3945921"/>
                  </a:cubicBezTo>
                  <a:cubicBezTo>
                    <a:pt x="2010753" y="3945921"/>
                    <a:pt x="1801199" y="3736367"/>
                    <a:pt x="1801199" y="3477869"/>
                  </a:cubicBezTo>
                  <a:cubicBezTo>
                    <a:pt x="1801199" y="3274904"/>
                    <a:pt x="1930388" y="3102113"/>
                    <a:pt x="2111643" y="3038969"/>
                  </a:cubicBezTo>
                  <a:lnTo>
                    <a:pt x="1956503" y="2459980"/>
                  </a:lnTo>
                  <a:cubicBezTo>
                    <a:pt x="1952432" y="2460875"/>
                    <a:pt x="1948330" y="2460923"/>
                    <a:pt x="1944216" y="2460923"/>
                  </a:cubicBezTo>
                  <a:cubicBezTo>
                    <a:pt x="1742647" y="2460923"/>
                    <a:pt x="1568040" y="2345487"/>
                    <a:pt x="1484865" y="2176122"/>
                  </a:cubicBezTo>
                  <a:lnTo>
                    <a:pt x="930415" y="2324686"/>
                  </a:lnTo>
                  <a:cubicBezTo>
                    <a:pt x="904712" y="2556716"/>
                    <a:pt x="707355" y="2736304"/>
                    <a:pt x="468052" y="2736304"/>
                  </a:cubicBezTo>
                  <a:cubicBezTo>
                    <a:pt x="209554" y="2736304"/>
                    <a:pt x="0" y="2526750"/>
                    <a:pt x="0" y="2268252"/>
                  </a:cubicBezTo>
                  <a:cubicBezTo>
                    <a:pt x="0" y="2009754"/>
                    <a:pt x="209554" y="1800200"/>
                    <a:pt x="468052" y="1800200"/>
                  </a:cubicBezTo>
                  <a:cubicBezTo>
                    <a:pt x="669892" y="1800200"/>
                    <a:pt x="841893" y="1927961"/>
                    <a:pt x="906009" y="2107606"/>
                  </a:cubicBezTo>
                  <a:lnTo>
                    <a:pt x="1429897" y="1967231"/>
                  </a:lnTo>
                  <a:cubicBezTo>
                    <a:pt x="1427753" y="1959679"/>
                    <a:pt x="1427584" y="1952005"/>
                    <a:pt x="1427584" y="1944291"/>
                  </a:cubicBezTo>
                  <a:cubicBezTo>
                    <a:pt x="1427584" y="1727054"/>
                    <a:pt x="1561663" y="1541133"/>
                    <a:pt x="1751891" y="1465536"/>
                  </a:cubicBezTo>
                  <a:lnTo>
                    <a:pt x="1609736" y="935006"/>
                  </a:lnTo>
                  <a:cubicBezTo>
                    <a:pt x="1606130" y="936062"/>
                    <a:pt x="1602492" y="936104"/>
                    <a:pt x="1598844" y="936104"/>
                  </a:cubicBezTo>
                  <a:cubicBezTo>
                    <a:pt x="1340346" y="936104"/>
                    <a:pt x="1130792" y="726550"/>
                    <a:pt x="1130792" y="468052"/>
                  </a:cubicBezTo>
                  <a:cubicBezTo>
                    <a:pt x="1130792" y="209554"/>
                    <a:pt x="1340346" y="0"/>
                    <a:pt x="159884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31" name="Google Shape;631;p63"/>
            <p:cNvSpPr/>
            <p:nvPr/>
          </p:nvSpPr>
          <p:spPr>
            <a:xfrm rot="-900000">
              <a:off x="8195918" y="3533697"/>
              <a:ext cx="387594" cy="314845"/>
            </a:xfrm>
            <a:custGeom>
              <a:rect b="b" l="l" r="r" t="t"/>
              <a:pathLst>
                <a:path extrusionOk="0" h="3321003" w="4088377">
                  <a:moveTo>
                    <a:pt x="1365628" y="1622218"/>
                  </a:moveTo>
                  <a:cubicBezTo>
                    <a:pt x="1121373" y="1556771"/>
                    <a:pt x="870309" y="1701722"/>
                    <a:pt x="804861" y="1945977"/>
                  </a:cubicBezTo>
                  <a:cubicBezTo>
                    <a:pt x="739413" y="2190232"/>
                    <a:pt x="884365" y="2441296"/>
                    <a:pt x="1128620" y="2506744"/>
                  </a:cubicBezTo>
                  <a:cubicBezTo>
                    <a:pt x="1372875" y="2572191"/>
                    <a:pt x="1623939" y="2427240"/>
                    <a:pt x="1689387" y="2182985"/>
                  </a:cubicBezTo>
                  <a:cubicBezTo>
                    <a:pt x="1754835" y="1938730"/>
                    <a:pt x="1609883" y="1687666"/>
                    <a:pt x="1365628" y="1622218"/>
                  </a:cubicBezTo>
                  <a:close/>
                  <a:moveTo>
                    <a:pt x="1447099" y="1318163"/>
                  </a:moveTo>
                  <a:cubicBezTo>
                    <a:pt x="1859279" y="1428606"/>
                    <a:pt x="2103885" y="1852277"/>
                    <a:pt x="1993442" y="2264456"/>
                  </a:cubicBezTo>
                  <a:cubicBezTo>
                    <a:pt x="1882999" y="2676636"/>
                    <a:pt x="1459328" y="2921242"/>
                    <a:pt x="1047149" y="2810799"/>
                  </a:cubicBezTo>
                  <a:cubicBezTo>
                    <a:pt x="634969" y="2700356"/>
                    <a:pt x="390363" y="2276685"/>
                    <a:pt x="500806" y="1864505"/>
                  </a:cubicBezTo>
                  <a:cubicBezTo>
                    <a:pt x="611249" y="1452326"/>
                    <a:pt x="1034920" y="1207720"/>
                    <a:pt x="1447099" y="1318163"/>
                  </a:cubicBezTo>
                  <a:close/>
                  <a:moveTo>
                    <a:pt x="1476725" y="1207597"/>
                  </a:moveTo>
                  <a:cubicBezTo>
                    <a:pt x="1003481" y="1080792"/>
                    <a:pt x="517045" y="1361635"/>
                    <a:pt x="390240" y="1834879"/>
                  </a:cubicBezTo>
                  <a:cubicBezTo>
                    <a:pt x="263435" y="2308124"/>
                    <a:pt x="544279" y="2794559"/>
                    <a:pt x="1017523" y="2921365"/>
                  </a:cubicBezTo>
                  <a:cubicBezTo>
                    <a:pt x="1490767" y="3048170"/>
                    <a:pt x="1977202" y="2767326"/>
                    <a:pt x="2104008" y="2294082"/>
                  </a:cubicBezTo>
                  <a:cubicBezTo>
                    <a:pt x="2230813" y="1820838"/>
                    <a:pt x="1949969" y="1334403"/>
                    <a:pt x="1476725" y="1207597"/>
                  </a:cubicBezTo>
                  <a:close/>
                  <a:moveTo>
                    <a:pt x="3290290" y="1590224"/>
                  </a:moveTo>
                  <a:cubicBezTo>
                    <a:pt x="3269727" y="1586016"/>
                    <a:pt x="3248437" y="1583806"/>
                    <a:pt x="3226630" y="1583806"/>
                  </a:cubicBezTo>
                  <a:cubicBezTo>
                    <a:pt x="3052179" y="1583806"/>
                    <a:pt x="2910758" y="1725227"/>
                    <a:pt x="2910758" y="1899678"/>
                  </a:cubicBezTo>
                  <a:cubicBezTo>
                    <a:pt x="2910758" y="2074130"/>
                    <a:pt x="3052179" y="2215551"/>
                    <a:pt x="3226630" y="2215550"/>
                  </a:cubicBezTo>
                  <a:cubicBezTo>
                    <a:pt x="3401082" y="2215551"/>
                    <a:pt x="3542503" y="2074130"/>
                    <a:pt x="3542502" y="1899678"/>
                  </a:cubicBezTo>
                  <a:cubicBezTo>
                    <a:pt x="3542503" y="1747033"/>
                    <a:pt x="3434228" y="1619677"/>
                    <a:pt x="3290290" y="1590224"/>
                  </a:cubicBezTo>
                  <a:close/>
                  <a:moveTo>
                    <a:pt x="3334055" y="1377473"/>
                  </a:moveTo>
                  <a:cubicBezTo>
                    <a:pt x="3576950" y="1427177"/>
                    <a:pt x="3759665" y="1642090"/>
                    <a:pt x="3759665" y="1899678"/>
                  </a:cubicBezTo>
                  <a:cubicBezTo>
                    <a:pt x="3759665" y="2194064"/>
                    <a:pt x="3521017" y="2432713"/>
                    <a:pt x="3226630" y="2432713"/>
                  </a:cubicBezTo>
                  <a:cubicBezTo>
                    <a:pt x="2932244" y="2432712"/>
                    <a:pt x="2693596" y="2194065"/>
                    <a:pt x="2693596" y="1899678"/>
                  </a:cubicBezTo>
                  <a:cubicBezTo>
                    <a:pt x="2693596" y="1605292"/>
                    <a:pt x="2932244" y="1366644"/>
                    <a:pt x="3226630" y="1366644"/>
                  </a:cubicBezTo>
                  <a:cubicBezTo>
                    <a:pt x="3263429" y="1366644"/>
                    <a:pt x="3299356" y="1370373"/>
                    <a:pt x="3334055" y="1377473"/>
                  </a:cubicBezTo>
                  <a:close/>
                  <a:moveTo>
                    <a:pt x="1391137" y="789478"/>
                  </a:moveTo>
                  <a:lnTo>
                    <a:pt x="1759910" y="888290"/>
                  </a:lnTo>
                  <a:lnTo>
                    <a:pt x="1754625" y="1202375"/>
                  </a:lnTo>
                  <a:lnTo>
                    <a:pt x="1744979" y="1199790"/>
                  </a:lnTo>
                  <a:cubicBezTo>
                    <a:pt x="1823578" y="1244024"/>
                    <a:pt x="1894617" y="1298265"/>
                    <a:pt x="1954704" y="1362586"/>
                  </a:cubicBezTo>
                  <a:lnTo>
                    <a:pt x="2234317" y="1293059"/>
                  </a:lnTo>
                  <a:lnTo>
                    <a:pt x="2413554" y="1630152"/>
                  </a:lnTo>
                  <a:lnTo>
                    <a:pt x="2214321" y="1809770"/>
                  </a:lnTo>
                  <a:cubicBezTo>
                    <a:pt x="2239296" y="1900740"/>
                    <a:pt x="2251067" y="1995997"/>
                    <a:pt x="2246841" y="2092825"/>
                  </a:cubicBezTo>
                  <a:lnTo>
                    <a:pt x="2495698" y="2230974"/>
                  </a:lnTo>
                  <a:lnTo>
                    <a:pt x="2396885" y="2599747"/>
                  </a:lnTo>
                  <a:lnTo>
                    <a:pt x="2094912" y="2594668"/>
                  </a:lnTo>
                  <a:cubicBezTo>
                    <a:pt x="2056732" y="2658461"/>
                    <a:pt x="2010475" y="2715996"/>
                    <a:pt x="1958644" y="2767359"/>
                  </a:cubicBezTo>
                  <a:lnTo>
                    <a:pt x="2057814" y="3026193"/>
                  </a:lnTo>
                  <a:lnTo>
                    <a:pt x="1745078" y="3245174"/>
                  </a:lnTo>
                  <a:lnTo>
                    <a:pt x="1507869" y="3039237"/>
                  </a:lnTo>
                  <a:lnTo>
                    <a:pt x="1536736" y="3019025"/>
                  </a:lnTo>
                  <a:cubicBezTo>
                    <a:pt x="1445878" y="3048429"/>
                    <a:pt x="1349798" y="3062567"/>
                    <a:pt x="1251837" y="3062021"/>
                  </a:cubicBezTo>
                  <a:lnTo>
                    <a:pt x="1108065" y="3321003"/>
                  </a:lnTo>
                  <a:lnTo>
                    <a:pt x="739291" y="3222191"/>
                  </a:lnTo>
                  <a:lnTo>
                    <a:pt x="744274" y="2926021"/>
                  </a:lnTo>
                  <a:cubicBezTo>
                    <a:pt x="666128" y="2881484"/>
                    <a:pt x="595548" y="2827017"/>
                    <a:pt x="535891" y="2762576"/>
                  </a:cubicBezTo>
                  <a:lnTo>
                    <a:pt x="540671" y="2772825"/>
                  </a:lnTo>
                  <a:lnTo>
                    <a:pt x="232276" y="2832568"/>
                  </a:lnTo>
                  <a:lnTo>
                    <a:pt x="70927" y="2486556"/>
                  </a:lnTo>
                  <a:lnTo>
                    <a:pt x="279495" y="2317444"/>
                  </a:lnTo>
                  <a:cubicBezTo>
                    <a:pt x="257233" y="2235849"/>
                    <a:pt x="245603" y="2150814"/>
                    <a:pt x="245586" y="2064274"/>
                  </a:cubicBezTo>
                  <a:lnTo>
                    <a:pt x="0" y="1927940"/>
                  </a:lnTo>
                  <a:lnTo>
                    <a:pt x="98812" y="1559167"/>
                  </a:lnTo>
                  <a:lnTo>
                    <a:pt x="380240" y="1563901"/>
                  </a:lnTo>
                  <a:cubicBezTo>
                    <a:pt x="418421" y="1496524"/>
                    <a:pt x="464524" y="1435092"/>
                    <a:pt x="516679" y="1380105"/>
                  </a:cubicBezTo>
                  <a:lnTo>
                    <a:pt x="422419" y="1089378"/>
                  </a:lnTo>
                  <a:lnTo>
                    <a:pt x="746189" y="887063"/>
                  </a:lnTo>
                  <a:lnTo>
                    <a:pt x="972292" y="1105134"/>
                  </a:lnTo>
                  <a:lnTo>
                    <a:pt x="970019" y="1106554"/>
                  </a:lnTo>
                  <a:cubicBezTo>
                    <a:pt x="1058903" y="1078586"/>
                    <a:pt x="1152743" y="1065659"/>
                    <a:pt x="1248316" y="1066709"/>
                  </a:cubicBezTo>
                  <a:lnTo>
                    <a:pt x="1238669" y="1064125"/>
                  </a:lnTo>
                  <a:close/>
                  <a:moveTo>
                    <a:pt x="3349970" y="1300109"/>
                  </a:moveTo>
                  <a:cubicBezTo>
                    <a:pt x="3310130" y="1291957"/>
                    <a:pt x="3268880" y="1287676"/>
                    <a:pt x="3226630" y="1287676"/>
                  </a:cubicBezTo>
                  <a:cubicBezTo>
                    <a:pt x="2888631" y="1287676"/>
                    <a:pt x="2614628" y="1561679"/>
                    <a:pt x="2614628" y="1899678"/>
                  </a:cubicBezTo>
                  <a:cubicBezTo>
                    <a:pt x="2614628" y="2237678"/>
                    <a:pt x="2888630" y="2511680"/>
                    <a:pt x="3226630" y="2511681"/>
                  </a:cubicBezTo>
                  <a:cubicBezTo>
                    <a:pt x="3564630" y="2511681"/>
                    <a:pt x="3838633" y="2237678"/>
                    <a:pt x="3838633" y="1899678"/>
                  </a:cubicBezTo>
                  <a:cubicBezTo>
                    <a:pt x="3838632" y="1603928"/>
                    <a:pt x="3628849" y="1357176"/>
                    <a:pt x="3349970" y="1300109"/>
                  </a:cubicBezTo>
                  <a:close/>
                  <a:moveTo>
                    <a:pt x="3358324" y="1024334"/>
                  </a:moveTo>
                  <a:lnTo>
                    <a:pt x="3410883" y="1234575"/>
                  </a:lnTo>
                  <a:lnTo>
                    <a:pt x="3403994" y="1234575"/>
                  </a:lnTo>
                  <a:cubicBezTo>
                    <a:pt x="3464268" y="1250018"/>
                    <a:pt x="3521292" y="1273478"/>
                    <a:pt x="3572818" y="1305612"/>
                  </a:cubicBezTo>
                  <a:lnTo>
                    <a:pt x="3746730" y="1209354"/>
                  </a:lnTo>
                  <a:lnTo>
                    <a:pt x="3926358" y="1401981"/>
                  </a:lnTo>
                  <a:lnTo>
                    <a:pt x="3825667" y="1557247"/>
                  </a:lnTo>
                  <a:cubicBezTo>
                    <a:pt x="3858552" y="1613408"/>
                    <a:pt x="3883404" y="1674784"/>
                    <a:pt x="3897877" y="1740062"/>
                  </a:cubicBezTo>
                  <a:lnTo>
                    <a:pt x="4088377" y="1787686"/>
                  </a:lnTo>
                  <a:lnTo>
                    <a:pt x="4088377" y="2051071"/>
                  </a:lnTo>
                  <a:lnTo>
                    <a:pt x="3886243" y="2101605"/>
                  </a:lnTo>
                  <a:cubicBezTo>
                    <a:pt x="3872191" y="2150933"/>
                    <a:pt x="3851639" y="2197531"/>
                    <a:pt x="3826272" y="2241013"/>
                  </a:cubicBezTo>
                  <a:lnTo>
                    <a:pt x="3938572" y="2395786"/>
                  </a:lnTo>
                  <a:lnTo>
                    <a:pt x="3769272" y="2597551"/>
                  </a:lnTo>
                  <a:lnTo>
                    <a:pt x="3574432" y="2502674"/>
                  </a:lnTo>
                  <a:lnTo>
                    <a:pt x="3590059" y="2484050"/>
                  </a:lnTo>
                  <a:cubicBezTo>
                    <a:pt x="3534764" y="2519868"/>
                    <a:pt x="3473263" y="2546445"/>
                    <a:pt x="3407886" y="2563572"/>
                  </a:cubicBezTo>
                  <a:lnTo>
                    <a:pt x="3358323" y="2761823"/>
                  </a:lnTo>
                  <a:lnTo>
                    <a:pt x="3094938" y="2761823"/>
                  </a:lnTo>
                  <a:lnTo>
                    <a:pt x="3045375" y="2563574"/>
                  </a:lnTo>
                  <a:cubicBezTo>
                    <a:pt x="2985349" y="2547848"/>
                    <a:pt x="2928591" y="2524155"/>
                    <a:pt x="2877330" y="2491865"/>
                  </a:cubicBezTo>
                  <a:lnTo>
                    <a:pt x="2882346" y="2497841"/>
                  </a:lnTo>
                  <a:lnTo>
                    <a:pt x="2687507" y="2592718"/>
                  </a:lnTo>
                  <a:lnTo>
                    <a:pt x="2518206" y="2390954"/>
                  </a:lnTo>
                  <a:lnTo>
                    <a:pt x="2626994" y="2241021"/>
                  </a:lnTo>
                  <a:cubicBezTo>
                    <a:pt x="2597591" y="2190623"/>
                    <a:pt x="2574657" y="2136035"/>
                    <a:pt x="2559194" y="2078370"/>
                  </a:cubicBezTo>
                  <a:lnTo>
                    <a:pt x="2371198" y="2031371"/>
                  </a:lnTo>
                  <a:lnTo>
                    <a:pt x="2371198" y="1767986"/>
                  </a:lnTo>
                  <a:lnTo>
                    <a:pt x="2559579" y="1720890"/>
                  </a:lnTo>
                  <a:cubicBezTo>
                    <a:pt x="2572992" y="1669175"/>
                    <a:pt x="2592745" y="1620006"/>
                    <a:pt x="2617681" y="1574051"/>
                  </a:cubicBezTo>
                  <a:lnTo>
                    <a:pt x="2502958" y="1397149"/>
                  </a:lnTo>
                  <a:lnTo>
                    <a:pt x="2682587" y="1204520"/>
                  </a:lnTo>
                  <a:lnTo>
                    <a:pt x="2872193" y="1309466"/>
                  </a:lnTo>
                  <a:lnTo>
                    <a:pt x="2870932" y="1310818"/>
                  </a:lnTo>
                  <a:cubicBezTo>
                    <a:pt x="2925169" y="1276310"/>
                    <a:pt x="2985393" y="1250941"/>
                    <a:pt x="3049268" y="1234575"/>
                  </a:cubicBezTo>
                  <a:lnTo>
                    <a:pt x="3042378" y="1234576"/>
                  </a:lnTo>
                  <a:lnTo>
                    <a:pt x="3094939" y="1024334"/>
                  </a:lnTo>
                  <a:close/>
                  <a:moveTo>
                    <a:pt x="2786480" y="402820"/>
                  </a:moveTo>
                  <a:cubicBezTo>
                    <a:pt x="2745900" y="389943"/>
                    <a:pt x="2701172" y="388627"/>
                    <a:pt x="2657264" y="401580"/>
                  </a:cubicBezTo>
                  <a:cubicBezTo>
                    <a:pt x="2540176" y="436121"/>
                    <a:pt x="2473258" y="559041"/>
                    <a:pt x="2507800" y="676128"/>
                  </a:cubicBezTo>
                  <a:cubicBezTo>
                    <a:pt x="2542340" y="793216"/>
                    <a:pt x="2665260" y="860133"/>
                    <a:pt x="2782348" y="825592"/>
                  </a:cubicBezTo>
                  <a:cubicBezTo>
                    <a:pt x="2899435" y="791051"/>
                    <a:pt x="2966353" y="668132"/>
                    <a:pt x="2931812" y="551045"/>
                  </a:cubicBezTo>
                  <a:cubicBezTo>
                    <a:pt x="2910223" y="477864"/>
                    <a:pt x="2854113" y="424282"/>
                    <a:pt x="2786480" y="402820"/>
                  </a:cubicBezTo>
                  <a:close/>
                  <a:moveTo>
                    <a:pt x="2932202" y="47278"/>
                  </a:moveTo>
                  <a:lnTo>
                    <a:pt x="3090904" y="140999"/>
                  </a:lnTo>
                  <a:lnTo>
                    <a:pt x="3054065" y="265147"/>
                  </a:lnTo>
                  <a:cubicBezTo>
                    <a:pt x="3087256" y="296329"/>
                    <a:pt x="3116089" y="332603"/>
                    <a:pt x="3138727" y="373550"/>
                  </a:cubicBezTo>
                  <a:lnTo>
                    <a:pt x="3276016" y="367796"/>
                  </a:lnTo>
                  <a:lnTo>
                    <a:pt x="3328165" y="544574"/>
                  </a:lnTo>
                  <a:lnTo>
                    <a:pt x="3202503" y="618514"/>
                  </a:lnTo>
                  <a:cubicBezTo>
                    <a:pt x="3202838" y="654403"/>
                    <a:pt x="3198271" y="689748"/>
                    <a:pt x="3189855" y="723955"/>
                  </a:cubicBezTo>
                  <a:lnTo>
                    <a:pt x="3295873" y="805599"/>
                  </a:lnTo>
                  <a:lnTo>
                    <a:pt x="3222192" y="974540"/>
                  </a:lnTo>
                  <a:lnTo>
                    <a:pt x="3072634" y="949439"/>
                  </a:lnTo>
                  <a:lnTo>
                    <a:pt x="3079435" y="933845"/>
                  </a:lnTo>
                  <a:cubicBezTo>
                    <a:pt x="3049413" y="968833"/>
                    <a:pt x="3013398" y="998848"/>
                    <a:pt x="2972910" y="1023288"/>
                  </a:cubicBezTo>
                  <a:lnTo>
                    <a:pt x="2978897" y="1166163"/>
                  </a:lnTo>
                  <a:lnTo>
                    <a:pt x="2802119" y="1218312"/>
                  </a:lnTo>
                  <a:lnTo>
                    <a:pt x="2729602" y="1095065"/>
                  </a:lnTo>
                  <a:cubicBezTo>
                    <a:pt x="2686199" y="1096396"/>
                    <a:pt x="2643414" y="1091732"/>
                    <a:pt x="2602615" y="1080209"/>
                  </a:cubicBezTo>
                  <a:lnTo>
                    <a:pt x="2607165" y="1083226"/>
                  </a:lnTo>
                  <a:lnTo>
                    <a:pt x="2495179" y="1185484"/>
                  </a:lnTo>
                  <a:lnTo>
                    <a:pt x="2341599" y="1083585"/>
                  </a:lnTo>
                  <a:lnTo>
                    <a:pt x="2384929" y="961414"/>
                  </a:lnTo>
                  <a:cubicBezTo>
                    <a:pt x="2355215" y="933409"/>
                    <a:pt x="2329015" y="901312"/>
                    <a:pt x="2307218" y="865670"/>
                  </a:cubicBezTo>
                  <a:lnTo>
                    <a:pt x="2171734" y="871348"/>
                  </a:lnTo>
                  <a:lnTo>
                    <a:pt x="2119584" y="694571"/>
                  </a:lnTo>
                  <a:lnTo>
                    <a:pt x="2236697" y="625662"/>
                  </a:lnTo>
                  <a:cubicBezTo>
                    <a:pt x="2235459" y="588297"/>
                    <a:pt x="2238982" y="551385"/>
                    <a:pt x="2246620" y="515603"/>
                  </a:cubicBezTo>
                  <a:lnTo>
                    <a:pt x="2134594" y="419585"/>
                  </a:lnTo>
                  <a:lnTo>
                    <a:pt x="2217016" y="254732"/>
                  </a:lnTo>
                  <a:lnTo>
                    <a:pt x="2365055" y="287627"/>
                  </a:lnTo>
                  <a:lnTo>
                    <a:pt x="2364476" y="288784"/>
                  </a:lnTo>
                  <a:cubicBezTo>
                    <a:pt x="2394046" y="254885"/>
                    <a:pt x="2429444" y="225933"/>
                    <a:pt x="2469075" y="202302"/>
                  </a:cubicBezTo>
                  <a:lnTo>
                    <a:pt x="2464452" y="203666"/>
                  </a:lnTo>
                  <a:lnTo>
                    <a:pt x="2458102" y="52150"/>
                  </a:lnTo>
                  <a:lnTo>
                    <a:pt x="2634880" y="0"/>
                  </a:lnTo>
                  <a:lnTo>
                    <a:pt x="2711784" y="130703"/>
                  </a:lnTo>
                  <a:lnTo>
                    <a:pt x="2707159" y="132067"/>
                  </a:lnTo>
                  <a:cubicBezTo>
                    <a:pt x="2750672" y="130497"/>
                    <a:pt x="2793590" y="134953"/>
                    <a:pt x="2834535" y="14631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32" name="Google Shape;632;p63"/>
            <p:cNvSpPr/>
            <p:nvPr/>
          </p:nvSpPr>
          <p:spPr>
            <a:xfrm rot="8201235">
              <a:off x="10168705" y="2165710"/>
              <a:ext cx="322962" cy="356093"/>
            </a:xfrm>
            <a:custGeom>
              <a:rect b="b" l="l" r="r" t="t"/>
              <a:pathLst>
                <a:path extrusionOk="0" h="4725490" w="4285801">
                  <a:moveTo>
                    <a:pt x="1428251" y="4622752"/>
                  </a:moveTo>
                  <a:cubicBezTo>
                    <a:pt x="1313180" y="4505074"/>
                    <a:pt x="1240588" y="4345285"/>
                    <a:pt x="1235771" y="4167715"/>
                  </a:cubicBezTo>
                  <a:cubicBezTo>
                    <a:pt x="1227835" y="3875156"/>
                    <a:pt x="1406218" y="3620819"/>
                    <a:pt x="1664050" y="3520754"/>
                  </a:cubicBezTo>
                  <a:lnTo>
                    <a:pt x="1635892" y="2482688"/>
                  </a:lnTo>
                  <a:lnTo>
                    <a:pt x="1044642" y="2469039"/>
                  </a:lnTo>
                  <a:lnTo>
                    <a:pt x="1044642" y="2667331"/>
                  </a:lnTo>
                  <a:cubicBezTo>
                    <a:pt x="1044642" y="2727000"/>
                    <a:pt x="996271" y="2775371"/>
                    <a:pt x="936601" y="2775372"/>
                  </a:cubicBezTo>
                  <a:lnTo>
                    <a:pt x="657382" y="2775371"/>
                  </a:lnTo>
                  <a:cubicBezTo>
                    <a:pt x="637755" y="2823613"/>
                    <a:pt x="630101" y="2874237"/>
                    <a:pt x="622448" y="2945800"/>
                  </a:cubicBezTo>
                  <a:lnTo>
                    <a:pt x="252030" y="2945800"/>
                  </a:lnTo>
                  <a:cubicBezTo>
                    <a:pt x="256275" y="2883407"/>
                    <a:pt x="252593" y="2828938"/>
                    <a:pt x="235967" y="2775370"/>
                  </a:cubicBezTo>
                  <a:lnTo>
                    <a:pt x="7267" y="2775370"/>
                  </a:lnTo>
                  <a:cubicBezTo>
                    <a:pt x="1003" y="2679903"/>
                    <a:pt x="-1109" y="2594661"/>
                    <a:pt x="535" y="2514852"/>
                  </a:cubicBezTo>
                  <a:cubicBezTo>
                    <a:pt x="5466" y="2275424"/>
                    <a:pt x="44187" y="2084887"/>
                    <a:pt x="105917" y="1813823"/>
                  </a:cubicBezTo>
                  <a:cubicBezTo>
                    <a:pt x="258635" y="1288584"/>
                    <a:pt x="488046" y="911620"/>
                    <a:pt x="870837" y="570445"/>
                  </a:cubicBezTo>
                  <a:cubicBezTo>
                    <a:pt x="674179" y="1284154"/>
                    <a:pt x="622718" y="1497188"/>
                    <a:pt x="741752" y="1669956"/>
                  </a:cubicBezTo>
                  <a:cubicBezTo>
                    <a:pt x="882751" y="1699943"/>
                    <a:pt x="788174" y="1674807"/>
                    <a:pt x="936601" y="1710419"/>
                  </a:cubicBezTo>
                  <a:cubicBezTo>
                    <a:pt x="1001384" y="1730870"/>
                    <a:pt x="1044642" y="1758791"/>
                    <a:pt x="1044642" y="1818460"/>
                  </a:cubicBezTo>
                  <a:lnTo>
                    <a:pt x="1044642" y="1970448"/>
                  </a:lnTo>
                  <a:lnTo>
                    <a:pt x="1621635" y="1957128"/>
                  </a:lnTo>
                  <a:lnTo>
                    <a:pt x="1601569" y="1217379"/>
                  </a:lnTo>
                  <a:cubicBezTo>
                    <a:pt x="1338692" y="1131438"/>
                    <a:pt x="1146783" y="887145"/>
                    <a:pt x="1138847" y="594588"/>
                  </a:cubicBezTo>
                  <a:cubicBezTo>
                    <a:pt x="1132425" y="357828"/>
                    <a:pt x="1248029" y="146099"/>
                    <a:pt x="1428910" y="20243"/>
                  </a:cubicBezTo>
                  <a:lnTo>
                    <a:pt x="1447318" y="698863"/>
                  </a:lnTo>
                  <a:lnTo>
                    <a:pt x="2193594" y="678620"/>
                  </a:lnTo>
                  <a:lnTo>
                    <a:pt x="2175185" y="0"/>
                  </a:lnTo>
                  <a:cubicBezTo>
                    <a:pt x="2362624" y="115865"/>
                    <a:pt x="2489536" y="321015"/>
                    <a:pt x="2495958" y="557775"/>
                  </a:cubicBezTo>
                  <a:cubicBezTo>
                    <a:pt x="2503894" y="850332"/>
                    <a:pt x="2325511" y="1104670"/>
                    <a:pt x="2067679" y="1204735"/>
                  </a:cubicBezTo>
                  <a:lnTo>
                    <a:pt x="2087796" y="1946367"/>
                  </a:lnTo>
                  <a:lnTo>
                    <a:pt x="4285801" y="1895627"/>
                  </a:lnTo>
                  <a:lnTo>
                    <a:pt x="4285801" y="2543859"/>
                  </a:lnTo>
                  <a:lnTo>
                    <a:pt x="2102637" y="2493462"/>
                  </a:lnTo>
                  <a:lnTo>
                    <a:pt x="2130160" y="3508110"/>
                  </a:lnTo>
                  <a:cubicBezTo>
                    <a:pt x="2393037" y="3594051"/>
                    <a:pt x="2584946" y="3838344"/>
                    <a:pt x="2592882" y="4130902"/>
                  </a:cubicBezTo>
                  <a:cubicBezTo>
                    <a:pt x="2599304" y="4367662"/>
                    <a:pt x="2483700" y="4579391"/>
                    <a:pt x="2302820" y="4705247"/>
                  </a:cubicBezTo>
                  <a:lnTo>
                    <a:pt x="2284411" y="4026626"/>
                  </a:lnTo>
                  <a:lnTo>
                    <a:pt x="1538135" y="4046869"/>
                  </a:lnTo>
                  <a:lnTo>
                    <a:pt x="1556544" y="4725490"/>
                  </a:lnTo>
                  <a:cubicBezTo>
                    <a:pt x="1509684" y="4696524"/>
                    <a:pt x="1466607" y="4661977"/>
                    <a:pt x="1428251" y="4622752"/>
                  </a:cubicBezTo>
                  <a:close/>
                  <a:moveTo>
                    <a:pt x="44807" y="3562389"/>
                  </a:moveTo>
                  <a:cubicBezTo>
                    <a:pt x="25255" y="3542837"/>
                    <a:pt x="13162" y="3515827"/>
                    <a:pt x="13162" y="3485992"/>
                  </a:cubicBezTo>
                  <a:lnTo>
                    <a:pt x="13162" y="3053842"/>
                  </a:lnTo>
                  <a:cubicBezTo>
                    <a:pt x="13162" y="2994173"/>
                    <a:pt x="61534" y="2945801"/>
                    <a:pt x="121203" y="2945801"/>
                  </a:cubicBezTo>
                  <a:lnTo>
                    <a:pt x="757287" y="2945801"/>
                  </a:lnTo>
                  <a:cubicBezTo>
                    <a:pt x="816956" y="2945801"/>
                    <a:pt x="865328" y="2994173"/>
                    <a:pt x="865328" y="3053842"/>
                  </a:cubicBezTo>
                  <a:lnTo>
                    <a:pt x="865328" y="3485992"/>
                  </a:lnTo>
                  <a:cubicBezTo>
                    <a:pt x="865328" y="3545662"/>
                    <a:pt x="816956" y="3594033"/>
                    <a:pt x="757287" y="3594033"/>
                  </a:cubicBezTo>
                  <a:lnTo>
                    <a:pt x="121203" y="3594033"/>
                  </a:lnTo>
                  <a:cubicBezTo>
                    <a:pt x="91368" y="3594033"/>
                    <a:pt x="64358" y="3581940"/>
                    <a:pt x="44807" y="356238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33" name="Google Shape;633;p63"/>
            <p:cNvSpPr/>
            <p:nvPr/>
          </p:nvSpPr>
          <p:spPr>
            <a:xfrm>
              <a:off x="10154968" y="3527975"/>
              <a:ext cx="343151" cy="342750"/>
            </a:xfrm>
            <a:custGeom>
              <a:rect b="b" l="l" r="r" t="t"/>
              <a:pathLst>
                <a:path extrusionOk="0" h="3905794" w="3910377">
                  <a:moveTo>
                    <a:pt x="1" y="3797782"/>
                  </a:moveTo>
                  <a:lnTo>
                    <a:pt x="3910377" y="3797782"/>
                  </a:lnTo>
                  <a:lnTo>
                    <a:pt x="3910377" y="3905794"/>
                  </a:lnTo>
                  <a:lnTo>
                    <a:pt x="1" y="3905794"/>
                  </a:lnTo>
                  <a:close/>
                  <a:moveTo>
                    <a:pt x="1757257" y="3353296"/>
                  </a:moveTo>
                  <a:cubicBezTo>
                    <a:pt x="1690135" y="3353296"/>
                    <a:pt x="1635721" y="3407710"/>
                    <a:pt x="1635721" y="3474832"/>
                  </a:cubicBezTo>
                  <a:cubicBezTo>
                    <a:pt x="1635721" y="3541954"/>
                    <a:pt x="1690135" y="3596368"/>
                    <a:pt x="1757257" y="3596368"/>
                  </a:cubicBezTo>
                  <a:lnTo>
                    <a:pt x="2187409" y="3596368"/>
                  </a:lnTo>
                  <a:cubicBezTo>
                    <a:pt x="2254531" y="3596368"/>
                    <a:pt x="2308945" y="3541954"/>
                    <a:pt x="2308945" y="3474832"/>
                  </a:cubicBezTo>
                  <a:cubicBezTo>
                    <a:pt x="2308945" y="3407710"/>
                    <a:pt x="2254531" y="3353296"/>
                    <a:pt x="2187409" y="3353296"/>
                  </a:cubicBezTo>
                  <a:close/>
                  <a:moveTo>
                    <a:pt x="492288" y="2449553"/>
                  </a:moveTo>
                  <a:lnTo>
                    <a:pt x="472244" y="2517369"/>
                  </a:lnTo>
                  <a:lnTo>
                    <a:pt x="3438134" y="2517369"/>
                  </a:lnTo>
                  <a:lnTo>
                    <a:pt x="3418090" y="2449553"/>
                  </a:lnTo>
                  <a:close/>
                  <a:moveTo>
                    <a:pt x="432162" y="2249610"/>
                  </a:moveTo>
                  <a:lnTo>
                    <a:pt x="3478215" y="2249610"/>
                  </a:lnTo>
                  <a:lnTo>
                    <a:pt x="3910377" y="3711740"/>
                  </a:lnTo>
                  <a:lnTo>
                    <a:pt x="0" y="3711740"/>
                  </a:lnTo>
                  <a:close/>
                  <a:moveTo>
                    <a:pt x="1637280" y="544956"/>
                  </a:moveTo>
                  <a:cubicBezTo>
                    <a:pt x="1626413" y="544956"/>
                    <a:pt x="1615547" y="549102"/>
                    <a:pt x="1607256" y="557393"/>
                  </a:cubicBezTo>
                  <a:lnTo>
                    <a:pt x="796281" y="1368368"/>
                  </a:lnTo>
                  <a:cubicBezTo>
                    <a:pt x="779699" y="1384950"/>
                    <a:pt x="779699" y="1411834"/>
                    <a:pt x="796281" y="1428415"/>
                  </a:cubicBezTo>
                  <a:lnTo>
                    <a:pt x="825565" y="1457699"/>
                  </a:lnTo>
                  <a:cubicBezTo>
                    <a:pt x="842147" y="1474281"/>
                    <a:pt x="869031" y="1474281"/>
                    <a:pt x="885612" y="1457699"/>
                  </a:cubicBezTo>
                  <a:lnTo>
                    <a:pt x="1696588" y="646724"/>
                  </a:lnTo>
                  <a:cubicBezTo>
                    <a:pt x="1713169" y="630143"/>
                    <a:pt x="1713169" y="603258"/>
                    <a:pt x="1696588" y="586677"/>
                  </a:cubicBezTo>
                  <a:lnTo>
                    <a:pt x="1667304" y="557393"/>
                  </a:lnTo>
                  <a:cubicBezTo>
                    <a:pt x="1659013" y="549102"/>
                    <a:pt x="1648146" y="544956"/>
                    <a:pt x="1637280" y="544956"/>
                  </a:cubicBezTo>
                  <a:close/>
                  <a:moveTo>
                    <a:pt x="1372791" y="439020"/>
                  </a:moveTo>
                  <a:cubicBezTo>
                    <a:pt x="1361925" y="439020"/>
                    <a:pt x="1351058" y="443165"/>
                    <a:pt x="1342767" y="451456"/>
                  </a:cubicBezTo>
                  <a:lnTo>
                    <a:pt x="851745" y="942478"/>
                  </a:lnTo>
                  <a:cubicBezTo>
                    <a:pt x="835164" y="959060"/>
                    <a:pt x="835164" y="985944"/>
                    <a:pt x="851745" y="1002526"/>
                  </a:cubicBezTo>
                  <a:lnTo>
                    <a:pt x="881029" y="1031810"/>
                  </a:lnTo>
                  <a:cubicBezTo>
                    <a:pt x="897611" y="1048392"/>
                    <a:pt x="924495" y="1048392"/>
                    <a:pt x="941077" y="1031810"/>
                  </a:cubicBezTo>
                  <a:lnTo>
                    <a:pt x="1432099" y="540788"/>
                  </a:lnTo>
                  <a:cubicBezTo>
                    <a:pt x="1448681" y="524206"/>
                    <a:pt x="1448681" y="497322"/>
                    <a:pt x="1432099" y="480740"/>
                  </a:cubicBezTo>
                  <a:lnTo>
                    <a:pt x="1402815" y="451456"/>
                  </a:lnTo>
                  <a:cubicBezTo>
                    <a:pt x="1394524" y="443165"/>
                    <a:pt x="1383658" y="439020"/>
                    <a:pt x="1372791" y="439020"/>
                  </a:cubicBezTo>
                  <a:close/>
                  <a:moveTo>
                    <a:pt x="864042" y="270000"/>
                  </a:moveTo>
                  <a:lnTo>
                    <a:pt x="2945402" y="270000"/>
                  </a:lnTo>
                  <a:cubicBezTo>
                    <a:pt x="3094522" y="270000"/>
                    <a:pt x="3215407" y="390885"/>
                    <a:pt x="3215407" y="540005"/>
                  </a:cubicBezTo>
                  <a:lnTo>
                    <a:pt x="3215407" y="1619995"/>
                  </a:lnTo>
                  <a:cubicBezTo>
                    <a:pt x="3215407" y="1769115"/>
                    <a:pt x="3094522" y="1890000"/>
                    <a:pt x="2945402" y="1890000"/>
                  </a:cubicBezTo>
                  <a:lnTo>
                    <a:pt x="864042" y="1890000"/>
                  </a:lnTo>
                  <a:cubicBezTo>
                    <a:pt x="714922" y="1890000"/>
                    <a:pt x="594037" y="1769115"/>
                    <a:pt x="594037" y="1619995"/>
                  </a:cubicBezTo>
                  <a:lnTo>
                    <a:pt x="594037" y="540005"/>
                  </a:lnTo>
                  <a:cubicBezTo>
                    <a:pt x="594037" y="390885"/>
                    <a:pt x="714922" y="270000"/>
                    <a:pt x="864042" y="270000"/>
                  </a:cubicBezTo>
                  <a:close/>
                  <a:moveTo>
                    <a:pt x="804042" y="180000"/>
                  </a:moveTo>
                  <a:cubicBezTo>
                    <a:pt x="638353" y="180000"/>
                    <a:pt x="504036" y="314317"/>
                    <a:pt x="504036" y="480006"/>
                  </a:cubicBezTo>
                  <a:lnTo>
                    <a:pt x="504036" y="1679994"/>
                  </a:lnTo>
                  <a:cubicBezTo>
                    <a:pt x="504036" y="1845683"/>
                    <a:pt x="638353" y="1980000"/>
                    <a:pt x="804042" y="1980000"/>
                  </a:cubicBezTo>
                  <a:lnTo>
                    <a:pt x="3027043" y="1980000"/>
                  </a:lnTo>
                  <a:cubicBezTo>
                    <a:pt x="3192732" y="1980000"/>
                    <a:pt x="3327049" y="1845683"/>
                    <a:pt x="3327049" y="1679994"/>
                  </a:cubicBezTo>
                  <a:lnTo>
                    <a:pt x="3327049" y="480006"/>
                  </a:lnTo>
                  <a:cubicBezTo>
                    <a:pt x="3327049" y="314317"/>
                    <a:pt x="3192732" y="180000"/>
                    <a:pt x="3027043" y="180000"/>
                  </a:cubicBezTo>
                  <a:close/>
                  <a:moveTo>
                    <a:pt x="684043" y="0"/>
                  </a:moveTo>
                  <a:lnTo>
                    <a:pt x="3190330" y="0"/>
                  </a:lnTo>
                  <a:cubicBezTo>
                    <a:pt x="3389156" y="0"/>
                    <a:pt x="3550337" y="161181"/>
                    <a:pt x="3550337" y="360007"/>
                  </a:cubicBezTo>
                  <a:lnTo>
                    <a:pt x="3550337" y="1799993"/>
                  </a:lnTo>
                  <a:cubicBezTo>
                    <a:pt x="3550337" y="1998819"/>
                    <a:pt x="3389156" y="2160000"/>
                    <a:pt x="3190330" y="2160000"/>
                  </a:cubicBezTo>
                  <a:lnTo>
                    <a:pt x="684043" y="2160000"/>
                  </a:lnTo>
                  <a:cubicBezTo>
                    <a:pt x="485217" y="2160000"/>
                    <a:pt x="324036" y="1998819"/>
                    <a:pt x="324036" y="1799993"/>
                  </a:cubicBezTo>
                  <a:lnTo>
                    <a:pt x="324036" y="360007"/>
                  </a:lnTo>
                  <a:cubicBezTo>
                    <a:pt x="324036" y="161181"/>
                    <a:pt x="485217" y="0"/>
                    <a:pt x="68404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34" name="Google Shape;634;p63"/>
            <p:cNvSpPr/>
            <p:nvPr/>
          </p:nvSpPr>
          <p:spPr>
            <a:xfrm>
              <a:off x="7825561" y="2860634"/>
              <a:ext cx="265478" cy="348722"/>
            </a:xfrm>
            <a:custGeom>
              <a:rect b="b" l="l" r="r" t="t"/>
              <a:pathLst>
                <a:path extrusionOk="0" h="3973870" w="3025265">
                  <a:moveTo>
                    <a:pt x="1048235" y="955278"/>
                  </a:moveTo>
                  <a:cubicBezTo>
                    <a:pt x="1143886" y="955278"/>
                    <a:pt x="1221426" y="1089843"/>
                    <a:pt x="1221426" y="1255837"/>
                  </a:cubicBezTo>
                  <a:cubicBezTo>
                    <a:pt x="1221426" y="1421831"/>
                    <a:pt x="1143886" y="1556396"/>
                    <a:pt x="1048235" y="1556396"/>
                  </a:cubicBezTo>
                  <a:cubicBezTo>
                    <a:pt x="952584" y="1556396"/>
                    <a:pt x="875044" y="1421831"/>
                    <a:pt x="875044" y="1255837"/>
                  </a:cubicBezTo>
                  <a:cubicBezTo>
                    <a:pt x="875044" y="1089843"/>
                    <a:pt x="952584" y="955278"/>
                    <a:pt x="1048235" y="955278"/>
                  </a:cubicBezTo>
                  <a:close/>
                  <a:moveTo>
                    <a:pt x="805954" y="648071"/>
                  </a:moveTo>
                  <a:lnTo>
                    <a:pt x="805954" y="1853034"/>
                  </a:lnTo>
                  <a:cubicBezTo>
                    <a:pt x="805954" y="1947724"/>
                    <a:pt x="869395" y="2027597"/>
                    <a:pt x="956357" y="2051540"/>
                  </a:cubicBezTo>
                  <a:lnTo>
                    <a:pt x="956356" y="2473030"/>
                  </a:lnTo>
                  <a:cubicBezTo>
                    <a:pt x="956356" y="2523517"/>
                    <a:pt x="997284" y="2564445"/>
                    <a:pt x="1047771" y="2564445"/>
                  </a:cubicBezTo>
                  <a:cubicBezTo>
                    <a:pt x="1098258" y="2564445"/>
                    <a:pt x="1139186" y="2523517"/>
                    <a:pt x="1139186" y="2473030"/>
                  </a:cubicBezTo>
                  <a:lnTo>
                    <a:pt x="1139186" y="2051828"/>
                  </a:lnTo>
                  <a:cubicBezTo>
                    <a:pt x="1226618" y="2028173"/>
                    <a:pt x="1290517" y="1948066"/>
                    <a:pt x="1290517" y="1853034"/>
                  </a:cubicBezTo>
                  <a:lnTo>
                    <a:pt x="1290517" y="649328"/>
                  </a:lnTo>
                  <a:cubicBezTo>
                    <a:pt x="1740927" y="708507"/>
                    <a:pt x="2088232" y="1094132"/>
                    <a:pt x="2088232" y="1560875"/>
                  </a:cubicBezTo>
                  <a:lnTo>
                    <a:pt x="2088232" y="2137870"/>
                  </a:lnTo>
                  <a:lnTo>
                    <a:pt x="2088233" y="2137870"/>
                  </a:lnTo>
                  <a:lnTo>
                    <a:pt x="2088233" y="3055870"/>
                  </a:lnTo>
                  <a:cubicBezTo>
                    <a:pt x="2088233" y="3562867"/>
                    <a:pt x="1677230" y="3973870"/>
                    <a:pt x="1170233" y="3973870"/>
                  </a:cubicBezTo>
                  <a:lnTo>
                    <a:pt x="918001" y="3973870"/>
                  </a:lnTo>
                  <a:cubicBezTo>
                    <a:pt x="411004" y="3973870"/>
                    <a:pt x="1" y="3562867"/>
                    <a:pt x="1" y="3055870"/>
                  </a:cubicBezTo>
                  <a:lnTo>
                    <a:pt x="1" y="2152339"/>
                  </a:lnTo>
                  <a:lnTo>
                    <a:pt x="0" y="2152339"/>
                  </a:lnTo>
                  <a:lnTo>
                    <a:pt x="0" y="1560875"/>
                  </a:lnTo>
                  <a:cubicBezTo>
                    <a:pt x="0" y="1091278"/>
                    <a:pt x="351565" y="703794"/>
                    <a:pt x="805954" y="648071"/>
                  </a:cubicBezTo>
                  <a:close/>
                  <a:moveTo>
                    <a:pt x="1619797" y="91"/>
                  </a:moveTo>
                  <a:cubicBezTo>
                    <a:pt x="1732841" y="1988"/>
                    <a:pt x="1845389" y="33430"/>
                    <a:pt x="1945434" y="94215"/>
                  </a:cubicBezTo>
                  <a:cubicBezTo>
                    <a:pt x="2133478" y="208468"/>
                    <a:pt x="2249869" y="409692"/>
                    <a:pt x="2255221" y="627780"/>
                  </a:cubicBezTo>
                  <a:lnTo>
                    <a:pt x="2257891" y="627572"/>
                  </a:lnTo>
                  <a:cubicBezTo>
                    <a:pt x="2272309" y="812739"/>
                    <a:pt x="2385479" y="975734"/>
                    <a:pt x="2553934" y="1053951"/>
                  </a:cubicBezTo>
                  <a:cubicBezTo>
                    <a:pt x="2706200" y="1124651"/>
                    <a:pt x="2882234" y="1116149"/>
                    <a:pt x="3025265" y="1032491"/>
                  </a:cubicBezTo>
                  <a:lnTo>
                    <a:pt x="3025265" y="1181594"/>
                  </a:lnTo>
                  <a:cubicBezTo>
                    <a:pt x="2858744" y="1255002"/>
                    <a:pt x="2666516" y="1253932"/>
                    <a:pt x="2497514" y="1175460"/>
                  </a:cubicBezTo>
                  <a:cubicBezTo>
                    <a:pt x="2293602" y="1080779"/>
                    <a:pt x="2153951" y="887555"/>
                    <a:pt x="2128339" y="665512"/>
                  </a:cubicBezTo>
                  <a:lnTo>
                    <a:pt x="2122734" y="665324"/>
                  </a:lnTo>
                  <a:cubicBezTo>
                    <a:pt x="2128967" y="479701"/>
                    <a:pt x="2034597" y="305147"/>
                    <a:pt x="1875870" y="208708"/>
                  </a:cubicBezTo>
                  <a:cubicBezTo>
                    <a:pt x="1717143" y="112268"/>
                    <a:pt x="1518741" y="108938"/>
                    <a:pt x="1356867" y="199997"/>
                  </a:cubicBezTo>
                  <a:cubicBezTo>
                    <a:pt x="1194993" y="291056"/>
                    <a:pt x="1094818" y="462344"/>
                    <a:pt x="1094818" y="648071"/>
                  </a:cubicBezTo>
                  <a:lnTo>
                    <a:pt x="960849" y="648071"/>
                  </a:lnTo>
                  <a:cubicBezTo>
                    <a:pt x="960849" y="413945"/>
                    <a:pt x="1087128" y="198021"/>
                    <a:pt x="1291185" y="83234"/>
                  </a:cubicBezTo>
                  <a:cubicBezTo>
                    <a:pt x="1393213" y="25840"/>
                    <a:pt x="1506753" y="-1807"/>
                    <a:pt x="1619797" y="9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35" name="Google Shape;635;p63"/>
            <p:cNvSpPr/>
            <p:nvPr/>
          </p:nvSpPr>
          <p:spPr>
            <a:xfrm>
              <a:off x="9211370" y="1953654"/>
              <a:ext cx="300700" cy="300700"/>
            </a:xfrm>
            <a:custGeom>
              <a:rect b="b" l="l" r="r" t="t"/>
              <a:pathLst>
                <a:path extrusionOk="0" h="3888432" w="3888432">
                  <a:moveTo>
                    <a:pt x="2959265" y="3140417"/>
                  </a:moveTo>
                  <a:cubicBezTo>
                    <a:pt x="2880371" y="3140417"/>
                    <a:pt x="2816414" y="3204374"/>
                    <a:pt x="2816414" y="3283268"/>
                  </a:cubicBezTo>
                  <a:cubicBezTo>
                    <a:pt x="2816414" y="3362162"/>
                    <a:pt x="2880371" y="3426119"/>
                    <a:pt x="2959265" y="3426119"/>
                  </a:cubicBezTo>
                  <a:cubicBezTo>
                    <a:pt x="3038159" y="3426119"/>
                    <a:pt x="3102116" y="3362162"/>
                    <a:pt x="3102116" y="3283268"/>
                  </a:cubicBezTo>
                  <a:cubicBezTo>
                    <a:pt x="3102116" y="3204374"/>
                    <a:pt x="3038159" y="3140417"/>
                    <a:pt x="2959265" y="3140417"/>
                  </a:cubicBezTo>
                  <a:close/>
                  <a:moveTo>
                    <a:pt x="2512916" y="2819124"/>
                  </a:moveTo>
                  <a:lnTo>
                    <a:pt x="2512916" y="3022941"/>
                  </a:lnTo>
                  <a:lnTo>
                    <a:pt x="3405613" y="3022941"/>
                  </a:lnTo>
                  <a:lnTo>
                    <a:pt x="3405613" y="2819124"/>
                  </a:lnTo>
                  <a:close/>
                  <a:moveTo>
                    <a:pt x="741072" y="2504407"/>
                  </a:moveTo>
                  <a:lnTo>
                    <a:pt x="539050" y="2706429"/>
                  </a:lnTo>
                  <a:lnTo>
                    <a:pt x="753654" y="2921033"/>
                  </a:lnTo>
                  <a:lnTo>
                    <a:pt x="539050" y="3135636"/>
                  </a:lnTo>
                  <a:lnTo>
                    <a:pt x="741072" y="3337658"/>
                  </a:lnTo>
                  <a:lnTo>
                    <a:pt x="955676" y="3123054"/>
                  </a:lnTo>
                  <a:lnTo>
                    <a:pt x="1170279" y="3337658"/>
                  </a:lnTo>
                  <a:lnTo>
                    <a:pt x="1372301" y="3135636"/>
                  </a:lnTo>
                  <a:lnTo>
                    <a:pt x="1157697" y="2921033"/>
                  </a:lnTo>
                  <a:lnTo>
                    <a:pt x="1372301" y="2706429"/>
                  </a:lnTo>
                  <a:lnTo>
                    <a:pt x="1170279" y="2504407"/>
                  </a:lnTo>
                  <a:lnTo>
                    <a:pt x="955676" y="2719011"/>
                  </a:lnTo>
                  <a:close/>
                  <a:moveTo>
                    <a:pt x="2959265" y="2415946"/>
                  </a:moveTo>
                  <a:cubicBezTo>
                    <a:pt x="2880371" y="2415946"/>
                    <a:pt x="2816414" y="2479903"/>
                    <a:pt x="2816414" y="2558797"/>
                  </a:cubicBezTo>
                  <a:cubicBezTo>
                    <a:pt x="2816414" y="2637691"/>
                    <a:pt x="2880371" y="2701648"/>
                    <a:pt x="2959265" y="2701648"/>
                  </a:cubicBezTo>
                  <a:cubicBezTo>
                    <a:pt x="3038159" y="2701648"/>
                    <a:pt x="3102116" y="2637691"/>
                    <a:pt x="3102116" y="2558797"/>
                  </a:cubicBezTo>
                  <a:cubicBezTo>
                    <a:pt x="3102116" y="2479903"/>
                    <a:pt x="3038159" y="2415946"/>
                    <a:pt x="2959265" y="2415946"/>
                  </a:cubicBezTo>
                  <a:close/>
                  <a:moveTo>
                    <a:pt x="2536364" y="828590"/>
                  </a:moveTo>
                  <a:lnTo>
                    <a:pt x="2536364" y="1114291"/>
                  </a:lnTo>
                  <a:lnTo>
                    <a:pt x="3429061" y="1114291"/>
                  </a:lnTo>
                  <a:lnTo>
                    <a:pt x="3429061" y="828590"/>
                  </a:lnTo>
                  <a:close/>
                  <a:moveTo>
                    <a:pt x="896557" y="525092"/>
                  </a:moveTo>
                  <a:lnTo>
                    <a:pt x="896557" y="828590"/>
                  </a:lnTo>
                  <a:lnTo>
                    <a:pt x="593059" y="828590"/>
                  </a:lnTo>
                  <a:lnTo>
                    <a:pt x="593059" y="1114291"/>
                  </a:lnTo>
                  <a:lnTo>
                    <a:pt x="896557" y="1114291"/>
                  </a:lnTo>
                  <a:lnTo>
                    <a:pt x="896557" y="1417789"/>
                  </a:lnTo>
                  <a:lnTo>
                    <a:pt x="1182258" y="1417789"/>
                  </a:lnTo>
                  <a:lnTo>
                    <a:pt x="1182258" y="1114291"/>
                  </a:lnTo>
                  <a:lnTo>
                    <a:pt x="1485756" y="1114291"/>
                  </a:lnTo>
                  <a:lnTo>
                    <a:pt x="1485756" y="828590"/>
                  </a:lnTo>
                  <a:lnTo>
                    <a:pt x="1182258" y="828590"/>
                  </a:lnTo>
                  <a:lnTo>
                    <a:pt x="1182258" y="525092"/>
                  </a:lnTo>
                  <a:close/>
                  <a:moveTo>
                    <a:pt x="648085" y="0"/>
                  </a:moveTo>
                  <a:lnTo>
                    <a:pt x="3240347" y="0"/>
                  </a:lnTo>
                  <a:cubicBezTo>
                    <a:pt x="3598274" y="0"/>
                    <a:pt x="3888432" y="290158"/>
                    <a:pt x="3888432" y="648085"/>
                  </a:cubicBezTo>
                  <a:lnTo>
                    <a:pt x="3888432" y="3240347"/>
                  </a:lnTo>
                  <a:cubicBezTo>
                    <a:pt x="3888432" y="3598274"/>
                    <a:pt x="3598274" y="3888432"/>
                    <a:pt x="3240347" y="3888432"/>
                  </a:cubicBezTo>
                  <a:lnTo>
                    <a:pt x="648085" y="3888432"/>
                  </a:lnTo>
                  <a:cubicBezTo>
                    <a:pt x="290158" y="3888432"/>
                    <a:pt x="0" y="3598274"/>
                    <a:pt x="0" y="3240347"/>
                  </a:cubicBezTo>
                  <a:lnTo>
                    <a:pt x="0" y="648085"/>
                  </a:lnTo>
                  <a:cubicBezTo>
                    <a:pt x="0" y="290158"/>
                    <a:pt x="290158" y="0"/>
                    <a:pt x="64808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36" name="Google Shape;636;p63"/>
            <p:cNvSpPr/>
            <p:nvPr/>
          </p:nvSpPr>
          <p:spPr>
            <a:xfrm>
              <a:off x="10648350" y="2860722"/>
              <a:ext cx="360864" cy="355077"/>
            </a:xfrm>
            <a:custGeom>
              <a:rect b="b" l="l" r="r" t="t"/>
              <a:pathLst>
                <a:path extrusionOk="0" h="3162551" w="3214097">
                  <a:moveTo>
                    <a:pt x="1014592" y="2306036"/>
                  </a:moveTo>
                  <a:cubicBezTo>
                    <a:pt x="854868" y="2306036"/>
                    <a:pt x="725386" y="2435518"/>
                    <a:pt x="725386" y="2595242"/>
                  </a:cubicBezTo>
                  <a:cubicBezTo>
                    <a:pt x="725386" y="2754966"/>
                    <a:pt x="854868" y="2884448"/>
                    <a:pt x="1014592" y="2884448"/>
                  </a:cubicBezTo>
                  <a:cubicBezTo>
                    <a:pt x="1174316" y="2884448"/>
                    <a:pt x="1303798" y="2754966"/>
                    <a:pt x="1303798" y="2595242"/>
                  </a:cubicBezTo>
                  <a:cubicBezTo>
                    <a:pt x="1303798" y="2435518"/>
                    <a:pt x="1174316" y="2306036"/>
                    <a:pt x="1014592" y="2306036"/>
                  </a:cubicBezTo>
                  <a:close/>
                  <a:moveTo>
                    <a:pt x="481275" y="1691816"/>
                  </a:moveTo>
                  <a:cubicBezTo>
                    <a:pt x="321551" y="1691816"/>
                    <a:pt x="192069" y="1821298"/>
                    <a:pt x="192069" y="1981022"/>
                  </a:cubicBezTo>
                  <a:cubicBezTo>
                    <a:pt x="192069" y="2140746"/>
                    <a:pt x="321551" y="2270228"/>
                    <a:pt x="481275" y="2270228"/>
                  </a:cubicBezTo>
                  <a:cubicBezTo>
                    <a:pt x="640999" y="2270228"/>
                    <a:pt x="770481" y="2140746"/>
                    <a:pt x="770481" y="1981022"/>
                  </a:cubicBezTo>
                  <a:cubicBezTo>
                    <a:pt x="770481" y="1821298"/>
                    <a:pt x="640999" y="1691816"/>
                    <a:pt x="481275" y="1691816"/>
                  </a:cubicBezTo>
                  <a:close/>
                  <a:moveTo>
                    <a:pt x="2764751" y="1113404"/>
                  </a:moveTo>
                  <a:cubicBezTo>
                    <a:pt x="2605027" y="1113404"/>
                    <a:pt x="2475545" y="1242886"/>
                    <a:pt x="2475545" y="1402610"/>
                  </a:cubicBezTo>
                  <a:cubicBezTo>
                    <a:pt x="2475545" y="1562334"/>
                    <a:pt x="2605027" y="1691816"/>
                    <a:pt x="2764751" y="1691816"/>
                  </a:cubicBezTo>
                  <a:cubicBezTo>
                    <a:pt x="2924475" y="1691816"/>
                    <a:pt x="3053957" y="1562334"/>
                    <a:pt x="3053957" y="1402610"/>
                  </a:cubicBezTo>
                  <a:cubicBezTo>
                    <a:pt x="3053957" y="1242886"/>
                    <a:pt x="2924475" y="1113404"/>
                    <a:pt x="2764751" y="1113404"/>
                  </a:cubicBezTo>
                  <a:close/>
                  <a:moveTo>
                    <a:pt x="532503" y="881964"/>
                  </a:moveTo>
                  <a:cubicBezTo>
                    <a:pt x="372779" y="881964"/>
                    <a:pt x="243297" y="1011446"/>
                    <a:pt x="243297" y="1171170"/>
                  </a:cubicBezTo>
                  <a:cubicBezTo>
                    <a:pt x="243297" y="1330894"/>
                    <a:pt x="372779" y="1460376"/>
                    <a:pt x="532503" y="1460376"/>
                  </a:cubicBezTo>
                  <a:cubicBezTo>
                    <a:pt x="692227" y="1460376"/>
                    <a:pt x="821709" y="1330894"/>
                    <a:pt x="821709" y="1171170"/>
                  </a:cubicBezTo>
                  <a:cubicBezTo>
                    <a:pt x="821709" y="1011446"/>
                    <a:pt x="692227" y="881964"/>
                    <a:pt x="532503" y="881964"/>
                  </a:cubicBezTo>
                  <a:close/>
                  <a:moveTo>
                    <a:pt x="1162143" y="321316"/>
                  </a:moveTo>
                  <a:cubicBezTo>
                    <a:pt x="1002419" y="321316"/>
                    <a:pt x="872937" y="450798"/>
                    <a:pt x="872937" y="610522"/>
                  </a:cubicBezTo>
                  <a:cubicBezTo>
                    <a:pt x="872937" y="770246"/>
                    <a:pt x="1002419" y="899728"/>
                    <a:pt x="1162143" y="899728"/>
                  </a:cubicBezTo>
                  <a:cubicBezTo>
                    <a:pt x="1321867" y="899728"/>
                    <a:pt x="1451349" y="770246"/>
                    <a:pt x="1451349" y="610522"/>
                  </a:cubicBezTo>
                  <a:cubicBezTo>
                    <a:pt x="1451349" y="450798"/>
                    <a:pt x="1321867" y="321316"/>
                    <a:pt x="1162143" y="321316"/>
                  </a:cubicBezTo>
                  <a:close/>
                  <a:moveTo>
                    <a:pt x="1963447" y="177300"/>
                  </a:moveTo>
                  <a:cubicBezTo>
                    <a:pt x="1803723" y="177300"/>
                    <a:pt x="1674241" y="306782"/>
                    <a:pt x="1674241" y="466506"/>
                  </a:cubicBezTo>
                  <a:cubicBezTo>
                    <a:pt x="1674241" y="626230"/>
                    <a:pt x="1803723" y="755712"/>
                    <a:pt x="1963447" y="755712"/>
                  </a:cubicBezTo>
                  <a:cubicBezTo>
                    <a:pt x="2123171" y="755712"/>
                    <a:pt x="2252653" y="626230"/>
                    <a:pt x="2252653" y="466506"/>
                  </a:cubicBezTo>
                  <a:cubicBezTo>
                    <a:pt x="2252653" y="306782"/>
                    <a:pt x="2123171" y="177300"/>
                    <a:pt x="1963447" y="177300"/>
                  </a:cubicBezTo>
                  <a:close/>
                  <a:moveTo>
                    <a:pt x="1752672" y="312"/>
                  </a:moveTo>
                  <a:cubicBezTo>
                    <a:pt x="1817888" y="-690"/>
                    <a:pt x="1885249" y="703"/>
                    <a:pt x="1954799" y="4657"/>
                  </a:cubicBezTo>
                  <a:cubicBezTo>
                    <a:pt x="2504015" y="53541"/>
                    <a:pt x="2975590" y="412975"/>
                    <a:pt x="3145244" y="944937"/>
                  </a:cubicBezTo>
                  <a:cubicBezTo>
                    <a:pt x="3412664" y="2126757"/>
                    <a:pt x="2837568" y="2017487"/>
                    <a:pt x="2506889" y="1867964"/>
                  </a:cubicBezTo>
                  <a:cubicBezTo>
                    <a:pt x="1580987" y="1673869"/>
                    <a:pt x="2725425" y="3197869"/>
                    <a:pt x="1014520" y="3161925"/>
                  </a:cubicBezTo>
                  <a:cubicBezTo>
                    <a:pt x="-14898" y="3061283"/>
                    <a:pt x="-138545" y="1873713"/>
                    <a:pt x="108747" y="1100212"/>
                  </a:cubicBezTo>
                  <a:cubicBezTo>
                    <a:pt x="278579" y="569148"/>
                    <a:pt x="774429" y="15339"/>
                    <a:pt x="1752672" y="31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637" name="Google Shape;637;p63"/>
            <p:cNvSpPr/>
            <p:nvPr/>
          </p:nvSpPr>
          <p:spPr>
            <a:xfrm rot="-900000">
              <a:off x="8697163" y="2795754"/>
              <a:ext cx="342272" cy="293183"/>
            </a:xfrm>
            <a:custGeom>
              <a:rect b="b" l="l" r="r" t="t"/>
              <a:pathLst>
                <a:path extrusionOk="0" h="2485205" w="2901316">
                  <a:moveTo>
                    <a:pt x="2901316" y="8833"/>
                  </a:moveTo>
                  <a:lnTo>
                    <a:pt x="2885407" y="69738"/>
                  </a:lnTo>
                  <a:lnTo>
                    <a:pt x="2890344" y="71061"/>
                  </a:lnTo>
                  <a:lnTo>
                    <a:pt x="2331295" y="2157461"/>
                  </a:lnTo>
                  <a:lnTo>
                    <a:pt x="2322295" y="2155049"/>
                  </a:lnTo>
                  <a:cubicBezTo>
                    <a:pt x="2311779" y="2339141"/>
                    <a:pt x="2127696" y="2485205"/>
                    <a:pt x="1902404" y="2485205"/>
                  </a:cubicBezTo>
                  <a:cubicBezTo>
                    <a:pt x="1669201" y="2485205"/>
                    <a:pt x="1480151" y="2328701"/>
                    <a:pt x="1480150" y="2135644"/>
                  </a:cubicBezTo>
                  <a:cubicBezTo>
                    <a:pt x="1480150" y="1942587"/>
                    <a:pt x="1669200" y="1786083"/>
                    <a:pt x="1902404" y="1786083"/>
                  </a:cubicBezTo>
                  <a:cubicBezTo>
                    <a:pt x="2026046" y="1786083"/>
                    <a:pt x="2137276" y="1830075"/>
                    <a:pt x="2213623" y="1901150"/>
                  </a:cubicBezTo>
                  <a:lnTo>
                    <a:pt x="2586815" y="508378"/>
                  </a:lnTo>
                  <a:lnTo>
                    <a:pt x="1283297" y="508378"/>
                  </a:lnTo>
                  <a:lnTo>
                    <a:pt x="847984" y="2132988"/>
                  </a:lnTo>
                  <a:lnTo>
                    <a:pt x="841776" y="2131324"/>
                  </a:lnTo>
                  <a:cubicBezTo>
                    <a:pt x="829584" y="2314002"/>
                    <a:pt x="646295" y="2458448"/>
                    <a:pt x="422254" y="2458448"/>
                  </a:cubicBezTo>
                  <a:cubicBezTo>
                    <a:pt x="189051" y="2458448"/>
                    <a:pt x="1" y="2301944"/>
                    <a:pt x="0" y="2108887"/>
                  </a:cubicBezTo>
                  <a:cubicBezTo>
                    <a:pt x="0" y="1915830"/>
                    <a:pt x="189051" y="1759326"/>
                    <a:pt x="422255" y="1759326"/>
                  </a:cubicBezTo>
                  <a:cubicBezTo>
                    <a:pt x="544771" y="1759326"/>
                    <a:pt x="655100" y="1802522"/>
                    <a:pt x="731465" y="1872378"/>
                  </a:cubicBezTo>
                  <a:lnTo>
                    <a:pt x="1233167" y="0"/>
                  </a:lnTo>
                  <a:lnTo>
                    <a:pt x="1266129" y="88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638" name="Google Shape;638;p63"/>
          <p:cNvGrpSpPr/>
          <p:nvPr/>
        </p:nvGrpSpPr>
        <p:grpSpPr>
          <a:xfrm>
            <a:off x="10396263" y="93604"/>
            <a:ext cx="1503041" cy="3058086"/>
            <a:chOff x="5174351" y="2344852"/>
            <a:chExt cx="1843306" cy="3750389"/>
          </a:xfrm>
        </p:grpSpPr>
        <p:grpSp>
          <p:nvGrpSpPr>
            <p:cNvPr id="639" name="Google Shape;639;p63"/>
            <p:cNvGrpSpPr/>
            <p:nvPr/>
          </p:nvGrpSpPr>
          <p:grpSpPr>
            <a:xfrm>
              <a:off x="5174351" y="3637228"/>
              <a:ext cx="1704867" cy="455477"/>
              <a:chOff x="5134372" y="3131004"/>
              <a:chExt cx="1431908" cy="315692"/>
            </a:xfrm>
          </p:grpSpPr>
          <p:sp>
            <p:nvSpPr>
              <p:cNvPr id="640" name="Google Shape;640;p63"/>
              <p:cNvSpPr/>
              <p:nvPr/>
            </p:nvSpPr>
            <p:spPr>
              <a:xfrm>
                <a:off x="5208323" y="3177330"/>
                <a:ext cx="1258310" cy="223041"/>
              </a:xfrm>
              <a:custGeom>
                <a:rect b="b" l="l" r="r" t="t"/>
                <a:pathLst>
                  <a:path extrusionOk="0" h="199384" w="1258310">
                    <a:moveTo>
                      <a:pt x="0" y="0"/>
                    </a:moveTo>
                    <a:lnTo>
                      <a:pt x="1258310" y="0"/>
                    </a:lnTo>
                    <a:cubicBezTo>
                      <a:pt x="1210685" y="75986"/>
                      <a:pt x="1213065" y="130541"/>
                      <a:pt x="1258310" y="199384"/>
                    </a:cubicBezTo>
                    <a:lnTo>
                      <a:pt x="0" y="19938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cap="flat" cmpd="sng" w="12700">
                <a:solidFill>
                  <a:srgbClr val="BFBFBF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41" name="Google Shape;641;p63"/>
              <p:cNvSpPr/>
              <p:nvPr/>
            </p:nvSpPr>
            <p:spPr>
              <a:xfrm>
                <a:off x="5134372" y="3131004"/>
                <a:ext cx="1431908" cy="315692"/>
              </a:xfrm>
              <a:custGeom>
                <a:rect b="b" l="l" r="r" t="t"/>
                <a:pathLst>
                  <a:path extrusionOk="0" h="315692" w="1431908">
                    <a:moveTo>
                      <a:pt x="62289" y="0"/>
                    </a:moveTo>
                    <a:lnTo>
                      <a:pt x="1371331" y="0"/>
                    </a:lnTo>
                    <a:cubicBezTo>
                      <a:pt x="1388532" y="0"/>
                      <a:pt x="1404104" y="6972"/>
                      <a:pt x="1415376" y="18244"/>
                    </a:cubicBezTo>
                    <a:lnTo>
                      <a:pt x="1431908" y="58155"/>
                    </a:lnTo>
                    <a:lnTo>
                      <a:pt x="100375" y="58155"/>
                    </a:lnTo>
                    <a:cubicBezTo>
                      <a:pt x="85781" y="58155"/>
                      <a:pt x="73951" y="69985"/>
                      <a:pt x="73951" y="84579"/>
                    </a:cubicBezTo>
                    <a:lnTo>
                      <a:pt x="73951" y="231114"/>
                    </a:lnTo>
                    <a:cubicBezTo>
                      <a:pt x="73951" y="245708"/>
                      <a:pt x="85781" y="257538"/>
                      <a:pt x="100375" y="257538"/>
                    </a:cubicBezTo>
                    <a:lnTo>
                      <a:pt x="1431907" y="257538"/>
                    </a:lnTo>
                    <a:lnTo>
                      <a:pt x="1415376" y="297448"/>
                    </a:lnTo>
                    <a:cubicBezTo>
                      <a:pt x="1404104" y="308720"/>
                      <a:pt x="1388532" y="315692"/>
                      <a:pt x="1371331" y="315692"/>
                    </a:cubicBezTo>
                    <a:lnTo>
                      <a:pt x="62289" y="315692"/>
                    </a:lnTo>
                    <a:cubicBezTo>
                      <a:pt x="27888" y="315692"/>
                      <a:pt x="0" y="287804"/>
                      <a:pt x="0" y="253403"/>
                    </a:cubicBezTo>
                    <a:lnTo>
                      <a:pt x="0" y="62289"/>
                    </a:lnTo>
                    <a:cubicBezTo>
                      <a:pt x="0" y="27888"/>
                      <a:pt x="27888" y="0"/>
                      <a:pt x="62289" y="0"/>
                    </a:cubicBezTo>
                    <a:close/>
                  </a:path>
                </a:pathLst>
              </a:custGeom>
              <a:solidFill>
                <a:srgbClr val="BFBFBF"/>
              </a:solidFill>
              <a:ln cap="flat" cmpd="sng" w="12700">
                <a:solidFill>
                  <a:srgbClr val="BFBFBF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</p:grpSp>
        <p:grpSp>
          <p:nvGrpSpPr>
            <p:cNvPr id="642" name="Google Shape;642;p63"/>
            <p:cNvGrpSpPr/>
            <p:nvPr/>
          </p:nvGrpSpPr>
          <p:grpSpPr>
            <a:xfrm>
              <a:off x="5312790" y="4137862"/>
              <a:ext cx="1704867" cy="455477"/>
              <a:chOff x="5134372" y="3131004"/>
              <a:chExt cx="1431908" cy="315692"/>
            </a:xfrm>
          </p:grpSpPr>
          <p:sp>
            <p:nvSpPr>
              <p:cNvPr id="643" name="Google Shape;643;p63"/>
              <p:cNvSpPr/>
              <p:nvPr/>
            </p:nvSpPr>
            <p:spPr>
              <a:xfrm>
                <a:off x="5208323" y="3177330"/>
                <a:ext cx="1258310" cy="223041"/>
              </a:xfrm>
              <a:custGeom>
                <a:rect b="b" l="l" r="r" t="t"/>
                <a:pathLst>
                  <a:path extrusionOk="0" h="199384" w="1258310">
                    <a:moveTo>
                      <a:pt x="0" y="0"/>
                    </a:moveTo>
                    <a:lnTo>
                      <a:pt x="1258310" y="0"/>
                    </a:lnTo>
                    <a:cubicBezTo>
                      <a:pt x="1210685" y="75986"/>
                      <a:pt x="1213065" y="130541"/>
                      <a:pt x="1258310" y="199384"/>
                    </a:cubicBezTo>
                    <a:lnTo>
                      <a:pt x="0" y="19938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cap="flat" cmpd="sng" w="12700">
                <a:solidFill>
                  <a:schemeClr val="accent3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44" name="Google Shape;644;p63"/>
              <p:cNvSpPr/>
              <p:nvPr/>
            </p:nvSpPr>
            <p:spPr>
              <a:xfrm>
                <a:off x="5134372" y="3131004"/>
                <a:ext cx="1431908" cy="315692"/>
              </a:xfrm>
              <a:custGeom>
                <a:rect b="b" l="l" r="r" t="t"/>
                <a:pathLst>
                  <a:path extrusionOk="0" h="315692" w="1431908">
                    <a:moveTo>
                      <a:pt x="62289" y="0"/>
                    </a:moveTo>
                    <a:lnTo>
                      <a:pt x="1371331" y="0"/>
                    </a:lnTo>
                    <a:cubicBezTo>
                      <a:pt x="1388532" y="0"/>
                      <a:pt x="1404104" y="6972"/>
                      <a:pt x="1415376" y="18244"/>
                    </a:cubicBezTo>
                    <a:lnTo>
                      <a:pt x="1431908" y="58155"/>
                    </a:lnTo>
                    <a:lnTo>
                      <a:pt x="100375" y="58155"/>
                    </a:lnTo>
                    <a:cubicBezTo>
                      <a:pt x="85781" y="58155"/>
                      <a:pt x="73951" y="69985"/>
                      <a:pt x="73951" y="84579"/>
                    </a:cubicBezTo>
                    <a:lnTo>
                      <a:pt x="73951" y="231114"/>
                    </a:lnTo>
                    <a:cubicBezTo>
                      <a:pt x="73951" y="245708"/>
                      <a:pt x="85781" y="257538"/>
                      <a:pt x="100375" y="257538"/>
                    </a:cubicBezTo>
                    <a:lnTo>
                      <a:pt x="1431907" y="257538"/>
                    </a:lnTo>
                    <a:lnTo>
                      <a:pt x="1415376" y="297448"/>
                    </a:lnTo>
                    <a:cubicBezTo>
                      <a:pt x="1404104" y="308720"/>
                      <a:pt x="1388532" y="315692"/>
                      <a:pt x="1371331" y="315692"/>
                    </a:cubicBezTo>
                    <a:lnTo>
                      <a:pt x="62289" y="315692"/>
                    </a:lnTo>
                    <a:cubicBezTo>
                      <a:pt x="27888" y="315692"/>
                      <a:pt x="0" y="287804"/>
                      <a:pt x="0" y="253403"/>
                    </a:cubicBezTo>
                    <a:lnTo>
                      <a:pt x="0" y="62289"/>
                    </a:lnTo>
                    <a:cubicBezTo>
                      <a:pt x="0" y="27888"/>
                      <a:pt x="27888" y="0"/>
                      <a:pt x="62289" y="0"/>
                    </a:cubicBezTo>
                    <a:close/>
                  </a:path>
                </a:pathLst>
              </a:custGeom>
              <a:solidFill>
                <a:srgbClr val="0075E2"/>
              </a:solidFill>
              <a:ln cap="flat" cmpd="sng" w="12700">
                <a:solidFill>
                  <a:srgbClr val="0075E2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</p:grpSp>
        <p:grpSp>
          <p:nvGrpSpPr>
            <p:cNvPr id="645" name="Google Shape;645;p63"/>
            <p:cNvGrpSpPr/>
            <p:nvPr/>
          </p:nvGrpSpPr>
          <p:grpSpPr>
            <a:xfrm>
              <a:off x="5174351" y="4638496"/>
              <a:ext cx="1704867" cy="455477"/>
              <a:chOff x="5134372" y="3131004"/>
              <a:chExt cx="1431908" cy="315692"/>
            </a:xfrm>
          </p:grpSpPr>
          <p:sp>
            <p:nvSpPr>
              <p:cNvPr id="646" name="Google Shape;646;p63"/>
              <p:cNvSpPr/>
              <p:nvPr/>
            </p:nvSpPr>
            <p:spPr>
              <a:xfrm>
                <a:off x="5208323" y="3177330"/>
                <a:ext cx="1258310" cy="223041"/>
              </a:xfrm>
              <a:custGeom>
                <a:rect b="b" l="l" r="r" t="t"/>
                <a:pathLst>
                  <a:path extrusionOk="0" h="199384" w="1258310">
                    <a:moveTo>
                      <a:pt x="0" y="0"/>
                    </a:moveTo>
                    <a:lnTo>
                      <a:pt x="1258310" y="0"/>
                    </a:lnTo>
                    <a:cubicBezTo>
                      <a:pt x="1210685" y="75986"/>
                      <a:pt x="1213065" y="130541"/>
                      <a:pt x="1258310" y="199384"/>
                    </a:cubicBezTo>
                    <a:lnTo>
                      <a:pt x="0" y="19938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cap="flat" cmpd="sng" w="12700">
                <a:solidFill>
                  <a:srgbClr val="D8D8D8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47" name="Google Shape;647;p63"/>
              <p:cNvSpPr/>
              <p:nvPr/>
            </p:nvSpPr>
            <p:spPr>
              <a:xfrm>
                <a:off x="5134372" y="3131004"/>
                <a:ext cx="1431908" cy="315692"/>
              </a:xfrm>
              <a:custGeom>
                <a:rect b="b" l="l" r="r" t="t"/>
                <a:pathLst>
                  <a:path extrusionOk="0" h="315692" w="1431908">
                    <a:moveTo>
                      <a:pt x="62289" y="0"/>
                    </a:moveTo>
                    <a:lnTo>
                      <a:pt x="1371331" y="0"/>
                    </a:lnTo>
                    <a:cubicBezTo>
                      <a:pt x="1388532" y="0"/>
                      <a:pt x="1404104" y="6972"/>
                      <a:pt x="1415376" y="18244"/>
                    </a:cubicBezTo>
                    <a:lnTo>
                      <a:pt x="1431908" y="58155"/>
                    </a:lnTo>
                    <a:lnTo>
                      <a:pt x="100375" y="58155"/>
                    </a:lnTo>
                    <a:cubicBezTo>
                      <a:pt x="85781" y="58155"/>
                      <a:pt x="73951" y="69985"/>
                      <a:pt x="73951" y="84579"/>
                    </a:cubicBezTo>
                    <a:lnTo>
                      <a:pt x="73951" y="231114"/>
                    </a:lnTo>
                    <a:cubicBezTo>
                      <a:pt x="73951" y="245708"/>
                      <a:pt x="85781" y="257538"/>
                      <a:pt x="100375" y="257538"/>
                    </a:cubicBezTo>
                    <a:lnTo>
                      <a:pt x="1431907" y="257538"/>
                    </a:lnTo>
                    <a:lnTo>
                      <a:pt x="1415376" y="297448"/>
                    </a:lnTo>
                    <a:cubicBezTo>
                      <a:pt x="1404104" y="308720"/>
                      <a:pt x="1388532" y="315692"/>
                      <a:pt x="1371331" y="315692"/>
                    </a:cubicBezTo>
                    <a:lnTo>
                      <a:pt x="62289" y="315692"/>
                    </a:lnTo>
                    <a:cubicBezTo>
                      <a:pt x="27888" y="315692"/>
                      <a:pt x="0" y="287804"/>
                      <a:pt x="0" y="253403"/>
                    </a:cubicBezTo>
                    <a:lnTo>
                      <a:pt x="0" y="62289"/>
                    </a:lnTo>
                    <a:cubicBezTo>
                      <a:pt x="0" y="27888"/>
                      <a:pt x="27888" y="0"/>
                      <a:pt x="62289" y="0"/>
                    </a:cubicBezTo>
                    <a:close/>
                  </a:path>
                </a:pathLst>
              </a:custGeom>
              <a:solidFill>
                <a:srgbClr val="D8D8D8"/>
              </a:solidFill>
              <a:ln cap="flat" cmpd="sng" w="12700">
                <a:solidFill>
                  <a:srgbClr val="D8D8D8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</p:grpSp>
        <p:grpSp>
          <p:nvGrpSpPr>
            <p:cNvPr id="648" name="Google Shape;648;p63"/>
            <p:cNvGrpSpPr/>
            <p:nvPr/>
          </p:nvGrpSpPr>
          <p:grpSpPr>
            <a:xfrm>
              <a:off x="5312790" y="5139130"/>
              <a:ext cx="1704867" cy="455477"/>
              <a:chOff x="5134372" y="3131004"/>
              <a:chExt cx="1431908" cy="315692"/>
            </a:xfrm>
          </p:grpSpPr>
          <p:sp>
            <p:nvSpPr>
              <p:cNvPr id="649" name="Google Shape;649;p63"/>
              <p:cNvSpPr/>
              <p:nvPr/>
            </p:nvSpPr>
            <p:spPr>
              <a:xfrm>
                <a:off x="5208323" y="3177330"/>
                <a:ext cx="1258310" cy="223041"/>
              </a:xfrm>
              <a:custGeom>
                <a:rect b="b" l="l" r="r" t="t"/>
                <a:pathLst>
                  <a:path extrusionOk="0" h="199384" w="1258310">
                    <a:moveTo>
                      <a:pt x="0" y="0"/>
                    </a:moveTo>
                    <a:lnTo>
                      <a:pt x="1258310" y="0"/>
                    </a:lnTo>
                    <a:cubicBezTo>
                      <a:pt x="1210685" y="75986"/>
                      <a:pt x="1213065" y="130541"/>
                      <a:pt x="1258310" y="199384"/>
                    </a:cubicBezTo>
                    <a:lnTo>
                      <a:pt x="0" y="19938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cap="flat" cmpd="sng" w="12700">
                <a:solidFill>
                  <a:srgbClr val="BFBFBF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50" name="Google Shape;650;p63"/>
              <p:cNvSpPr/>
              <p:nvPr/>
            </p:nvSpPr>
            <p:spPr>
              <a:xfrm>
                <a:off x="5134372" y="3131004"/>
                <a:ext cx="1431908" cy="315692"/>
              </a:xfrm>
              <a:custGeom>
                <a:rect b="b" l="l" r="r" t="t"/>
                <a:pathLst>
                  <a:path extrusionOk="0" h="315692" w="1431908">
                    <a:moveTo>
                      <a:pt x="62289" y="0"/>
                    </a:moveTo>
                    <a:lnTo>
                      <a:pt x="1371331" y="0"/>
                    </a:lnTo>
                    <a:cubicBezTo>
                      <a:pt x="1388532" y="0"/>
                      <a:pt x="1404104" y="6972"/>
                      <a:pt x="1415376" y="18244"/>
                    </a:cubicBezTo>
                    <a:lnTo>
                      <a:pt x="1431908" y="58155"/>
                    </a:lnTo>
                    <a:lnTo>
                      <a:pt x="100375" y="58155"/>
                    </a:lnTo>
                    <a:cubicBezTo>
                      <a:pt x="85781" y="58155"/>
                      <a:pt x="73951" y="69985"/>
                      <a:pt x="73951" y="84579"/>
                    </a:cubicBezTo>
                    <a:lnTo>
                      <a:pt x="73951" y="231114"/>
                    </a:lnTo>
                    <a:cubicBezTo>
                      <a:pt x="73951" y="245708"/>
                      <a:pt x="85781" y="257538"/>
                      <a:pt x="100375" y="257538"/>
                    </a:cubicBezTo>
                    <a:lnTo>
                      <a:pt x="1431907" y="257538"/>
                    </a:lnTo>
                    <a:lnTo>
                      <a:pt x="1415376" y="297448"/>
                    </a:lnTo>
                    <a:cubicBezTo>
                      <a:pt x="1404104" y="308720"/>
                      <a:pt x="1388532" y="315692"/>
                      <a:pt x="1371331" y="315692"/>
                    </a:cubicBezTo>
                    <a:lnTo>
                      <a:pt x="62289" y="315692"/>
                    </a:lnTo>
                    <a:cubicBezTo>
                      <a:pt x="27888" y="315692"/>
                      <a:pt x="0" y="287804"/>
                      <a:pt x="0" y="253403"/>
                    </a:cubicBezTo>
                    <a:lnTo>
                      <a:pt x="0" y="62289"/>
                    </a:lnTo>
                    <a:cubicBezTo>
                      <a:pt x="0" y="27888"/>
                      <a:pt x="27888" y="0"/>
                      <a:pt x="62289" y="0"/>
                    </a:cubicBezTo>
                    <a:close/>
                  </a:path>
                </a:pathLst>
              </a:custGeom>
              <a:solidFill>
                <a:srgbClr val="BFBF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</p:grpSp>
        <p:grpSp>
          <p:nvGrpSpPr>
            <p:cNvPr id="651" name="Google Shape;651;p63"/>
            <p:cNvGrpSpPr/>
            <p:nvPr/>
          </p:nvGrpSpPr>
          <p:grpSpPr>
            <a:xfrm>
              <a:off x="5174351" y="5639764"/>
              <a:ext cx="1704867" cy="455477"/>
              <a:chOff x="5134372" y="3131004"/>
              <a:chExt cx="1431908" cy="315692"/>
            </a:xfrm>
          </p:grpSpPr>
          <p:sp>
            <p:nvSpPr>
              <p:cNvPr id="652" name="Google Shape;652;p63"/>
              <p:cNvSpPr/>
              <p:nvPr/>
            </p:nvSpPr>
            <p:spPr>
              <a:xfrm>
                <a:off x="5208323" y="3177330"/>
                <a:ext cx="1258310" cy="223041"/>
              </a:xfrm>
              <a:custGeom>
                <a:rect b="b" l="l" r="r" t="t"/>
                <a:pathLst>
                  <a:path extrusionOk="0" h="199384" w="1258310">
                    <a:moveTo>
                      <a:pt x="0" y="0"/>
                    </a:moveTo>
                    <a:lnTo>
                      <a:pt x="1258310" y="0"/>
                    </a:lnTo>
                    <a:cubicBezTo>
                      <a:pt x="1210685" y="75986"/>
                      <a:pt x="1213065" y="130541"/>
                      <a:pt x="1258310" y="199384"/>
                    </a:cubicBezTo>
                    <a:lnTo>
                      <a:pt x="0" y="19938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cap="flat" cmpd="sng" w="12700">
                <a:solidFill>
                  <a:srgbClr val="7F7F7F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53" name="Google Shape;653;p63"/>
              <p:cNvSpPr/>
              <p:nvPr/>
            </p:nvSpPr>
            <p:spPr>
              <a:xfrm>
                <a:off x="5134372" y="3131004"/>
                <a:ext cx="1431908" cy="315692"/>
              </a:xfrm>
              <a:custGeom>
                <a:rect b="b" l="l" r="r" t="t"/>
                <a:pathLst>
                  <a:path extrusionOk="0" h="315692" w="1431908">
                    <a:moveTo>
                      <a:pt x="62289" y="0"/>
                    </a:moveTo>
                    <a:lnTo>
                      <a:pt x="1371331" y="0"/>
                    </a:lnTo>
                    <a:cubicBezTo>
                      <a:pt x="1388532" y="0"/>
                      <a:pt x="1404104" y="6972"/>
                      <a:pt x="1415376" y="18244"/>
                    </a:cubicBezTo>
                    <a:lnTo>
                      <a:pt x="1431908" y="58155"/>
                    </a:lnTo>
                    <a:lnTo>
                      <a:pt x="100375" y="58155"/>
                    </a:lnTo>
                    <a:cubicBezTo>
                      <a:pt x="85781" y="58155"/>
                      <a:pt x="73951" y="69985"/>
                      <a:pt x="73951" y="84579"/>
                    </a:cubicBezTo>
                    <a:lnTo>
                      <a:pt x="73951" y="231114"/>
                    </a:lnTo>
                    <a:cubicBezTo>
                      <a:pt x="73951" y="245708"/>
                      <a:pt x="85781" y="257538"/>
                      <a:pt x="100375" y="257538"/>
                    </a:cubicBezTo>
                    <a:lnTo>
                      <a:pt x="1431907" y="257538"/>
                    </a:lnTo>
                    <a:lnTo>
                      <a:pt x="1415376" y="297448"/>
                    </a:lnTo>
                    <a:cubicBezTo>
                      <a:pt x="1404104" y="308720"/>
                      <a:pt x="1388532" y="315692"/>
                      <a:pt x="1371331" y="315692"/>
                    </a:cubicBezTo>
                    <a:lnTo>
                      <a:pt x="62289" y="315692"/>
                    </a:lnTo>
                    <a:cubicBezTo>
                      <a:pt x="27888" y="315692"/>
                      <a:pt x="0" y="287804"/>
                      <a:pt x="0" y="253403"/>
                    </a:cubicBezTo>
                    <a:lnTo>
                      <a:pt x="0" y="62289"/>
                    </a:lnTo>
                    <a:cubicBezTo>
                      <a:pt x="0" y="27888"/>
                      <a:pt x="27888" y="0"/>
                      <a:pt x="62289" y="0"/>
                    </a:cubicBezTo>
                    <a:close/>
                  </a:path>
                </a:pathLst>
              </a:custGeom>
              <a:solidFill>
                <a:srgbClr val="7F7F7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</p:grpSp>
        <p:grpSp>
          <p:nvGrpSpPr>
            <p:cNvPr id="654" name="Google Shape;654;p63"/>
            <p:cNvGrpSpPr/>
            <p:nvPr/>
          </p:nvGrpSpPr>
          <p:grpSpPr>
            <a:xfrm>
              <a:off x="5668546" y="2344852"/>
              <a:ext cx="854909" cy="1343933"/>
              <a:chOff x="6163612" y="1966761"/>
              <a:chExt cx="2991257" cy="4702319"/>
            </a:xfrm>
          </p:grpSpPr>
          <p:sp>
            <p:nvSpPr>
              <p:cNvPr id="655" name="Google Shape;655;p63"/>
              <p:cNvSpPr/>
              <p:nvPr/>
            </p:nvSpPr>
            <p:spPr>
              <a:xfrm>
                <a:off x="6316187" y="2135206"/>
                <a:ext cx="2653352" cy="2896349"/>
              </a:xfrm>
              <a:custGeom>
                <a:rect b="b" l="l" r="r" t="t"/>
                <a:pathLst>
                  <a:path extrusionOk="0" h="2502797" w="2292818">
                    <a:moveTo>
                      <a:pt x="1146409" y="0"/>
                    </a:moveTo>
                    <a:cubicBezTo>
                      <a:pt x="1779553" y="0"/>
                      <a:pt x="2292818" y="513265"/>
                      <a:pt x="2292818" y="1146409"/>
                    </a:cubicBezTo>
                    <a:cubicBezTo>
                      <a:pt x="2292818" y="1581696"/>
                      <a:pt x="2050220" y="1960321"/>
                      <a:pt x="1692856" y="2154453"/>
                    </a:cubicBezTo>
                    <a:lnTo>
                      <a:pt x="1686333" y="2157595"/>
                    </a:lnTo>
                    <a:lnTo>
                      <a:pt x="1625204" y="2502797"/>
                    </a:lnTo>
                    <a:lnTo>
                      <a:pt x="690116" y="2502797"/>
                    </a:lnTo>
                    <a:lnTo>
                      <a:pt x="631086" y="2169446"/>
                    </a:lnTo>
                    <a:lnTo>
                      <a:pt x="599963" y="2154453"/>
                    </a:lnTo>
                    <a:cubicBezTo>
                      <a:pt x="242598" y="1960321"/>
                      <a:pt x="0" y="1581696"/>
                      <a:pt x="0" y="1146409"/>
                    </a:cubicBezTo>
                    <a:cubicBezTo>
                      <a:pt x="0" y="513265"/>
                      <a:pt x="513265" y="0"/>
                      <a:pt x="114640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12700">
                <a:solidFill>
                  <a:srgbClr val="11415B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56" name="Google Shape;656;p63"/>
              <p:cNvSpPr/>
              <p:nvPr/>
            </p:nvSpPr>
            <p:spPr>
              <a:xfrm>
                <a:off x="6163612" y="1966761"/>
                <a:ext cx="2991257" cy="4702319"/>
              </a:xfrm>
              <a:custGeom>
                <a:rect b="b" l="l" r="r" t="t"/>
                <a:pathLst>
                  <a:path extrusionOk="0" h="4702319" w="2991257">
                    <a:moveTo>
                      <a:pt x="951056" y="4310393"/>
                    </a:moveTo>
                    <a:lnTo>
                      <a:pt x="2052826" y="4310393"/>
                    </a:lnTo>
                    <a:lnTo>
                      <a:pt x="2052826" y="4506356"/>
                    </a:lnTo>
                    <a:cubicBezTo>
                      <a:pt x="2052826" y="4614583"/>
                      <a:pt x="1806188" y="4702319"/>
                      <a:pt x="1501941" y="4702319"/>
                    </a:cubicBezTo>
                    <a:cubicBezTo>
                      <a:pt x="1197696" y="4702319"/>
                      <a:pt x="951056" y="4614583"/>
                      <a:pt x="951056" y="4506356"/>
                    </a:cubicBezTo>
                    <a:close/>
                    <a:moveTo>
                      <a:pt x="953472" y="3978828"/>
                    </a:moveTo>
                    <a:lnTo>
                      <a:pt x="2050412" y="3978828"/>
                    </a:lnTo>
                    <a:cubicBezTo>
                      <a:pt x="2107063" y="3978828"/>
                      <a:pt x="2152988" y="4023754"/>
                      <a:pt x="2152988" y="4079172"/>
                    </a:cubicBezTo>
                    <a:lnTo>
                      <a:pt x="2152988" y="4123466"/>
                    </a:lnTo>
                    <a:cubicBezTo>
                      <a:pt x="2152988" y="4178882"/>
                      <a:pt x="2107063" y="4223810"/>
                      <a:pt x="2050412" y="4223810"/>
                    </a:cubicBezTo>
                    <a:lnTo>
                      <a:pt x="953472" y="4223810"/>
                    </a:lnTo>
                    <a:cubicBezTo>
                      <a:pt x="896821" y="4223810"/>
                      <a:pt x="850896" y="4178882"/>
                      <a:pt x="850896" y="4123466"/>
                    </a:cubicBezTo>
                    <a:lnTo>
                      <a:pt x="850896" y="4079172"/>
                    </a:lnTo>
                    <a:cubicBezTo>
                      <a:pt x="850896" y="4023754"/>
                      <a:pt x="896821" y="3978828"/>
                      <a:pt x="953472" y="3978828"/>
                    </a:cubicBezTo>
                    <a:close/>
                    <a:moveTo>
                      <a:pt x="903390" y="3647264"/>
                    </a:moveTo>
                    <a:lnTo>
                      <a:pt x="2100491" y="3647264"/>
                    </a:lnTo>
                    <a:cubicBezTo>
                      <a:pt x="2157143" y="3647264"/>
                      <a:pt x="2203068" y="3692189"/>
                      <a:pt x="2203068" y="3747607"/>
                    </a:cubicBezTo>
                    <a:lnTo>
                      <a:pt x="2203068" y="3791900"/>
                    </a:lnTo>
                    <a:cubicBezTo>
                      <a:pt x="2203068" y="3847318"/>
                      <a:pt x="2157143" y="3892244"/>
                      <a:pt x="2100491" y="3892244"/>
                    </a:cubicBezTo>
                    <a:lnTo>
                      <a:pt x="903390" y="3892244"/>
                    </a:lnTo>
                    <a:cubicBezTo>
                      <a:pt x="846740" y="3892244"/>
                      <a:pt x="800815" y="3847318"/>
                      <a:pt x="800815" y="3791900"/>
                    </a:cubicBezTo>
                    <a:lnTo>
                      <a:pt x="800815" y="3747607"/>
                    </a:lnTo>
                    <a:cubicBezTo>
                      <a:pt x="800815" y="3692189"/>
                      <a:pt x="846740" y="3647264"/>
                      <a:pt x="903390" y="3647264"/>
                    </a:cubicBezTo>
                    <a:close/>
                    <a:moveTo>
                      <a:pt x="853310" y="3315698"/>
                    </a:moveTo>
                    <a:lnTo>
                      <a:pt x="2150572" y="3315698"/>
                    </a:lnTo>
                    <a:cubicBezTo>
                      <a:pt x="2207223" y="3315698"/>
                      <a:pt x="2253147" y="3360624"/>
                      <a:pt x="2253147" y="3416042"/>
                    </a:cubicBezTo>
                    <a:lnTo>
                      <a:pt x="2253147" y="3460336"/>
                    </a:lnTo>
                    <a:cubicBezTo>
                      <a:pt x="2253147" y="3515753"/>
                      <a:pt x="2207223" y="3560680"/>
                      <a:pt x="2150572" y="3560680"/>
                    </a:cubicBezTo>
                    <a:lnTo>
                      <a:pt x="853310" y="3560680"/>
                    </a:lnTo>
                    <a:cubicBezTo>
                      <a:pt x="796658" y="3560680"/>
                      <a:pt x="750733" y="3515753"/>
                      <a:pt x="750733" y="3460336"/>
                    </a:cubicBezTo>
                    <a:lnTo>
                      <a:pt x="750733" y="3416042"/>
                    </a:lnTo>
                    <a:cubicBezTo>
                      <a:pt x="750733" y="3360624"/>
                      <a:pt x="796658" y="3315698"/>
                      <a:pt x="853310" y="3315698"/>
                    </a:cubicBezTo>
                    <a:close/>
                    <a:moveTo>
                      <a:pt x="1386722" y="1558904"/>
                    </a:moveTo>
                    <a:cubicBezTo>
                      <a:pt x="1356097" y="1590701"/>
                      <a:pt x="1313897" y="1609721"/>
                      <a:pt x="1267488" y="1609721"/>
                    </a:cubicBezTo>
                    <a:cubicBezTo>
                      <a:pt x="1229461" y="1609721"/>
                      <a:pt x="1194258" y="1596950"/>
                      <a:pt x="1167563" y="1572653"/>
                    </a:cubicBezTo>
                    <a:lnTo>
                      <a:pt x="1400707" y="3012633"/>
                    </a:lnTo>
                    <a:lnTo>
                      <a:pt x="1492336" y="3011914"/>
                    </a:lnTo>
                    <a:lnTo>
                      <a:pt x="1492336" y="3011864"/>
                    </a:lnTo>
                    <a:lnTo>
                      <a:pt x="1495631" y="3011889"/>
                    </a:lnTo>
                    <a:lnTo>
                      <a:pt x="1498923" y="3011864"/>
                    </a:lnTo>
                    <a:lnTo>
                      <a:pt x="1498923" y="3011914"/>
                    </a:lnTo>
                    <a:lnTo>
                      <a:pt x="1589466" y="3012625"/>
                    </a:lnTo>
                    <a:lnTo>
                      <a:pt x="1819775" y="1590148"/>
                    </a:lnTo>
                    <a:cubicBezTo>
                      <a:pt x="1797467" y="1603167"/>
                      <a:pt x="1771670" y="1609721"/>
                      <a:pt x="1744424" y="1609721"/>
                    </a:cubicBezTo>
                    <a:cubicBezTo>
                      <a:pt x="1698015" y="1609721"/>
                      <a:pt x="1655815" y="1590701"/>
                      <a:pt x="1625191" y="1558904"/>
                    </a:cubicBezTo>
                    <a:cubicBezTo>
                      <a:pt x="1594564" y="1590701"/>
                      <a:pt x="1552364" y="1609721"/>
                      <a:pt x="1505957" y="1609721"/>
                    </a:cubicBezTo>
                    <a:cubicBezTo>
                      <a:pt x="1459548" y="1609721"/>
                      <a:pt x="1417348" y="1590701"/>
                      <a:pt x="1386722" y="1558904"/>
                    </a:cubicBezTo>
                    <a:close/>
                    <a:moveTo>
                      <a:pt x="1492336" y="296022"/>
                    </a:moveTo>
                    <a:cubicBezTo>
                      <a:pt x="819777" y="296795"/>
                      <a:pt x="274831" y="830410"/>
                      <a:pt x="274831" y="1488534"/>
                    </a:cubicBezTo>
                    <a:cubicBezTo>
                      <a:pt x="274831" y="1934058"/>
                      <a:pt x="599874" y="2373770"/>
                      <a:pt x="855798" y="2574654"/>
                    </a:cubicBezTo>
                    <a:cubicBezTo>
                      <a:pt x="972489" y="2706724"/>
                      <a:pt x="963238" y="2709431"/>
                      <a:pt x="1010657" y="2878465"/>
                    </a:cubicBezTo>
                    <a:cubicBezTo>
                      <a:pt x="1029549" y="2996988"/>
                      <a:pt x="991277" y="3008834"/>
                      <a:pt x="1099844" y="3014995"/>
                    </a:cubicBezTo>
                    <a:lnTo>
                      <a:pt x="1178890" y="3014374"/>
                    </a:lnTo>
                    <a:lnTo>
                      <a:pt x="912952" y="1371837"/>
                    </a:lnTo>
                    <a:cubicBezTo>
                      <a:pt x="903639" y="1314321"/>
                      <a:pt x="943753" y="1260311"/>
                      <a:pt x="1002548" y="1251201"/>
                    </a:cubicBezTo>
                    <a:lnTo>
                      <a:pt x="1006296" y="1250621"/>
                    </a:lnTo>
                    <a:cubicBezTo>
                      <a:pt x="1059733" y="1242341"/>
                      <a:pt x="1110210" y="1274002"/>
                      <a:pt x="1124040" y="1323612"/>
                    </a:cubicBezTo>
                    <a:cubicBezTo>
                      <a:pt x="1152654" y="1271953"/>
                      <a:pt x="1206429" y="1239026"/>
                      <a:pt x="1267488" y="1239026"/>
                    </a:cubicBezTo>
                    <a:cubicBezTo>
                      <a:pt x="1313897" y="1239026"/>
                      <a:pt x="1356097" y="1258048"/>
                      <a:pt x="1386722" y="1289845"/>
                    </a:cubicBezTo>
                    <a:cubicBezTo>
                      <a:pt x="1417348" y="1258048"/>
                      <a:pt x="1459548" y="1239026"/>
                      <a:pt x="1505957" y="1239026"/>
                    </a:cubicBezTo>
                    <a:cubicBezTo>
                      <a:pt x="1552364" y="1239026"/>
                      <a:pt x="1594564" y="1258048"/>
                      <a:pt x="1625191" y="1289845"/>
                    </a:cubicBezTo>
                    <a:cubicBezTo>
                      <a:pt x="1655815" y="1258048"/>
                      <a:pt x="1698015" y="1239026"/>
                      <a:pt x="1744424" y="1239026"/>
                    </a:cubicBezTo>
                    <a:cubicBezTo>
                      <a:pt x="1795987" y="1239026"/>
                      <a:pt x="1842359" y="1262509"/>
                      <a:pt x="1873330" y="1300835"/>
                    </a:cubicBezTo>
                    <a:cubicBezTo>
                      <a:pt x="1892646" y="1260564"/>
                      <a:pt x="1937643" y="1236578"/>
                      <a:pt x="1984961" y="1243910"/>
                    </a:cubicBezTo>
                    <a:lnTo>
                      <a:pt x="1988709" y="1244491"/>
                    </a:lnTo>
                    <a:cubicBezTo>
                      <a:pt x="2047506" y="1253600"/>
                      <a:pt x="2087618" y="1307610"/>
                      <a:pt x="2078307" y="1365125"/>
                    </a:cubicBezTo>
                    <a:lnTo>
                      <a:pt x="1811283" y="3014366"/>
                    </a:lnTo>
                    <a:lnTo>
                      <a:pt x="1891413" y="3014995"/>
                    </a:lnTo>
                    <a:cubicBezTo>
                      <a:pt x="1999980" y="3008834"/>
                      <a:pt x="1961709" y="2996988"/>
                      <a:pt x="1980600" y="2878465"/>
                    </a:cubicBezTo>
                    <a:cubicBezTo>
                      <a:pt x="2028019" y="2709431"/>
                      <a:pt x="2018769" y="2706724"/>
                      <a:pt x="2135459" y="2574654"/>
                    </a:cubicBezTo>
                    <a:cubicBezTo>
                      <a:pt x="2391383" y="2373770"/>
                      <a:pt x="2716427" y="1934058"/>
                      <a:pt x="2716427" y="1488534"/>
                    </a:cubicBezTo>
                    <a:cubicBezTo>
                      <a:pt x="2716427" y="830410"/>
                      <a:pt x="2171481" y="296795"/>
                      <a:pt x="1498923" y="296022"/>
                    </a:cubicBezTo>
                    <a:lnTo>
                      <a:pt x="1498923" y="296319"/>
                    </a:lnTo>
                    <a:lnTo>
                      <a:pt x="1495631" y="296070"/>
                    </a:lnTo>
                    <a:lnTo>
                      <a:pt x="1492336" y="296319"/>
                    </a:lnTo>
                    <a:close/>
                    <a:moveTo>
                      <a:pt x="1492826" y="0"/>
                    </a:moveTo>
                    <a:lnTo>
                      <a:pt x="1495631" y="211"/>
                    </a:lnTo>
                    <a:lnTo>
                      <a:pt x="1498432" y="0"/>
                    </a:lnTo>
                    <a:cubicBezTo>
                      <a:pt x="2322897" y="0"/>
                      <a:pt x="2991257" y="653819"/>
                      <a:pt x="2991257" y="1460348"/>
                    </a:cubicBezTo>
                    <a:cubicBezTo>
                      <a:pt x="2991257" y="2006129"/>
                      <a:pt x="2592903" y="2544781"/>
                      <a:pt x="2279478" y="2790647"/>
                    </a:cubicBezTo>
                    <a:cubicBezTo>
                      <a:pt x="2186103" y="2895884"/>
                      <a:pt x="2227311" y="2951181"/>
                      <a:pt x="2207246" y="3088369"/>
                    </a:cubicBezTo>
                    <a:cubicBezTo>
                      <a:pt x="2155081" y="3194275"/>
                      <a:pt x="2108422" y="3228140"/>
                      <a:pt x="2016213" y="3228140"/>
                    </a:cubicBezTo>
                    <a:lnTo>
                      <a:pt x="1495631" y="3226317"/>
                    </a:lnTo>
                    <a:lnTo>
                      <a:pt x="975044" y="3228140"/>
                    </a:lnTo>
                    <a:cubicBezTo>
                      <a:pt x="882838" y="3228140"/>
                      <a:pt x="836177" y="3194275"/>
                      <a:pt x="784011" y="3088369"/>
                    </a:cubicBezTo>
                    <a:cubicBezTo>
                      <a:pt x="763946" y="2951181"/>
                      <a:pt x="805155" y="2895884"/>
                      <a:pt x="711780" y="2790647"/>
                    </a:cubicBezTo>
                    <a:cubicBezTo>
                      <a:pt x="398354" y="2544781"/>
                      <a:pt x="0" y="2006129"/>
                      <a:pt x="0" y="1460348"/>
                    </a:cubicBezTo>
                    <a:cubicBezTo>
                      <a:pt x="0" y="653819"/>
                      <a:pt x="668362" y="0"/>
                      <a:pt x="1492826" y="0"/>
                    </a:cubicBezTo>
                    <a:close/>
                  </a:path>
                </a:pathLst>
              </a:custGeom>
              <a:solidFill>
                <a:srgbClr val="7F7F7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</p:grpSp>
      </p:grpSp>
      <p:grpSp>
        <p:nvGrpSpPr>
          <p:cNvPr id="657" name="Google Shape;657;p63"/>
          <p:cNvGrpSpPr/>
          <p:nvPr/>
        </p:nvGrpSpPr>
        <p:grpSpPr>
          <a:xfrm>
            <a:off x="7376323" y="2980242"/>
            <a:ext cx="3642318" cy="3518352"/>
            <a:chOff x="-636114" y="310133"/>
            <a:chExt cx="7074542" cy="6833759"/>
          </a:xfrm>
        </p:grpSpPr>
        <p:grpSp>
          <p:nvGrpSpPr>
            <p:cNvPr id="658" name="Google Shape;658;p63"/>
            <p:cNvGrpSpPr/>
            <p:nvPr/>
          </p:nvGrpSpPr>
          <p:grpSpPr>
            <a:xfrm rot="532827">
              <a:off x="-370914" y="3126388"/>
              <a:ext cx="3901336" cy="3738781"/>
              <a:chOff x="327220" y="1576092"/>
              <a:chExt cx="2521839" cy="2416762"/>
            </a:xfrm>
          </p:grpSpPr>
          <p:sp>
            <p:nvSpPr>
              <p:cNvPr id="659" name="Google Shape;659;p63"/>
              <p:cNvSpPr/>
              <p:nvPr/>
            </p:nvSpPr>
            <p:spPr>
              <a:xfrm rot="-3536356">
                <a:off x="1724663" y="2419627"/>
                <a:ext cx="73094" cy="823009"/>
              </a:xfrm>
              <a:prstGeom prst="roundRect">
                <a:avLst>
                  <a:gd fmla="val 50000" name="adj"/>
                </a:avLst>
              </a:prstGeom>
              <a:solidFill>
                <a:srgbClr val="7F7F7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60" name="Google Shape;660;p63"/>
              <p:cNvSpPr/>
              <p:nvPr/>
            </p:nvSpPr>
            <p:spPr>
              <a:xfrm rot="-3540000">
                <a:off x="1820802" y="2253850"/>
                <a:ext cx="73094" cy="735455"/>
              </a:xfrm>
              <a:prstGeom prst="roundRect">
                <a:avLst>
                  <a:gd fmla="val 50000" name="adj"/>
                </a:avLst>
              </a:prstGeom>
              <a:solidFill>
                <a:srgbClr val="BFBF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61" name="Google Shape;661;p63"/>
              <p:cNvSpPr/>
              <p:nvPr/>
            </p:nvSpPr>
            <p:spPr>
              <a:xfrm rot="-3536356">
                <a:off x="1939567" y="2260617"/>
                <a:ext cx="73094" cy="402749"/>
              </a:xfrm>
              <a:prstGeom prst="roundRect">
                <a:avLst>
                  <a:gd fmla="val 50000" name="adj"/>
                </a:avLst>
              </a:prstGeom>
              <a:solidFill>
                <a:srgbClr val="7F7F7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62" name="Google Shape;662;p63"/>
              <p:cNvSpPr/>
              <p:nvPr/>
            </p:nvSpPr>
            <p:spPr>
              <a:xfrm rot="-3536356">
                <a:off x="1574952" y="2602544"/>
                <a:ext cx="73094" cy="805498"/>
              </a:xfrm>
              <a:prstGeom prst="roundRect">
                <a:avLst>
                  <a:gd fmla="val 50000" name="adj"/>
                </a:avLst>
              </a:prstGeom>
              <a:solidFill>
                <a:srgbClr val="BFBF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63" name="Google Shape;663;p63"/>
              <p:cNvSpPr/>
              <p:nvPr/>
            </p:nvSpPr>
            <p:spPr>
              <a:xfrm rot="-3536356">
                <a:off x="1516856" y="2958046"/>
                <a:ext cx="73094" cy="501410"/>
              </a:xfrm>
              <a:prstGeom prst="roundRect">
                <a:avLst>
                  <a:gd fmla="val 50000" name="adj"/>
                </a:avLst>
              </a:prstGeom>
              <a:solidFill>
                <a:srgbClr val="7F7F7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64" name="Google Shape;664;p63"/>
              <p:cNvSpPr/>
              <p:nvPr/>
            </p:nvSpPr>
            <p:spPr>
              <a:xfrm rot="-3536356">
                <a:off x="1091076" y="3196078"/>
                <a:ext cx="73094" cy="735402"/>
              </a:xfrm>
              <a:prstGeom prst="roundRect">
                <a:avLst>
                  <a:gd fmla="val 50000" name="adj"/>
                </a:avLst>
              </a:prstGeom>
              <a:solidFill>
                <a:srgbClr val="7F7F7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65" name="Google Shape;665;p63"/>
              <p:cNvSpPr/>
              <p:nvPr/>
            </p:nvSpPr>
            <p:spPr>
              <a:xfrm rot="-3536356">
                <a:off x="1223216" y="3180593"/>
                <a:ext cx="73094" cy="501410"/>
              </a:xfrm>
              <a:prstGeom prst="roundRect">
                <a:avLst>
                  <a:gd fmla="val 50000" name="adj"/>
                </a:avLst>
              </a:prstGeom>
              <a:solidFill>
                <a:srgbClr val="BFBF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66" name="Google Shape;666;p63"/>
              <p:cNvSpPr/>
              <p:nvPr/>
            </p:nvSpPr>
            <p:spPr>
              <a:xfrm rot="-3536356">
                <a:off x="2339839" y="1665982"/>
                <a:ext cx="49373" cy="735455"/>
              </a:xfrm>
              <a:prstGeom prst="roundRect">
                <a:avLst>
                  <a:gd fmla="val 50000" name="adj"/>
                </a:avLst>
              </a:prstGeom>
              <a:solidFill>
                <a:srgbClr val="7F7F7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67" name="Google Shape;667;p63"/>
              <p:cNvSpPr/>
              <p:nvPr/>
            </p:nvSpPr>
            <p:spPr>
              <a:xfrm rot="-3536356">
                <a:off x="2213789" y="1953823"/>
                <a:ext cx="73094" cy="501410"/>
              </a:xfrm>
              <a:prstGeom prst="roundRect">
                <a:avLst>
                  <a:gd fmla="val 50000" name="adj"/>
                </a:avLst>
              </a:prstGeom>
              <a:solidFill>
                <a:srgbClr val="BFBF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68" name="Google Shape;668;p63"/>
              <p:cNvSpPr/>
              <p:nvPr/>
            </p:nvSpPr>
            <p:spPr>
              <a:xfrm flipH="1" rot="-6308849">
                <a:off x="640729" y="1666296"/>
                <a:ext cx="1650865" cy="1912967"/>
              </a:xfrm>
              <a:custGeom>
                <a:rect b="b" l="l" r="r" t="t"/>
                <a:pathLst>
                  <a:path extrusionOk="0" h="2274057" w="1777921">
                    <a:moveTo>
                      <a:pt x="1535931" y="0"/>
                    </a:moveTo>
                    <a:cubicBezTo>
                      <a:pt x="1583748" y="0"/>
                      <a:pt x="1622512" y="36012"/>
                      <a:pt x="1622512" y="80435"/>
                    </a:cubicBezTo>
                    <a:cubicBezTo>
                      <a:pt x="1622512" y="91693"/>
                      <a:pt x="1620023" y="102411"/>
                      <a:pt x="1615448" y="112103"/>
                    </a:cubicBezTo>
                    <a:lnTo>
                      <a:pt x="1616074" y="113399"/>
                    </a:lnTo>
                    <a:lnTo>
                      <a:pt x="1584270" y="165850"/>
                    </a:lnTo>
                    <a:lnTo>
                      <a:pt x="1565188" y="222968"/>
                    </a:lnTo>
                    <a:cubicBezTo>
                      <a:pt x="1559887" y="244082"/>
                      <a:pt x="1554587" y="265418"/>
                      <a:pt x="1549286" y="286532"/>
                    </a:cubicBezTo>
                    <a:cubicBezTo>
                      <a:pt x="1548756" y="309868"/>
                      <a:pt x="1548226" y="332982"/>
                      <a:pt x="1547696" y="356318"/>
                    </a:cubicBezTo>
                    <a:cubicBezTo>
                      <a:pt x="1548226" y="378988"/>
                      <a:pt x="1548756" y="401880"/>
                      <a:pt x="1549286" y="424549"/>
                    </a:cubicBezTo>
                    <a:cubicBezTo>
                      <a:pt x="1552466" y="447885"/>
                      <a:pt x="1555647" y="470999"/>
                      <a:pt x="1558827" y="494336"/>
                    </a:cubicBezTo>
                    <a:lnTo>
                      <a:pt x="1573139" y="561011"/>
                    </a:lnTo>
                    <a:lnTo>
                      <a:pt x="1587451" y="627686"/>
                    </a:lnTo>
                    <a:cubicBezTo>
                      <a:pt x="1593281" y="646799"/>
                      <a:pt x="1599112" y="665691"/>
                      <a:pt x="1604943" y="684804"/>
                    </a:cubicBezTo>
                    <a:cubicBezTo>
                      <a:pt x="1610774" y="702362"/>
                      <a:pt x="1616428" y="719697"/>
                      <a:pt x="1622258" y="737255"/>
                    </a:cubicBezTo>
                    <a:cubicBezTo>
                      <a:pt x="1627029" y="751479"/>
                      <a:pt x="1631800" y="765925"/>
                      <a:pt x="1636570" y="780149"/>
                    </a:cubicBezTo>
                    <a:cubicBezTo>
                      <a:pt x="1641341" y="791706"/>
                      <a:pt x="1646111" y="803486"/>
                      <a:pt x="1650882" y="815043"/>
                    </a:cubicBezTo>
                    <a:lnTo>
                      <a:pt x="1660423" y="835712"/>
                    </a:lnTo>
                    <a:lnTo>
                      <a:pt x="1662013" y="840379"/>
                    </a:lnTo>
                    <a:lnTo>
                      <a:pt x="1708129" y="949948"/>
                    </a:lnTo>
                    <a:cubicBezTo>
                      <a:pt x="1719791" y="983730"/>
                      <a:pt x="1731275" y="1017735"/>
                      <a:pt x="1742937" y="1051517"/>
                    </a:cubicBezTo>
                    <a:lnTo>
                      <a:pt x="1766790" y="1146862"/>
                    </a:lnTo>
                    <a:cubicBezTo>
                      <a:pt x="1769440" y="1176421"/>
                      <a:pt x="1772090" y="1206203"/>
                      <a:pt x="1774741" y="1235762"/>
                    </a:cubicBezTo>
                    <a:cubicBezTo>
                      <a:pt x="1775801" y="1263765"/>
                      <a:pt x="1776861" y="1291991"/>
                      <a:pt x="1777921" y="1319995"/>
                    </a:cubicBezTo>
                    <a:cubicBezTo>
                      <a:pt x="1775801" y="1344887"/>
                      <a:pt x="1773681" y="1369556"/>
                      <a:pt x="1771560" y="1394448"/>
                    </a:cubicBezTo>
                    <a:cubicBezTo>
                      <a:pt x="1767850" y="1418896"/>
                      <a:pt x="1764139" y="1443121"/>
                      <a:pt x="1760429" y="1467569"/>
                    </a:cubicBezTo>
                    <a:cubicBezTo>
                      <a:pt x="1754598" y="1488682"/>
                      <a:pt x="1748768" y="1510018"/>
                      <a:pt x="1742937" y="1531132"/>
                    </a:cubicBezTo>
                    <a:cubicBezTo>
                      <a:pt x="1737106" y="1549135"/>
                      <a:pt x="1731452" y="1566915"/>
                      <a:pt x="1725621" y="1584917"/>
                    </a:cubicBezTo>
                    <a:lnTo>
                      <a:pt x="1706539" y="1631145"/>
                    </a:lnTo>
                    <a:lnTo>
                      <a:pt x="1685866" y="1672261"/>
                    </a:lnTo>
                    <a:lnTo>
                      <a:pt x="1665194" y="1704043"/>
                    </a:lnTo>
                    <a:cubicBezTo>
                      <a:pt x="1660423" y="1711377"/>
                      <a:pt x="1655653" y="1718934"/>
                      <a:pt x="1650882" y="1726268"/>
                    </a:cubicBezTo>
                    <a:lnTo>
                      <a:pt x="1639751" y="1738936"/>
                    </a:lnTo>
                    <a:cubicBezTo>
                      <a:pt x="1638690" y="1740492"/>
                      <a:pt x="1637630" y="1742270"/>
                      <a:pt x="1636570" y="1743826"/>
                    </a:cubicBezTo>
                    <a:lnTo>
                      <a:pt x="1576319" y="1810501"/>
                    </a:lnTo>
                    <a:lnTo>
                      <a:pt x="1509708" y="1866063"/>
                    </a:lnTo>
                    <a:lnTo>
                      <a:pt x="1431788" y="1912069"/>
                    </a:lnTo>
                    <a:lnTo>
                      <a:pt x="1354045" y="1946962"/>
                    </a:lnTo>
                    <a:lnTo>
                      <a:pt x="1273121" y="1978744"/>
                    </a:lnTo>
                    <a:lnTo>
                      <a:pt x="1192198" y="1997857"/>
                    </a:lnTo>
                    <a:lnTo>
                      <a:pt x="1114278" y="2015193"/>
                    </a:lnTo>
                    <a:lnTo>
                      <a:pt x="1041306" y="2026305"/>
                    </a:lnTo>
                    <a:lnTo>
                      <a:pt x="976284" y="2035862"/>
                    </a:lnTo>
                    <a:lnTo>
                      <a:pt x="920627" y="2038974"/>
                    </a:lnTo>
                    <a:lnTo>
                      <a:pt x="881049" y="2042307"/>
                    </a:lnTo>
                    <a:lnTo>
                      <a:pt x="850835" y="2042307"/>
                    </a:lnTo>
                    <a:lnTo>
                      <a:pt x="842884" y="2042307"/>
                    </a:lnTo>
                    <a:lnTo>
                      <a:pt x="726976" y="2035862"/>
                    </a:lnTo>
                    <a:lnTo>
                      <a:pt x="626970" y="2038974"/>
                    </a:lnTo>
                    <a:lnTo>
                      <a:pt x="536506" y="2050086"/>
                    </a:lnTo>
                    <a:lnTo>
                      <a:pt x="455582" y="2064532"/>
                    </a:lnTo>
                    <a:lnTo>
                      <a:pt x="390384" y="2081868"/>
                    </a:lnTo>
                    <a:lnTo>
                      <a:pt x="331723" y="2105649"/>
                    </a:lnTo>
                    <a:lnTo>
                      <a:pt x="282427" y="2127874"/>
                    </a:lnTo>
                    <a:lnTo>
                      <a:pt x="246029" y="2151654"/>
                    </a:lnTo>
                    <a:lnTo>
                      <a:pt x="214225" y="2173879"/>
                    </a:lnTo>
                    <a:lnTo>
                      <a:pt x="187192" y="2197882"/>
                    </a:lnTo>
                    <a:cubicBezTo>
                      <a:pt x="181361" y="2204105"/>
                      <a:pt x="175530" y="2210551"/>
                      <a:pt x="169700" y="2216774"/>
                    </a:cubicBezTo>
                    <a:cubicBezTo>
                      <a:pt x="165989" y="2222108"/>
                      <a:pt x="162455" y="2227442"/>
                      <a:pt x="158745" y="2232776"/>
                    </a:cubicBezTo>
                    <a:cubicBezTo>
                      <a:pt x="156625" y="2235443"/>
                      <a:pt x="154504" y="2237887"/>
                      <a:pt x="152384" y="2240554"/>
                    </a:cubicBezTo>
                    <a:cubicBezTo>
                      <a:pt x="139802" y="2247207"/>
                      <a:pt x="108649" y="2281215"/>
                      <a:pt x="83252" y="2272697"/>
                    </a:cubicBezTo>
                    <a:cubicBezTo>
                      <a:pt x="57855" y="2264179"/>
                      <a:pt x="0" y="2235424"/>
                      <a:pt x="0" y="2189445"/>
                    </a:cubicBezTo>
                    <a:cubicBezTo>
                      <a:pt x="0" y="2174502"/>
                      <a:pt x="3937" y="2160478"/>
                      <a:pt x="11964" y="2148998"/>
                    </a:cubicBezTo>
                    <a:cubicBezTo>
                      <a:pt x="22019" y="2131068"/>
                      <a:pt x="42226" y="2101798"/>
                      <a:pt x="60329" y="2081868"/>
                    </a:cubicBezTo>
                    <a:lnTo>
                      <a:pt x="120580" y="2029417"/>
                    </a:lnTo>
                    <a:lnTo>
                      <a:pt x="190372" y="1986745"/>
                    </a:lnTo>
                    <a:lnTo>
                      <a:pt x="263521" y="1951629"/>
                    </a:lnTo>
                    <a:lnTo>
                      <a:pt x="338084" y="1923181"/>
                    </a:lnTo>
                    <a:lnTo>
                      <a:pt x="412647" y="1902512"/>
                    </a:lnTo>
                    <a:lnTo>
                      <a:pt x="487209" y="1888288"/>
                    </a:lnTo>
                    <a:lnTo>
                      <a:pt x="560359" y="1877176"/>
                    </a:lnTo>
                    <a:lnTo>
                      <a:pt x="626970" y="1870730"/>
                    </a:lnTo>
                    <a:lnTo>
                      <a:pt x="684218" y="1867619"/>
                    </a:lnTo>
                    <a:lnTo>
                      <a:pt x="733337" y="1867619"/>
                    </a:lnTo>
                    <a:lnTo>
                      <a:pt x="771502" y="1867619"/>
                    </a:lnTo>
                    <a:lnTo>
                      <a:pt x="796768" y="1870730"/>
                    </a:lnTo>
                    <a:lnTo>
                      <a:pt x="804719" y="1870730"/>
                    </a:lnTo>
                    <a:lnTo>
                      <a:pt x="917447" y="1873842"/>
                    </a:lnTo>
                    <a:lnTo>
                      <a:pt x="1022223" y="1867619"/>
                    </a:lnTo>
                    <a:lnTo>
                      <a:pt x="1114278" y="1853395"/>
                    </a:lnTo>
                    <a:lnTo>
                      <a:pt x="1195378" y="1834281"/>
                    </a:lnTo>
                    <a:lnTo>
                      <a:pt x="1263580" y="1807167"/>
                    </a:lnTo>
                    <a:lnTo>
                      <a:pt x="1325421" y="1781830"/>
                    </a:lnTo>
                    <a:lnTo>
                      <a:pt x="1376308" y="1753382"/>
                    </a:lnTo>
                    <a:lnTo>
                      <a:pt x="1420656" y="1724712"/>
                    </a:lnTo>
                    <a:lnTo>
                      <a:pt x="1452460" y="1694486"/>
                    </a:lnTo>
                    <a:lnTo>
                      <a:pt x="1477904" y="1672261"/>
                    </a:lnTo>
                    <a:lnTo>
                      <a:pt x="1495396" y="1651592"/>
                    </a:lnTo>
                    <a:cubicBezTo>
                      <a:pt x="1499106" y="1647814"/>
                      <a:pt x="1502817" y="1644258"/>
                      <a:pt x="1506527" y="1640479"/>
                    </a:cubicBezTo>
                    <a:cubicBezTo>
                      <a:pt x="1507587" y="1639368"/>
                      <a:pt x="1508647" y="1638479"/>
                      <a:pt x="1509708" y="1637368"/>
                    </a:cubicBezTo>
                    <a:lnTo>
                      <a:pt x="1549286" y="1567581"/>
                    </a:lnTo>
                    <a:lnTo>
                      <a:pt x="1579500" y="1496017"/>
                    </a:lnTo>
                    <a:cubicBezTo>
                      <a:pt x="1585330" y="1471125"/>
                      <a:pt x="1591161" y="1446455"/>
                      <a:pt x="1596992" y="1421563"/>
                    </a:cubicBezTo>
                    <a:cubicBezTo>
                      <a:pt x="1599642" y="1396226"/>
                      <a:pt x="1602292" y="1370668"/>
                      <a:pt x="1604943" y="1345331"/>
                    </a:cubicBezTo>
                    <a:lnTo>
                      <a:pt x="1604943" y="1270655"/>
                    </a:lnTo>
                    <a:lnTo>
                      <a:pt x="1596992" y="1199313"/>
                    </a:lnTo>
                    <a:cubicBezTo>
                      <a:pt x="1592751" y="1174865"/>
                      <a:pt x="1588511" y="1150640"/>
                      <a:pt x="1584270" y="1126193"/>
                    </a:cubicBezTo>
                    <a:cubicBezTo>
                      <a:pt x="1579500" y="1105079"/>
                      <a:pt x="1574729" y="1083743"/>
                      <a:pt x="1569958" y="1062629"/>
                    </a:cubicBezTo>
                    <a:cubicBezTo>
                      <a:pt x="1564128" y="1042627"/>
                      <a:pt x="1558297" y="1022402"/>
                      <a:pt x="1552466" y="1002399"/>
                    </a:cubicBezTo>
                    <a:lnTo>
                      <a:pt x="1533384" y="949948"/>
                    </a:lnTo>
                    <a:cubicBezTo>
                      <a:pt x="1528083" y="935724"/>
                      <a:pt x="1522959" y="921278"/>
                      <a:pt x="1517659" y="907054"/>
                    </a:cubicBezTo>
                    <a:cubicBezTo>
                      <a:pt x="1512888" y="896608"/>
                      <a:pt x="1508117" y="885940"/>
                      <a:pt x="1503347" y="875495"/>
                    </a:cubicBezTo>
                    <a:lnTo>
                      <a:pt x="1495396" y="854825"/>
                    </a:lnTo>
                    <a:cubicBezTo>
                      <a:pt x="1493276" y="853270"/>
                      <a:pt x="1491155" y="851492"/>
                      <a:pt x="1489035" y="849936"/>
                    </a:cubicBezTo>
                    <a:lnTo>
                      <a:pt x="1446100" y="734144"/>
                    </a:lnTo>
                    <a:lnTo>
                      <a:pt x="1414296" y="629242"/>
                    </a:lnTo>
                    <a:cubicBezTo>
                      <a:pt x="1407405" y="597015"/>
                      <a:pt x="1400691" y="564789"/>
                      <a:pt x="1393800" y="532563"/>
                    </a:cubicBezTo>
                    <a:lnTo>
                      <a:pt x="1382668" y="445218"/>
                    </a:lnTo>
                    <a:cubicBezTo>
                      <a:pt x="1381608" y="418326"/>
                      <a:pt x="1380548" y="391212"/>
                      <a:pt x="1379488" y="364319"/>
                    </a:cubicBezTo>
                    <a:cubicBezTo>
                      <a:pt x="1380548" y="340539"/>
                      <a:pt x="1381608" y="316536"/>
                      <a:pt x="1382668" y="292755"/>
                    </a:cubicBezTo>
                    <a:cubicBezTo>
                      <a:pt x="1385319" y="271641"/>
                      <a:pt x="1387969" y="250305"/>
                      <a:pt x="1390619" y="229191"/>
                    </a:cubicBezTo>
                    <a:cubicBezTo>
                      <a:pt x="1394860" y="210745"/>
                      <a:pt x="1399100" y="192076"/>
                      <a:pt x="1403341" y="173629"/>
                    </a:cubicBezTo>
                    <a:cubicBezTo>
                      <a:pt x="1408112" y="158294"/>
                      <a:pt x="1412705" y="142958"/>
                      <a:pt x="1417476" y="127623"/>
                    </a:cubicBezTo>
                    <a:lnTo>
                      <a:pt x="1434968" y="89618"/>
                    </a:lnTo>
                    <a:lnTo>
                      <a:pt x="1449280" y="60948"/>
                    </a:lnTo>
                    <a:lnTo>
                      <a:pt x="1456101" y="49373"/>
                    </a:lnTo>
                    <a:cubicBezTo>
                      <a:pt x="1456198" y="49028"/>
                      <a:pt x="1456346" y="48707"/>
                      <a:pt x="1456642" y="48454"/>
                    </a:cubicBezTo>
                    <a:cubicBezTo>
                      <a:pt x="1457894" y="46305"/>
                      <a:pt x="1459153" y="44168"/>
                      <a:pt x="1460411" y="42057"/>
                    </a:cubicBezTo>
                    <a:lnTo>
                      <a:pt x="1469953" y="26055"/>
                    </a:lnTo>
                    <a:cubicBezTo>
                      <a:pt x="1470483" y="25610"/>
                      <a:pt x="1471013" y="24944"/>
                      <a:pt x="1471543" y="24499"/>
                    </a:cubicBezTo>
                    <a:lnTo>
                      <a:pt x="1474027" y="24499"/>
                    </a:lnTo>
                    <a:cubicBezTo>
                      <a:pt x="1489607" y="9327"/>
                      <a:pt x="1511597" y="0"/>
                      <a:pt x="1535931" y="0"/>
                    </a:cubicBezTo>
                    <a:close/>
                  </a:path>
                </a:pathLst>
              </a:custGeom>
              <a:solidFill>
                <a:srgbClr val="BFBFBF"/>
              </a:solidFill>
              <a:ln cap="flat" cmpd="sng" w="38100">
                <a:solidFill>
                  <a:schemeClr val="lt1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69" name="Google Shape;669;p63"/>
              <p:cNvSpPr/>
              <p:nvPr/>
            </p:nvSpPr>
            <p:spPr>
              <a:xfrm rot="10800000">
                <a:off x="1198193" y="2079887"/>
                <a:ext cx="1650866" cy="1912967"/>
              </a:xfrm>
              <a:custGeom>
                <a:rect b="b" l="l" r="r" t="t"/>
                <a:pathLst>
                  <a:path extrusionOk="0" h="3932814" w="3393967">
                    <a:moveTo>
                      <a:pt x="1745685" y="3527152"/>
                    </a:moveTo>
                    <a:lnTo>
                      <a:pt x="1657171" y="3238316"/>
                    </a:lnTo>
                    <a:lnTo>
                      <a:pt x="1751363" y="3240672"/>
                    </a:lnTo>
                    <a:lnTo>
                      <a:pt x="1951375" y="3229909"/>
                    </a:lnTo>
                    <a:lnTo>
                      <a:pt x="2127104" y="3205310"/>
                    </a:lnTo>
                    <a:lnTo>
                      <a:pt x="2281920" y="3172254"/>
                    </a:lnTo>
                    <a:lnTo>
                      <a:pt x="2412114" y="3125362"/>
                    </a:lnTo>
                    <a:lnTo>
                      <a:pt x="2530166" y="3081544"/>
                    </a:lnTo>
                    <a:lnTo>
                      <a:pt x="2627307" y="3032345"/>
                    </a:lnTo>
                    <a:lnTo>
                      <a:pt x="2711965" y="2982762"/>
                    </a:lnTo>
                    <a:lnTo>
                      <a:pt x="2772677" y="2930489"/>
                    </a:lnTo>
                    <a:lnTo>
                      <a:pt x="2821249" y="2892052"/>
                    </a:lnTo>
                    <a:lnTo>
                      <a:pt x="2854640" y="2856307"/>
                    </a:lnTo>
                    <a:cubicBezTo>
                      <a:pt x="2861722" y="2849773"/>
                      <a:pt x="2868807" y="2843623"/>
                      <a:pt x="2875889" y="2837088"/>
                    </a:cubicBezTo>
                    <a:cubicBezTo>
                      <a:pt x="2877912" y="2835166"/>
                      <a:pt x="2879936" y="2833629"/>
                      <a:pt x="2881961" y="2831707"/>
                    </a:cubicBezTo>
                    <a:lnTo>
                      <a:pt x="2957514" y="2711016"/>
                    </a:lnTo>
                    <a:lnTo>
                      <a:pt x="3015191" y="2587251"/>
                    </a:lnTo>
                    <a:cubicBezTo>
                      <a:pt x="3026320" y="2544202"/>
                      <a:pt x="3037451" y="2501537"/>
                      <a:pt x="3048582" y="2458489"/>
                    </a:cubicBezTo>
                    <a:cubicBezTo>
                      <a:pt x="3053641" y="2414670"/>
                      <a:pt x="3058700" y="2370469"/>
                      <a:pt x="3063760" y="2326651"/>
                    </a:cubicBezTo>
                    <a:lnTo>
                      <a:pt x="3063760" y="2197504"/>
                    </a:lnTo>
                    <a:lnTo>
                      <a:pt x="3048582" y="2074124"/>
                    </a:lnTo>
                    <a:cubicBezTo>
                      <a:pt x="3040486" y="2031843"/>
                      <a:pt x="3032392" y="1989947"/>
                      <a:pt x="3024296" y="1947668"/>
                    </a:cubicBezTo>
                    <a:cubicBezTo>
                      <a:pt x="3015191" y="1911153"/>
                      <a:pt x="3006083" y="1874254"/>
                      <a:pt x="2996976" y="1837739"/>
                    </a:cubicBezTo>
                    <a:cubicBezTo>
                      <a:pt x="2985846" y="1803147"/>
                      <a:pt x="2974715" y="1768169"/>
                      <a:pt x="2963584" y="1733575"/>
                    </a:cubicBezTo>
                    <a:lnTo>
                      <a:pt x="2927157" y="1642865"/>
                    </a:lnTo>
                    <a:cubicBezTo>
                      <a:pt x="2917038" y="1618266"/>
                      <a:pt x="2907257" y="1593283"/>
                      <a:pt x="2897139" y="1568683"/>
                    </a:cubicBezTo>
                    <a:cubicBezTo>
                      <a:pt x="2888032" y="1550618"/>
                      <a:pt x="2878924" y="1532168"/>
                      <a:pt x="2869818" y="1514104"/>
                    </a:cubicBezTo>
                    <a:lnTo>
                      <a:pt x="2854640" y="1478357"/>
                    </a:lnTo>
                    <a:cubicBezTo>
                      <a:pt x="2850593" y="1475668"/>
                      <a:pt x="2846544" y="1472593"/>
                      <a:pt x="2842497" y="1469902"/>
                    </a:cubicBezTo>
                    <a:lnTo>
                      <a:pt x="2760536" y="1269648"/>
                    </a:lnTo>
                    <a:lnTo>
                      <a:pt x="2699824" y="1088228"/>
                    </a:lnTo>
                    <a:cubicBezTo>
                      <a:pt x="2686670" y="1032494"/>
                      <a:pt x="2673853" y="976761"/>
                      <a:pt x="2660698" y="921029"/>
                    </a:cubicBezTo>
                    <a:lnTo>
                      <a:pt x="2639448" y="769972"/>
                    </a:lnTo>
                    <a:cubicBezTo>
                      <a:pt x="2637424" y="723464"/>
                      <a:pt x="2635401" y="676573"/>
                      <a:pt x="2633377" y="630063"/>
                    </a:cubicBezTo>
                    <a:cubicBezTo>
                      <a:pt x="2635401" y="588937"/>
                      <a:pt x="2637424" y="547426"/>
                      <a:pt x="2639448" y="506298"/>
                    </a:cubicBezTo>
                    <a:cubicBezTo>
                      <a:pt x="2644508" y="469783"/>
                      <a:pt x="2649567" y="432884"/>
                      <a:pt x="2654626" y="396369"/>
                    </a:cubicBezTo>
                    <a:cubicBezTo>
                      <a:pt x="2662722" y="364468"/>
                      <a:pt x="2670816" y="332182"/>
                      <a:pt x="2678912" y="300279"/>
                    </a:cubicBezTo>
                    <a:cubicBezTo>
                      <a:pt x="2688019" y="273758"/>
                      <a:pt x="2696787" y="247236"/>
                      <a:pt x="2705895" y="220715"/>
                    </a:cubicBezTo>
                    <a:lnTo>
                      <a:pt x="2739286" y="154988"/>
                    </a:lnTo>
                    <a:lnTo>
                      <a:pt x="2766607" y="105405"/>
                    </a:lnTo>
                    <a:lnTo>
                      <a:pt x="2779628" y="85387"/>
                    </a:lnTo>
                    <a:cubicBezTo>
                      <a:pt x="2779813" y="84791"/>
                      <a:pt x="2780096" y="84235"/>
                      <a:pt x="2780661" y="83798"/>
                    </a:cubicBezTo>
                    <a:cubicBezTo>
                      <a:pt x="2783051" y="80081"/>
                      <a:pt x="2785454" y="76386"/>
                      <a:pt x="2787855" y="72735"/>
                    </a:cubicBezTo>
                    <a:lnTo>
                      <a:pt x="2806071" y="45060"/>
                    </a:lnTo>
                    <a:cubicBezTo>
                      <a:pt x="2807082" y="44291"/>
                      <a:pt x="2808094" y="43139"/>
                      <a:pt x="2809106" y="42369"/>
                    </a:cubicBezTo>
                    <a:lnTo>
                      <a:pt x="2813848" y="42369"/>
                    </a:lnTo>
                    <a:cubicBezTo>
                      <a:pt x="2843589" y="16131"/>
                      <a:pt x="2885567" y="0"/>
                      <a:pt x="2932020" y="0"/>
                    </a:cubicBezTo>
                    <a:cubicBezTo>
                      <a:pt x="3023300" y="0"/>
                      <a:pt x="3097299" y="62280"/>
                      <a:pt x="3097299" y="139107"/>
                    </a:cubicBezTo>
                    <a:cubicBezTo>
                      <a:pt x="3097299" y="158577"/>
                      <a:pt x="3092547" y="177113"/>
                      <a:pt x="3083814" y="193874"/>
                    </a:cubicBezTo>
                    <a:lnTo>
                      <a:pt x="3085009" y="196115"/>
                    </a:lnTo>
                    <a:lnTo>
                      <a:pt x="3024296" y="286826"/>
                    </a:lnTo>
                    <a:lnTo>
                      <a:pt x="2987870" y="385607"/>
                    </a:lnTo>
                    <a:cubicBezTo>
                      <a:pt x="2977750" y="422122"/>
                      <a:pt x="2967633" y="459021"/>
                      <a:pt x="2957514" y="495536"/>
                    </a:cubicBezTo>
                    <a:cubicBezTo>
                      <a:pt x="2956502" y="535894"/>
                      <a:pt x="2955490" y="575868"/>
                      <a:pt x="2954478" y="616226"/>
                    </a:cubicBezTo>
                    <a:cubicBezTo>
                      <a:pt x="2955490" y="655432"/>
                      <a:pt x="2956502" y="695022"/>
                      <a:pt x="2957514" y="734226"/>
                    </a:cubicBezTo>
                    <a:cubicBezTo>
                      <a:pt x="2963584" y="774584"/>
                      <a:pt x="2969657" y="814558"/>
                      <a:pt x="2975727" y="854918"/>
                    </a:cubicBezTo>
                    <a:lnTo>
                      <a:pt x="3003048" y="970227"/>
                    </a:lnTo>
                    <a:lnTo>
                      <a:pt x="3030369" y="1085537"/>
                    </a:lnTo>
                    <a:cubicBezTo>
                      <a:pt x="3041498" y="1118591"/>
                      <a:pt x="3052629" y="1151264"/>
                      <a:pt x="3063760" y="1184318"/>
                    </a:cubicBezTo>
                    <a:cubicBezTo>
                      <a:pt x="3074891" y="1214683"/>
                      <a:pt x="3085685" y="1244663"/>
                      <a:pt x="3096814" y="1275028"/>
                    </a:cubicBezTo>
                    <a:cubicBezTo>
                      <a:pt x="3105921" y="1299628"/>
                      <a:pt x="3115029" y="1324611"/>
                      <a:pt x="3124135" y="1349210"/>
                    </a:cubicBezTo>
                    <a:cubicBezTo>
                      <a:pt x="3133242" y="1369197"/>
                      <a:pt x="3142348" y="1389570"/>
                      <a:pt x="3151456" y="1409557"/>
                    </a:cubicBezTo>
                    <a:lnTo>
                      <a:pt x="3169669" y="1445302"/>
                    </a:lnTo>
                    <a:lnTo>
                      <a:pt x="3172704" y="1453374"/>
                    </a:lnTo>
                    <a:lnTo>
                      <a:pt x="3260737" y="1642865"/>
                    </a:lnTo>
                    <a:cubicBezTo>
                      <a:pt x="3283000" y="1701289"/>
                      <a:pt x="3304922" y="1760098"/>
                      <a:pt x="3327184" y="1818521"/>
                    </a:cubicBezTo>
                    <a:lnTo>
                      <a:pt x="3372718" y="1983413"/>
                    </a:lnTo>
                    <a:cubicBezTo>
                      <a:pt x="3377777" y="2034534"/>
                      <a:pt x="3382836" y="2086039"/>
                      <a:pt x="3387897" y="2137159"/>
                    </a:cubicBezTo>
                    <a:cubicBezTo>
                      <a:pt x="3389920" y="2185589"/>
                      <a:pt x="3391944" y="2234403"/>
                      <a:pt x="3393967" y="2282834"/>
                    </a:cubicBezTo>
                    <a:cubicBezTo>
                      <a:pt x="3389920" y="2325883"/>
                      <a:pt x="3385873" y="2368546"/>
                      <a:pt x="3381824" y="2411595"/>
                    </a:cubicBezTo>
                    <a:cubicBezTo>
                      <a:pt x="3374742" y="2453876"/>
                      <a:pt x="3367658" y="2495771"/>
                      <a:pt x="3360576" y="2538052"/>
                    </a:cubicBezTo>
                    <a:cubicBezTo>
                      <a:pt x="3349445" y="2574566"/>
                      <a:pt x="3338315" y="2611465"/>
                      <a:pt x="3327184" y="2647980"/>
                    </a:cubicBezTo>
                    <a:cubicBezTo>
                      <a:pt x="3316053" y="2679115"/>
                      <a:pt x="3305260" y="2709864"/>
                      <a:pt x="3294129" y="2740997"/>
                    </a:cubicBezTo>
                    <a:lnTo>
                      <a:pt x="3257702" y="2820945"/>
                    </a:lnTo>
                    <a:lnTo>
                      <a:pt x="3218238" y="2892052"/>
                    </a:lnTo>
                    <a:lnTo>
                      <a:pt x="3178777" y="2947017"/>
                    </a:lnTo>
                    <a:cubicBezTo>
                      <a:pt x="3169669" y="2959700"/>
                      <a:pt x="3160563" y="2972770"/>
                      <a:pt x="3151456" y="2985453"/>
                    </a:cubicBezTo>
                    <a:lnTo>
                      <a:pt x="3130207" y="3007362"/>
                    </a:lnTo>
                    <a:cubicBezTo>
                      <a:pt x="3128182" y="3010053"/>
                      <a:pt x="3126158" y="3013128"/>
                      <a:pt x="3124135" y="3015819"/>
                    </a:cubicBezTo>
                    <a:lnTo>
                      <a:pt x="3009118" y="3131128"/>
                    </a:lnTo>
                    <a:lnTo>
                      <a:pt x="2881961" y="3227218"/>
                    </a:lnTo>
                    <a:lnTo>
                      <a:pt x="2733216" y="3306782"/>
                    </a:lnTo>
                    <a:lnTo>
                      <a:pt x="2584808" y="3367127"/>
                    </a:lnTo>
                    <a:lnTo>
                      <a:pt x="2430328" y="3422092"/>
                    </a:lnTo>
                    <a:lnTo>
                      <a:pt x="2275850" y="3455146"/>
                    </a:lnTo>
                    <a:lnTo>
                      <a:pt x="2127104" y="3485128"/>
                    </a:lnTo>
                    <a:lnTo>
                      <a:pt x="1987804" y="3504345"/>
                    </a:lnTo>
                    <a:lnTo>
                      <a:pt x="1863680" y="3520873"/>
                    </a:lnTo>
                    <a:lnTo>
                      <a:pt x="1757433" y="3526255"/>
                    </a:lnTo>
                    <a:close/>
                    <a:moveTo>
                      <a:pt x="158924" y="3930462"/>
                    </a:moveTo>
                    <a:cubicBezTo>
                      <a:pt x="110443" y="3915731"/>
                      <a:pt x="0" y="3866001"/>
                      <a:pt x="0" y="3786484"/>
                    </a:cubicBezTo>
                    <a:cubicBezTo>
                      <a:pt x="0" y="3760641"/>
                      <a:pt x="7516" y="3736388"/>
                      <a:pt x="22839" y="3716534"/>
                    </a:cubicBezTo>
                    <a:cubicBezTo>
                      <a:pt x="42033" y="3685525"/>
                      <a:pt x="80608" y="3634905"/>
                      <a:pt x="115165" y="3600437"/>
                    </a:cubicBezTo>
                    <a:lnTo>
                      <a:pt x="230182" y="3509727"/>
                    </a:lnTo>
                    <a:lnTo>
                      <a:pt x="363411" y="3435929"/>
                    </a:lnTo>
                    <a:lnTo>
                      <a:pt x="503049" y="3375199"/>
                    </a:lnTo>
                    <a:lnTo>
                      <a:pt x="645387" y="3326000"/>
                    </a:lnTo>
                    <a:lnTo>
                      <a:pt x="787724" y="3290254"/>
                    </a:lnTo>
                    <a:lnTo>
                      <a:pt x="930059" y="3265655"/>
                    </a:lnTo>
                    <a:lnTo>
                      <a:pt x="1069699" y="3246438"/>
                    </a:lnTo>
                    <a:lnTo>
                      <a:pt x="1196856" y="3235290"/>
                    </a:lnTo>
                    <a:lnTo>
                      <a:pt x="1306140" y="3229909"/>
                    </a:lnTo>
                    <a:lnTo>
                      <a:pt x="1322155" y="3229909"/>
                    </a:lnTo>
                    <a:lnTo>
                      <a:pt x="1387858" y="3520878"/>
                    </a:lnTo>
                    <a:lnTo>
                      <a:pt x="1387763" y="3520873"/>
                    </a:lnTo>
                    <a:lnTo>
                      <a:pt x="1196856" y="3526255"/>
                    </a:lnTo>
                    <a:lnTo>
                      <a:pt x="1024165" y="3545473"/>
                    </a:lnTo>
                    <a:lnTo>
                      <a:pt x="869685" y="3570456"/>
                    </a:lnTo>
                    <a:lnTo>
                      <a:pt x="745225" y="3600437"/>
                    </a:lnTo>
                    <a:lnTo>
                      <a:pt x="633244" y="3641565"/>
                    </a:lnTo>
                    <a:lnTo>
                      <a:pt x="539140" y="3680001"/>
                    </a:lnTo>
                    <a:lnTo>
                      <a:pt x="469658" y="3721127"/>
                    </a:lnTo>
                    <a:lnTo>
                      <a:pt x="408946" y="3759564"/>
                    </a:lnTo>
                    <a:lnTo>
                      <a:pt x="357341" y="3801075"/>
                    </a:lnTo>
                    <a:cubicBezTo>
                      <a:pt x="346210" y="3811837"/>
                      <a:pt x="335079" y="3822985"/>
                      <a:pt x="323949" y="3833747"/>
                    </a:cubicBezTo>
                    <a:cubicBezTo>
                      <a:pt x="316865" y="3842972"/>
                      <a:pt x="310119" y="3852197"/>
                      <a:pt x="303037" y="3861422"/>
                    </a:cubicBezTo>
                    <a:cubicBezTo>
                      <a:pt x="298990" y="3866034"/>
                      <a:pt x="294941" y="3870261"/>
                      <a:pt x="290894" y="3874873"/>
                    </a:cubicBezTo>
                    <a:cubicBezTo>
                      <a:pt x="266876" y="3886379"/>
                      <a:pt x="207406" y="3945193"/>
                      <a:pt x="158924" y="3930462"/>
                    </a:cubicBezTo>
                    <a:close/>
                  </a:path>
                </a:pathLst>
              </a:custGeom>
              <a:solidFill>
                <a:srgbClr val="7F7F7F"/>
              </a:solidFill>
              <a:ln cap="flat" cmpd="sng" w="38100">
                <a:solidFill>
                  <a:schemeClr val="lt1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</p:grpSp>
        <p:grpSp>
          <p:nvGrpSpPr>
            <p:cNvPr id="670" name="Google Shape;670;p63"/>
            <p:cNvGrpSpPr/>
            <p:nvPr/>
          </p:nvGrpSpPr>
          <p:grpSpPr>
            <a:xfrm rot="532827">
              <a:off x="2271891" y="588854"/>
              <a:ext cx="3901336" cy="3738781"/>
              <a:chOff x="327220" y="1576092"/>
              <a:chExt cx="2521839" cy="2416762"/>
            </a:xfrm>
          </p:grpSpPr>
          <p:sp>
            <p:nvSpPr>
              <p:cNvPr id="671" name="Google Shape;671;p63"/>
              <p:cNvSpPr/>
              <p:nvPr/>
            </p:nvSpPr>
            <p:spPr>
              <a:xfrm rot="-3536356">
                <a:off x="1724663" y="2419627"/>
                <a:ext cx="73094" cy="823009"/>
              </a:xfrm>
              <a:prstGeom prst="roundRect">
                <a:avLst>
                  <a:gd fmla="val 50000" name="adj"/>
                </a:avLst>
              </a:prstGeom>
              <a:solidFill>
                <a:srgbClr val="7F7F7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72" name="Google Shape;672;p63"/>
              <p:cNvSpPr/>
              <p:nvPr/>
            </p:nvSpPr>
            <p:spPr>
              <a:xfrm rot="-3540000">
                <a:off x="1820802" y="2253850"/>
                <a:ext cx="73094" cy="735455"/>
              </a:xfrm>
              <a:prstGeom prst="roundRect">
                <a:avLst>
                  <a:gd fmla="val 50000" name="adj"/>
                </a:avLst>
              </a:prstGeom>
              <a:solidFill>
                <a:srgbClr val="BFBF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73" name="Google Shape;673;p63"/>
              <p:cNvSpPr/>
              <p:nvPr/>
            </p:nvSpPr>
            <p:spPr>
              <a:xfrm rot="-3536356">
                <a:off x="1939567" y="2260617"/>
                <a:ext cx="73094" cy="402749"/>
              </a:xfrm>
              <a:prstGeom prst="roundRect">
                <a:avLst>
                  <a:gd fmla="val 50000" name="adj"/>
                </a:avLst>
              </a:prstGeom>
              <a:solidFill>
                <a:srgbClr val="7F7F7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74" name="Google Shape;674;p63"/>
              <p:cNvSpPr/>
              <p:nvPr/>
            </p:nvSpPr>
            <p:spPr>
              <a:xfrm rot="-3536356">
                <a:off x="1574952" y="2602544"/>
                <a:ext cx="73094" cy="805498"/>
              </a:xfrm>
              <a:prstGeom prst="roundRect">
                <a:avLst>
                  <a:gd fmla="val 50000" name="adj"/>
                </a:avLst>
              </a:prstGeom>
              <a:solidFill>
                <a:srgbClr val="BFBF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75" name="Google Shape;675;p63"/>
              <p:cNvSpPr/>
              <p:nvPr/>
            </p:nvSpPr>
            <p:spPr>
              <a:xfrm rot="-3536356">
                <a:off x="1516856" y="2958046"/>
                <a:ext cx="73094" cy="501410"/>
              </a:xfrm>
              <a:prstGeom prst="roundRect">
                <a:avLst>
                  <a:gd fmla="val 50000" name="adj"/>
                </a:avLst>
              </a:prstGeom>
              <a:solidFill>
                <a:srgbClr val="7F7F7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76" name="Google Shape;676;p63"/>
              <p:cNvSpPr/>
              <p:nvPr/>
            </p:nvSpPr>
            <p:spPr>
              <a:xfrm rot="-3536356">
                <a:off x="1091076" y="3196078"/>
                <a:ext cx="73094" cy="735402"/>
              </a:xfrm>
              <a:prstGeom prst="roundRect">
                <a:avLst>
                  <a:gd fmla="val 50000" name="adj"/>
                </a:avLst>
              </a:prstGeom>
              <a:solidFill>
                <a:srgbClr val="7F7F7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77" name="Google Shape;677;p63"/>
              <p:cNvSpPr/>
              <p:nvPr/>
            </p:nvSpPr>
            <p:spPr>
              <a:xfrm rot="-3536356">
                <a:off x="1223216" y="3180593"/>
                <a:ext cx="73094" cy="501410"/>
              </a:xfrm>
              <a:prstGeom prst="roundRect">
                <a:avLst>
                  <a:gd fmla="val 50000" name="adj"/>
                </a:avLst>
              </a:prstGeom>
              <a:solidFill>
                <a:srgbClr val="BFBF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78" name="Google Shape;678;p63"/>
              <p:cNvSpPr/>
              <p:nvPr/>
            </p:nvSpPr>
            <p:spPr>
              <a:xfrm rot="-3536356">
                <a:off x="2321860" y="1676143"/>
                <a:ext cx="73094" cy="735455"/>
              </a:xfrm>
              <a:prstGeom prst="roundRect">
                <a:avLst>
                  <a:gd fmla="val 50000" name="adj"/>
                </a:avLst>
              </a:prstGeom>
              <a:solidFill>
                <a:srgbClr val="7F7F7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79" name="Google Shape;679;p63"/>
              <p:cNvSpPr/>
              <p:nvPr/>
            </p:nvSpPr>
            <p:spPr>
              <a:xfrm rot="-3536356">
                <a:off x="2213789" y="1953823"/>
                <a:ext cx="73094" cy="501410"/>
              </a:xfrm>
              <a:prstGeom prst="roundRect">
                <a:avLst>
                  <a:gd fmla="val 50000" name="adj"/>
                </a:avLst>
              </a:prstGeom>
              <a:solidFill>
                <a:srgbClr val="BFBF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80" name="Google Shape;680;p63"/>
              <p:cNvSpPr/>
              <p:nvPr/>
            </p:nvSpPr>
            <p:spPr>
              <a:xfrm flipH="1" rot="-6308849">
                <a:off x="640729" y="1666296"/>
                <a:ext cx="1650865" cy="1912967"/>
              </a:xfrm>
              <a:custGeom>
                <a:rect b="b" l="l" r="r" t="t"/>
                <a:pathLst>
                  <a:path extrusionOk="0" h="2274057" w="1777921">
                    <a:moveTo>
                      <a:pt x="1535931" y="0"/>
                    </a:moveTo>
                    <a:cubicBezTo>
                      <a:pt x="1583748" y="0"/>
                      <a:pt x="1622512" y="36012"/>
                      <a:pt x="1622512" y="80435"/>
                    </a:cubicBezTo>
                    <a:cubicBezTo>
                      <a:pt x="1622512" y="91693"/>
                      <a:pt x="1620023" y="102411"/>
                      <a:pt x="1615448" y="112103"/>
                    </a:cubicBezTo>
                    <a:lnTo>
                      <a:pt x="1616074" y="113399"/>
                    </a:lnTo>
                    <a:lnTo>
                      <a:pt x="1584270" y="165850"/>
                    </a:lnTo>
                    <a:lnTo>
                      <a:pt x="1565188" y="222968"/>
                    </a:lnTo>
                    <a:cubicBezTo>
                      <a:pt x="1559887" y="244082"/>
                      <a:pt x="1554587" y="265418"/>
                      <a:pt x="1549286" y="286532"/>
                    </a:cubicBezTo>
                    <a:cubicBezTo>
                      <a:pt x="1548756" y="309868"/>
                      <a:pt x="1548226" y="332982"/>
                      <a:pt x="1547696" y="356318"/>
                    </a:cubicBezTo>
                    <a:cubicBezTo>
                      <a:pt x="1548226" y="378988"/>
                      <a:pt x="1548756" y="401880"/>
                      <a:pt x="1549286" y="424549"/>
                    </a:cubicBezTo>
                    <a:cubicBezTo>
                      <a:pt x="1552466" y="447885"/>
                      <a:pt x="1555647" y="470999"/>
                      <a:pt x="1558827" y="494336"/>
                    </a:cubicBezTo>
                    <a:lnTo>
                      <a:pt x="1573139" y="561011"/>
                    </a:lnTo>
                    <a:lnTo>
                      <a:pt x="1587451" y="627686"/>
                    </a:lnTo>
                    <a:cubicBezTo>
                      <a:pt x="1593281" y="646799"/>
                      <a:pt x="1599112" y="665691"/>
                      <a:pt x="1604943" y="684804"/>
                    </a:cubicBezTo>
                    <a:cubicBezTo>
                      <a:pt x="1610774" y="702362"/>
                      <a:pt x="1616428" y="719697"/>
                      <a:pt x="1622258" y="737255"/>
                    </a:cubicBezTo>
                    <a:cubicBezTo>
                      <a:pt x="1627029" y="751479"/>
                      <a:pt x="1631800" y="765925"/>
                      <a:pt x="1636570" y="780149"/>
                    </a:cubicBezTo>
                    <a:cubicBezTo>
                      <a:pt x="1641341" y="791706"/>
                      <a:pt x="1646111" y="803486"/>
                      <a:pt x="1650882" y="815043"/>
                    </a:cubicBezTo>
                    <a:lnTo>
                      <a:pt x="1660423" y="835712"/>
                    </a:lnTo>
                    <a:lnTo>
                      <a:pt x="1662013" y="840379"/>
                    </a:lnTo>
                    <a:lnTo>
                      <a:pt x="1708129" y="949948"/>
                    </a:lnTo>
                    <a:cubicBezTo>
                      <a:pt x="1719791" y="983730"/>
                      <a:pt x="1731275" y="1017735"/>
                      <a:pt x="1742937" y="1051517"/>
                    </a:cubicBezTo>
                    <a:lnTo>
                      <a:pt x="1766790" y="1146862"/>
                    </a:lnTo>
                    <a:cubicBezTo>
                      <a:pt x="1769440" y="1176421"/>
                      <a:pt x="1772090" y="1206203"/>
                      <a:pt x="1774741" y="1235762"/>
                    </a:cubicBezTo>
                    <a:cubicBezTo>
                      <a:pt x="1775801" y="1263765"/>
                      <a:pt x="1776861" y="1291991"/>
                      <a:pt x="1777921" y="1319995"/>
                    </a:cubicBezTo>
                    <a:cubicBezTo>
                      <a:pt x="1775801" y="1344887"/>
                      <a:pt x="1773681" y="1369556"/>
                      <a:pt x="1771560" y="1394448"/>
                    </a:cubicBezTo>
                    <a:cubicBezTo>
                      <a:pt x="1767850" y="1418896"/>
                      <a:pt x="1764139" y="1443121"/>
                      <a:pt x="1760429" y="1467569"/>
                    </a:cubicBezTo>
                    <a:cubicBezTo>
                      <a:pt x="1754598" y="1488682"/>
                      <a:pt x="1748768" y="1510018"/>
                      <a:pt x="1742937" y="1531132"/>
                    </a:cubicBezTo>
                    <a:cubicBezTo>
                      <a:pt x="1737106" y="1549135"/>
                      <a:pt x="1731452" y="1566915"/>
                      <a:pt x="1725621" y="1584917"/>
                    </a:cubicBezTo>
                    <a:lnTo>
                      <a:pt x="1706539" y="1631145"/>
                    </a:lnTo>
                    <a:lnTo>
                      <a:pt x="1685866" y="1672261"/>
                    </a:lnTo>
                    <a:lnTo>
                      <a:pt x="1665194" y="1704043"/>
                    </a:lnTo>
                    <a:cubicBezTo>
                      <a:pt x="1660423" y="1711377"/>
                      <a:pt x="1655653" y="1718934"/>
                      <a:pt x="1650882" y="1726268"/>
                    </a:cubicBezTo>
                    <a:lnTo>
                      <a:pt x="1639751" y="1738936"/>
                    </a:lnTo>
                    <a:cubicBezTo>
                      <a:pt x="1638690" y="1740492"/>
                      <a:pt x="1637630" y="1742270"/>
                      <a:pt x="1636570" y="1743826"/>
                    </a:cubicBezTo>
                    <a:lnTo>
                      <a:pt x="1576319" y="1810501"/>
                    </a:lnTo>
                    <a:lnTo>
                      <a:pt x="1509708" y="1866063"/>
                    </a:lnTo>
                    <a:lnTo>
                      <a:pt x="1431788" y="1912069"/>
                    </a:lnTo>
                    <a:lnTo>
                      <a:pt x="1354045" y="1946962"/>
                    </a:lnTo>
                    <a:lnTo>
                      <a:pt x="1273121" y="1978744"/>
                    </a:lnTo>
                    <a:lnTo>
                      <a:pt x="1192198" y="1997857"/>
                    </a:lnTo>
                    <a:lnTo>
                      <a:pt x="1114278" y="2015193"/>
                    </a:lnTo>
                    <a:lnTo>
                      <a:pt x="1041306" y="2026305"/>
                    </a:lnTo>
                    <a:lnTo>
                      <a:pt x="976284" y="2035862"/>
                    </a:lnTo>
                    <a:lnTo>
                      <a:pt x="920627" y="2038974"/>
                    </a:lnTo>
                    <a:lnTo>
                      <a:pt x="881049" y="2042307"/>
                    </a:lnTo>
                    <a:lnTo>
                      <a:pt x="850835" y="2042307"/>
                    </a:lnTo>
                    <a:lnTo>
                      <a:pt x="842884" y="2042307"/>
                    </a:lnTo>
                    <a:lnTo>
                      <a:pt x="726976" y="2035862"/>
                    </a:lnTo>
                    <a:lnTo>
                      <a:pt x="626970" y="2038974"/>
                    </a:lnTo>
                    <a:lnTo>
                      <a:pt x="536506" y="2050086"/>
                    </a:lnTo>
                    <a:lnTo>
                      <a:pt x="455582" y="2064532"/>
                    </a:lnTo>
                    <a:lnTo>
                      <a:pt x="390384" y="2081868"/>
                    </a:lnTo>
                    <a:lnTo>
                      <a:pt x="331723" y="2105649"/>
                    </a:lnTo>
                    <a:lnTo>
                      <a:pt x="282427" y="2127874"/>
                    </a:lnTo>
                    <a:lnTo>
                      <a:pt x="246029" y="2151654"/>
                    </a:lnTo>
                    <a:lnTo>
                      <a:pt x="214225" y="2173879"/>
                    </a:lnTo>
                    <a:lnTo>
                      <a:pt x="187192" y="2197882"/>
                    </a:lnTo>
                    <a:cubicBezTo>
                      <a:pt x="181361" y="2204105"/>
                      <a:pt x="175530" y="2210551"/>
                      <a:pt x="169700" y="2216774"/>
                    </a:cubicBezTo>
                    <a:cubicBezTo>
                      <a:pt x="165989" y="2222108"/>
                      <a:pt x="162455" y="2227442"/>
                      <a:pt x="158745" y="2232776"/>
                    </a:cubicBezTo>
                    <a:cubicBezTo>
                      <a:pt x="156625" y="2235443"/>
                      <a:pt x="154504" y="2237887"/>
                      <a:pt x="152384" y="2240554"/>
                    </a:cubicBezTo>
                    <a:cubicBezTo>
                      <a:pt x="139802" y="2247207"/>
                      <a:pt x="108649" y="2281215"/>
                      <a:pt x="83252" y="2272697"/>
                    </a:cubicBezTo>
                    <a:cubicBezTo>
                      <a:pt x="57855" y="2264179"/>
                      <a:pt x="0" y="2235424"/>
                      <a:pt x="0" y="2189445"/>
                    </a:cubicBezTo>
                    <a:cubicBezTo>
                      <a:pt x="0" y="2174502"/>
                      <a:pt x="3937" y="2160478"/>
                      <a:pt x="11964" y="2148998"/>
                    </a:cubicBezTo>
                    <a:cubicBezTo>
                      <a:pt x="22019" y="2131068"/>
                      <a:pt x="42226" y="2101798"/>
                      <a:pt x="60329" y="2081868"/>
                    </a:cubicBezTo>
                    <a:lnTo>
                      <a:pt x="120580" y="2029417"/>
                    </a:lnTo>
                    <a:lnTo>
                      <a:pt x="190372" y="1986745"/>
                    </a:lnTo>
                    <a:lnTo>
                      <a:pt x="263521" y="1951629"/>
                    </a:lnTo>
                    <a:lnTo>
                      <a:pt x="338084" y="1923181"/>
                    </a:lnTo>
                    <a:lnTo>
                      <a:pt x="412647" y="1902512"/>
                    </a:lnTo>
                    <a:lnTo>
                      <a:pt x="487209" y="1888288"/>
                    </a:lnTo>
                    <a:lnTo>
                      <a:pt x="560359" y="1877176"/>
                    </a:lnTo>
                    <a:lnTo>
                      <a:pt x="626970" y="1870730"/>
                    </a:lnTo>
                    <a:lnTo>
                      <a:pt x="684218" y="1867619"/>
                    </a:lnTo>
                    <a:lnTo>
                      <a:pt x="733337" y="1867619"/>
                    </a:lnTo>
                    <a:lnTo>
                      <a:pt x="771502" y="1867619"/>
                    </a:lnTo>
                    <a:lnTo>
                      <a:pt x="796768" y="1870730"/>
                    </a:lnTo>
                    <a:lnTo>
                      <a:pt x="804719" y="1870730"/>
                    </a:lnTo>
                    <a:lnTo>
                      <a:pt x="917447" y="1873842"/>
                    </a:lnTo>
                    <a:lnTo>
                      <a:pt x="1022223" y="1867619"/>
                    </a:lnTo>
                    <a:lnTo>
                      <a:pt x="1114278" y="1853395"/>
                    </a:lnTo>
                    <a:lnTo>
                      <a:pt x="1195378" y="1834281"/>
                    </a:lnTo>
                    <a:lnTo>
                      <a:pt x="1263580" y="1807167"/>
                    </a:lnTo>
                    <a:lnTo>
                      <a:pt x="1325421" y="1781830"/>
                    </a:lnTo>
                    <a:lnTo>
                      <a:pt x="1376308" y="1753382"/>
                    </a:lnTo>
                    <a:lnTo>
                      <a:pt x="1420656" y="1724712"/>
                    </a:lnTo>
                    <a:lnTo>
                      <a:pt x="1452460" y="1694486"/>
                    </a:lnTo>
                    <a:lnTo>
                      <a:pt x="1477904" y="1672261"/>
                    </a:lnTo>
                    <a:lnTo>
                      <a:pt x="1495396" y="1651592"/>
                    </a:lnTo>
                    <a:cubicBezTo>
                      <a:pt x="1499106" y="1647814"/>
                      <a:pt x="1502817" y="1644258"/>
                      <a:pt x="1506527" y="1640479"/>
                    </a:cubicBezTo>
                    <a:cubicBezTo>
                      <a:pt x="1507587" y="1639368"/>
                      <a:pt x="1508647" y="1638479"/>
                      <a:pt x="1509708" y="1637368"/>
                    </a:cubicBezTo>
                    <a:lnTo>
                      <a:pt x="1549286" y="1567581"/>
                    </a:lnTo>
                    <a:lnTo>
                      <a:pt x="1579500" y="1496017"/>
                    </a:lnTo>
                    <a:cubicBezTo>
                      <a:pt x="1585330" y="1471125"/>
                      <a:pt x="1591161" y="1446455"/>
                      <a:pt x="1596992" y="1421563"/>
                    </a:cubicBezTo>
                    <a:cubicBezTo>
                      <a:pt x="1599642" y="1396226"/>
                      <a:pt x="1602292" y="1370668"/>
                      <a:pt x="1604943" y="1345331"/>
                    </a:cubicBezTo>
                    <a:lnTo>
                      <a:pt x="1604943" y="1270655"/>
                    </a:lnTo>
                    <a:lnTo>
                      <a:pt x="1596992" y="1199313"/>
                    </a:lnTo>
                    <a:cubicBezTo>
                      <a:pt x="1592751" y="1174865"/>
                      <a:pt x="1588511" y="1150640"/>
                      <a:pt x="1584270" y="1126193"/>
                    </a:cubicBezTo>
                    <a:cubicBezTo>
                      <a:pt x="1579500" y="1105079"/>
                      <a:pt x="1574729" y="1083743"/>
                      <a:pt x="1569958" y="1062629"/>
                    </a:cubicBezTo>
                    <a:cubicBezTo>
                      <a:pt x="1564128" y="1042627"/>
                      <a:pt x="1558297" y="1022402"/>
                      <a:pt x="1552466" y="1002399"/>
                    </a:cubicBezTo>
                    <a:lnTo>
                      <a:pt x="1533384" y="949948"/>
                    </a:lnTo>
                    <a:cubicBezTo>
                      <a:pt x="1528083" y="935724"/>
                      <a:pt x="1522959" y="921278"/>
                      <a:pt x="1517659" y="907054"/>
                    </a:cubicBezTo>
                    <a:cubicBezTo>
                      <a:pt x="1512888" y="896608"/>
                      <a:pt x="1508117" y="885940"/>
                      <a:pt x="1503347" y="875495"/>
                    </a:cubicBezTo>
                    <a:lnTo>
                      <a:pt x="1495396" y="854825"/>
                    </a:lnTo>
                    <a:cubicBezTo>
                      <a:pt x="1493276" y="853270"/>
                      <a:pt x="1491155" y="851492"/>
                      <a:pt x="1489035" y="849936"/>
                    </a:cubicBezTo>
                    <a:lnTo>
                      <a:pt x="1446100" y="734144"/>
                    </a:lnTo>
                    <a:lnTo>
                      <a:pt x="1414296" y="629242"/>
                    </a:lnTo>
                    <a:cubicBezTo>
                      <a:pt x="1407405" y="597015"/>
                      <a:pt x="1400691" y="564789"/>
                      <a:pt x="1393800" y="532563"/>
                    </a:cubicBezTo>
                    <a:lnTo>
                      <a:pt x="1382668" y="445218"/>
                    </a:lnTo>
                    <a:cubicBezTo>
                      <a:pt x="1381608" y="418326"/>
                      <a:pt x="1380548" y="391212"/>
                      <a:pt x="1379488" y="364319"/>
                    </a:cubicBezTo>
                    <a:cubicBezTo>
                      <a:pt x="1380548" y="340539"/>
                      <a:pt x="1381608" y="316536"/>
                      <a:pt x="1382668" y="292755"/>
                    </a:cubicBezTo>
                    <a:cubicBezTo>
                      <a:pt x="1385319" y="271641"/>
                      <a:pt x="1387969" y="250305"/>
                      <a:pt x="1390619" y="229191"/>
                    </a:cubicBezTo>
                    <a:cubicBezTo>
                      <a:pt x="1394860" y="210745"/>
                      <a:pt x="1399100" y="192076"/>
                      <a:pt x="1403341" y="173629"/>
                    </a:cubicBezTo>
                    <a:cubicBezTo>
                      <a:pt x="1408112" y="158294"/>
                      <a:pt x="1412705" y="142958"/>
                      <a:pt x="1417476" y="127623"/>
                    </a:cubicBezTo>
                    <a:lnTo>
                      <a:pt x="1434968" y="89618"/>
                    </a:lnTo>
                    <a:lnTo>
                      <a:pt x="1449280" y="60948"/>
                    </a:lnTo>
                    <a:lnTo>
                      <a:pt x="1456101" y="49373"/>
                    </a:lnTo>
                    <a:cubicBezTo>
                      <a:pt x="1456198" y="49028"/>
                      <a:pt x="1456346" y="48707"/>
                      <a:pt x="1456642" y="48454"/>
                    </a:cubicBezTo>
                    <a:cubicBezTo>
                      <a:pt x="1457894" y="46305"/>
                      <a:pt x="1459153" y="44168"/>
                      <a:pt x="1460411" y="42057"/>
                    </a:cubicBezTo>
                    <a:lnTo>
                      <a:pt x="1469953" y="26055"/>
                    </a:lnTo>
                    <a:cubicBezTo>
                      <a:pt x="1470483" y="25610"/>
                      <a:pt x="1471013" y="24944"/>
                      <a:pt x="1471543" y="24499"/>
                    </a:cubicBezTo>
                    <a:lnTo>
                      <a:pt x="1474027" y="24499"/>
                    </a:lnTo>
                    <a:cubicBezTo>
                      <a:pt x="1489607" y="9327"/>
                      <a:pt x="1511597" y="0"/>
                      <a:pt x="1535931" y="0"/>
                    </a:cubicBezTo>
                    <a:close/>
                  </a:path>
                </a:pathLst>
              </a:custGeom>
              <a:solidFill>
                <a:srgbClr val="BFBFBF"/>
              </a:solidFill>
              <a:ln cap="flat" cmpd="sng" w="38100">
                <a:solidFill>
                  <a:schemeClr val="lt1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81" name="Google Shape;681;p63"/>
              <p:cNvSpPr/>
              <p:nvPr/>
            </p:nvSpPr>
            <p:spPr>
              <a:xfrm rot="10800000">
                <a:off x="1198193" y="2079887"/>
                <a:ext cx="1650866" cy="1912967"/>
              </a:xfrm>
              <a:custGeom>
                <a:rect b="b" l="l" r="r" t="t"/>
                <a:pathLst>
                  <a:path extrusionOk="0" h="3932814" w="3393967">
                    <a:moveTo>
                      <a:pt x="1745685" y="3527152"/>
                    </a:moveTo>
                    <a:lnTo>
                      <a:pt x="1657171" y="3238316"/>
                    </a:lnTo>
                    <a:lnTo>
                      <a:pt x="1751363" y="3240672"/>
                    </a:lnTo>
                    <a:lnTo>
                      <a:pt x="1951375" y="3229909"/>
                    </a:lnTo>
                    <a:lnTo>
                      <a:pt x="2127104" y="3205310"/>
                    </a:lnTo>
                    <a:lnTo>
                      <a:pt x="2281920" y="3172254"/>
                    </a:lnTo>
                    <a:lnTo>
                      <a:pt x="2412114" y="3125362"/>
                    </a:lnTo>
                    <a:lnTo>
                      <a:pt x="2530166" y="3081544"/>
                    </a:lnTo>
                    <a:lnTo>
                      <a:pt x="2627307" y="3032345"/>
                    </a:lnTo>
                    <a:lnTo>
                      <a:pt x="2711965" y="2982762"/>
                    </a:lnTo>
                    <a:lnTo>
                      <a:pt x="2772677" y="2930489"/>
                    </a:lnTo>
                    <a:lnTo>
                      <a:pt x="2821249" y="2892052"/>
                    </a:lnTo>
                    <a:lnTo>
                      <a:pt x="2854640" y="2856307"/>
                    </a:lnTo>
                    <a:cubicBezTo>
                      <a:pt x="2861722" y="2849773"/>
                      <a:pt x="2868807" y="2843623"/>
                      <a:pt x="2875889" y="2837088"/>
                    </a:cubicBezTo>
                    <a:cubicBezTo>
                      <a:pt x="2877912" y="2835166"/>
                      <a:pt x="2879936" y="2833629"/>
                      <a:pt x="2881961" y="2831707"/>
                    </a:cubicBezTo>
                    <a:lnTo>
                      <a:pt x="2957514" y="2711016"/>
                    </a:lnTo>
                    <a:lnTo>
                      <a:pt x="3015191" y="2587251"/>
                    </a:lnTo>
                    <a:cubicBezTo>
                      <a:pt x="3026320" y="2544202"/>
                      <a:pt x="3037451" y="2501537"/>
                      <a:pt x="3048582" y="2458489"/>
                    </a:cubicBezTo>
                    <a:cubicBezTo>
                      <a:pt x="3053641" y="2414670"/>
                      <a:pt x="3058700" y="2370469"/>
                      <a:pt x="3063760" y="2326651"/>
                    </a:cubicBezTo>
                    <a:lnTo>
                      <a:pt x="3063760" y="2197504"/>
                    </a:lnTo>
                    <a:lnTo>
                      <a:pt x="3048582" y="2074124"/>
                    </a:lnTo>
                    <a:cubicBezTo>
                      <a:pt x="3040486" y="2031843"/>
                      <a:pt x="3032392" y="1989947"/>
                      <a:pt x="3024296" y="1947668"/>
                    </a:cubicBezTo>
                    <a:cubicBezTo>
                      <a:pt x="3015191" y="1911153"/>
                      <a:pt x="3006083" y="1874254"/>
                      <a:pt x="2996976" y="1837739"/>
                    </a:cubicBezTo>
                    <a:cubicBezTo>
                      <a:pt x="2985846" y="1803147"/>
                      <a:pt x="2974715" y="1768169"/>
                      <a:pt x="2963584" y="1733575"/>
                    </a:cubicBezTo>
                    <a:lnTo>
                      <a:pt x="2927157" y="1642865"/>
                    </a:lnTo>
                    <a:cubicBezTo>
                      <a:pt x="2917038" y="1618266"/>
                      <a:pt x="2907257" y="1593283"/>
                      <a:pt x="2897139" y="1568683"/>
                    </a:cubicBezTo>
                    <a:cubicBezTo>
                      <a:pt x="2888032" y="1550618"/>
                      <a:pt x="2878924" y="1532168"/>
                      <a:pt x="2869818" y="1514104"/>
                    </a:cubicBezTo>
                    <a:lnTo>
                      <a:pt x="2854640" y="1478357"/>
                    </a:lnTo>
                    <a:cubicBezTo>
                      <a:pt x="2850593" y="1475668"/>
                      <a:pt x="2846544" y="1472593"/>
                      <a:pt x="2842497" y="1469902"/>
                    </a:cubicBezTo>
                    <a:lnTo>
                      <a:pt x="2760536" y="1269648"/>
                    </a:lnTo>
                    <a:lnTo>
                      <a:pt x="2699824" y="1088228"/>
                    </a:lnTo>
                    <a:cubicBezTo>
                      <a:pt x="2686670" y="1032494"/>
                      <a:pt x="2673853" y="976761"/>
                      <a:pt x="2660698" y="921029"/>
                    </a:cubicBezTo>
                    <a:lnTo>
                      <a:pt x="2639448" y="769972"/>
                    </a:lnTo>
                    <a:cubicBezTo>
                      <a:pt x="2637424" y="723464"/>
                      <a:pt x="2635401" y="676573"/>
                      <a:pt x="2633377" y="630063"/>
                    </a:cubicBezTo>
                    <a:cubicBezTo>
                      <a:pt x="2635401" y="588937"/>
                      <a:pt x="2637424" y="547426"/>
                      <a:pt x="2639448" y="506298"/>
                    </a:cubicBezTo>
                    <a:cubicBezTo>
                      <a:pt x="2644508" y="469783"/>
                      <a:pt x="2649567" y="432884"/>
                      <a:pt x="2654626" y="396369"/>
                    </a:cubicBezTo>
                    <a:cubicBezTo>
                      <a:pt x="2662722" y="364468"/>
                      <a:pt x="2670816" y="332182"/>
                      <a:pt x="2678912" y="300279"/>
                    </a:cubicBezTo>
                    <a:cubicBezTo>
                      <a:pt x="2688019" y="273758"/>
                      <a:pt x="2696787" y="247236"/>
                      <a:pt x="2705895" y="220715"/>
                    </a:cubicBezTo>
                    <a:lnTo>
                      <a:pt x="2739286" y="154988"/>
                    </a:lnTo>
                    <a:lnTo>
                      <a:pt x="2766607" y="105405"/>
                    </a:lnTo>
                    <a:lnTo>
                      <a:pt x="2779628" y="85387"/>
                    </a:lnTo>
                    <a:cubicBezTo>
                      <a:pt x="2779813" y="84791"/>
                      <a:pt x="2780096" y="84235"/>
                      <a:pt x="2780661" y="83798"/>
                    </a:cubicBezTo>
                    <a:cubicBezTo>
                      <a:pt x="2783051" y="80081"/>
                      <a:pt x="2785454" y="76386"/>
                      <a:pt x="2787855" y="72735"/>
                    </a:cubicBezTo>
                    <a:lnTo>
                      <a:pt x="2806071" y="45060"/>
                    </a:lnTo>
                    <a:cubicBezTo>
                      <a:pt x="2807082" y="44291"/>
                      <a:pt x="2808094" y="43139"/>
                      <a:pt x="2809106" y="42369"/>
                    </a:cubicBezTo>
                    <a:lnTo>
                      <a:pt x="2813848" y="42369"/>
                    </a:lnTo>
                    <a:cubicBezTo>
                      <a:pt x="2843589" y="16131"/>
                      <a:pt x="2885567" y="0"/>
                      <a:pt x="2932020" y="0"/>
                    </a:cubicBezTo>
                    <a:cubicBezTo>
                      <a:pt x="3023300" y="0"/>
                      <a:pt x="3097299" y="62280"/>
                      <a:pt x="3097299" y="139107"/>
                    </a:cubicBezTo>
                    <a:cubicBezTo>
                      <a:pt x="3097299" y="158577"/>
                      <a:pt x="3092547" y="177113"/>
                      <a:pt x="3083814" y="193874"/>
                    </a:cubicBezTo>
                    <a:lnTo>
                      <a:pt x="3085009" y="196115"/>
                    </a:lnTo>
                    <a:lnTo>
                      <a:pt x="3024296" y="286826"/>
                    </a:lnTo>
                    <a:lnTo>
                      <a:pt x="2987870" y="385607"/>
                    </a:lnTo>
                    <a:cubicBezTo>
                      <a:pt x="2977750" y="422122"/>
                      <a:pt x="2967633" y="459021"/>
                      <a:pt x="2957514" y="495536"/>
                    </a:cubicBezTo>
                    <a:cubicBezTo>
                      <a:pt x="2956502" y="535894"/>
                      <a:pt x="2955490" y="575868"/>
                      <a:pt x="2954478" y="616226"/>
                    </a:cubicBezTo>
                    <a:cubicBezTo>
                      <a:pt x="2955490" y="655432"/>
                      <a:pt x="2956502" y="695022"/>
                      <a:pt x="2957514" y="734226"/>
                    </a:cubicBezTo>
                    <a:cubicBezTo>
                      <a:pt x="2963584" y="774584"/>
                      <a:pt x="2969657" y="814558"/>
                      <a:pt x="2975727" y="854918"/>
                    </a:cubicBezTo>
                    <a:lnTo>
                      <a:pt x="3003048" y="970227"/>
                    </a:lnTo>
                    <a:lnTo>
                      <a:pt x="3030369" y="1085537"/>
                    </a:lnTo>
                    <a:cubicBezTo>
                      <a:pt x="3041498" y="1118591"/>
                      <a:pt x="3052629" y="1151264"/>
                      <a:pt x="3063760" y="1184318"/>
                    </a:cubicBezTo>
                    <a:cubicBezTo>
                      <a:pt x="3074891" y="1214683"/>
                      <a:pt x="3085685" y="1244663"/>
                      <a:pt x="3096814" y="1275028"/>
                    </a:cubicBezTo>
                    <a:cubicBezTo>
                      <a:pt x="3105921" y="1299628"/>
                      <a:pt x="3115029" y="1324611"/>
                      <a:pt x="3124135" y="1349210"/>
                    </a:cubicBezTo>
                    <a:cubicBezTo>
                      <a:pt x="3133242" y="1369197"/>
                      <a:pt x="3142348" y="1389570"/>
                      <a:pt x="3151456" y="1409557"/>
                    </a:cubicBezTo>
                    <a:lnTo>
                      <a:pt x="3169669" y="1445302"/>
                    </a:lnTo>
                    <a:lnTo>
                      <a:pt x="3172704" y="1453374"/>
                    </a:lnTo>
                    <a:lnTo>
                      <a:pt x="3260737" y="1642865"/>
                    </a:lnTo>
                    <a:cubicBezTo>
                      <a:pt x="3283000" y="1701289"/>
                      <a:pt x="3304922" y="1760098"/>
                      <a:pt x="3327184" y="1818521"/>
                    </a:cubicBezTo>
                    <a:lnTo>
                      <a:pt x="3372718" y="1983413"/>
                    </a:lnTo>
                    <a:cubicBezTo>
                      <a:pt x="3377777" y="2034534"/>
                      <a:pt x="3382836" y="2086039"/>
                      <a:pt x="3387897" y="2137159"/>
                    </a:cubicBezTo>
                    <a:cubicBezTo>
                      <a:pt x="3389920" y="2185589"/>
                      <a:pt x="3391944" y="2234403"/>
                      <a:pt x="3393967" y="2282834"/>
                    </a:cubicBezTo>
                    <a:cubicBezTo>
                      <a:pt x="3389920" y="2325883"/>
                      <a:pt x="3385873" y="2368546"/>
                      <a:pt x="3381824" y="2411595"/>
                    </a:cubicBezTo>
                    <a:cubicBezTo>
                      <a:pt x="3374742" y="2453876"/>
                      <a:pt x="3367658" y="2495771"/>
                      <a:pt x="3360576" y="2538052"/>
                    </a:cubicBezTo>
                    <a:cubicBezTo>
                      <a:pt x="3349445" y="2574566"/>
                      <a:pt x="3338315" y="2611465"/>
                      <a:pt x="3327184" y="2647980"/>
                    </a:cubicBezTo>
                    <a:cubicBezTo>
                      <a:pt x="3316053" y="2679115"/>
                      <a:pt x="3305260" y="2709864"/>
                      <a:pt x="3294129" y="2740997"/>
                    </a:cubicBezTo>
                    <a:lnTo>
                      <a:pt x="3257702" y="2820945"/>
                    </a:lnTo>
                    <a:lnTo>
                      <a:pt x="3218238" y="2892052"/>
                    </a:lnTo>
                    <a:lnTo>
                      <a:pt x="3178777" y="2947017"/>
                    </a:lnTo>
                    <a:cubicBezTo>
                      <a:pt x="3169669" y="2959700"/>
                      <a:pt x="3160563" y="2972770"/>
                      <a:pt x="3151456" y="2985453"/>
                    </a:cubicBezTo>
                    <a:lnTo>
                      <a:pt x="3130207" y="3007362"/>
                    </a:lnTo>
                    <a:cubicBezTo>
                      <a:pt x="3128182" y="3010053"/>
                      <a:pt x="3126158" y="3013128"/>
                      <a:pt x="3124135" y="3015819"/>
                    </a:cubicBezTo>
                    <a:lnTo>
                      <a:pt x="3009118" y="3131128"/>
                    </a:lnTo>
                    <a:lnTo>
                      <a:pt x="2881961" y="3227218"/>
                    </a:lnTo>
                    <a:lnTo>
                      <a:pt x="2733216" y="3306782"/>
                    </a:lnTo>
                    <a:lnTo>
                      <a:pt x="2584808" y="3367127"/>
                    </a:lnTo>
                    <a:lnTo>
                      <a:pt x="2430328" y="3422092"/>
                    </a:lnTo>
                    <a:lnTo>
                      <a:pt x="2275850" y="3455146"/>
                    </a:lnTo>
                    <a:lnTo>
                      <a:pt x="2127104" y="3485128"/>
                    </a:lnTo>
                    <a:lnTo>
                      <a:pt x="1987804" y="3504345"/>
                    </a:lnTo>
                    <a:lnTo>
                      <a:pt x="1863680" y="3520873"/>
                    </a:lnTo>
                    <a:lnTo>
                      <a:pt x="1757433" y="3526255"/>
                    </a:lnTo>
                    <a:close/>
                    <a:moveTo>
                      <a:pt x="158924" y="3930462"/>
                    </a:moveTo>
                    <a:cubicBezTo>
                      <a:pt x="110443" y="3915731"/>
                      <a:pt x="0" y="3866001"/>
                      <a:pt x="0" y="3786484"/>
                    </a:cubicBezTo>
                    <a:cubicBezTo>
                      <a:pt x="0" y="3760641"/>
                      <a:pt x="7516" y="3736388"/>
                      <a:pt x="22839" y="3716534"/>
                    </a:cubicBezTo>
                    <a:cubicBezTo>
                      <a:pt x="42033" y="3685525"/>
                      <a:pt x="80608" y="3634905"/>
                      <a:pt x="115165" y="3600437"/>
                    </a:cubicBezTo>
                    <a:lnTo>
                      <a:pt x="230182" y="3509727"/>
                    </a:lnTo>
                    <a:lnTo>
                      <a:pt x="363411" y="3435929"/>
                    </a:lnTo>
                    <a:lnTo>
                      <a:pt x="503049" y="3375199"/>
                    </a:lnTo>
                    <a:lnTo>
                      <a:pt x="645387" y="3326000"/>
                    </a:lnTo>
                    <a:lnTo>
                      <a:pt x="787724" y="3290254"/>
                    </a:lnTo>
                    <a:lnTo>
                      <a:pt x="930059" y="3265655"/>
                    </a:lnTo>
                    <a:lnTo>
                      <a:pt x="1069699" y="3246438"/>
                    </a:lnTo>
                    <a:lnTo>
                      <a:pt x="1196856" y="3235290"/>
                    </a:lnTo>
                    <a:lnTo>
                      <a:pt x="1306140" y="3229909"/>
                    </a:lnTo>
                    <a:lnTo>
                      <a:pt x="1322155" y="3229909"/>
                    </a:lnTo>
                    <a:lnTo>
                      <a:pt x="1387858" y="3520878"/>
                    </a:lnTo>
                    <a:lnTo>
                      <a:pt x="1387763" y="3520873"/>
                    </a:lnTo>
                    <a:lnTo>
                      <a:pt x="1196856" y="3526255"/>
                    </a:lnTo>
                    <a:lnTo>
                      <a:pt x="1024165" y="3545473"/>
                    </a:lnTo>
                    <a:lnTo>
                      <a:pt x="869685" y="3570456"/>
                    </a:lnTo>
                    <a:lnTo>
                      <a:pt x="745225" y="3600437"/>
                    </a:lnTo>
                    <a:lnTo>
                      <a:pt x="633244" y="3641565"/>
                    </a:lnTo>
                    <a:lnTo>
                      <a:pt x="539140" y="3680001"/>
                    </a:lnTo>
                    <a:lnTo>
                      <a:pt x="469658" y="3721127"/>
                    </a:lnTo>
                    <a:lnTo>
                      <a:pt x="408946" y="3759564"/>
                    </a:lnTo>
                    <a:lnTo>
                      <a:pt x="357341" y="3801075"/>
                    </a:lnTo>
                    <a:cubicBezTo>
                      <a:pt x="346210" y="3811837"/>
                      <a:pt x="335079" y="3822985"/>
                      <a:pt x="323949" y="3833747"/>
                    </a:cubicBezTo>
                    <a:cubicBezTo>
                      <a:pt x="316865" y="3842972"/>
                      <a:pt x="310119" y="3852197"/>
                      <a:pt x="303037" y="3861422"/>
                    </a:cubicBezTo>
                    <a:cubicBezTo>
                      <a:pt x="298990" y="3866034"/>
                      <a:pt x="294941" y="3870261"/>
                      <a:pt x="290894" y="3874873"/>
                    </a:cubicBezTo>
                    <a:cubicBezTo>
                      <a:pt x="266876" y="3886379"/>
                      <a:pt x="207406" y="3945193"/>
                      <a:pt x="158924" y="3930462"/>
                    </a:cubicBezTo>
                    <a:close/>
                  </a:path>
                </a:pathLst>
              </a:custGeom>
              <a:solidFill>
                <a:srgbClr val="7F7F7F"/>
              </a:solidFill>
              <a:ln cap="flat" cmpd="sng" w="38100">
                <a:solidFill>
                  <a:schemeClr val="lt1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82" name="Google Shape;682;p63"/>
              <p:cNvSpPr/>
              <p:nvPr/>
            </p:nvSpPr>
            <p:spPr>
              <a:xfrm rot="-3536356">
                <a:off x="1029053" y="3391349"/>
                <a:ext cx="73094" cy="735402"/>
              </a:xfrm>
              <a:prstGeom prst="roundRect">
                <a:avLst>
                  <a:gd fmla="val 50000" name="adj"/>
                </a:avLst>
              </a:prstGeom>
              <a:solidFill>
                <a:srgbClr val="BFBF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</p:grpSp>
      </p:grpSp>
      <p:sp>
        <p:nvSpPr>
          <p:cNvPr id="683" name="Google Shape;683;p63"/>
          <p:cNvSpPr/>
          <p:nvPr/>
        </p:nvSpPr>
        <p:spPr>
          <a:xfrm rot="355510">
            <a:off x="10018975" y="5092401"/>
            <a:ext cx="1129890" cy="1149968"/>
          </a:xfrm>
          <a:custGeom>
            <a:rect b="b" l="l" r="r" t="t"/>
            <a:pathLst>
              <a:path extrusionOk="0" h="1915580" w="1882134">
                <a:moveTo>
                  <a:pt x="859940" y="932267"/>
                </a:moveTo>
                <a:lnTo>
                  <a:pt x="747989" y="997319"/>
                </a:lnTo>
                <a:lnTo>
                  <a:pt x="636844" y="1061903"/>
                </a:lnTo>
                <a:lnTo>
                  <a:pt x="638527" y="1070293"/>
                </a:lnTo>
                <a:cubicBezTo>
                  <a:pt x="638527" y="1120463"/>
                  <a:pt x="607741" y="1162081"/>
                  <a:pt x="565410" y="1179755"/>
                </a:cubicBezTo>
                <a:lnTo>
                  <a:pt x="562511" y="1180336"/>
                </a:lnTo>
                <a:lnTo>
                  <a:pt x="562511" y="1439244"/>
                </a:lnTo>
                <a:lnTo>
                  <a:pt x="572773" y="1441246"/>
                </a:lnTo>
                <a:cubicBezTo>
                  <a:pt x="615532" y="1458919"/>
                  <a:pt x="644608" y="1500537"/>
                  <a:pt x="644608" y="1550707"/>
                </a:cubicBezTo>
                <a:lnTo>
                  <a:pt x="640375" y="1571429"/>
                </a:lnTo>
                <a:lnTo>
                  <a:pt x="865510" y="1701672"/>
                </a:lnTo>
                <a:lnTo>
                  <a:pt x="886716" y="1687534"/>
                </a:lnTo>
                <a:cubicBezTo>
                  <a:pt x="900969" y="1681643"/>
                  <a:pt x="916742" y="1678413"/>
                  <a:pt x="933465" y="1678413"/>
                </a:cubicBezTo>
                <a:cubicBezTo>
                  <a:pt x="950189" y="1678413"/>
                  <a:pt x="965962" y="1681833"/>
                  <a:pt x="980215" y="1687962"/>
                </a:cubicBezTo>
                <a:lnTo>
                  <a:pt x="997982" y="1700143"/>
                </a:lnTo>
                <a:lnTo>
                  <a:pt x="1212258" y="1576182"/>
                </a:lnTo>
                <a:lnTo>
                  <a:pt x="1210160" y="1565911"/>
                </a:lnTo>
                <a:cubicBezTo>
                  <a:pt x="1210160" y="1515742"/>
                  <a:pt x="1240946" y="1474123"/>
                  <a:pt x="1283277" y="1456450"/>
                </a:cubicBezTo>
                <a:lnTo>
                  <a:pt x="1298338" y="1453428"/>
                </a:lnTo>
                <a:lnTo>
                  <a:pt x="1298338" y="1189696"/>
                </a:lnTo>
                <a:lnTo>
                  <a:pt x="1292399" y="1188448"/>
                </a:lnTo>
                <a:cubicBezTo>
                  <a:pt x="1250068" y="1170062"/>
                  <a:pt x="1219282" y="1127303"/>
                  <a:pt x="1219282" y="1079414"/>
                </a:cubicBezTo>
                <a:lnTo>
                  <a:pt x="1223749" y="1057548"/>
                </a:lnTo>
                <a:lnTo>
                  <a:pt x="997965" y="926929"/>
                </a:lnTo>
                <a:lnTo>
                  <a:pt x="994296" y="929366"/>
                </a:lnTo>
                <a:lnTo>
                  <a:pt x="988000" y="935188"/>
                </a:lnTo>
                <a:lnTo>
                  <a:pt x="978749" y="939691"/>
                </a:lnTo>
                <a:lnTo>
                  <a:pt x="969810" y="945628"/>
                </a:lnTo>
                <a:lnTo>
                  <a:pt x="964268" y="946740"/>
                </a:lnTo>
                <a:lnTo>
                  <a:pt x="958437" y="949579"/>
                </a:lnTo>
                <a:cubicBezTo>
                  <a:pt x="947754" y="952933"/>
                  <a:pt x="936316" y="954750"/>
                  <a:pt x="924343" y="954750"/>
                </a:cubicBezTo>
                <a:lnTo>
                  <a:pt x="924343" y="954750"/>
                </a:lnTo>
                <a:lnTo>
                  <a:pt x="923835" y="954643"/>
                </a:lnTo>
                <a:lnTo>
                  <a:pt x="881110" y="945723"/>
                </a:lnTo>
                <a:lnTo>
                  <a:pt x="880997" y="945646"/>
                </a:lnTo>
                <a:lnTo>
                  <a:pt x="878876" y="945200"/>
                </a:lnTo>
                <a:close/>
                <a:moveTo>
                  <a:pt x="1285908" y="209454"/>
                </a:moveTo>
                <a:lnTo>
                  <a:pt x="1039711" y="351883"/>
                </a:lnTo>
                <a:lnTo>
                  <a:pt x="1042927" y="367913"/>
                </a:lnTo>
                <a:cubicBezTo>
                  <a:pt x="1042927" y="401360"/>
                  <a:pt x="1029244" y="431006"/>
                  <a:pt x="1007580" y="452291"/>
                </a:cubicBezTo>
                <a:lnTo>
                  <a:pt x="972994" y="475261"/>
                </a:lnTo>
                <a:lnTo>
                  <a:pt x="972994" y="608121"/>
                </a:lnTo>
                <a:lnTo>
                  <a:pt x="972994" y="728436"/>
                </a:lnTo>
                <a:lnTo>
                  <a:pt x="1008720" y="752929"/>
                </a:lnTo>
                <a:cubicBezTo>
                  <a:pt x="1030004" y="774594"/>
                  <a:pt x="1042927" y="804239"/>
                  <a:pt x="1042927" y="836166"/>
                </a:cubicBezTo>
                <a:lnTo>
                  <a:pt x="1038547" y="857606"/>
                </a:lnTo>
                <a:lnTo>
                  <a:pt x="1264627" y="988396"/>
                </a:lnTo>
                <a:lnTo>
                  <a:pt x="1292399" y="969952"/>
                </a:lnTo>
                <a:cubicBezTo>
                  <a:pt x="1306509" y="964061"/>
                  <a:pt x="1321902" y="960830"/>
                  <a:pt x="1337865" y="960830"/>
                </a:cubicBezTo>
                <a:cubicBezTo>
                  <a:pt x="1354588" y="960830"/>
                  <a:pt x="1370362" y="964251"/>
                  <a:pt x="1384615" y="970380"/>
                </a:cubicBezTo>
                <a:lnTo>
                  <a:pt x="1410990" y="988463"/>
                </a:lnTo>
                <a:lnTo>
                  <a:pt x="1650068" y="850153"/>
                </a:lnTo>
                <a:lnTo>
                  <a:pt x="1644966" y="824004"/>
                </a:lnTo>
                <a:cubicBezTo>
                  <a:pt x="1644966" y="790557"/>
                  <a:pt x="1658649" y="760911"/>
                  <a:pt x="1680313" y="739627"/>
                </a:cubicBezTo>
                <a:lnTo>
                  <a:pt x="1705780" y="722714"/>
                </a:lnTo>
                <a:lnTo>
                  <a:pt x="1705779" y="484271"/>
                </a:lnTo>
                <a:lnTo>
                  <a:pt x="1701598" y="483455"/>
                </a:lnTo>
                <a:cubicBezTo>
                  <a:pt x="1658839" y="465782"/>
                  <a:pt x="1629764" y="424164"/>
                  <a:pt x="1629764" y="373993"/>
                </a:cubicBezTo>
                <a:lnTo>
                  <a:pt x="1634464" y="350982"/>
                </a:lnTo>
                <a:lnTo>
                  <a:pt x="1412691" y="222683"/>
                </a:lnTo>
                <a:lnTo>
                  <a:pt x="1404617" y="228046"/>
                </a:lnTo>
                <a:cubicBezTo>
                  <a:pt x="1390507" y="233937"/>
                  <a:pt x="1375113" y="237167"/>
                  <a:pt x="1359150" y="237167"/>
                </a:cubicBezTo>
                <a:cubicBezTo>
                  <a:pt x="1342427" y="237167"/>
                  <a:pt x="1326653" y="233747"/>
                  <a:pt x="1312401" y="227618"/>
                </a:cubicBezTo>
                <a:close/>
                <a:moveTo>
                  <a:pt x="441920" y="226293"/>
                </a:moveTo>
                <a:lnTo>
                  <a:pt x="231909" y="347787"/>
                </a:lnTo>
                <a:lnTo>
                  <a:pt x="237167" y="373994"/>
                </a:lnTo>
                <a:cubicBezTo>
                  <a:pt x="237167" y="424164"/>
                  <a:pt x="206381" y="465783"/>
                  <a:pt x="164050" y="483456"/>
                </a:cubicBezTo>
                <a:lnTo>
                  <a:pt x="155071" y="485258"/>
                </a:lnTo>
                <a:lnTo>
                  <a:pt x="155071" y="740239"/>
                </a:lnTo>
                <a:lnTo>
                  <a:pt x="165333" y="742335"/>
                </a:lnTo>
                <a:cubicBezTo>
                  <a:pt x="208092" y="760721"/>
                  <a:pt x="237168" y="803479"/>
                  <a:pt x="237167" y="851369"/>
                </a:cubicBezTo>
                <a:lnTo>
                  <a:pt x="234601" y="863932"/>
                </a:lnTo>
                <a:lnTo>
                  <a:pt x="440781" y="983210"/>
                </a:lnTo>
                <a:lnTo>
                  <a:pt x="474477" y="960831"/>
                </a:lnTo>
                <a:cubicBezTo>
                  <a:pt x="488587" y="954940"/>
                  <a:pt x="503980" y="951709"/>
                  <a:pt x="519943" y="951709"/>
                </a:cubicBezTo>
                <a:cubicBezTo>
                  <a:pt x="536667" y="951709"/>
                  <a:pt x="552440" y="955130"/>
                  <a:pt x="566693" y="961258"/>
                </a:cubicBezTo>
                <a:lnTo>
                  <a:pt x="601190" y="984910"/>
                </a:lnTo>
                <a:lnTo>
                  <a:pt x="705420" y="924344"/>
                </a:lnTo>
                <a:lnTo>
                  <a:pt x="785942" y="878642"/>
                </a:lnTo>
                <a:lnTo>
                  <a:pt x="811567" y="863817"/>
                </a:lnTo>
                <a:lnTo>
                  <a:pt x="805759" y="836166"/>
                </a:lnTo>
                <a:cubicBezTo>
                  <a:pt x="805759" y="785996"/>
                  <a:pt x="836545" y="744378"/>
                  <a:pt x="878876" y="726704"/>
                </a:cubicBezTo>
                <a:lnTo>
                  <a:pt x="887857" y="724902"/>
                </a:lnTo>
                <a:lnTo>
                  <a:pt x="887857" y="602041"/>
                </a:lnTo>
                <a:lnTo>
                  <a:pt x="887857" y="479177"/>
                </a:lnTo>
                <a:lnTo>
                  <a:pt x="878877" y="477375"/>
                </a:lnTo>
                <a:cubicBezTo>
                  <a:pt x="836546" y="459702"/>
                  <a:pt x="805760" y="418084"/>
                  <a:pt x="805760" y="367913"/>
                </a:cubicBezTo>
                <a:lnTo>
                  <a:pt x="810313" y="345620"/>
                </a:lnTo>
                <a:lnTo>
                  <a:pt x="607514" y="228297"/>
                </a:lnTo>
                <a:lnTo>
                  <a:pt x="572440" y="252065"/>
                </a:lnTo>
                <a:cubicBezTo>
                  <a:pt x="558268" y="258099"/>
                  <a:pt x="542678" y="261454"/>
                  <a:pt x="526305" y="261493"/>
                </a:cubicBezTo>
                <a:cubicBezTo>
                  <a:pt x="493559" y="261570"/>
                  <a:pt x="463882" y="248367"/>
                  <a:pt x="442371" y="226958"/>
                </a:cubicBezTo>
                <a:close/>
                <a:moveTo>
                  <a:pt x="525745" y="24326"/>
                </a:moveTo>
                <a:cubicBezTo>
                  <a:pt x="591236" y="24171"/>
                  <a:pt x="644453" y="77137"/>
                  <a:pt x="644609" y="142629"/>
                </a:cubicBezTo>
                <a:lnTo>
                  <a:pt x="641709" y="157167"/>
                </a:lnTo>
                <a:lnTo>
                  <a:pt x="747989" y="218924"/>
                </a:lnTo>
                <a:lnTo>
                  <a:pt x="849541" y="277934"/>
                </a:lnTo>
                <a:lnTo>
                  <a:pt x="878877" y="258452"/>
                </a:lnTo>
                <a:cubicBezTo>
                  <a:pt x="892987" y="252560"/>
                  <a:pt x="908380" y="249330"/>
                  <a:pt x="924343" y="249330"/>
                </a:cubicBezTo>
                <a:cubicBezTo>
                  <a:pt x="941066" y="249330"/>
                  <a:pt x="956840" y="252750"/>
                  <a:pt x="971093" y="258879"/>
                </a:cubicBezTo>
                <a:lnTo>
                  <a:pt x="999784" y="278550"/>
                </a:lnTo>
                <a:lnTo>
                  <a:pt x="1112862" y="212843"/>
                </a:lnTo>
                <a:lnTo>
                  <a:pt x="1244810" y="139736"/>
                </a:lnTo>
                <a:lnTo>
                  <a:pt x="1240567" y="118583"/>
                </a:lnTo>
                <a:cubicBezTo>
                  <a:pt x="1240566" y="51690"/>
                  <a:pt x="1295297" y="0"/>
                  <a:pt x="1359150" y="0"/>
                </a:cubicBezTo>
                <a:cubicBezTo>
                  <a:pt x="1426044" y="0"/>
                  <a:pt x="1477734" y="54731"/>
                  <a:pt x="1477734" y="118583"/>
                </a:cubicBezTo>
                <a:lnTo>
                  <a:pt x="1468446" y="164056"/>
                </a:lnTo>
                <a:lnTo>
                  <a:pt x="1562871" y="218924"/>
                </a:lnTo>
                <a:lnTo>
                  <a:pt x="1674171" y="283599"/>
                </a:lnTo>
                <a:lnTo>
                  <a:pt x="1702880" y="264532"/>
                </a:lnTo>
                <a:cubicBezTo>
                  <a:pt x="1716991" y="258640"/>
                  <a:pt x="1732384" y="255410"/>
                  <a:pt x="1748347" y="255410"/>
                </a:cubicBezTo>
                <a:cubicBezTo>
                  <a:pt x="1815241" y="255410"/>
                  <a:pt x="1866931" y="310141"/>
                  <a:pt x="1866931" y="373993"/>
                </a:cubicBezTo>
                <a:cubicBezTo>
                  <a:pt x="1866931" y="424164"/>
                  <a:pt x="1836145" y="465782"/>
                  <a:pt x="1793814" y="483456"/>
                </a:cubicBezTo>
                <a:lnTo>
                  <a:pt x="1787876" y="484647"/>
                </a:lnTo>
                <a:lnTo>
                  <a:pt x="1787876" y="608121"/>
                </a:lnTo>
                <a:lnTo>
                  <a:pt x="1787876" y="710390"/>
                </a:lnTo>
                <a:lnTo>
                  <a:pt x="1810299" y="714970"/>
                </a:lnTo>
                <a:cubicBezTo>
                  <a:pt x="1853058" y="733356"/>
                  <a:pt x="1882134" y="776115"/>
                  <a:pt x="1882134" y="824004"/>
                </a:cubicBezTo>
                <a:cubicBezTo>
                  <a:pt x="1882134" y="890898"/>
                  <a:pt x="1827403" y="942588"/>
                  <a:pt x="1763550" y="942588"/>
                </a:cubicBezTo>
                <a:cubicBezTo>
                  <a:pt x="1746826" y="942588"/>
                  <a:pt x="1731053" y="939357"/>
                  <a:pt x="1716800" y="933466"/>
                </a:cubicBezTo>
                <a:lnTo>
                  <a:pt x="1696290" y="919792"/>
                </a:lnTo>
                <a:lnTo>
                  <a:pt x="1562871" y="997319"/>
                </a:lnTo>
                <a:lnTo>
                  <a:pt x="1452273" y="1058596"/>
                </a:lnTo>
                <a:lnTo>
                  <a:pt x="1456449" y="1079414"/>
                </a:lnTo>
                <a:cubicBezTo>
                  <a:pt x="1456450" y="1129584"/>
                  <a:pt x="1425663" y="1171202"/>
                  <a:pt x="1383332" y="1188876"/>
                </a:cubicBezTo>
                <a:lnTo>
                  <a:pt x="1380434" y="1189457"/>
                </a:lnTo>
                <a:lnTo>
                  <a:pt x="1380434" y="1316581"/>
                </a:lnTo>
                <a:lnTo>
                  <a:pt x="1380434" y="1459744"/>
                </a:lnTo>
                <a:lnTo>
                  <a:pt x="1413121" y="1481535"/>
                </a:lnTo>
                <a:cubicBezTo>
                  <a:pt x="1434405" y="1502819"/>
                  <a:pt x="1447327" y="1532465"/>
                  <a:pt x="1447328" y="1565911"/>
                </a:cubicBezTo>
                <a:cubicBezTo>
                  <a:pt x="1447328" y="1632805"/>
                  <a:pt x="1392597" y="1684495"/>
                  <a:pt x="1328743" y="1684495"/>
                </a:cubicBezTo>
                <a:cubicBezTo>
                  <a:pt x="1312780" y="1684496"/>
                  <a:pt x="1297387" y="1681265"/>
                  <a:pt x="1283277" y="1675374"/>
                </a:cubicBezTo>
                <a:lnTo>
                  <a:pt x="1245755" y="1650453"/>
                </a:lnTo>
                <a:lnTo>
                  <a:pt x="1152389" y="1702738"/>
                </a:lnTo>
                <a:lnTo>
                  <a:pt x="1045590" y="1764797"/>
                </a:lnTo>
                <a:lnTo>
                  <a:pt x="1052050" y="1796996"/>
                </a:lnTo>
                <a:cubicBezTo>
                  <a:pt x="1052050" y="1863890"/>
                  <a:pt x="997319" y="1915580"/>
                  <a:pt x="933465" y="1915580"/>
                </a:cubicBezTo>
                <a:cubicBezTo>
                  <a:pt x="869613" y="1915580"/>
                  <a:pt x="814882" y="1860849"/>
                  <a:pt x="814882" y="1796996"/>
                </a:cubicBezTo>
                <a:lnTo>
                  <a:pt x="820094" y="1770286"/>
                </a:lnTo>
                <a:lnTo>
                  <a:pt x="705420" y="1702738"/>
                </a:lnTo>
                <a:lnTo>
                  <a:pt x="599803" y="1641366"/>
                </a:lnTo>
                <a:lnTo>
                  <a:pt x="571490" y="1660170"/>
                </a:lnTo>
                <a:cubicBezTo>
                  <a:pt x="557380" y="1666061"/>
                  <a:pt x="541987" y="1669291"/>
                  <a:pt x="526023" y="1669292"/>
                </a:cubicBezTo>
                <a:cubicBezTo>
                  <a:pt x="462171" y="1669292"/>
                  <a:pt x="407440" y="1617602"/>
                  <a:pt x="407440" y="1550707"/>
                </a:cubicBezTo>
                <a:cubicBezTo>
                  <a:pt x="407440" y="1517261"/>
                  <a:pt x="421123" y="1487615"/>
                  <a:pt x="442787" y="1466331"/>
                </a:cubicBezTo>
                <a:lnTo>
                  <a:pt x="480415" y="1441340"/>
                </a:lnTo>
                <a:lnTo>
                  <a:pt x="480415" y="1313541"/>
                </a:lnTo>
                <a:lnTo>
                  <a:pt x="480415" y="1180946"/>
                </a:lnTo>
                <a:lnTo>
                  <a:pt x="474477" y="1179755"/>
                </a:lnTo>
                <a:cubicBezTo>
                  <a:pt x="432146" y="1162081"/>
                  <a:pt x="401359" y="1120463"/>
                  <a:pt x="401359" y="1070292"/>
                </a:cubicBezTo>
                <a:lnTo>
                  <a:pt x="403715" y="1058760"/>
                </a:lnTo>
                <a:lnTo>
                  <a:pt x="297980" y="997319"/>
                </a:lnTo>
                <a:lnTo>
                  <a:pt x="197246" y="938785"/>
                </a:lnTo>
                <a:lnTo>
                  <a:pt x="164050" y="960831"/>
                </a:lnTo>
                <a:cubicBezTo>
                  <a:pt x="149940" y="966723"/>
                  <a:pt x="134547" y="969953"/>
                  <a:pt x="118583" y="969953"/>
                </a:cubicBezTo>
                <a:cubicBezTo>
                  <a:pt x="51690" y="969953"/>
                  <a:pt x="0" y="915222"/>
                  <a:pt x="0" y="851369"/>
                </a:cubicBezTo>
                <a:cubicBezTo>
                  <a:pt x="0" y="801199"/>
                  <a:pt x="29076" y="759581"/>
                  <a:pt x="71834" y="741907"/>
                </a:cubicBezTo>
                <a:lnTo>
                  <a:pt x="72975" y="741685"/>
                </a:lnTo>
                <a:lnTo>
                  <a:pt x="72975" y="608121"/>
                </a:lnTo>
                <a:lnTo>
                  <a:pt x="72975" y="483679"/>
                </a:lnTo>
                <a:lnTo>
                  <a:pt x="71834" y="483456"/>
                </a:lnTo>
                <a:cubicBezTo>
                  <a:pt x="29076" y="465783"/>
                  <a:pt x="0" y="424164"/>
                  <a:pt x="0" y="373994"/>
                </a:cubicBezTo>
                <a:cubicBezTo>
                  <a:pt x="0" y="310141"/>
                  <a:pt x="51690" y="255410"/>
                  <a:pt x="118583" y="255410"/>
                </a:cubicBezTo>
                <a:cubicBezTo>
                  <a:pt x="135307" y="255410"/>
                  <a:pt x="151080" y="258831"/>
                  <a:pt x="165333" y="264960"/>
                </a:cubicBezTo>
                <a:lnTo>
                  <a:pt x="189840" y="281762"/>
                </a:lnTo>
                <a:lnTo>
                  <a:pt x="297980" y="218924"/>
                </a:lnTo>
                <a:lnTo>
                  <a:pt x="409656" y="154031"/>
                </a:lnTo>
                <a:lnTo>
                  <a:pt x="407441" y="143189"/>
                </a:lnTo>
                <a:cubicBezTo>
                  <a:pt x="407286" y="77697"/>
                  <a:pt x="460252" y="24480"/>
                  <a:pt x="525745" y="24326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84" name="Google Shape;684;p63"/>
          <p:cNvSpPr/>
          <p:nvPr/>
        </p:nvSpPr>
        <p:spPr>
          <a:xfrm flipH="1" rot="-9945033">
            <a:off x="7657572" y="3615666"/>
            <a:ext cx="1313750" cy="1239828"/>
          </a:xfrm>
          <a:custGeom>
            <a:rect b="b" l="l" r="r" t="t"/>
            <a:pathLst>
              <a:path extrusionOk="0" h="1900583" w="2013900">
                <a:moveTo>
                  <a:pt x="943257" y="1501970"/>
                </a:moveTo>
                <a:lnTo>
                  <a:pt x="744074" y="1348088"/>
                </a:lnTo>
                <a:lnTo>
                  <a:pt x="748630" y="1338807"/>
                </a:lnTo>
                <a:cubicBezTo>
                  <a:pt x="760072" y="1294309"/>
                  <a:pt x="744218" y="1245791"/>
                  <a:pt x="706808" y="1216890"/>
                </a:cubicBezTo>
                <a:lnTo>
                  <a:pt x="695446" y="1211313"/>
                </a:lnTo>
                <a:lnTo>
                  <a:pt x="726700" y="978267"/>
                </a:lnTo>
                <a:lnTo>
                  <a:pt x="764518" y="965451"/>
                </a:lnTo>
                <a:cubicBezTo>
                  <a:pt x="777636" y="957984"/>
                  <a:pt x="789449" y="947909"/>
                  <a:pt x="799083" y="935439"/>
                </a:cubicBezTo>
                <a:cubicBezTo>
                  <a:pt x="809176" y="922375"/>
                  <a:pt x="816023" y="907989"/>
                  <a:pt x="819837" y="893157"/>
                </a:cubicBezTo>
                <a:lnTo>
                  <a:pt x="822213" y="851356"/>
                </a:lnTo>
                <a:lnTo>
                  <a:pt x="1043738" y="760675"/>
                </a:lnTo>
                <a:lnTo>
                  <a:pt x="1061832" y="781899"/>
                </a:lnTo>
                <a:cubicBezTo>
                  <a:pt x="1101024" y="812177"/>
                  <a:pt x="1152114" y="813244"/>
                  <a:pt x="1191467" y="790843"/>
                </a:cubicBezTo>
                <a:lnTo>
                  <a:pt x="1200605" y="782908"/>
                </a:lnTo>
                <a:lnTo>
                  <a:pt x="1391604" y="930468"/>
                </a:lnTo>
                <a:lnTo>
                  <a:pt x="1386234" y="941312"/>
                </a:lnTo>
                <a:cubicBezTo>
                  <a:pt x="1374493" y="985046"/>
                  <a:pt x="1388425" y="1034212"/>
                  <a:pt x="1427616" y="1064490"/>
                </a:cubicBezTo>
                <a:lnTo>
                  <a:pt x="1447779" y="1074387"/>
                </a:lnTo>
                <a:lnTo>
                  <a:pt x="1417037" y="1303612"/>
                </a:lnTo>
                <a:lnTo>
                  <a:pt x="1377304" y="1316666"/>
                </a:lnTo>
                <a:cubicBezTo>
                  <a:pt x="1364036" y="1324096"/>
                  <a:pt x="1352007" y="1334250"/>
                  <a:pt x="1342096" y="1347016"/>
                </a:cubicBezTo>
                <a:cubicBezTo>
                  <a:pt x="1322273" y="1372550"/>
                  <a:pt x="1314676" y="1403701"/>
                  <a:pt x="1318419" y="1433424"/>
                </a:cubicBezTo>
                <a:lnTo>
                  <a:pt x="1318667" y="1434179"/>
                </a:lnTo>
                <a:lnTo>
                  <a:pt x="1097018" y="1524911"/>
                </a:lnTo>
                <a:lnTo>
                  <a:pt x="1079718" y="1504987"/>
                </a:lnTo>
                <a:cubicBezTo>
                  <a:pt x="1040526" y="1474709"/>
                  <a:pt x="989436" y="1473641"/>
                  <a:pt x="950083" y="1496043"/>
                </a:cubicBezTo>
                <a:close/>
                <a:moveTo>
                  <a:pt x="75043" y="1597161"/>
                </a:moveTo>
                <a:cubicBezTo>
                  <a:pt x="85545" y="1601240"/>
                  <a:pt x="96683" y="1603828"/>
                  <a:pt x="108134" y="1604721"/>
                </a:cubicBezTo>
                <a:cubicBezTo>
                  <a:pt x="123403" y="1605911"/>
                  <a:pt x="139230" y="1604086"/>
                  <a:pt x="154857" y="1598764"/>
                </a:cubicBezTo>
                <a:cubicBezTo>
                  <a:pt x="199605" y="1583520"/>
                  <a:pt x="230305" y="1542741"/>
                  <a:pt x="233875" y="1496935"/>
                </a:cubicBezTo>
                <a:lnTo>
                  <a:pt x="231813" y="1480763"/>
                </a:lnTo>
                <a:lnTo>
                  <a:pt x="540598" y="1375577"/>
                </a:lnTo>
                <a:lnTo>
                  <a:pt x="563677" y="1402157"/>
                </a:lnTo>
                <a:cubicBezTo>
                  <a:pt x="602868" y="1432435"/>
                  <a:pt x="652926" y="1434839"/>
                  <a:pt x="692537" y="1412103"/>
                </a:cubicBezTo>
                <a:lnTo>
                  <a:pt x="693400" y="1411346"/>
                </a:lnTo>
                <a:lnTo>
                  <a:pt x="797736" y="1491953"/>
                </a:lnTo>
                <a:lnTo>
                  <a:pt x="894945" y="1567053"/>
                </a:lnTo>
                <a:lnTo>
                  <a:pt x="894430" y="1568079"/>
                </a:lnTo>
                <a:cubicBezTo>
                  <a:pt x="882432" y="1612147"/>
                  <a:pt x="897395" y="1659977"/>
                  <a:pt x="936587" y="1690255"/>
                </a:cubicBezTo>
                <a:cubicBezTo>
                  <a:pt x="986466" y="1728790"/>
                  <a:pt x="1060415" y="1721441"/>
                  <a:pt x="1100786" y="1669186"/>
                </a:cubicBezTo>
                <a:cubicBezTo>
                  <a:pt x="1110878" y="1656123"/>
                  <a:pt x="1117725" y="1641737"/>
                  <a:pt x="1121540" y="1626904"/>
                </a:cubicBezTo>
                <a:lnTo>
                  <a:pt x="1123204" y="1597620"/>
                </a:lnTo>
                <a:lnTo>
                  <a:pt x="1237555" y="1551067"/>
                </a:lnTo>
                <a:lnTo>
                  <a:pt x="1355644" y="1502993"/>
                </a:lnTo>
                <a:lnTo>
                  <a:pt x="1362776" y="1511266"/>
                </a:lnTo>
                <a:cubicBezTo>
                  <a:pt x="1401076" y="1541000"/>
                  <a:pt x="1452016" y="1543225"/>
                  <a:pt x="1491817" y="1520936"/>
                </a:cubicBezTo>
                <a:lnTo>
                  <a:pt x="1499270" y="1514511"/>
                </a:lnTo>
                <a:lnTo>
                  <a:pt x="1790657" y="1739626"/>
                </a:lnTo>
                <a:lnTo>
                  <a:pt x="1783473" y="1754261"/>
                </a:lnTo>
                <a:cubicBezTo>
                  <a:pt x="1772031" y="1798759"/>
                  <a:pt x="1787886" y="1847276"/>
                  <a:pt x="1825296" y="1876178"/>
                </a:cubicBezTo>
                <a:cubicBezTo>
                  <a:pt x="1838359" y="1886271"/>
                  <a:pt x="1852745" y="1893118"/>
                  <a:pt x="1867578" y="1896932"/>
                </a:cubicBezTo>
                <a:cubicBezTo>
                  <a:pt x="1912075" y="1908374"/>
                  <a:pt x="1960593" y="1892520"/>
                  <a:pt x="1989494" y="1855110"/>
                </a:cubicBezTo>
                <a:cubicBezTo>
                  <a:pt x="2029865" y="1802855"/>
                  <a:pt x="2018306" y="1729446"/>
                  <a:pt x="1968427" y="1690911"/>
                </a:cubicBezTo>
                <a:cubicBezTo>
                  <a:pt x="1929235" y="1660633"/>
                  <a:pt x="1878145" y="1659565"/>
                  <a:pt x="1838792" y="1681967"/>
                </a:cubicBezTo>
                <a:lnTo>
                  <a:pt x="1838014" y="1682642"/>
                </a:lnTo>
                <a:lnTo>
                  <a:pt x="1544325" y="1455749"/>
                </a:lnTo>
                <a:lnTo>
                  <a:pt x="1547700" y="1448953"/>
                </a:lnTo>
                <a:cubicBezTo>
                  <a:pt x="1559428" y="1404868"/>
                  <a:pt x="1544645" y="1356070"/>
                  <a:pt x="1506345" y="1326336"/>
                </a:cubicBezTo>
                <a:lnTo>
                  <a:pt x="1493239" y="1319828"/>
                </a:lnTo>
                <a:lnTo>
                  <a:pt x="1509136" y="1199535"/>
                </a:lnTo>
                <a:lnTo>
                  <a:pt x="1524327" y="1084591"/>
                </a:lnTo>
                <a:lnTo>
                  <a:pt x="1557251" y="1073434"/>
                </a:lnTo>
                <a:cubicBezTo>
                  <a:pt x="1570368" y="1065966"/>
                  <a:pt x="1582182" y="1055892"/>
                  <a:pt x="1591815" y="1043422"/>
                </a:cubicBezTo>
                <a:cubicBezTo>
                  <a:pt x="1632186" y="991167"/>
                  <a:pt x="1620627" y="917758"/>
                  <a:pt x="1570748" y="879222"/>
                </a:cubicBezTo>
                <a:cubicBezTo>
                  <a:pt x="1544620" y="859037"/>
                  <a:pt x="1513204" y="851834"/>
                  <a:pt x="1483503" y="855912"/>
                </a:cubicBezTo>
                <a:lnTo>
                  <a:pt x="1444684" y="869068"/>
                </a:lnTo>
                <a:lnTo>
                  <a:pt x="1340899" y="788887"/>
                </a:lnTo>
                <a:lnTo>
                  <a:pt x="1246914" y="716278"/>
                </a:lnTo>
                <a:lnTo>
                  <a:pt x="1249341" y="673586"/>
                </a:lnTo>
                <a:cubicBezTo>
                  <a:pt x="1245263" y="643885"/>
                  <a:pt x="1229903" y="615899"/>
                  <a:pt x="1204964" y="596631"/>
                </a:cubicBezTo>
                <a:lnTo>
                  <a:pt x="1168993" y="578975"/>
                </a:lnTo>
                <a:lnTo>
                  <a:pt x="1168993" y="225315"/>
                </a:lnTo>
                <a:lnTo>
                  <a:pt x="1170003" y="225113"/>
                </a:lnTo>
                <a:cubicBezTo>
                  <a:pt x="1211789" y="207666"/>
                  <a:pt x="1242179" y="166584"/>
                  <a:pt x="1242179" y="117058"/>
                </a:cubicBezTo>
                <a:cubicBezTo>
                  <a:pt x="1242179" y="54028"/>
                  <a:pt x="1191154" y="0"/>
                  <a:pt x="1125121" y="1"/>
                </a:cubicBezTo>
                <a:cubicBezTo>
                  <a:pt x="1062090" y="1"/>
                  <a:pt x="1008063" y="51026"/>
                  <a:pt x="1008063" y="117059"/>
                </a:cubicBezTo>
                <a:cubicBezTo>
                  <a:pt x="1008063" y="164333"/>
                  <a:pt x="1036765" y="206541"/>
                  <a:pt x="1078973" y="224691"/>
                </a:cubicBezTo>
                <a:lnTo>
                  <a:pt x="1094946" y="227954"/>
                </a:lnTo>
                <a:lnTo>
                  <a:pt x="1094946" y="580718"/>
                </a:lnTo>
                <a:lnTo>
                  <a:pt x="1086671" y="583843"/>
                </a:lnTo>
                <a:lnTo>
                  <a:pt x="1075329" y="587687"/>
                </a:lnTo>
                <a:lnTo>
                  <a:pt x="1040783" y="617683"/>
                </a:lnTo>
                <a:lnTo>
                  <a:pt x="1040763" y="617700"/>
                </a:lnTo>
                <a:cubicBezTo>
                  <a:pt x="1031588" y="629576"/>
                  <a:pt x="1025281" y="642956"/>
                  <a:pt x="1021723" y="656920"/>
                </a:cubicBezTo>
                <a:lnTo>
                  <a:pt x="1021715" y="657057"/>
                </a:lnTo>
                <a:lnTo>
                  <a:pt x="1020784" y="658980"/>
                </a:lnTo>
                <a:lnTo>
                  <a:pt x="1019460" y="681579"/>
                </a:lnTo>
                <a:lnTo>
                  <a:pt x="901080" y="729772"/>
                </a:lnTo>
                <a:lnTo>
                  <a:pt x="783553" y="777618"/>
                </a:lnTo>
                <a:lnTo>
                  <a:pt x="778015" y="771240"/>
                </a:lnTo>
                <a:cubicBezTo>
                  <a:pt x="725760" y="730869"/>
                  <a:pt x="652351" y="742428"/>
                  <a:pt x="613815" y="792308"/>
                </a:cubicBezTo>
                <a:cubicBezTo>
                  <a:pt x="575280" y="842187"/>
                  <a:pt x="582629" y="916137"/>
                  <a:pt x="634884" y="956507"/>
                </a:cubicBezTo>
                <a:lnTo>
                  <a:pt x="645314" y="961627"/>
                </a:lnTo>
                <a:lnTo>
                  <a:pt x="629499" y="1081304"/>
                </a:lnTo>
                <a:lnTo>
                  <a:pt x="614430" y="1195319"/>
                </a:lnTo>
                <a:lnTo>
                  <a:pt x="577174" y="1207946"/>
                </a:lnTo>
                <a:cubicBezTo>
                  <a:pt x="564056" y="1215413"/>
                  <a:pt x="552242" y="1225488"/>
                  <a:pt x="542608" y="1237958"/>
                </a:cubicBezTo>
                <a:cubicBezTo>
                  <a:pt x="532516" y="1251022"/>
                  <a:pt x="525669" y="1265407"/>
                  <a:pt x="521855" y="1280240"/>
                </a:cubicBezTo>
                <a:lnTo>
                  <a:pt x="520493" y="1304200"/>
                </a:lnTo>
                <a:lnTo>
                  <a:pt x="205439" y="1411522"/>
                </a:lnTo>
                <a:lnTo>
                  <a:pt x="204922" y="1410631"/>
                </a:lnTo>
                <a:cubicBezTo>
                  <a:pt x="174933" y="1376702"/>
                  <a:pt x="126246" y="1361182"/>
                  <a:pt x="79366" y="1377152"/>
                </a:cubicBezTo>
                <a:cubicBezTo>
                  <a:pt x="19701" y="1397476"/>
                  <a:pt x="-14987" y="1463197"/>
                  <a:pt x="6306" y="1525703"/>
                </a:cubicBezTo>
                <a:cubicBezTo>
                  <a:pt x="17738" y="1559264"/>
                  <a:pt x="43535" y="1584923"/>
                  <a:pt x="75043" y="1597161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85" name="Google Shape;685;p63"/>
          <p:cNvSpPr/>
          <p:nvPr/>
        </p:nvSpPr>
        <p:spPr>
          <a:xfrm rot="1022389">
            <a:off x="10763367" y="3963200"/>
            <a:ext cx="1025410" cy="838256"/>
          </a:xfrm>
          <a:custGeom>
            <a:rect b="b" l="l" r="r" t="t"/>
            <a:pathLst>
              <a:path extrusionOk="0" h="880832" w="1077492">
                <a:moveTo>
                  <a:pt x="618123" y="5091"/>
                </a:moveTo>
                <a:cubicBezTo>
                  <a:pt x="628264" y="1341"/>
                  <a:pt x="638938" y="-311"/>
                  <a:pt x="649515" y="48"/>
                </a:cubicBezTo>
                <a:cubicBezTo>
                  <a:pt x="670668" y="767"/>
                  <a:pt x="691432" y="9532"/>
                  <a:pt x="706766" y="25655"/>
                </a:cubicBezTo>
                <a:cubicBezTo>
                  <a:pt x="738893" y="59437"/>
                  <a:pt x="736078" y="111827"/>
                  <a:pt x="703831" y="142493"/>
                </a:cubicBezTo>
                <a:lnTo>
                  <a:pt x="665641" y="157025"/>
                </a:lnTo>
                <a:lnTo>
                  <a:pt x="665641" y="352605"/>
                </a:lnTo>
                <a:lnTo>
                  <a:pt x="684786" y="356972"/>
                </a:lnTo>
                <a:cubicBezTo>
                  <a:pt x="697289" y="362480"/>
                  <a:pt x="708859" y="370458"/>
                  <a:pt x="718689" y="380793"/>
                </a:cubicBezTo>
                <a:cubicBezTo>
                  <a:pt x="749581" y="413278"/>
                  <a:pt x="755275" y="459181"/>
                  <a:pt x="738749" y="496690"/>
                </a:cubicBezTo>
                <a:lnTo>
                  <a:pt x="735230" y="501698"/>
                </a:lnTo>
                <a:lnTo>
                  <a:pt x="845060" y="617186"/>
                </a:lnTo>
                <a:lnTo>
                  <a:pt x="879258" y="595803"/>
                </a:lnTo>
                <a:cubicBezTo>
                  <a:pt x="933414" y="575777"/>
                  <a:pt x="996107" y="589357"/>
                  <a:pt x="1037048" y="632408"/>
                </a:cubicBezTo>
                <a:cubicBezTo>
                  <a:pt x="1094236" y="692542"/>
                  <a:pt x="1089226" y="785799"/>
                  <a:pt x="1031825" y="840388"/>
                </a:cubicBezTo>
                <a:cubicBezTo>
                  <a:pt x="971691" y="897576"/>
                  <a:pt x="878434" y="892566"/>
                  <a:pt x="823846" y="835165"/>
                </a:cubicBezTo>
                <a:cubicBezTo>
                  <a:pt x="780955" y="790064"/>
                  <a:pt x="773050" y="726332"/>
                  <a:pt x="795994" y="674255"/>
                </a:cubicBezTo>
                <a:lnTo>
                  <a:pt x="803191" y="664013"/>
                </a:lnTo>
                <a:lnTo>
                  <a:pt x="690708" y="545736"/>
                </a:lnTo>
                <a:lnTo>
                  <a:pt x="678778" y="553196"/>
                </a:lnTo>
                <a:cubicBezTo>
                  <a:pt x="639771" y="567620"/>
                  <a:pt x="594617" y="557839"/>
                  <a:pt x="565128" y="526831"/>
                </a:cubicBezTo>
                <a:lnTo>
                  <a:pt x="562479" y="522594"/>
                </a:lnTo>
                <a:lnTo>
                  <a:pt x="207664" y="608151"/>
                </a:lnTo>
                <a:lnTo>
                  <a:pt x="203307" y="628640"/>
                </a:lnTo>
                <a:cubicBezTo>
                  <a:pt x="197853" y="641384"/>
                  <a:pt x="189746" y="653311"/>
                  <a:pt x="178918" y="663609"/>
                </a:cubicBezTo>
                <a:cubicBezTo>
                  <a:pt x="137575" y="702927"/>
                  <a:pt x="70309" y="703160"/>
                  <a:pt x="29119" y="659847"/>
                </a:cubicBezTo>
                <a:cubicBezTo>
                  <a:pt x="-10199" y="618504"/>
                  <a:pt x="-10431" y="551239"/>
                  <a:pt x="32881" y="510048"/>
                </a:cubicBezTo>
                <a:cubicBezTo>
                  <a:pt x="43217" y="500219"/>
                  <a:pt x="55173" y="492832"/>
                  <a:pt x="67936" y="487958"/>
                </a:cubicBezTo>
                <a:cubicBezTo>
                  <a:pt x="106227" y="473336"/>
                  <a:pt x="151787" y="481326"/>
                  <a:pt x="182679" y="513810"/>
                </a:cubicBezTo>
                <a:lnTo>
                  <a:pt x="199867" y="541086"/>
                </a:lnTo>
                <a:lnTo>
                  <a:pt x="537541" y="459661"/>
                </a:lnTo>
                <a:lnTo>
                  <a:pt x="536059" y="450434"/>
                </a:lnTo>
                <a:cubicBezTo>
                  <a:pt x="536980" y="423313"/>
                  <a:pt x="548218" y="396691"/>
                  <a:pt x="568890" y="377032"/>
                </a:cubicBezTo>
                <a:cubicBezTo>
                  <a:pt x="579718" y="366735"/>
                  <a:pt x="592037" y="359237"/>
                  <a:pt x="605039" y="354429"/>
                </a:cubicBezTo>
                <a:lnTo>
                  <a:pt x="624516" y="351300"/>
                </a:lnTo>
                <a:lnTo>
                  <a:pt x="624516" y="160667"/>
                </a:lnTo>
                <a:lnTo>
                  <a:pt x="613436" y="158139"/>
                </a:lnTo>
                <a:cubicBezTo>
                  <a:pt x="603685" y="153843"/>
                  <a:pt x="594660" y="147621"/>
                  <a:pt x="586993" y="139559"/>
                </a:cubicBezTo>
                <a:cubicBezTo>
                  <a:pt x="554867" y="105778"/>
                  <a:pt x="557681" y="53388"/>
                  <a:pt x="589927" y="22721"/>
                </a:cubicBezTo>
                <a:cubicBezTo>
                  <a:pt x="598373" y="14690"/>
                  <a:pt x="607982" y="8842"/>
                  <a:pt x="618123" y="5091"/>
                </a:cubicBezTo>
                <a:close/>
              </a:path>
            </a:pathLst>
          </a:cu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grpSp>
        <p:nvGrpSpPr>
          <p:cNvPr id="686" name="Google Shape;686;p63"/>
          <p:cNvGrpSpPr/>
          <p:nvPr/>
        </p:nvGrpSpPr>
        <p:grpSpPr>
          <a:xfrm>
            <a:off x="501570" y="1642689"/>
            <a:ext cx="1891725" cy="1331151"/>
            <a:chOff x="579703" y="1481608"/>
            <a:chExt cx="2452930" cy="1726055"/>
          </a:xfrm>
        </p:grpSpPr>
        <p:grpSp>
          <p:nvGrpSpPr>
            <p:cNvPr id="687" name="Google Shape;687;p63"/>
            <p:cNvGrpSpPr/>
            <p:nvPr/>
          </p:nvGrpSpPr>
          <p:grpSpPr>
            <a:xfrm>
              <a:off x="1886687" y="1481608"/>
              <a:ext cx="1145946" cy="1726055"/>
              <a:chOff x="6150565" y="3254095"/>
              <a:chExt cx="979312" cy="1475068"/>
            </a:xfrm>
          </p:grpSpPr>
          <p:sp>
            <p:nvSpPr>
              <p:cNvPr id="688" name="Google Shape;688;p63"/>
              <p:cNvSpPr/>
              <p:nvPr/>
            </p:nvSpPr>
            <p:spPr>
              <a:xfrm>
                <a:off x="6154072" y="3254095"/>
                <a:ext cx="734589" cy="517434"/>
              </a:xfrm>
              <a:custGeom>
                <a:rect b="b" l="l" r="r" t="t"/>
                <a:pathLst>
                  <a:path extrusionOk="0" h="686633" w="974796">
                    <a:moveTo>
                      <a:pt x="239713" y="508440"/>
                    </a:moveTo>
                    <a:cubicBezTo>
                      <a:pt x="220051" y="400199"/>
                      <a:pt x="313311" y="308483"/>
                      <a:pt x="414833" y="335197"/>
                    </a:cubicBezTo>
                    <a:cubicBezTo>
                      <a:pt x="568709" y="355231"/>
                      <a:pt x="571103" y="526747"/>
                      <a:pt x="485362" y="623898"/>
                    </a:cubicBezTo>
                    <a:cubicBezTo>
                      <a:pt x="359231" y="741315"/>
                      <a:pt x="103653" y="687971"/>
                      <a:pt x="43623" y="513442"/>
                    </a:cubicBezTo>
                    <a:cubicBezTo>
                      <a:pt x="-86006" y="165544"/>
                      <a:pt x="98347" y="15949"/>
                      <a:pt x="268928" y="1311"/>
                    </a:cubicBezTo>
                    <a:cubicBezTo>
                      <a:pt x="423631" y="-11041"/>
                      <a:pt x="534267" y="64743"/>
                      <a:pt x="551260" y="192854"/>
                    </a:cubicBezTo>
                    <a:cubicBezTo>
                      <a:pt x="632704" y="84983"/>
                      <a:pt x="783005" y="98296"/>
                      <a:pt x="858939" y="150172"/>
                    </a:cubicBezTo>
                    <a:cubicBezTo>
                      <a:pt x="963678" y="201219"/>
                      <a:pt x="983037" y="310103"/>
                      <a:pt x="972098" y="413479"/>
                    </a:cubicBezTo>
                  </a:path>
                </a:pathLst>
              </a:custGeom>
              <a:noFill/>
              <a:ln cap="flat" cmpd="sng" w="50800">
                <a:solidFill>
                  <a:srgbClr val="7F7F7F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89" name="Google Shape;689;p63"/>
              <p:cNvSpPr/>
              <p:nvPr/>
            </p:nvSpPr>
            <p:spPr>
              <a:xfrm>
                <a:off x="6646452" y="3560646"/>
                <a:ext cx="483425" cy="783120"/>
              </a:xfrm>
              <a:custGeom>
                <a:rect b="b" l="l" r="r" t="t"/>
                <a:pathLst>
                  <a:path extrusionOk="0" h="1039197" w="641503">
                    <a:moveTo>
                      <a:pt x="4206" y="298093"/>
                    </a:moveTo>
                    <a:cubicBezTo>
                      <a:pt x="-31441" y="73328"/>
                      <a:pt x="167021" y="-10969"/>
                      <a:pt x="315906" y="1128"/>
                    </a:cubicBezTo>
                    <a:cubicBezTo>
                      <a:pt x="428380" y="8585"/>
                      <a:pt x="527080" y="95916"/>
                      <a:pt x="545909" y="174982"/>
                    </a:cubicBezTo>
                    <a:cubicBezTo>
                      <a:pt x="579319" y="262305"/>
                      <a:pt x="557648" y="418486"/>
                      <a:pt x="431313" y="494792"/>
                    </a:cubicBezTo>
                    <a:cubicBezTo>
                      <a:pt x="576532" y="548013"/>
                      <a:pt x="647384" y="650808"/>
                      <a:pt x="641122" y="764621"/>
                    </a:cubicBezTo>
                    <a:cubicBezTo>
                      <a:pt x="633615" y="919493"/>
                      <a:pt x="546235" y="1010014"/>
                      <a:pt x="399268" y="1039197"/>
                    </a:cubicBezTo>
                  </a:path>
                </a:pathLst>
              </a:custGeom>
              <a:noFill/>
              <a:ln cap="flat" cmpd="sng" w="50800">
                <a:solidFill>
                  <a:srgbClr val="7F7F7F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90" name="Google Shape;690;p63"/>
              <p:cNvSpPr/>
              <p:nvPr/>
            </p:nvSpPr>
            <p:spPr>
              <a:xfrm>
                <a:off x="6153240" y="3948272"/>
                <a:ext cx="785355" cy="780891"/>
              </a:xfrm>
              <a:custGeom>
                <a:rect b="b" l="l" r="r" t="t"/>
                <a:pathLst>
                  <a:path extrusionOk="0" h="1036239" w="1042163">
                    <a:moveTo>
                      <a:pt x="408043" y="237961"/>
                    </a:moveTo>
                    <a:cubicBezTo>
                      <a:pt x="343992" y="128344"/>
                      <a:pt x="425913" y="2202"/>
                      <a:pt x="551904" y="0"/>
                    </a:cubicBezTo>
                    <a:cubicBezTo>
                      <a:pt x="692297" y="9220"/>
                      <a:pt x="799637" y="145134"/>
                      <a:pt x="694904" y="308591"/>
                    </a:cubicBezTo>
                    <a:cubicBezTo>
                      <a:pt x="913733" y="254856"/>
                      <a:pt x="1005866" y="388412"/>
                      <a:pt x="1034653" y="538491"/>
                    </a:cubicBezTo>
                    <a:cubicBezTo>
                      <a:pt x="1080710" y="748323"/>
                      <a:pt x="911934" y="1029765"/>
                      <a:pt x="610959" y="914602"/>
                    </a:cubicBezTo>
                    <a:cubicBezTo>
                      <a:pt x="529678" y="1130828"/>
                      <a:pt x="156451" y="1022057"/>
                      <a:pt x="69663" y="871971"/>
                    </a:cubicBezTo>
                    <a:cubicBezTo>
                      <a:pt x="-4549" y="766325"/>
                      <a:pt x="-59482" y="489919"/>
                      <a:pt x="122449" y="395289"/>
                    </a:cubicBezTo>
                    <a:cubicBezTo>
                      <a:pt x="315758" y="274283"/>
                      <a:pt x="605462" y="514080"/>
                      <a:pt x="407671" y="709810"/>
                    </a:cubicBezTo>
                  </a:path>
                </a:pathLst>
              </a:custGeom>
              <a:noFill/>
              <a:ln cap="flat" cmpd="sng" w="50800">
                <a:solidFill>
                  <a:srgbClr val="7F7F7F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91" name="Google Shape;691;p63"/>
              <p:cNvSpPr/>
              <p:nvPr/>
            </p:nvSpPr>
            <p:spPr>
              <a:xfrm>
                <a:off x="6150565" y="3902140"/>
                <a:ext cx="223711" cy="335071"/>
              </a:xfrm>
              <a:custGeom>
                <a:rect b="b" l="l" r="r" t="t"/>
                <a:pathLst>
                  <a:path extrusionOk="0" h="444638" w="296864">
                    <a:moveTo>
                      <a:pt x="1452" y="444638"/>
                    </a:moveTo>
                    <a:cubicBezTo>
                      <a:pt x="-2260" y="204656"/>
                      <a:pt x="-11482" y="8739"/>
                      <a:pt x="161077" y="112"/>
                    </a:cubicBezTo>
                    <a:cubicBezTo>
                      <a:pt x="350238" y="-6281"/>
                      <a:pt x="327228" y="262274"/>
                      <a:pt x="181422" y="275955"/>
                    </a:cubicBezTo>
                  </a:path>
                </a:pathLst>
              </a:custGeom>
              <a:noFill/>
              <a:ln cap="flat" cmpd="sng" w="50800">
                <a:solidFill>
                  <a:srgbClr val="7F7F7F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cxnSp>
            <p:nvCxnSpPr>
              <p:cNvPr id="692" name="Google Shape;692;p63"/>
              <p:cNvCxnSpPr/>
              <p:nvPr/>
            </p:nvCxnSpPr>
            <p:spPr>
              <a:xfrm flipH="1">
                <a:off x="6152008" y="3476077"/>
                <a:ext cx="1188" cy="974737"/>
              </a:xfrm>
              <a:prstGeom prst="straightConnector1">
                <a:avLst/>
              </a:prstGeom>
              <a:noFill/>
              <a:ln cap="flat" cmpd="sng" w="50800">
                <a:solidFill>
                  <a:srgbClr val="7F7F7F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  <p:grpSp>
          <p:nvGrpSpPr>
            <p:cNvPr id="693" name="Google Shape;693;p63"/>
            <p:cNvGrpSpPr/>
            <p:nvPr/>
          </p:nvGrpSpPr>
          <p:grpSpPr>
            <a:xfrm flipH="1">
              <a:off x="579703" y="1481608"/>
              <a:ext cx="1145946" cy="1726055"/>
              <a:chOff x="6150565" y="3254095"/>
              <a:chExt cx="979312" cy="1475068"/>
            </a:xfrm>
          </p:grpSpPr>
          <p:sp>
            <p:nvSpPr>
              <p:cNvPr id="694" name="Google Shape;694;p63"/>
              <p:cNvSpPr/>
              <p:nvPr/>
            </p:nvSpPr>
            <p:spPr>
              <a:xfrm>
                <a:off x="6154072" y="3254095"/>
                <a:ext cx="734589" cy="517434"/>
              </a:xfrm>
              <a:custGeom>
                <a:rect b="b" l="l" r="r" t="t"/>
                <a:pathLst>
                  <a:path extrusionOk="0" h="686633" w="974796">
                    <a:moveTo>
                      <a:pt x="239713" y="508440"/>
                    </a:moveTo>
                    <a:cubicBezTo>
                      <a:pt x="220051" y="400199"/>
                      <a:pt x="313311" y="308483"/>
                      <a:pt x="414833" y="335197"/>
                    </a:cubicBezTo>
                    <a:cubicBezTo>
                      <a:pt x="568709" y="355231"/>
                      <a:pt x="571103" y="526747"/>
                      <a:pt x="485362" y="623898"/>
                    </a:cubicBezTo>
                    <a:cubicBezTo>
                      <a:pt x="359231" y="741315"/>
                      <a:pt x="103653" y="687971"/>
                      <a:pt x="43623" y="513442"/>
                    </a:cubicBezTo>
                    <a:cubicBezTo>
                      <a:pt x="-86006" y="165544"/>
                      <a:pt x="98347" y="15949"/>
                      <a:pt x="268928" y="1311"/>
                    </a:cubicBezTo>
                    <a:cubicBezTo>
                      <a:pt x="423631" y="-11041"/>
                      <a:pt x="534267" y="64743"/>
                      <a:pt x="551260" y="192854"/>
                    </a:cubicBezTo>
                    <a:cubicBezTo>
                      <a:pt x="632704" y="84983"/>
                      <a:pt x="783005" y="98296"/>
                      <a:pt x="858939" y="150172"/>
                    </a:cubicBezTo>
                    <a:cubicBezTo>
                      <a:pt x="963678" y="201219"/>
                      <a:pt x="983037" y="310103"/>
                      <a:pt x="972098" y="413479"/>
                    </a:cubicBezTo>
                  </a:path>
                </a:pathLst>
              </a:custGeom>
              <a:noFill/>
              <a:ln cap="flat" cmpd="sng" w="50800">
                <a:solidFill>
                  <a:srgbClr val="7F7F7F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95" name="Google Shape;695;p63"/>
              <p:cNvSpPr/>
              <p:nvPr/>
            </p:nvSpPr>
            <p:spPr>
              <a:xfrm>
                <a:off x="6646452" y="3560646"/>
                <a:ext cx="483425" cy="783120"/>
              </a:xfrm>
              <a:custGeom>
                <a:rect b="b" l="l" r="r" t="t"/>
                <a:pathLst>
                  <a:path extrusionOk="0" h="1039197" w="641503">
                    <a:moveTo>
                      <a:pt x="4206" y="298093"/>
                    </a:moveTo>
                    <a:cubicBezTo>
                      <a:pt x="-31441" y="73328"/>
                      <a:pt x="167021" y="-10969"/>
                      <a:pt x="315906" y="1128"/>
                    </a:cubicBezTo>
                    <a:cubicBezTo>
                      <a:pt x="428380" y="8585"/>
                      <a:pt x="527080" y="95916"/>
                      <a:pt x="545909" y="174982"/>
                    </a:cubicBezTo>
                    <a:cubicBezTo>
                      <a:pt x="579319" y="262305"/>
                      <a:pt x="557648" y="418486"/>
                      <a:pt x="431313" y="494792"/>
                    </a:cubicBezTo>
                    <a:cubicBezTo>
                      <a:pt x="576532" y="548013"/>
                      <a:pt x="647384" y="650808"/>
                      <a:pt x="641122" y="764621"/>
                    </a:cubicBezTo>
                    <a:cubicBezTo>
                      <a:pt x="633615" y="919493"/>
                      <a:pt x="546235" y="1010014"/>
                      <a:pt x="399268" y="1039197"/>
                    </a:cubicBezTo>
                  </a:path>
                </a:pathLst>
              </a:custGeom>
              <a:noFill/>
              <a:ln cap="flat" cmpd="sng" w="50800">
                <a:solidFill>
                  <a:srgbClr val="7F7F7F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96" name="Google Shape;696;p63"/>
              <p:cNvSpPr/>
              <p:nvPr/>
            </p:nvSpPr>
            <p:spPr>
              <a:xfrm>
                <a:off x="6153240" y="3948272"/>
                <a:ext cx="785355" cy="780891"/>
              </a:xfrm>
              <a:custGeom>
                <a:rect b="b" l="l" r="r" t="t"/>
                <a:pathLst>
                  <a:path extrusionOk="0" h="1036239" w="1042163">
                    <a:moveTo>
                      <a:pt x="408043" y="237961"/>
                    </a:moveTo>
                    <a:cubicBezTo>
                      <a:pt x="343992" y="128344"/>
                      <a:pt x="425913" y="2202"/>
                      <a:pt x="551904" y="0"/>
                    </a:cubicBezTo>
                    <a:cubicBezTo>
                      <a:pt x="692297" y="9220"/>
                      <a:pt x="799637" y="145134"/>
                      <a:pt x="694904" y="308591"/>
                    </a:cubicBezTo>
                    <a:cubicBezTo>
                      <a:pt x="913733" y="254856"/>
                      <a:pt x="1005866" y="388412"/>
                      <a:pt x="1034653" y="538491"/>
                    </a:cubicBezTo>
                    <a:cubicBezTo>
                      <a:pt x="1080710" y="748323"/>
                      <a:pt x="911934" y="1029765"/>
                      <a:pt x="610959" y="914602"/>
                    </a:cubicBezTo>
                    <a:cubicBezTo>
                      <a:pt x="529678" y="1130828"/>
                      <a:pt x="156451" y="1022057"/>
                      <a:pt x="69663" y="871971"/>
                    </a:cubicBezTo>
                    <a:cubicBezTo>
                      <a:pt x="-4549" y="766325"/>
                      <a:pt x="-59482" y="489919"/>
                      <a:pt x="122449" y="395289"/>
                    </a:cubicBezTo>
                    <a:cubicBezTo>
                      <a:pt x="315758" y="274283"/>
                      <a:pt x="605462" y="514080"/>
                      <a:pt x="407671" y="709810"/>
                    </a:cubicBezTo>
                  </a:path>
                </a:pathLst>
              </a:custGeom>
              <a:noFill/>
              <a:ln cap="flat" cmpd="sng" w="50800">
                <a:solidFill>
                  <a:srgbClr val="7F7F7F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697" name="Google Shape;697;p63"/>
              <p:cNvSpPr/>
              <p:nvPr/>
            </p:nvSpPr>
            <p:spPr>
              <a:xfrm>
                <a:off x="6150565" y="3902140"/>
                <a:ext cx="223711" cy="335071"/>
              </a:xfrm>
              <a:custGeom>
                <a:rect b="b" l="l" r="r" t="t"/>
                <a:pathLst>
                  <a:path extrusionOk="0" h="444638" w="296864">
                    <a:moveTo>
                      <a:pt x="1452" y="444638"/>
                    </a:moveTo>
                    <a:cubicBezTo>
                      <a:pt x="-2260" y="204656"/>
                      <a:pt x="-11482" y="8739"/>
                      <a:pt x="161077" y="112"/>
                    </a:cubicBezTo>
                    <a:cubicBezTo>
                      <a:pt x="350238" y="-6281"/>
                      <a:pt x="327228" y="262274"/>
                      <a:pt x="181422" y="275955"/>
                    </a:cubicBezTo>
                  </a:path>
                </a:pathLst>
              </a:custGeom>
              <a:noFill/>
              <a:ln cap="flat" cmpd="sng" w="50800">
                <a:solidFill>
                  <a:srgbClr val="7F7F7F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cxnSp>
            <p:nvCxnSpPr>
              <p:cNvPr id="698" name="Google Shape;698;p63"/>
              <p:cNvCxnSpPr/>
              <p:nvPr/>
            </p:nvCxnSpPr>
            <p:spPr>
              <a:xfrm flipH="1">
                <a:off x="6152008" y="3476077"/>
                <a:ext cx="1188" cy="974737"/>
              </a:xfrm>
              <a:prstGeom prst="straightConnector1">
                <a:avLst/>
              </a:prstGeom>
              <a:noFill/>
              <a:ln cap="flat" cmpd="sng" w="50800">
                <a:solidFill>
                  <a:srgbClr val="7F7F7F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</p:cxnSp>
        </p:grpSp>
      </p:grpSp>
      <p:grpSp>
        <p:nvGrpSpPr>
          <p:cNvPr id="699" name="Google Shape;699;p63"/>
          <p:cNvGrpSpPr/>
          <p:nvPr/>
        </p:nvGrpSpPr>
        <p:grpSpPr>
          <a:xfrm>
            <a:off x="2426558" y="1107111"/>
            <a:ext cx="1813282" cy="1899035"/>
            <a:chOff x="9084629" y="2875432"/>
            <a:chExt cx="2308912" cy="2418102"/>
          </a:xfrm>
        </p:grpSpPr>
        <p:sp>
          <p:nvSpPr>
            <p:cNvPr id="700" name="Google Shape;700;p63"/>
            <p:cNvSpPr/>
            <p:nvPr/>
          </p:nvSpPr>
          <p:spPr>
            <a:xfrm>
              <a:off x="10019157" y="4810446"/>
              <a:ext cx="433068" cy="74049"/>
            </a:xfrm>
            <a:prstGeom prst="roundRect">
              <a:avLst>
                <a:gd fmla="val 50000" name="adj"/>
              </a:avLst>
            </a:prstGeom>
            <a:solidFill>
              <a:srgbClr val="7F7F7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01" name="Google Shape;701;p63"/>
            <p:cNvSpPr/>
            <p:nvPr/>
          </p:nvSpPr>
          <p:spPr>
            <a:xfrm>
              <a:off x="10019157" y="4908581"/>
              <a:ext cx="433068" cy="74049"/>
            </a:xfrm>
            <a:prstGeom prst="roundRect">
              <a:avLst>
                <a:gd fmla="val 50000" name="adj"/>
              </a:avLst>
            </a:prstGeom>
            <a:solidFill>
              <a:srgbClr val="7F7F7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02" name="Google Shape;702;p63"/>
            <p:cNvSpPr/>
            <p:nvPr/>
          </p:nvSpPr>
          <p:spPr>
            <a:xfrm>
              <a:off x="10019157" y="5006715"/>
              <a:ext cx="433068" cy="74049"/>
            </a:xfrm>
            <a:prstGeom prst="roundRect">
              <a:avLst>
                <a:gd fmla="val 50000" name="adj"/>
              </a:avLst>
            </a:prstGeom>
            <a:solidFill>
              <a:srgbClr val="7F7F7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03" name="Google Shape;703;p63"/>
            <p:cNvSpPr/>
            <p:nvPr/>
          </p:nvSpPr>
          <p:spPr>
            <a:xfrm rot="-2233447">
              <a:off x="10104241" y="5001620"/>
              <a:ext cx="279977" cy="230733"/>
            </a:xfrm>
            <a:custGeom>
              <a:rect b="b" l="l" r="r" t="t"/>
              <a:pathLst>
                <a:path extrusionOk="0" h="666352" w="808567">
                  <a:moveTo>
                    <a:pt x="11238" y="0"/>
                  </a:moveTo>
                  <a:lnTo>
                    <a:pt x="808567" y="605735"/>
                  </a:lnTo>
                  <a:cubicBezTo>
                    <a:pt x="631295" y="696452"/>
                    <a:pt x="413578" y="686352"/>
                    <a:pt x="241904" y="568647"/>
                  </a:cubicBezTo>
                  <a:cubicBezTo>
                    <a:pt x="54716" y="440307"/>
                    <a:pt x="-32876" y="214793"/>
                    <a:pt x="11238" y="0"/>
                  </a:cubicBez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04" name="Google Shape;704;p63"/>
            <p:cNvSpPr/>
            <p:nvPr/>
          </p:nvSpPr>
          <p:spPr>
            <a:xfrm>
              <a:off x="9715953" y="3562517"/>
              <a:ext cx="1039477" cy="1222505"/>
            </a:xfrm>
            <a:custGeom>
              <a:rect b="b" l="l" r="r" t="t"/>
              <a:pathLst>
                <a:path extrusionOk="0" h="2665" w="2141">
                  <a:moveTo>
                    <a:pt x="1084" y="0"/>
                  </a:moveTo>
                  <a:lnTo>
                    <a:pt x="1162" y="6"/>
                  </a:lnTo>
                  <a:lnTo>
                    <a:pt x="1239" y="16"/>
                  </a:lnTo>
                  <a:lnTo>
                    <a:pt x="1316" y="32"/>
                  </a:lnTo>
                  <a:lnTo>
                    <a:pt x="1391" y="54"/>
                  </a:lnTo>
                  <a:lnTo>
                    <a:pt x="1465" y="82"/>
                  </a:lnTo>
                  <a:lnTo>
                    <a:pt x="1537" y="114"/>
                  </a:lnTo>
                  <a:lnTo>
                    <a:pt x="1606" y="152"/>
                  </a:lnTo>
                  <a:lnTo>
                    <a:pt x="1673" y="194"/>
                  </a:lnTo>
                  <a:lnTo>
                    <a:pt x="1737" y="242"/>
                  </a:lnTo>
                  <a:lnTo>
                    <a:pt x="1798" y="293"/>
                  </a:lnTo>
                  <a:lnTo>
                    <a:pt x="1855" y="349"/>
                  </a:lnTo>
                  <a:lnTo>
                    <a:pt x="1907" y="410"/>
                  </a:lnTo>
                  <a:lnTo>
                    <a:pt x="1956" y="476"/>
                  </a:lnTo>
                  <a:lnTo>
                    <a:pt x="2000" y="546"/>
                  </a:lnTo>
                  <a:lnTo>
                    <a:pt x="2038" y="618"/>
                  </a:lnTo>
                  <a:lnTo>
                    <a:pt x="2071" y="696"/>
                  </a:lnTo>
                  <a:lnTo>
                    <a:pt x="2099" y="777"/>
                  </a:lnTo>
                  <a:lnTo>
                    <a:pt x="2119" y="861"/>
                  </a:lnTo>
                  <a:lnTo>
                    <a:pt x="2134" y="949"/>
                  </a:lnTo>
                  <a:lnTo>
                    <a:pt x="2141" y="1039"/>
                  </a:lnTo>
                  <a:lnTo>
                    <a:pt x="2141" y="1133"/>
                  </a:lnTo>
                  <a:lnTo>
                    <a:pt x="2135" y="1231"/>
                  </a:lnTo>
                  <a:lnTo>
                    <a:pt x="2119" y="1331"/>
                  </a:lnTo>
                  <a:lnTo>
                    <a:pt x="2096" y="1433"/>
                  </a:lnTo>
                  <a:lnTo>
                    <a:pt x="2076" y="1500"/>
                  </a:lnTo>
                  <a:lnTo>
                    <a:pt x="2051" y="1562"/>
                  </a:lnTo>
                  <a:lnTo>
                    <a:pt x="2023" y="1619"/>
                  </a:lnTo>
                  <a:lnTo>
                    <a:pt x="1993" y="1672"/>
                  </a:lnTo>
                  <a:lnTo>
                    <a:pt x="1959" y="1722"/>
                  </a:lnTo>
                  <a:lnTo>
                    <a:pt x="1926" y="1769"/>
                  </a:lnTo>
                  <a:lnTo>
                    <a:pt x="1889" y="1816"/>
                  </a:lnTo>
                  <a:lnTo>
                    <a:pt x="1853" y="1859"/>
                  </a:lnTo>
                  <a:lnTo>
                    <a:pt x="1815" y="1903"/>
                  </a:lnTo>
                  <a:lnTo>
                    <a:pt x="1779" y="1945"/>
                  </a:lnTo>
                  <a:lnTo>
                    <a:pt x="1743" y="1990"/>
                  </a:lnTo>
                  <a:lnTo>
                    <a:pt x="1708" y="2035"/>
                  </a:lnTo>
                  <a:lnTo>
                    <a:pt x="1676" y="2082"/>
                  </a:lnTo>
                  <a:lnTo>
                    <a:pt x="1644" y="2133"/>
                  </a:lnTo>
                  <a:lnTo>
                    <a:pt x="1616" y="2185"/>
                  </a:lnTo>
                  <a:lnTo>
                    <a:pt x="1597" y="2226"/>
                  </a:lnTo>
                  <a:lnTo>
                    <a:pt x="1578" y="2265"/>
                  </a:lnTo>
                  <a:lnTo>
                    <a:pt x="1564" y="2304"/>
                  </a:lnTo>
                  <a:lnTo>
                    <a:pt x="1551" y="2344"/>
                  </a:lnTo>
                  <a:lnTo>
                    <a:pt x="1542" y="2384"/>
                  </a:lnTo>
                  <a:lnTo>
                    <a:pt x="1536" y="2428"/>
                  </a:lnTo>
                  <a:lnTo>
                    <a:pt x="1536" y="2473"/>
                  </a:lnTo>
                  <a:lnTo>
                    <a:pt x="1535" y="2512"/>
                  </a:lnTo>
                  <a:lnTo>
                    <a:pt x="1526" y="2549"/>
                  </a:lnTo>
                  <a:lnTo>
                    <a:pt x="1513" y="2581"/>
                  </a:lnTo>
                  <a:lnTo>
                    <a:pt x="1495" y="2608"/>
                  </a:lnTo>
                  <a:lnTo>
                    <a:pt x="1475" y="2632"/>
                  </a:lnTo>
                  <a:lnTo>
                    <a:pt x="1453" y="2649"/>
                  </a:lnTo>
                  <a:lnTo>
                    <a:pt x="1430" y="2661"/>
                  </a:lnTo>
                  <a:lnTo>
                    <a:pt x="1408" y="2665"/>
                  </a:lnTo>
                  <a:lnTo>
                    <a:pt x="1359" y="2665"/>
                  </a:lnTo>
                  <a:lnTo>
                    <a:pt x="1302" y="2665"/>
                  </a:lnTo>
                  <a:lnTo>
                    <a:pt x="1239" y="2665"/>
                  </a:lnTo>
                  <a:lnTo>
                    <a:pt x="1172" y="2665"/>
                  </a:lnTo>
                  <a:lnTo>
                    <a:pt x="1103" y="2664"/>
                  </a:lnTo>
                  <a:lnTo>
                    <a:pt x="1031" y="2664"/>
                  </a:lnTo>
                  <a:lnTo>
                    <a:pt x="961" y="2664"/>
                  </a:lnTo>
                  <a:lnTo>
                    <a:pt x="893" y="2664"/>
                  </a:lnTo>
                  <a:lnTo>
                    <a:pt x="828" y="2664"/>
                  </a:lnTo>
                  <a:lnTo>
                    <a:pt x="768" y="2665"/>
                  </a:lnTo>
                  <a:lnTo>
                    <a:pt x="736" y="2664"/>
                  </a:lnTo>
                  <a:lnTo>
                    <a:pt x="708" y="2656"/>
                  </a:lnTo>
                  <a:lnTo>
                    <a:pt x="687" y="2645"/>
                  </a:lnTo>
                  <a:lnTo>
                    <a:pt x="668" y="2629"/>
                  </a:lnTo>
                  <a:lnTo>
                    <a:pt x="652" y="2611"/>
                  </a:lnTo>
                  <a:lnTo>
                    <a:pt x="640" y="2592"/>
                  </a:lnTo>
                  <a:lnTo>
                    <a:pt x="633" y="2573"/>
                  </a:lnTo>
                  <a:lnTo>
                    <a:pt x="627" y="2554"/>
                  </a:lnTo>
                  <a:lnTo>
                    <a:pt x="624" y="2537"/>
                  </a:lnTo>
                  <a:lnTo>
                    <a:pt x="621" y="2514"/>
                  </a:lnTo>
                  <a:lnTo>
                    <a:pt x="621" y="2490"/>
                  </a:lnTo>
                  <a:lnTo>
                    <a:pt x="621" y="2467"/>
                  </a:lnTo>
                  <a:lnTo>
                    <a:pt x="621" y="2441"/>
                  </a:lnTo>
                  <a:lnTo>
                    <a:pt x="621" y="2415"/>
                  </a:lnTo>
                  <a:lnTo>
                    <a:pt x="620" y="2387"/>
                  </a:lnTo>
                  <a:lnTo>
                    <a:pt x="615" y="2358"/>
                  </a:lnTo>
                  <a:lnTo>
                    <a:pt x="609" y="2326"/>
                  </a:lnTo>
                  <a:lnTo>
                    <a:pt x="601" y="2293"/>
                  </a:lnTo>
                  <a:lnTo>
                    <a:pt x="589" y="2258"/>
                  </a:lnTo>
                  <a:lnTo>
                    <a:pt x="572" y="2220"/>
                  </a:lnTo>
                  <a:lnTo>
                    <a:pt x="550" y="2179"/>
                  </a:lnTo>
                  <a:lnTo>
                    <a:pt x="522" y="2136"/>
                  </a:lnTo>
                  <a:lnTo>
                    <a:pt x="489" y="2090"/>
                  </a:lnTo>
                  <a:lnTo>
                    <a:pt x="448" y="2041"/>
                  </a:lnTo>
                  <a:lnTo>
                    <a:pt x="429" y="2015"/>
                  </a:lnTo>
                  <a:lnTo>
                    <a:pt x="407" y="1984"/>
                  </a:lnTo>
                  <a:lnTo>
                    <a:pt x="380" y="1952"/>
                  </a:lnTo>
                  <a:lnTo>
                    <a:pt x="351" y="1917"/>
                  </a:lnTo>
                  <a:lnTo>
                    <a:pt x="319" y="1878"/>
                  </a:lnTo>
                  <a:lnTo>
                    <a:pt x="285" y="1837"/>
                  </a:lnTo>
                  <a:lnTo>
                    <a:pt x="250" y="1794"/>
                  </a:lnTo>
                  <a:lnTo>
                    <a:pt x="214" y="1746"/>
                  </a:lnTo>
                  <a:lnTo>
                    <a:pt x="179" y="1695"/>
                  </a:lnTo>
                  <a:lnTo>
                    <a:pt x="145" y="1641"/>
                  </a:lnTo>
                  <a:lnTo>
                    <a:pt x="113" y="1583"/>
                  </a:lnTo>
                  <a:lnTo>
                    <a:pt x="84" y="1523"/>
                  </a:lnTo>
                  <a:lnTo>
                    <a:pt x="58" y="1458"/>
                  </a:lnTo>
                  <a:lnTo>
                    <a:pt x="36" y="1391"/>
                  </a:lnTo>
                  <a:lnTo>
                    <a:pt x="19" y="1318"/>
                  </a:lnTo>
                  <a:lnTo>
                    <a:pt x="6" y="1244"/>
                  </a:lnTo>
                  <a:lnTo>
                    <a:pt x="0" y="1164"/>
                  </a:lnTo>
                  <a:lnTo>
                    <a:pt x="0" y="1081"/>
                  </a:lnTo>
                  <a:lnTo>
                    <a:pt x="7" y="988"/>
                  </a:lnTo>
                  <a:lnTo>
                    <a:pt x="19" y="901"/>
                  </a:lnTo>
                  <a:lnTo>
                    <a:pt x="36" y="819"/>
                  </a:lnTo>
                  <a:lnTo>
                    <a:pt x="58" y="742"/>
                  </a:lnTo>
                  <a:lnTo>
                    <a:pt x="83" y="669"/>
                  </a:lnTo>
                  <a:lnTo>
                    <a:pt x="112" y="602"/>
                  </a:lnTo>
                  <a:lnTo>
                    <a:pt x="145" y="540"/>
                  </a:lnTo>
                  <a:lnTo>
                    <a:pt x="180" y="480"/>
                  </a:lnTo>
                  <a:lnTo>
                    <a:pt x="220" y="426"/>
                  </a:lnTo>
                  <a:lnTo>
                    <a:pt x="260" y="376"/>
                  </a:lnTo>
                  <a:lnTo>
                    <a:pt x="304" y="330"/>
                  </a:lnTo>
                  <a:lnTo>
                    <a:pt x="348" y="287"/>
                  </a:lnTo>
                  <a:lnTo>
                    <a:pt x="394" y="249"/>
                  </a:lnTo>
                  <a:lnTo>
                    <a:pt x="441" y="213"/>
                  </a:lnTo>
                  <a:lnTo>
                    <a:pt x="489" y="181"/>
                  </a:lnTo>
                  <a:lnTo>
                    <a:pt x="537" y="152"/>
                  </a:lnTo>
                  <a:lnTo>
                    <a:pt x="585" y="125"/>
                  </a:lnTo>
                  <a:lnTo>
                    <a:pt x="633" y="104"/>
                  </a:lnTo>
                  <a:lnTo>
                    <a:pt x="679" y="83"/>
                  </a:lnTo>
                  <a:lnTo>
                    <a:pt x="726" y="64"/>
                  </a:lnTo>
                  <a:lnTo>
                    <a:pt x="769" y="50"/>
                  </a:lnTo>
                  <a:lnTo>
                    <a:pt x="813" y="37"/>
                  </a:lnTo>
                  <a:lnTo>
                    <a:pt x="854" y="25"/>
                  </a:lnTo>
                  <a:lnTo>
                    <a:pt x="892" y="16"/>
                  </a:lnTo>
                  <a:lnTo>
                    <a:pt x="928" y="9"/>
                  </a:lnTo>
                  <a:lnTo>
                    <a:pt x="1007" y="2"/>
                  </a:lnTo>
                  <a:lnTo>
                    <a:pt x="1084" y="0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05" name="Google Shape;705;p63"/>
            <p:cNvSpPr/>
            <p:nvPr/>
          </p:nvSpPr>
          <p:spPr>
            <a:xfrm>
              <a:off x="10199168" y="2875432"/>
              <a:ext cx="73047" cy="486980"/>
            </a:xfrm>
            <a:prstGeom prst="rect">
              <a:avLst/>
            </a:prstGeom>
            <a:solidFill>
              <a:srgbClr val="7F7F7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06" name="Google Shape;706;p63"/>
            <p:cNvSpPr/>
            <p:nvPr/>
          </p:nvSpPr>
          <p:spPr>
            <a:xfrm rot="8100000">
              <a:off x="9613374" y="3081280"/>
              <a:ext cx="73047" cy="486980"/>
            </a:xfrm>
            <a:prstGeom prst="rect">
              <a:avLst/>
            </a:prstGeom>
            <a:solidFill>
              <a:srgbClr val="7F7F7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07" name="Google Shape;707;p63"/>
            <p:cNvSpPr/>
            <p:nvPr/>
          </p:nvSpPr>
          <p:spPr>
            <a:xfrm rot="-4800000">
              <a:off x="9294239" y="3582372"/>
              <a:ext cx="73047" cy="486980"/>
            </a:xfrm>
            <a:prstGeom prst="rect">
              <a:avLst/>
            </a:prstGeom>
            <a:solidFill>
              <a:srgbClr val="7F7F7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08" name="Google Shape;708;p63"/>
            <p:cNvSpPr/>
            <p:nvPr/>
          </p:nvSpPr>
          <p:spPr>
            <a:xfrm flipH="1" rot="8100000">
              <a:off x="10108452" y="4097750"/>
              <a:ext cx="475605" cy="267050"/>
            </a:xfrm>
            <a:custGeom>
              <a:rect b="b" l="l" r="r" t="t"/>
              <a:pathLst>
                <a:path extrusionOk="0" h="354710" w="631721">
                  <a:moveTo>
                    <a:pt x="622603" y="341991"/>
                  </a:moveTo>
                  <a:cubicBezTo>
                    <a:pt x="453500" y="405656"/>
                    <a:pt x="248616" y="214880"/>
                    <a:pt x="0" y="111568"/>
                  </a:cubicBezTo>
                  <a:cubicBezTo>
                    <a:pt x="213691" y="10686"/>
                    <a:pt x="395576" y="-26586"/>
                    <a:pt x="474095" y="19632"/>
                  </a:cubicBezTo>
                  <a:cubicBezTo>
                    <a:pt x="580581" y="68776"/>
                    <a:pt x="659239" y="241164"/>
                    <a:pt x="622603" y="341991"/>
                  </a:cubicBezTo>
                  <a:close/>
                </a:path>
              </a:pathLst>
            </a:custGeom>
            <a:solidFill>
              <a:srgbClr val="BFBFB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09" name="Google Shape;709;p63"/>
            <p:cNvSpPr/>
            <p:nvPr/>
          </p:nvSpPr>
          <p:spPr>
            <a:xfrm rot="-8315225">
              <a:off x="9960891" y="4191599"/>
              <a:ext cx="350851" cy="197003"/>
            </a:xfrm>
            <a:custGeom>
              <a:rect b="b" l="l" r="r" t="t"/>
              <a:pathLst>
                <a:path extrusionOk="0" h="354710" w="631721">
                  <a:moveTo>
                    <a:pt x="622603" y="341991"/>
                  </a:moveTo>
                  <a:cubicBezTo>
                    <a:pt x="453500" y="405656"/>
                    <a:pt x="248616" y="214880"/>
                    <a:pt x="0" y="111568"/>
                  </a:cubicBezTo>
                  <a:cubicBezTo>
                    <a:pt x="213691" y="10686"/>
                    <a:pt x="395576" y="-26586"/>
                    <a:pt x="474095" y="19632"/>
                  </a:cubicBezTo>
                  <a:cubicBezTo>
                    <a:pt x="580581" y="68776"/>
                    <a:pt x="659239" y="241164"/>
                    <a:pt x="622603" y="341991"/>
                  </a:cubicBezTo>
                  <a:close/>
                </a:path>
              </a:pathLst>
            </a:custGeom>
            <a:solidFill>
              <a:srgbClr val="BFBFB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10" name="Google Shape;710;p63"/>
            <p:cNvSpPr/>
            <p:nvPr/>
          </p:nvSpPr>
          <p:spPr>
            <a:xfrm>
              <a:off x="10201256" y="4404900"/>
              <a:ext cx="61845" cy="2922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11" name="Google Shape;711;p63"/>
            <p:cNvSpPr/>
            <p:nvPr/>
          </p:nvSpPr>
          <p:spPr>
            <a:xfrm flipH="1" rot="-8100000">
              <a:off x="10791750" y="3081280"/>
              <a:ext cx="73047" cy="486980"/>
            </a:xfrm>
            <a:prstGeom prst="rect">
              <a:avLst/>
            </a:prstGeom>
            <a:solidFill>
              <a:srgbClr val="7F7F7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12" name="Google Shape;712;p63"/>
            <p:cNvSpPr/>
            <p:nvPr/>
          </p:nvSpPr>
          <p:spPr>
            <a:xfrm flipH="1" rot="4800000">
              <a:off x="11110885" y="3582372"/>
              <a:ext cx="73047" cy="486980"/>
            </a:xfrm>
            <a:prstGeom prst="rect">
              <a:avLst/>
            </a:prstGeom>
            <a:solidFill>
              <a:srgbClr val="7F7F7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713" name="Google Shape;713;p63"/>
          <p:cNvGrpSpPr/>
          <p:nvPr/>
        </p:nvGrpSpPr>
        <p:grpSpPr>
          <a:xfrm>
            <a:off x="4456306" y="1187630"/>
            <a:ext cx="2658765" cy="2200331"/>
            <a:chOff x="296351" y="2054264"/>
            <a:chExt cx="5134582" cy="4249258"/>
          </a:xfrm>
        </p:grpSpPr>
        <p:sp>
          <p:nvSpPr>
            <p:cNvPr id="714" name="Google Shape;714;p63"/>
            <p:cNvSpPr/>
            <p:nvPr/>
          </p:nvSpPr>
          <p:spPr>
            <a:xfrm>
              <a:off x="1904423" y="2721764"/>
              <a:ext cx="3526510" cy="2462068"/>
            </a:xfrm>
            <a:custGeom>
              <a:rect b="b" l="l" r="r" t="t"/>
              <a:pathLst>
                <a:path extrusionOk="0" h="2915120" w="4175437">
                  <a:moveTo>
                    <a:pt x="13023" y="468086"/>
                  </a:moveTo>
                  <a:cubicBezTo>
                    <a:pt x="17525" y="1280886"/>
                    <a:pt x="-3876" y="2102320"/>
                    <a:pt x="626" y="2915120"/>
                  </a:cubicBezTo>
                  <a:lnTo>
                    <a:pt x="4175437" y="2897481"/>
                  </a:lnTo>
                  <a:lnTo>
                    <a:pt x="742366" y="0"/>
                  </a:lnTo>
                  <a:lnTo>
                    <a:pt x="13023" y="468086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0000"/>
                  </a:srgbClr>
                </a:gs>
                <a:gs pos="27000">
                  <a:srgbClr val="FFFFFF">
                    <a:alpha val="80000"/>
                  </a:srgbClr>
                </a:gs>
                <a:gs pos="100000">
                  <a:srgbClr val="E7F6F1"/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grpSp>
          <p:nvGrpSpPr>
            <p:cNvPr id="715" name="Google Shape;715;p63"/>
            <p:cNvGrpSpPr/>
            <p:nvPr/>
          </p:nvGrpSpPr>
          <p:grpSpPr>
            <a:xfrm rot="2664022">
              <a:off x="1392551" y="2167303"/>
              <a:ext cx="160620" cy="1522482"/>
              <a:chOff x="1039691" y="2468855"/>
              <a:chExt cx="190176" cy="1802639"/>
            </a:xfrm>
          </p:grpSpPr>
          <p:sp>
            <p:nvSpPr>
              <p:cNvPr id="716" name="Google Shape;716;p63"/>
              <p:cNvSpPr/>
              <p:nvPr/>
            </p:nvSpPr>
            <p:spPr>
              <a:xfrm>
                <a:off x="1039691" y="2471295"/>
                <a:ext cx="72008" cy="1800199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717" name="Google Shape;717;p63"/>
              <p:cNvSpPr/>
              <p:nvPr/>
            </p:nvSpPr>
            <p:spPr>
              <a:xfrm>
                <a:off x="1157859" y="2468855"/>
                <a:ext cx="72008" cy="1800200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</p:grpSp>
        <p:grpSp>
          <p:nvGrpSpPr>
            <p:cNvPr id="718" name="Google Shape;718;p63"/>
            <p:cNvGrpSpPr/>
            <p:nvPr/>
          </p:nvGrpSpPr>
          <p:grpSpPr>
            <a:xfrm>
              <a:off x="830015" y="3642996"/>
              <a:ext cx="194605" cy="1727022"/>
              <a:chOff x="1093356" y="2490394"/>
              <a:chExt cx="230413" cy="1802702"/>
            </a:xfrm>
          </p:grpSpPr>
          <p:sp>
            <p:nvSpPr>
              <p:cNvPr id="719" name="Google Shape;719;p63"/>
              <p:cNvSpPr/>
              <p:nvPr/>
            </p:nvSpPr>
            <p:spPr>
              <a:xfrm>
                <a:off x="1093356" y="2492897"/>
                <a:ext cx="72008" cy="1800199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720" name="Google Shape;720;p63"/>
              <p:cNvSpPr/>
              <p:nvPr/>
            </p:nvSpPr>
            <p:spPr>
              <a:xfrm>
                <a:off x="1251762" y="2490394"/>
                <a:ext cx="72007" cy="1800199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</p:grpSp>
        <p:grpSp>
          <p:nvGrpSpPr>
            <p:cNvPr id="721" name="Google Shape;721;p63"/>
            <p:cNvGrpSpPr/>
            <p:nvPr/>
          </p:nvGrpSpPr>
          <p:grpSpPr>
            <a:xfrm>
              <a:off x="727959" y="3322360"/>
              <a:ext cx="399622" cy="399622"/>
              <a:chOff x="3275856" y="4077072"/>
              <a:chExt cx="504056" cy="504056"/>
            </a:xfrm>
          </p:grpSpPr>
          <p:sp>
            <p:nvSpPr>
              <p:cNvPr id="722" name="Google Shape;722;p63"/>
              <p:cNvSpPr/>
              <p:nvPr/>
            </p:nvSpPr>
            <p:spPr>
              <a:xfrm>
                <a:off x="3275856" y="4077072"/>
                <a:ext cx="504056" cy="504056"/>
              </a:xfrm>
              <a:prstGeom prst="ellipse">
                <a:avLst/>
              </a:prstGeom>
              <a:solidFill>
                <a:srgbClr val="BFBF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723" name="Google Shape;723;p63"/>
              <p:cNvSpPr/>
              <p:nvPr/>
            </p:nvSpPr>
            <p:spPr>
              <a:xfrm>
                <a:off x="3375484" y="4176700"/>
                <a:ext cx="304800" cy="3048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1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</p:grpSp>
        <p:sp>
          <p:nvSpPr>
            <p:cNvPr id="724" name="Google Shape;724;p63"/>
            <p:cNvSpPr/>
            <p:nvPr/>
          </p:nvSpPr>
          <p:spPr>
            <a:xfrm rot="-1642568">
              <a:off x="1660321" y="2205562"/>
              <a:ext cx="855933" cy="812432"/>
            </a:xfrm>
            <a:custGeom>
              <a:rect b="b" l="l" r="r" t="t"/>
              <a:pathLst>
                <a:path extrusionOk="0" h="568478" w="598917">
                  <a:moveTo>
                    <a:pt x="298603" y="2"/>
                  </a:moveTo>
                  <a:cubicBezTo>
                    <a:pt x="324583" y="-145"/>
                    <a:pt x="350602" y="6408"/>
                    <a:pt x="373918" y="19676"/>
                  </a:cubicBezTo>
                  <a:cubicBezTo>
                    <a:pt x="421176" y="46569"/>
                    <a:pt x="449886" y="96804"/>
                    <a:pt x="448829" y="150752"/>
                  </a:cubicBezTo>
                  <a:lnTo>
                    <a:pt x="446328" y="150767"/>
                  </a:lnTo>
                  <a:lnTo>
                    <a:pt x="446328" y="252762"/>
                  </a:lnTo>
                  <a:lnTo>
                    <a:pt x="446478" y="252762"/>
                  </a:lnTo>
                  <a:lnTo>
                    <a:pt x="598917" y="565068"/>
                  </a:lnTo>
                  <a:lnTo>
                    <a:pt x="0" y="568478"/>
                  </a:lnTo>
                  <a:lnTo>
                    <a:pt x="142510" y="252762"/>
                  </a:lnTo>
                  <a:lnTo>
                    <a:pt x="143217" y="252762"/>
                  </a:lnTo>
                  <a:lnTo>
                    <a:pt x="143217" y="134244"/>
                  </a:lnTo>
                  <a:cubicBezTo>
                    <a:pt x="143445" y="138297"/>
                    <a:pt x="164730" y="39613"/>
                    <a:pt x="223520" y="20528"/>
                  </a:cubicBezTo>
                  <a:cubicBezTo>
                    <a:pt x="249418" y="-1846"/>
                    <a:pt x="272623" y="149"/>
                    <a:pt x="298603" y="2"/>
                  </a:cubicBezTo>
                  <a:close/>
                </a:path>
              </a:pathLst>
            </a:custGeom>
            <a:solidFill>
              <a:srgbClr val="BFBFB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25" name="Google Shape;725;p63"/>
            <p:cNvSpPr/>
            <p:nvPr/>
          </p:nvSpPr>
          <p:spPr>
            <a:xfrm rot="2700000">
              <a:off x="481157" y="5226394"/>
              <a:ext cx="892322" cy="892322"/>
            </a:xfrm>
            <a:prstGeom prst="diagStripe">
              <a:avLst>
                <a:gd fmla="val 50000" name="adj"/>
              </a:avLst>
            </a:prstGeom>
            <a:solidFill>
              <a:srgbClr val="BFBFB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726" name="Google Shape;726;p63"/>
          <p:cNvGrpSpPr/>
          <p:nvPr/>
        </p:nvGrpSpPr>
        <p:grpSpPr>
          <a:xfrm>
            <a:off x="6778910" y="909149"/>
            <a:ext cx="1954036" cy="2400980"/>
            <a:chOff x="5094895" y="2639865"/>
            <a:chExt cx="2149967" cy="2641726"/>
          </a:xfrm>
        </p:grpSpPr>
        <p:grpSp>
          <p:nvGrpSpPr>
            <p:cNvPr id="727" name="Google Shape;727;p63"/>
            <p:cNvGrpSpPr/>
            <p:nvPr/>
          </p:nvGrpSpPr>
          <p:grpSpPr>
            <a:xfrm>
              <a:off x="5094895" y="3711725"/>
              <a:ext cx="2113260" cy="1375670"/>
              <a:chOff x="5094895" y="3711725"/>
              <a:chExt cx="2113260" cy="1375670"/>
            </a:xfrm>
          </p:grpSpPr>
          <p:grpSp>
            <p:nvGrpSpPr>
              <p:cNvPr id="728" name="Google Shape;728;p63"/>
              <p:cNvGrpSpPr/>
              <p:nvPr/>
            </p:nvGrpSpPr>
            <p:grpSpPr>
              <a:xfrm>
                <a:off x="5094895" y="3711725"/>
                <a:ext cx="2113260" cy="628134"/>
                <a:chOff x="5094895" y="3711725"/>
                <a:chExt cx="2113260" cy="628134"/>
              </a:xfrm>
            </p:grpSpPr>
            <p:sp>
              <p:nvSpPr>
                <p:cNvPr id="729" name="Google Shape;729;p63"/>
                <p:cNvSpPr/>
                <p:nvPr/>
              </p:nvSpPr>
              <p:spPr>
                <a:xfrm>
                  <a:off x="5094895" y="3863696"/>
                  <a:ext cx="336036" cy="476163"/>
                </a:xfrm>
                <a:custGeom>
                  <a:rect b="b" l="l" r="r" t="t"/>
                  <a:pathLst>
                    <a:path extrusionOk="0" h="476163" w="336036">
                      <a:moveTo>
                        <a:pt x="218675" y="0"/>
                      </a:moveTo>
                      <a:lnTo>
                        <a:pt x="336036" y="0"/>
                      </a:lnTo>
                      <a:lnTo>
                        <a:pt x="336036" y="476163"/>
                      </a:lnTo>
                      <a:lnTo>
                        <a:pt x="218675" y="476163"/>
                      </a:lnTo>
                      <a:lnTo>
                        <a:pt x="218675" y="375461"/>
                      </a:lnTo>
                      <a:lnTo>
                        <a:pt x="0" y="375461"/>
                      </a:lnTo>
                      <a:lnTo>
                        <a:pt x="0" y="96603"/>
                      </a:lnTo>
                      <a:lnTo>
                        <a:pt x="218675" y="96603"/>
                      </a:lnTo>
                      <a:close/>
                    </a:path>
                  </a:pathLst>
                </a:custGeom>
                <a:solidFill>
                  <a:srgbClr val="BFBFBF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 sz="1800">
                    <a:solidFill>
                      <a:schemeClr val="lt1"/>
                    </a:solidFill>
                    <a:latin typeface="Century Gothic"/>
                    <a:ea typeface="Century Gothic"/>
                    <a:cs typeface="Century Gothic"/>
                    <a:sym typeface="Century Gothic"/>
                  </a:endParaRPr>
                </a:p>
              </p:txBody>
            </p:sp>
            <p:sp>
              <p:nvSpPr>
                <p:cNvPr id="730" name="Google Shape;730;p63"/>
                <p:cNvSpPr/>
                <p:nvPr/>
              </p:nvSpPr>
              <p:spPr>
                <a:xfrm>
                  <a:off x="5477203" y="3837325"/>
                  <a:ext cx="1730952" cy="45719"/>
                </a:xfrm>
                <a:prstGeom prst="rect">
                  <a:avLst/>
                </a:prstGeom>
                <a:solidFill>
                  <a:srgbClr val="BFBFBF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 sz="1800">
                    <a:solidFill>
                      <a:schemeClr val="lt1"/>
                    </a:solidFill>
                    <a:latin typeface="Century Gothic"/>
                    <a:ea typeface="Century Gothic"/>
                    <a:cs typeface="Century Gothic"/>
                    <a:sym typeface="Century Gothic"/>
                  </a:endParaRPr>
                </a:p>
              </p:txBody>
            </p:sp>
            <p:sp>
              <p:nvSpPr>
                <p:cNvPr id="731" name="Google Shape;731;p63"/>
                <p:cNvSpPr/>
                <p:nvPr/>
              </p:nvSpPr>
              <p:spPr>
                <a:xfrm>
                  <a:off x="6157841" y="3711725"/>
                  <a:ext cx="300038" cy="442408"/>
                </a:xfrm>
                <a:custGeom>
                  <a:rect b="b" l="l" r="r" t="t"/>
                  <a:pathLst>
                    <a:path extrusionOk="0" h="442408" w="300038">
                      <a:moveTo>
                        <a:pt x="53611" y="0"/>
                      </a:moveTo>
                      <a:lnTo>
                        <a:pt x="246428" y="0"/>
                      </a:lnTo>
                      <a:lnTo>
                        <a:pt x="246428" y="239398"/>
                      </a:lnTo>
                      <a:lnTo>
                        <a:pt x="248641" y="239398"/>
                      </a:lnTo>
                      <a:lnTo>
                        <a:pt x="300038" y="391590"/>
                      </a:lnTo>
                      <a:lnTo>
                        <a:pt x="201048" y="391590"/>
                      </a:lnTo>
                      <a:lnTo>
                        <a:pt x="201048" y="408574"/>
                      </a:lnTo>
                      <a:cubicBezTo>
                        <a:pt x="201048" y="427260"/>
                        <a:pt x="185900" y="442408"/>
                        <a:pt x="167214" y="442408"/>
                      </a:cubicBezTo>
                      <a:lnTo>
                        <a:pt x="132826" y="442408"/>
                      </a:lnTo>
                      <a:cubicBezTo>
                        <a:pt x="114140" y="442408"/>
                        <a:pt x="98992" y="427260"/>
                        <a:pt x="98992" y="408574"/>
                      </a:cubicBezTo>
                      <a:lnTo>
                        <a:pt x="98992" y="391590"/>
                      </a:lnTo>
                      <a:lnTo>
                        <a:pt x="0" y="391590"/>
                      </a:lnTo>
                      <a:lnTo>
                        <a:pt x="51397" y="239398"/>
                      </a:lnTo>
                      <a:lnTo>
                        <a:pt x="53611" y="239398"/>
                      </a:lnTo>
                      <a:close/>
                    </a:path>
                  </a:pathLst>
                </a:custGeom>
                <a:solidFill>
                  <a:srgbClr val="BFBFBF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 sz="1800">
                    <a:solidFill>
                      <a:schemeClr val="lt1"/>
                    </a:solidFill>
                    <a:latin typeface="Century Gothic"/>
                    <a:ea typeface="Century Gothic"/>
                    <a:cs typeface="Century Gothic"/>
                    <a:sym typeface="Century Gothic"/>
                  </a:endParaRPr>
                </a:p>
              </p:txBody>
            </p:sp>
          </p:grpSp>
          <p:sp>
            <p:nvSpPr>
              <p:cNvPr id="732" name="Google Shape;732;p63"/>
              <p:cNvSpPr/>
              <p:nvPr/>
            </p:nvSpPr>
            <p:spPr>
              <a:xfrm rot="10800000">
                <a:off x="5773715" y="4944366"/>
                <a:ext cx="1128366" cy="45719"/>
              </a:xfrm>
              <a:prstGeom prst="round2SameRect">
                <a:avLst>
                  <a:gd fmla="val 33152" name="adj1"/>
                  <a:gd fmla="val 0" name="adj2"/>
                </a:avLst>
              </a:prstGeom>
              <a:solidFill>
                <a:srgbClr val="BFBF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733" name="Google Shape;733;p63"/>
              <p:cNvSpPr/>
              <p:nvPr/>
            </p:nvSpPr>
            <p:spPr>
              <a:xfrm>
                <a:off x="6164691" y="4965793"/>
                <a:ext cx="346413" cy="121602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</p:grpSp>
        <p:grpSp>
          <p:nvGrpSpPr>
            <p:cNvPr id="734" name="Google Shape;734;p63"/>
            <p:cNvGrpSpPr/>
            <p:nvPr/>
          </p:nvGrpSpPr>
          <p:grpSpPr>
            <a:xfrm>
              <a:off x="5176309" y="2639865"/>
              <a:ext cx="1156513" cy="1833233"/>
              <a:chOff x="5176309" y="2639865"/>
              <a:chExt cx="1156513" cy="1833233"/>
            </a:xfrm>
          </p:grpSpPr>
          <p:sp>
            <p:nvSpPr>
              <p:cNvPr id="735" name="Google Shape;735;p63"/>
              <p:cNvSpPr/>
              <p:nvPr/>
            </p:nvSpPr>
            <p:spPr>
              <a:xfrm>
                <a:off x="5176309" y="3763758"/>
                <a:ext cx="194549" cy="709340"/>
              </a:xfrm>
              <a:prstGeom prst="rect">
                <a:avLst/>
              </a:prstGeom>
              <a:solidFill>
                <a:srgbClr val="D8D8D8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736" name="Google Shape;736;p63"/>
              <p:cNvSpPr/>
              <p:nvPr/>
            </p:nvSpPr>
            <p:spPr>
              <a:xfrm>
                <a:off x="5333128" y="2639865"/>
                <a:ext cx="999694" cy="999694"/>
              </a:xfrm>
              <a:prstGeom prst="blockArc">
                <a:avLst>
                  <a:gd fmla="val 10800000" name="adj1"/>
                  <a:gd fmla="val 21545197" name="adj2"/>
                  <a:gd fmla="val 3668" name="adj3"/>
                </a:avLst>
              </a:prstGeom>
              <a:solidFill>
                <a:srgbClr val="D8D8D8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737" name="Google Shape;737;p63"/>
              <p:cNvSpPr/>
              <p:nvPr/>
            </p:nvSpPr>
            <p:spPr>
              <a:xfrm>
                <a:off x="5334282" y="3118735"/>
                <a:ext cx="36576" cy="709340"/>
              </a:xfrm>
              <a:prstGeom prst="rect">
                <a:avLst/>
              </a:prstGeom>
              <a:solidFill>
                <a:srgbClr val="D8D8D8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738" name="Google Shape;738;p63"/>
              <p:cNvSpPr/>
              <p:nvPr/>
            </p:nvSpPr>
            <p:spPr>
              <a:xfrm>
                <a:off x="6296246" y="3118317"/>
                <a:ext cx="36576" cy="615500"/>
              </a:xfrm>
              <a:prstGeom prst="rect">
                <a:avLst/>
              </a:prstGeom>
              <a:solidFill>
                <a:srgbClr val="D8D8D8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</p:grpSp>
        <p:grpSp>
          <p:nvGrpSpPr>
            <p:cNvPr id="739" name="Google Shape;739;p63"/>
            <p:cNvGrpSpPr/>
            <p:nvPr/>
          </p:nvGrpSpPr>
          <p:grpSpPr>
            <a:xfrm>
              <a:off x="5981094" y="4134870"/>
              <a:ext cx="733628" cy="784146"/>
              <a:chOff x="5724251" y="3033712"/>
              <a:chExt cx="733628" cy="784146"/>
            </a:xfrm>
          </p:grpSpPr>
          <p:sp>
            <p:nvSpPr>
              <p:cNvPr id="740" name="Google Shape;740;p63"/>
              <p:cNvSpPr/>
              <p:nvPr/>
            </p:nvSpPr>
            <p:spPr>
              <a:xfrm>
                <a:off x="5731996" y="3033712"/>
                <a:ext cx="600075" cy="342900"/>
              </a:xfrm>
              <a:custGeom>
                <a:rect b="b" l="l" r="r" t="t"/>
                <a:pathLst>
                  <a:path extrusionOk="0" h="342900" w="600075">
                    <a:moveTo>
                      <a:pt x="562124" y="244793"/>
                    </a:moveTo>
                    <a:cubicBezTo>
                      <a:pt x="537359" y="219075"/>
                      <a:pt x="519262" y="226695"/>
                      <a:pt x="503069" y="225743"/>
                    </a:cubicBezTo>
                    <a:cubicBezTo>
                      <a:pt x="353527" y="224790"/>
                      <a:pt x="204937" y="223838"/>
                      <a:pt x="55394" y="226695"/>
                    </a:cubicBezTo>
                    <a:cubicBezTo>
                      <a:pt x="14437" y="227648"/>
                      <a:pt x="-1756" y="216218"/>
                      <a:pt x="149" y="173355"/>
                    </a:cubicBezTo>
                    <a:cubicBezTo>
                      <a:pt x="2054" y="93345"/>
                      <a:pt x="149" y="93345"/>
                      <a:pt x="81112" y="93345"/>
                    </a:cubicBezTo>
                    <a:cubicBezTo>
                      <a:pt x="138262" y="93345"/>
                      <a:pt x="195412" y="92393"/>
                      <a:pt x="252562" y="94298"/>
                    </a:cubicBezTo>
                    <a:cubicBezTo>
                      <a:pt x="280184" y="95250"/>
                      <a:pt x="295424" y="88583"/>
                      <a:pt x="290662" y="57150"/>
                    </a:cubicBezTo>
                    <a:cubicBezTo>
                      <a:pt x="289709" y="47625"/>
                      <a:pt x="289709" y="38100"/>
                      <a:pt x="290662" y="28575"/>
                    </a:cubicBezTo>
                    <a:cubicBezTo>
                      <a:pt x="292567" y="12383"/>
                      <a:pt x="300187" y="0"/>
                      <a:pt x="317332" y="0"/>
                    </a:cubicBezTo>
                    <a:cubicBezTo>
                      <a:pt x="334477" y="0"/>
                      <a:pt x="343049" y="13335"/>
                      <a:pt x="343049" y="28575"/>
                    </a:cubicBezTo>
                    <a:cubicBezTo>
                      <a:pt x="344002" y="57150"/>
                      <a:pt x="344954" y="85725"/>
                      <a:pt x="343049" y="114300"/>
                    </a:cubicBezTo>
                    <a:cubicBezTo>
                      <a:pt x="341144" y="143828"/>
                      <a:pt x="318284" y="146685"/>
                      <a:pt x="294472" y="146685"/>
                    </a:cubicBezTo>
                    <a:cubicBezTo>
                      <a:pt x="224939" y="146685"/>
                      <a:pt x="154454" y="146685"/>
                      <a:pt x="84922" y="146685"/>
                    </a:cubicBezTo>
                    <a:cubicBezTo>
                      <a:pt x="72539" y="146685"/>
                      <a:pt x="51584" y="140018"/>
                      <a:pt x="52537" y="161925"/>
                    </a:cubicBezTo>
                    <a:cubicBezTo>
                      <a:pt x="53489" y="183833"/>
                      <a:pt x="73492" y="176213"/>
                      <a:pt x="85874" y="176213"/>
                    </a:cubicBezTo>
                    <a:cubicBezTo>
                      <a:pt x="240179" y="177165"/>
                      <a:pt x="393532" y="178118"/>
                      <a:pt x="547837" y="175260"/>
                    </a:cubicBezTo>
                    <a:cubicBezTo>
                      <a:pt x="592604" y="174308"/>
                      <a:pt x="605939" y="188595"/>
                      <a:pt x="604987" y="232410"/>
                    </a:cubicBezTo>
                    <a:cubicBezTo>
                      <a:pt x="604034" y="274320"/>
                      <a:pt x="598319" y="300038"/>
                      <a:pt x="548789" y="294323"/>
                    </a:cubicBezTo>
                    <a:cubicBezTo>
                      <a:pt x="522119" y="291465"/>
                      <a:pt x="494497" y="294323"/>
                      <a:pt x="467827" y="293370"/>
                    </a:cubicBezTo>
                    <a:cubicBezTo>
                      <a:pt x="440204" y="293370"/>
                      <a:pt x="410677" y="285750"/>
                      <a:pt x="409724" y="331470"/>
                    </a:cubicBezTo>
                    <a:cubicBezTo>
                      <a:pt x="409724" y="349568"/>
                      <a:pt x="384959" y="356235"/>
                      <a:pt x="372577" y="343853"/>
                    </a:cubicBezTo>
                    <a:cubicBezTo>
                      <a:pt x="352574" y="321945"/>
                      <a:pt x="362099" y="292418"/>
                      <a:pt x="364957" y="266700"/>
                    </a:cubicBezTo>
                    <a:cubicBezTo>
                      <a:pt x="366862" y="242888"/>
                      <a:pt x="387817" y="243840"/>
                      <a:pt x="404962" y="243840"/>
                    </a:cubicBezTo>
                    <a:cubicBezTo>
                      <a:pt x="454492" y="244793"/>
                      <a:pt x="503069" y="244793"/>
                      <a:pt x="562124" y="244793"/>
                    </a:cubicBezTo>
                    <a:close/>
                  </a:path>
                </a:pathLst>
              </a:custGeom>
              <a:solidFill>
                <a:srgbClr val="A5A5A5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741" name="Google Shape;741;p63"/>
              <p:cNvSpPr/>
              <p:nvPr/>
            </p:nvSpPr>
            <p:spPr>
              <a:xfrm>
                <a:off x="5724251" y="3427333"/>
                <a:ext cx="285750" cy="390525"/>
              </a:xfrm>
              <a:custGeom>
                <a:rect b="b" l="l" r="r" t="t"/>
                <a:pathLst>
                  <a:path extrusionOk="0" h="390525" w="285750">
                    <a:moveTo>
                      <a:pt x="2179" y="302657"/>
                    </a:moveTo>
                    <a:cubicBezTo>
                      <a:pt x="45994" y="316944"/>
                      <a:pt x="84094" y="331232"/>
                      <a:pt x="126004" y="326469"/>
                    </a:cubicBezTo>
                    <a:cubicBezTo>
                      <a:pt x="157437" y="322659"/>
                      <a:pt x="187917" y="315039"/>
                      <a:pt x="190774" y="276939"/>
                    </a:cubicBezTo>
                    <a:cubicBezTo>
                      <a:pt x="193632" y="236934"/>
                      <a:pt x="160294" y="229314"/>
                      <a:pt x="130767" y="222647"/>
                    </a:cubicBezTo>
                    <a:cubicBezTo>
                      <a:pt x="118384" y="219789"/>
                      <a:pt x="105049" y="220742"/>
                      <a:pt x="92667" y="221694"/>
                    </a:cubicBezTo>
                    <a:cubicBezTo>
                      <a:pt x="69807" y="223599"/>
                      <a:pt x="66949" y="210264"/>
                      <a:pt x="67902" y="192167"/>
                    </a:cubicBezTo>
                    <a:cubicBezTo>
                      <a:pt x="68854" y="175022"/>
                      <a:pt x="64092" y="155972"/>
                      <a:pt x="92667" y="156924"/>
                    </a:cubicBezTo>
                    <a:cubicBezTo>
                      <a:pt x="108859" y="157877"/>
                      <a:pt x="124099" y="156924"/>
                      <a:pt x="140292" y="155019"/>
                    </a:cubicBezTo>
                    <a:cubicBezTo>
                      <a:pt x="165057" y="152162"/>
                      <a:pt x="182202" y="139779"/>
                      <a:pt x="182202" y="112157"/>
                    </a:cubicBezTo>
                    <a:cubicBezTo>
                      <a:pt x="182202" y="85487"/>
                      <a:pt x="166009" y="72152"/>
                      <a:pt x="141244" y="68342"/>
                    </a:cubicBezTo>
                    <a:cubicBezTo>
                      <a:pt x="101239" y="61674"/>
                      <a:pt x="63139" y="71199"/>
                      <a:pt x="25039" y="81677"/>
                    </a:cubicBezTo>
                    <a:cubicBezTo>
                      <a:pt x="14562" y="9287"/>
                      <a:pt x="16467" y="6429"/>
                      <a:pt x="84094" y="1667"/>
                    </a:cubicBezTo>
                    <a:cubicBezTo>
                      <a:pt x="118384" y="-238"/>
                      <a:pt x="153627" y="-1191"/>
                      <a:pt x="187917" y="2619"/>
                    </a:cubicBezTo>
                    <a:cubicBezTo>
                      <a:pt x="230779" y="7382"/>
                      <a:pt x="267927" y="24527"/>
                      <a:pt x="277452" y="73104"/>
                    </a:cubicBezTo>
                    <a:cubicBezTo>
                      <a:pt x="286977" y="122634"/>
                      <a:pt x="273642" y="148352"/>
                      <a:pt x="221254" y="178832"/>
                    </a:cubicBezTo>
                    <a:cubicBezTo>
                      <a:pt x="248877" y="195977"/>
                      <a:pt x="275547" y="212169"/>
                      <a:pt x="285072" y="245507"/>
                    </a:cubicBezTo>
                    <a:cubicBezTo>
                      <a:pt x="301264" y="303609"/>
                      <a:pt x="274594" y="358854"/>
                      <a:pt x="216492" y="378857"/>
                    </a:cubicBezTo>
                    <a:cubicBezTo>
                      <a:pt x="152674" y="400764"/>
                      <a:pt x="87904" y="397907"/>
                      <a:pt x="25039" y="380762"/>
                    </a:cubicBezTo>
                    <a:cubicBezTo>
                      <a:pt x="-17823" y="369332"/>
                      <a:pt x="8847" y="332184"/>
                      <a:pt x="2179" y="302657"/>
                    </a:cubicBezTo>
                    <a:close/>
                  </a:path>
                </a:pathLst>
              </a:custGeom>
              <a:solidFill>
                <a:srgbClr val="A5A5A5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742" name="Google Shape;742;p63"/>
              <p:cNvSpPr/>
              <p:nvPr/>
            </p:nvSpPr>
            <p:spPr>
              <a:xfrm>
                <a:off x="6105454" y="3430840"/>
                <a:ext cx="352425" cy="381000"/>
              </a:xfrm>
              <a:custGeom>
                <a:rect b="b" l="l" r="r" t="t"/>
                <a:pathLst>
                  <a:path extrusionOk="0" h="381000" w="352425">
                    <a:moveTo>
                      <a:pt x="199143" y="7684"/>
                    </a:moveTo>
                    <a:cubicBezTo>
                      <a:pt x="143898" y="-888"/>
                      <a:pt x="88653" y="1970"/>
                      <a:pt x="32456" y="65"/>
                    </a:cubicBezTo>
                    <a:cubicBezTo>
                      <a:pt x="7691" y="-888"/>
                      <a:pt x="-882" y="8637"/>
                      <a:pt x="71" y="33402"/>
                    </a:cubicBezTo>
                    <a:cubicBezTo>
                      <a:pt x="1023" y="85790"/>
                      <a:pt x="71" y="138177"/>
                      <a:pt x="71" y="190565"/>
                    </a:cubicBezTo>
                    <a:cubicBezTo>
                      <a:pt x="71" y="244857"/>
                      <a:pt x="1023" y="298197"/>
                      <a:pt x="71" y="352489"/>
                    </a:cubicBezTo>
                    <a:cubicBezTo>
                      <a:pt x="71" y="374397"/>
                      <a:pt x="7691" y="383922"/>
                      <a:pt x="30551" y="382970"/>
                    </a:cubicBezTo>
                    <a:cubicBezTo>
                      <a:pt x="84843" y="381064"/>
                      <a:pt x="139136" y="383922"/>
                      <a:pt x="192476" y="379160"/>
                    </a:cubicBezTo>
                    <a:cubicBezTo>
                      <a:pt x="293441" y="370587"/>
                      <a:pt x="356306" y="300102"/>
                      <a:pt x="358211" y="199137"/>
                    </a:cubicBezTo>
                    <a:cubicBezTo>
                      <a:pt x="359163" y="90552"/>
                      <a:pt x="302013" y="23877"/>
                      <a:pt x="199143" y="7684"/>
                    </a:cubicBezTo>
                    <a:close/>
                    <a:moveTo>
                      <a:pt x="257246" y="210567"/>
                    </a:moveTo>
                    <a:cubicBezTo>
                      <a:pt x="248673" y="278195"/>
                      <a:pt x="190571" y="318199"/>
                      <a:pt x="119133" y="307722"/>
                    </a:cubicBezTo>
                    <a:cubicBezTo>
                      <a:pt x="100083" y="304864"/>
                      <a:pt x="96273" y="295339"/>
                      <a:pt x="96273" y="279147"/>
                    </a:cubicBezTo>
                    <a:cubicBezTo>
                      <a:pt x="96273" y="249620"/>
                      <a:pt x="96273" y="219139"/>
                      <a:pt x="96273" y="189612"/>
                    </a:cubicBezTo>
                    <a:cubicBezTo>
                      <a:pt x="96273" y="168657"/>
                      <a:pt x="99131" y="148654"/>
                      <a:pt x="95321" y="127699"/>
                    </a:cubicBezTo>
                    <a:cubicBezTo>
                      <a:pt x="88653" y="81979"/>
                      <a:pt x="108656" y="70549"/>
                      <a:pt x="150566" y="75312"/>
                    </a:cubicBezTo>
                    <a:cubicBezTo>
                      <a:pt x="224861" y="84837"/>
                      <a:pt x="266771" y="136272"/>
                      <a:pt x="257246" y="210567"/>
                    </a:cubicBezTo>
                    <a:close/>
                  </a:path>
                </a:pathLst>
              </a:custGeom>
              <a:solidFill>
                <a:srgbClr val="A5A5A5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</p:grpSp>
        <p:grpSp>
          <p:nvGrpSpPr>
            <p:cNvPr id="743" name="Google Shape;743;p63"/>
            <p:cNvGrpSpPr/>
            <p:nvPr/>
          </p:nvGrpSpPr>
          <p:grpSpPr>
            <a:xfrm>
              <a:off x="5430933" y="3429000"/>
              <a:ext cx="1813929" cy="1852591"/>
              <a:chOff x="5430933" y="3429000"/>
              <a:chExt cx="1813929" cy="1852591"/>
            </a:xfrm>
          </p:grpSpPr>
          <p:sp>
            <p:nvSpPr>
              <p:cNvPr id="744" name="Google Shape;744;p63"/>
              <p:cNvSpPr/>
              <p:nvPr/>
            </p:nvSpPr>
            <p:spPr>
              <a:xfrm>
                <a:off x="5430933" y="3429000"/>
                <a:ext cx="1813929" cy="1752653"/>
              </a:xfrm>
              <a:prstGeom prst="frame">
                <a:avLst>
                  <a:gd fmla="val 7537" name="adj1"/>
                </a:avLst>
              </a:prstGeom>
              <a:solidFill>
                <a:srgbClr val="7F7F7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745" name="Google Shape;745;p63"/>
              <p:cNvSpPr/>
              <p:nvPr/>
            </p:nvSpPr>
            <p:spPr>
              <a:xfrm>
                <a:off x="5430933" y="5181653"/>
                <a:ext cx="225668" cy="99938"/>
              </a:xfrm>
              <a:prstGeom prst="rect">
                <a:avLst/>
              </a:prstGeom>
              <a:solidFill>
                <a:srgbClr val="7F7F7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746" name="Google Shape;746;p63"/>
              <p:cNvSpPr/>
              <p:nvPr/>
            </p:nvSpPr>
            <p:spPr>
              <a:xfrm>
                <a:off x="7019194" y="5181653"/>
                <a:ext cx="225668" cy="99938"/>
              </a:xfrm>
              <a:prstGeom prst="rect">
                <a:avLst/>
              </a:prstGeom>
              <a:solidFill>
                <a:srgbClr val="7F7F7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t Forme [b]">
  <p:cSld name="Set Forme [b]"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64"/>
          <p:cNvSpPr txBox="1"/>
          <p:nvPr>
            <p:ph type="title"/>
          </p:nvPr>
        </p:nvSpPr>
        <p:spPr>
          <a:xfrm>
            <a:off x="276305" y="180000"/>
            <a:ext cx="11652170" cy="7073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4400"/>
              <a:buFont typeface="Century Gothic"/>
              <a:buNone/>
              <a:defRPr sz="4400">
                <a:solidFill>
                  <a:srgbClr val="7F7F7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49" name="Google Shape;749;p64"/>
          <p:cNvGrpSpPr/>
          <p:nvPr/>
        </p:nvGrpSpPr>
        <p:grpSpPr>
          <a:xfrm>
            <a:off x="10483058" y="1702391"/>
            <a:ext cx="1087000" cy="2018714"/>
            <a:chOff x="741800" y="1570966"/>
            <a:chExt cx="2520000" cy="4680000"/>
          </a:xfrm>
        </p:grpSpPr>
        <p:grpSp>
          <p:nvGrpSpPr>
            <p:cNvPr id="750" name="Google Shape;750;p64"/>
            <p:cNvGrpSpPr/>
            <p:nvPr/>
          </p:nvGrpSpPr>
          <p:grpSpPr>
            <a:xfrm>
              <a:off x="741800" y="1570966"/>
              <a:ext cx="2520000" cy="4680000"/>
              <a:chOff x="445712" y="1449040"/>
              <a:chExt cx="2520000" cy="4680000"/>
            </a:xfrm>
          </p:grpSpPr>
          <p:sp>
            <p:nvSpPr>
              <p:cNvPr id="751" name="Google Shape;751;p64"/>
              <p:cNvSpPr/>
              <p:nvPr/>
            </p:nvSpPr>
            <p:spPr>
              <a:xfrm>
                <a:off x="445712" y="1449040"/>
                <a:ext cx="2520000" cy="4680000"/>
              </a:xfrm>
              <a:prstGeom prst="roundRect">
                <a:avLst>
                  <a:gd fmla="val 13580" name="adj"/>
                </a:avLst>
              </a:prstGeom>
              <a:solidFill>
                <a:srgbClr val="262626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752" name="Google Shape;752;p64"/>
              <p:cNvSpPr/>
              <p:nvPr/>
            </p:nvSpPr>
            <p:spPr>
              <a:xfrm>
                <a:off x="1597700" y="1680321"/>
                <a:ext cx="216024" cy="34350"/>
              </a:xfrm>
              <a:prstGeom prst="rect">
                <a:avLst/>
              </a:prstGeom>
              <a:solidFill>
                <a:srgbClr val="B0B0B0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7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grpSp>
            <p:nvGrpSpPr>
              <p:cNvPr id="753" name="Google Shape;753;p64"/>
              <p:cNvGrpSpPr/>
              <p:nvPr/>
            </p:nvGrpSpPr>
            <p:grpSpPr>
              <a:xfrm>
                <a:off x="1549420" y="5712364"/>
                <a:ext cx="312583" cy="312583"/>
                <a:chOff x="1570727" y="5532687"/>
                <a:chExt cx="312583" cy="312583"/>
              </a:xfrm>
            </p:grpSpPr>
            <p:sp>
              <p:nvSpPr>
                <p:cNvPr id="754" name="Google Shape;754;p64"/>
                <p:cNvSpPr/>
                <p:nvPr/>
              </p:nvSpPr>
              <p:spPr>
                <a:xfrm>
                  <a:off x="1570727" y="5532687"/>
                  <a:ext cx="312583" cy="312583"/>
                </a:xfrm>
                <a:prstGeom prst="ellipse">
                  <a:avLst/>
                </a:prstGeom>
                <a:solidFill>
                  <a:srgbClr val="7F7F7F"/>
                </a:solidFill>
                <a:ln cap="flat" cmpd="sng" w="12700">
                  <a:solidFill>
                    <a:srgbClr val="262626"/>
                  </a:solidFill>
                  <a:prstDash val="solid"/>
                  <a:miter lim="800000"/>
                  <a:headEnd len="sm" w="sm" type="none"/>
                  <a:tailEnd len="sm" w="sm" type="none"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 sz="2700">
                    <a:solidFill>
                      <a:schemeClr val="lt1"/>
                    </a:solidFill>
                    <a:latin typeface="Century Gothic"/>
                    <a:ea typeface="Century Gothic"/>
                    <a:cs typeface="Century Gothic"/>
                    <a:sym typeface="Century Gothic"/>
                  </a:endParaRPr>
                </a:p>
              </p:txBody>
            </p:sp>
            <p:sp>
              <p:nvSpPr>
                <p:cNvPr id="755" name="Google Shape;755;p64"/>
                <p:cNvSpPr/>
                <p:nvPr/>
              </p:nvSpPr>
              <p:spPr>
                <a:xfrm>
                  <a:off x="1655532" y="5616970"/>
                  <a:ext cx="142969" cy="144016"/>
                </a:xfrm>
                <a:prstGeom prst="roundRect">
                  <a:avLst>
                    <a:gd fmla="val 16667" name="adj"/>
                  </a:avLst>
                </a:prstGeom>
                <a:solidFill>
                  <a:srgbClr val="737373"/>
                </a:solidFill>
                <a:ln cap="flat" cmpd="sng" w="9525">
                  <a:solidFill>
                    <a:srgbClr val="B0B0B0"/>
                  </a:solidFill>
                  <a:prstDash val="solid"/>
                  <a:miter lim="800000"/>
                  <a:headEnd len="sm" w="sm" type="none"/>
                  <a:tailEnd len="sm" w="sm" type="none"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 sz="2700">
                    <a:solidFill>
                      <a:schemeClr val="lt1"/>
                    </a:solidFill>
                    <a:latin typeface="Century Gothic"/>
                    <a:ea typeface="Century Gothic"/>
                    <a:cs typeface="Century Gothic"/>
                    <a:sym typeface="Century Gothic"/>
                  </a:endParaRPr>
                </a:p>
              </p:txBody>
            </p:sp>
          </p:grpSp>
        </p:grpSp>
        <p:sp>
          <p:nvSpPr>
            <p:cNvPr id="756" name="Google Shape;756;p64"/>
            <p:cNvSpPr txBox="1"/>
            <p:nvPr/>
          </p:nvSpPr>
          <p:spPr>
            <a:xfrm>
              <a:off x="921680" y="1930403"/>
              <a:ext cx="2160240" cy="374441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62B7"/>
                </a:buClr>
                <a:buSzPts val="1200"/>
                <a:buFont typeface="Arial"/>
                <a:buNone/>
              </a:pPr>
              <a:r>
                <a:t/>
              </a:r>
              <a:endParaRPr b="0" sz="1200">
                <a:solidFill>
                  <a:srgbClr val="0062B7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757" name="Google Shape;757;p64"/>
          <p:cNvGrpSpPr/>
          <p:nvPr/>
        </p:nvGrpSpPr>
        <p:grpSpPr>
          <a:xfrm flipH="1">
            <a:off x="162768" y="808291"/>
            <a:ext cx="2580226" cy="3156179"/>
            <a:chOff x="6446339" y="1280897"/>
            <a:chExt cx="4320717" cy="5285178"/>
          </a:xfrm>
        </p:grpSpPr>
        <p:sp>
          <p:nvSpPr>
            <p:cNvPr id="758" name="Google Shape;758;p64"/>
            <p:cNvSpPr/>
            <p:nvPr/>
          </p:nvSpPr>
          <p:spPr>
            <a:xfrm>
              <a:off x="7360122" y="5629227"/>
              <a:ext cx="2033648" cy="936848"/>
            </a:xfrm>
            <a:custGeom>
              <a:rect b="b" l="l" r="r" t="t"/>
              <a:pathLst>
                <a:path extrusionOk="0" h="390525" w="847725">
                  <a:moveTo>
                    <a:pt x="448273" y="7144"/>
                  </a:moveTo>
                  <a:cubicBezTo>
                    <a:pt x="460656" y="89059"/>
                    <a:pt x="469228" y="136684"/>
                    <a:pt x="464466" y="184309"/>
                  </a:cubicBezTo>
                  <a:cubicBezTo>
                    <a:pt x="463513" y="196691"/>
                    <a:pt x="460656" y="208121"/>
                    <a:pt x="452083" y="224314"/>
                  </a:cubicBezTo>
                  <a:cubicBezTo>
                    <a:pt x="433033" y="261461"/>
                    <a:pt x="379693" y="268129"/>
                    <a:pt x="352071" y="269081"/>
                  </a:cubicBezTo>
                  <a:cubicBezTo>
                    <a:pt x="256821" y="270986"/>
                    <a:pt x="63463" y="282416"/>
                    <a:pt x="30126" y="283369"/>
                  </a:cubicBezTo>
                  <a:cubicBezTo>
                    <a:pt x="26316" y="283369"/>
                    <a:pt x="5361" y="283369"/>
                    <a:pt x="7266" y="285274"/>
                  </a:cubicBezTo>
                  <a:cubicBezTo>
                    <a:pt x="8218" y="286226"/>
                    <a:pt x="12981" y="292894"/>
                    <a:pt x="12981" y="292894"/>
                  </a:cubicBezTo>
                  <a:cubicBezTo>
                    <a:pt x="24411" y="308134"/>
                    <a:pt x="381598" y="373856"/>
                    <a:pt x="439701" y="384334"/>
                  </a:cubicBezTo>
                  <a:cubicBezTo>
                    <a:pt x="445416" y="385286"/>
                    <a:pt x="450178" y="385286"/>
                    <a:pt x="455893" y="385286"/>
                  </a:cubicBezTo>
                  <a:cubicBezTo>
                    <a:pt x="508281" y="381476"/>
                    <a:pt x="794983" y="355759"/>
                    <a:pt x="829273" y="321469"/>
                  </a:cubicBezTo>
                  <a:cubicBezTo>
                    <a:pt x="870231" y="279559"/>
                    <a:pt x="827368" y="142399"/>
                    <a:pt x="797841" y="52864"/>
                  </a:cubicBezTo>
                  <a:cubicBezTo>
                    <a:pt x="810223" y="42386"/>
                    <a:pt x="634963" y="21431"/>
                    <a:pt x="448273" y="7144"/>
                  </a:cubicBezTo>
                  <a:close/>
                </a:path>
              </a:pathLst>
            </a:custGeom>
            <a:solidFill>
              <a:srgbClr val="B3B3B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59" name="Google Shape;759;p64"/>
            <p:cNvSpPr/>
            <p:nvPr/>
          </p:nvSpPr>
          <p:spPr>
            <a:xfrm>
              <a:off x="7358820" y="5629227"/>
              <a:ext cx="1987948" cy="913998"/>
            </a:xfrm>
            <a:custGeom>
              <a:rect b="b" l="l" r="r" t="t"/>
              <a:pathLst>
                <a:path extrusionOk="0" h="381000" w="828675">
                  <a:moveTo>
                    <a:pt x="436434" y="7144"/>
                  </a:moveTo>
                  <a:cubicBezTo>
                    <a:pt x="448816" y="86201"/>
                    <a:pt x="457389" y="131921"/>
                    <a:pt x="452626" y="178594"/>
                  </a:cubicBezTo>
                  <a:cubicBezTo>
                    <a:pt x="451674" y="190976"/>
                    <a:pt x="448816" y="201454"/>
                    <a:pt x="440244" y="217646"/>
                  </a:cubicBezTo>
                  <a:cubicBezTo>
                    <a:pt x="421194" y="252889"/>
                    <a:pt x="367854" y="260509"/>
                    <a:pt x="342136" y="260509"/>
                  </a:cubicBezTo>
                  <a:cubicBezTo>
                    <a:pt x="269746" y="262414"/>
                    <a:pt x="43051" y="274796"/>
                    <a:pt x="11619" y="281464"/>
                  </a:cubicBezTo>
                  <a:cubicBezTo>
                    <a:pt x="-39816" y="292894"/>
                    <a:pt x="367854" y="362426"/>
                    <a:pt x="428814" y="372904"/>
                  </a:cubicBezTo>
                  <a:cubicBezTo>
                    <a:pt x="433576" y="373856"/>
                    <a:pt x="439291" y="373856"/>
                    <a:pt x="444054" y="373856"/>
                  </a:cubicBezTo>
                  <a:cubicBezTo>
                    <a:pt x="494536" y="370046"/>
                    <a:pt x="779334" y="346234"/>
                    <a:pt x="813624" y="311944"/>
                  </a:cubicBezTo>
                  <a:cubicBezTo>
                    <a:pt x="853629" y="271939"/>
                    <a:pt x="811719" y="139541"/>
                    <a:pt x="782191" y="52864"/>
                  </a:cubicBezTo>
                  <a:cubicBezTo>
                    <a:pt x="793621" y="41434"/>
                    <a:pt x="620266" y="20479"/>
                    <a:pt x="436434" y="7144"/>
                  </a:cubicBez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60" name="Google Shape;760;p64"/>
            <p:cNvSpPr/>
            <p:nvPr/>
          </p:nvSpPr>
          <p:spPr>
            <a:xfrm>
              <a:off x="6448412" y="1280897"/>
              <a:ext cx="4318644" cy="4592842"/>
            </a:xfrm>
            <a:custGeom>
              <a:rect b="b" l="l" r="r" t="t"/>
              <a:pathLst>
                <a:path extrusionOk="0" h="1914525" w="1800225">
                  <a:moveTo>
                    <a:pt x="1610322" y="1912136"/>
                  </a:moveTo>
                  <a:lnTo>
                    <a:pt x="53937" y="1736876"/>
                  </a:lnTo>
                  <a:cubicBezTo>
                    <a:pt x="26314" y="1734018"/>
                    <a:pt x="5359" y="1709253"/>
                    <a:pt x="7264" y="1681631"/>
                  </a:cubicBezTo>
                  <a:lnTo>
                    <a:pt x="66319" y="529106"/>
                  </a:lnTo>
                  <a:cubicBezTo>
                    <a:pt x="68224" y="458621"/>
                    <a:pt x="84417" y="438618"/>
                    <a:pt x="107277" y="432903"/>
                  </a:cubicBezTo>
                  <a:lnTo>
                    <a:pt x="1729384" y="9041"/>
                  </a:lnTo>
                  <a:cubicBezTo>
                    <a:pt x="1764627" y="-484"/>
                    <a:pt x="1798917" y="27138"/>
                    <a:pt x="1797012" y="63333"/>
                  </a:cubicBezTo>
                  <a:lnTo>
                    <a:pt x="1691284" y="1844508"/>
                  </a:lnTo>
                  <a:cubicBezTo>
                    <a:pt x="1687474" y="1885466"/>
                    <a:pt x="1651279" y="1915946"/>
                    <a:pt x="1610322" y="1912136"/>
                  </a:cubicBez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61" name="Google Shape;761;p64"/>
            <p:cNvSpPr/>
            <p:nvPr/>
          </p:nvSpPr>
          <p:spPr>
            <a:xfrm>
              <a:off x="6464696" y="1280897"/>
              <a:ext cx="4250094" cy="3998744"/>
            </a:xfrm>
            <a:custGeom>
              <a:rect b="b" l="l" r="r" t="t"/>
              <a:pathLst>
                <a:path extrusionOk="0" h="1666875" w="1771650">
                  <a:moveTo>
                    <a:pt x="1678781" y="1664486"/>
                  </a:moveTo>
                  <a:lnTo>
                    <a:pt x="7144" y="1552091"/>
                  </a:lnTo>
                  <a:lnTo>
                    <a:pt x="58579" y="482433"/>
                  </a:lnTo>
                  <a:cubicBezTo>
                    <a:pt x="59531" y="459573"/>
                    <a:pt x="75724" y="439571"/>
                    <a:pt x="98584" y="432903"/>
                  </a:cubicBezTo>
                  <a:lnTo>
                    <a:pt x="1705451" y="9041"/>
                  </a:lnTo>
                  <a:cubicBezTo>
                    <a:pt x="1740694" y="-484"/>
                    <a:pt x="1774984" y="27138"/>
                    <a:pt x="1772126" y="63333"/>
                  </a:cubicBezTo>
                  <a:lnTo>
                    <a:pt x="1678781" y="1664486"/>
                  </a:lnTo>
                  <a:close/>
                </a:path>
              </a:pathLst>
            </a:custGeom>
            <a:solidFill>
              <a:srgbClr val="1A1A1A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62" name="Google Shape;762;p64"/>
            <p:cNvSpPr/>
            <p:nvPr/>
          </p:nvSpPr>
          <p:spPr>
            <a:xfrm>
              <a:off x="6572092" y="1577928"/>
              <a:ext cx="3907345" cy="3404644"/>
            </a:xfrm>
            <a:custGeom>
              <a:rect b="b" l="l" r="r" t="t"/>
              <a:pathLst>
                <a:path extrusionOk="0" h="1419225" w="1628775">
                  <a:moveTo>
                    <a:pt x="1539716" y="1416844"/>
                  </a:moveTo>
                  <a:lnTo>
                    <a:pt x="7144" y="1357789"/>
                  </a:lnTo>
                  <a:lnTo>
                    <a:pt x="57626" y="363379"/>
                  </a:lnTo>
                  <a:lnTo>
                    <a:pt x="1628299" y="7144"/>
                  </a:ln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63" name="Google Shape;763;p64"/>
            <p:cNvSpPr/>
            <p:nvPr/>
          </p:nvSpPr>
          <p:spPr>
            <a:xfrm>
              <a:off x="6446339" y="4996281"/>
              <a:ext cx="4044444" cy="868298"/>
            </a:xfrm>
            <a:custGeom>
              <a:rect b="b" l="l" r="r" t="t"/>
              <a:pathLst>
                <a:path extrusionOk="0" h="361950" w="1685925">
                  <a:moveTo>
                    <a:pt x="13844" y="7144"/>
                  </a:moveTo>
                  <a:lnTo>
                    <a:pt x="7176" y="133826"/>
                  </a:lnTo>
                  <a:cubicBezTo>
                    <a:pt x="6224" y="161449"/>
                    <a:pt x="26226" y="186214"/>
                    <a:pt x="53849" y="189071"/>
                  </a:cubicBezTo>
                  <a:lnTo>
                    <a:pt x="1597851" y="363379"/>
                  </a:lnTo>
                  <a:cubicBezTo>
                    <a:pt x="1637856" y="368141"/>
                    <a:pt x="1674051" y="337661"/>
                    <a:pt x="1675956" y="296704"/>
                  </a:cubicBezTo>
                  <a:lnTo>
                    <a:pt x="1686434" y="111919"/>
                  </a:lnTo>
                  <a:lnTo>
                    <a:pt x="13844" y="7144"/>
                  </a:lnTo>
                  <a:close/>
                </a:path>
              </a:pathLst>
            </a:custGeom>
            <a:solidFill>
              <a:srgbClr val="B3B3B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64" name="Google Shape;764;p64"/>
            <p:cNvSpPr/>
            <p:nvPr/>
          </p:nvSpPr>
          <p:spPr>
            <a:xfrm>
              <a:off x="7715310" y="1593115"/>
              <a:ext cx="2775473" cy="3394037"/>
            </a:xfrm>
            <a:custGeom>
              <a:rect b="b" l="l" r="r" t="t"/>
              <a:pathLst>
                <a:path extrusionOk="0" h="3394037" w="2775473">
                  <a:moveTo>
                    <a:pt x="1425389" y="306593"/>
                  </a:moveTo>
                  <a:lnTo>
                    <a:pt x="2775473" y="0"/>
                  </a:lnTo>
                  <a:lnTo>
                    <a:pt x="2565699" y="3394037"/>
                  </a:lnTo>
                  <a:lnTo>
                    <a:pt x="0" y="3281082"/>
                  </a:lnTo>
                  <a:lnTo>
                    <a:pt x="1425389" y="306593"/>
                  </a:lnTo>
                  <a:close/>
                </a:path>
              </a:pathLst>
            </a:custGeom>
            <a:solidFill>
              <a:srgbClr val="999999">
                <a:alpha val="9803"/>
              </a:srgbClr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765" name="Google Shape;765;p64"/>
          <p:cNvGrpSpPr/>
          <p:nvPr/>
        </p:nvGrpSpPr>
        <p:grpSpPr>
          <a:xfrm>
            <a:off x="3479578" y="1592566"/>
            <a:ext cx="2724617" cy="2142959"/>
            <a:chOff x="2444748" y="555045"/>
            <a:chExt cx="7282048" cy="5727454"/>
          </a:xfrm>
        </p:grpSpPr>
        <p:sp>
          <p:nvSpPr>
            <p:cNvPr id="766" name="Google Shape;766;p64"/>
            <p:cNvSpPr/>
            <p:nvPr/>
          </p:nvSpPr>
          <p:spPr>
            <a:xfrm>
              <a:off x="4964693" y="5443837"/>
              <a:ext cx="2168250" cy="818208"/>
            </a:xfrm>
            <a:custGeom>
              <a:rect b="b" l="l" r="r" t="t"/>
              <a:pathLst>
                <a:path extrusionOk="0" h="818207" w="2168250">
                  <a:moveTo>
                    <a:pt x="1941333" y="525699"/>
                  </a:moveTo>
                  <a:cubicBezTo>
                    <a:pt x="1789965" y="370239"/>
                    <a:pt x="1785874" y="30683"/>
                    <a:pt x="1785874" y="30683"/>
                  </a:cubicBezTo>
                  <a:lnTo>
                    <a:pt x="1114943" y="30683"/>
                  </a:lnTo>
                  <a:lnTo>
                    <a:pt x="1065851" y="30683"/>
                  </a:lnTo>
                  <a:lnTo>
                    <a:pt x="390830" y="30683"/>
                  </a:lnTo>
                  <a:cubicBezTo>
                    <a:pt x="390830" y="30683"/>
                    <a:pt x="386739" y="366148"/>
                    <a:pt x="235370" y="525699"/>
                  </a:cubicBezTo>
                  <a:cubicBezTo>
                    <a:pt x="84002" y="681158"/>
                    <a:pt x="-149188" y="816162"/>
                    <a:pt x="259916" y="816162"/>
                  </a:cubicBezTo>
                  <a:cubicBezTo>
                    <a:pt x="587199" y="816162"/>
                    <a:pt x="939029" y="816162"/>
                    <a:pt x="1065851" y="816162"/>
                  </a:cubicBezTo>
                  <a:cubicBezTo>
                    <a:pt x="1098579" y="816162"/>
                    <a:pt x="1114943" y="816162"/>
                    <a:pt x="1114943" y="816162"/>
                  </a:cubicBezTo>
                  <a:cubicBezTo>
                    <a:pt x="1245857" y="816162"/>
                    <a:pt x="1597686" y="816162"/>
                    <a:pt x="1920878" y="816162"/>
                  </a:cubicBezTo>
                  <a:cubicBezTo>
                    <a:pt x="2329982" y="816162"/>
                    <a:pt x="2092702" y="681158"/>
                    <a:pt x="1941333" y="525699"/>
                  </a:cubicBezTo>
                  <a:close/>
                </a:path>
              </a:pathLst>
            </a:custGeom>
            <a:gradFill>
              <a:gsLst>
                <a:gs pos="0">
                  <a:srgbClr val="BFBFBF"/>
                </a:gs>
                <a:gs pos="52999">
                  <a:srgbClr val="D8D8D8"/>
                </a:gs>
                <a:gs pos="83000">
                  <a:srgbClr val="BFBFBF"/>
                </a:gs>
                <a:gs pos="100000">
                  <a:srgbClr val="BFBFBF"/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67" name="Google Shape;767;p64"/>
            <p:cNvSpPr/>
            <p:nvPr/>
          </p:nvSpPr>
          <p:spPr>
            <a:xfrm>
              <a:off x="2444748" y="555045"/>
              <a:ext cx="7282048" cy="4950157"/>
            </a:xfrm>
            <a:custGeom>
              <a:rect b="b" l="l" r="r" t="t"/>
              <a:pathLst>
                <a:path extrusionOk="0" h="4950157" w="7282048">
                  <a:moveTo>
                    <a:pt x="7038632" y="30683"/>
                  </a:moveTo>
                  <a:lnTo>
                    <a:pt x="3704436" y="30683"/>
                  </a:lnTo>
                  <a:lnTo>
                    <a:pt x="3589886" y="30683"/>
                  </a:lnTo>
                  <a:lnTo>
                    <a:pt x="259781" y="30683"/>
                  </a:lnTo>
                  <a:cubicBezTo>
                    <a:pt x="141141" y="30683"/>
                    <a:pt x="30683" y="128868"/>
                    <a:pt x="30683" y="259781"/>
                  </a:cubicBezTo>
                  <a:lnTo>
                    <a:pt x="30683" y="4698558"/>
                  </a:lnTo>
                  <a:cubicBezTo>
                    <a:pt x="30683" y="4829472"/>
                    <a:pt x="124777" y="4931748"/>
                    <a:pt x="239326" y="4931748"/>
                  </a:cubicBezTo>
                  <a:lnTo>
                    <a:pt x="7042723" y="4931748"/>
                  </a:lnTo>
                  <a:cubicBezTo>
                    <a:pt x="7157272" y="4931748"/>
                    <a:pt x="7251366" y="4825380"/>
                    <a:pt x="7251366" y="4698558"/>
                  </a:cubicBezTo>
                  <a:lnTo>
                    <a:pt x="7251366" y="259781"/>
                  </a:lnTo>
                  <a:cubicBezTo>
                    <a:pt x="7251366" y="128868"/>
                    <a:pt x="7157272" y="30683"/>
                    <a:pt x="7038632" y="30683"/>
                  </a:cubicBezTo>
                  <a:close/>
                </a:path>
              </a:pathLst>
            </a:custGeom>
            <a:solidFill>
              <a:srgbClr val="99999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68" name="Google Shape;768;p64"/>
            <p:cNvSpPr/>
            <p:nvPr/>
          </p:nvSpPr>
          <p:spPr>
            <a:xfrm>
              <a:off x="8706599" y="5435655"/>
              <a:ext cx="490925" cy="81821"/>
            </a:xfrm>
            <a:custGeom>
              <a:rect b="b" l="l" r="r" t="t"/>
              <a:pathLst>
                <a:path extrusionOk="0" h="81820" w="490924">
                  <a:moveTo>
                    <a:pt x="32212" y="30683"/>
                  </a:moveTo>
                  <a:cubicBezTo>
                    <a:pt x="32212" y="30683"/>
                    <a:pt x="19938" y="67502"/>
                    <a:pt x="64939" y="71593"/>
                  </a:cubicBezTo>
                  <a:lnTo>
                    <a:pt x="461771" y="71593"/>
                  </a:lnTo>
                  <a:cubicBezTo>
                    <a:pt x="461771" y="71593"/>
                    <a:pt x="502681" y="75684"/>
                    <a:pt x="498590" y="30683"/>
                  </a:cubicBezTo>
                  <a:lnTo>
                    <a:pt x="32212" y="30683"/>
                  </a:lnTo>
                  <a:close/>
                </a:path>
              </a:pathLst>
            </a:custGeom>
            <a:solidFill>
              <a:srgbClr val="99999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69" name="Google Shape;769;p64"/>
            <p:cNvSpPr/>
            <p:nvPr/>
          </p:nvSpPr>
          <p:spPr>
            <a:xfrm>
              <a:off x="2481568" y="595956"/>
              <a:ext cx="7200228" cy="4336501"/>
            </a:xfrm>
            <a:custGeom>
              <a:rect b="b" l="l" r="r" t="t"/>
              <a:pathLst>
                <a:path extrusionOk="0" h="4336501" w="7200227">
                  <a:moveTo>
                    <a:pt x="6973175" y="30683"/>
                  </a:moveTo>
                  <a:lnTo>
                    <a:pt x="3671707" y="30683"/>
                  </a:lnTo>
                  <a:lnTo>
                    <a:pt x="3561249" y="30683"/>
                  </a:lnTo>
                  <a:lnTo>
                    <a:pt x="259781" y="30683"/>
                  </a:lnTo>
                  <a:cubicBezTo>
                    <a:pt x="141141" y="30683"/>
                    <a:pt x="30683" y="112504"/>
                    <a:pt x="30683" y="231144"/>
                  </a:cubicBezTo>
                  <a:lnTo>
                    <a:pt x="30683" y="4330365"/>
                  </a:lnTo>
                  <a:lnTo>
                    <a:pt x="7185909" y="4330365"/>
                  </a:lnTo>
                  <a:lnTo>
                    <a:pt x="7185909" y="231144"/>
                  </a:lnTo>
                  <a:cubicBezTo>
                    <a:pt x="7185909" y="112504"/>
                    <a:pt x="7091815" y="30683"/>
                    <a:pt x="6973175" y="30683"/>
                  </a:cubicBezTo>
                  <a:close/>
                </a:path>
              </a:pathLst>
            </a:custGeom>
            <a:solidFill>
              <a:srgbClr val="231F2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70" name="Google Shape;770;p64"/>
            <p:cNvSpPr/>
            <p:nvPr/>
          </p:nvSpPr>
          <p:spPr>
            <a:xfrm>
              <a:off x="4968919" y="6159768"/>
              <a:ext cx="2168250" cy="122731"/>
            </a:xfrm>
            <a:custGeom>
              <a:rect b="b" l="l" r="r" t="t"/>
              <a:pathLst>
                <a:path extrusionOk="0" h="122731" w="2168250">
                  <a:moveTo>
                    <a:pt x="30683" y="34774"/>
                  </a:moveTo>
                  <a:lnTo>
                    <a:pt x="30683" y="34774"/>
                  </a:lnTo>
                  <a:cubicBezTo>
                    <a:pt x="30683" y="38865"/>
                    <a:pt x="30683" y="38865"/>
                    <a:pt x="30683" y="38865"/>
                  </a:cubicBezTo>
                  <a:lnTo>
                    <a:pt x="30683" y="38865"/>
                  </a:lnTo>
                  <a:cubicBezTo>
                    <a:pt x="30683" y="79775"/>
                    <a:pt x="96139" y="96140"/>
                    <a:pt x="263872" y="96140"/>
                  </a:cubicBezTo>
                  <a:cubicBezTo>
                    <a:pt x="591155" y="96140"/>
                    <a:pt x="942984" y="96140"/>
                    <a:pt x="1069807" y="96140"/>
                  </a:cubicBezTo>
                  <a:cubicBezTo>
                    <a:pt x="1102535" y="96140"/>
                    <a:pt x="1118899" y="96140"/>
                    <a:pt x="1118899" y="96140"/>
                  </a:cubicBezTo>
                  <a:cubicBezTo>
                    <a:pt x="1249812" y="96140"/>
                    <a:pt x="1601642" y="96140"/>
                    <a:pt x="1924834" y="96140"/>
                  </a:cubicBezTo>
                  <a:cubicBezTo>
                    <a:pt x="2092566" y="96140"/>
                    <a:pt x="2149841" y="75684"/>
                    <a:pt x="2153932" y="30683"/>
                  </a:cubicBezTo>
                  <a:lnTo>
                    <a:pt x="2137568" y="30683"/>
                  </a:lnTo>
                  <a:lnTo>
                    <a:pt x="2137568" y="30683"/>
                  </a:lnTo>
                  <a:lnTo>
                    <a:pt x="30683" y="30683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71" name="Google Shape;771;p64"/>
            <p:cNvSpPr/>
            <p:nvPr/>
          </p:nvSpPr>
          <p:spPr>
            <a:xfrm>
              <a:off x="2481568" y="4903820"/>
              <a:ext cx="7200228" cy="572745"/>
            </a:xfrm>
            <a:custGeom>
              <a:rect b="b" l="l" r="r" t="t"/>
              <a:pathLst>
                <a:path extrusionOk="0" h="572745" w="7200227">
                  <a:moveTo>
                    <a:pt x="30683" y="362057"/>
                  </a:moveTo>
                  <a:cubicBezTo>
                    <a:pt x="30683" y="464333"/>
                    <a:pt x="141141" y="562518"/>
                    <a:pt x="259781" y="562518"/>
                  </a:cubicBezTo>
                  <a:lnTo>
                    <a:pt x="3561249" y="562518"/>
                  </a:lnTo>
                  <a:lnTo>
                    <a:pt x="3671707" y="562518"/>
                  </a:lnTo>
                  <a:lnTo>
                    <a:pt x="6973175" y="562518"/>
                  </a:lnTo>
                  <a:cubicBezTo>
                    <a:pt x="7091815" y="562518"/>
                    <a:pt x="7185909" y="464333"/>
                    <a:pt x="7185909" y="362057"/>
                  </a:cubicBezTo>
                  <a:lnTo>
                    <a:pt x="7185909" y="30683"/>
                  </a:lnTo>
                  <a:lnTo>
                    <a:pt x="30683" y="30683"/>
                  </a:lnTo>
                  <a:lnTo>
                    <a:pt x="30683" y="362057"/>
                  </a:lnTo>
                  <a:close/>
                </a:path>
              </a:pathLst>
            </a:custGeom>
            <a:solidFill>
              <a:srgbClr val="BFBFB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72" name="Google Shape;772;p64"/>
            <p:cNvSpPr/>
            <p:nvPr/>
          </p:nvSpPr>
          <p:spPr>
            <a:xfrm>
              <a:off x="2747714" y="910966"/>
              <a:ext cx="6676116" cy="3763756"/>
            </a:xfrm>
            <a:custGeom>
              <a:rect b="b" l="l" r="r" t="t"/>
              <a:pathLst>
                <a:path extrusionOk="0" h="3763755" w="6586571">
                  <a:moveTo>
                    <a:pt x="30683" y="30683"/>
                  </a:moveTo>
                  <a:lnTo>
                    <a:pt x="6564071" y="30683"/>
                  </a:lnTo>
                  <a:lnTo>
                    <a:pt x="6564071" y="3753528"/>
                  </a:lnTo>
                  <a:lnTo>
                    <a:pt x="30683" y="3753528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73" name="Google Shape;773;p64"/>
            <p:cNvSpPr/>
            <p:nvPr/>
          </p:nvSpPr>
          <p:spPr>
            <a:xfrm>
              <a:off x="5654591" y="939518"/>
              <a:ext cx="3769239" cy="3736342"/>
            </a:xfrm>
            <a:custGeom>
              <a:rect b="b" l="l" r="r" t="t"/>
              <a:pathLst>
                <a:path extrusionOk="0" h="4035268" w="3976489">
                  <a:moveTo>
                    <a:pt x="2473335" y="0"/>
                  </a:moveTo>
                  <a:lnTo>
                    <a:pt x="3976489" y="10635"/>
                  </a:lnTo>
                  <a:cubicBezTo>
                    <a:pt x="3973762" y="1342950"/>
                    <a:pt x="3971034" y="2702953"/>
                    <a:pt x="3968307" y="4035268"/>
                  </a:cubicBezTo>
                  <a:lnTo>
                    <a:pt x="0" y="4035268"/>
                  </a:lnTo>
                </a:path>
              </a:pathLst>
            </a:custGeom>
            <a:solidFill>
              <a:srgbClr val="999999">
                <a:alpha val="9803"/>
              </a:srgbClr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774" name="Google Shape;774;p64"/>
          <p:cNvGrpSpPr/>
          <p:nvPr/>
        </p:nvGrpSpPr>
        <p:grpSpPr>
          <a:xfrm>
            <a:off x="6851877" y="1688485"/>
            <a:ext cx="3097626" cy="1701936"/>
            <a:chOff x="-548507" y="477868"/>
            <a:chExt cx="11570449" cy="6357177"/>
          </a:xfrm>
        </p:grpSpPr>
        <p:sp>
          <p:nvSpPr>
            <p:cNvPr id="775" name="Google Shape;775;p64"/>
            <p:cNvSpPr/>
            <p:nvPr/>
          </p:nvSpPr>
          <p:spPr>
            <a:xfrm>
              <a:off x="-482765" y="6440599"/>
              <a:ext cx="11438966" cy="394446"/>
            </a:xfrm>
            <a:custGeom>
              <a:rect b="b" l="l" r="r" t="t"/>
              <a:pathLst>
                <a:path extrusionOk="0" h="57150" w="1657350">
                  <a:moveTo>
                    <a:pt x="1605439" y="54769"/>
                  </a:moveTo>
                  <a:cubicBezTo>
                    <a:pt x="1605439" y="54769"/>
                    <a:pt x="1638776" y="50959"/>
                    <a:pt x="1652111" y="22384"/>
                  </a:cubicBezTo>
                  <a:lnTo>
                    <a:pt x="1652111" y="22384"/>
                  </a:lnTo>
                  <a:cubicBezTo>
                    <a:pt x="1652111" y="13811"/>
                    <a:pt x="1645444" y="7144"/>
                    <a:pt x="1636871" y="7144"/>
                  </a:cubicBezTo>
                  <a:lnTo>
                    <a:pt x="44291" y="12859"/>
                  </a:lnTo>
                  <a:lnTo>
                    <a:pt x="23336" y="12859"/>
                  </a:lnTo>
                  <a:cubicBezTo>
                    <a:pt x="14764" y="12859"/>
                    <a:pt x="7144" y="18574"/>
                    <a:pt x="7144" y="26194"/>
                  </a:cubicBezTo>
                  <a:lnTo>
                    <a:pt x="7144" y="26194"/>
                  </a:lnTo>
                  <a:cubicBezTo>
                    <a:pt x="17621" y="45244"/>
                    <a:pt x="40481" y="51911"/>
                    <a:pt x="50959" y="53816"/>
                  </a:cubicBezTo>
                  <a:lnTo>
                    <a:pt x="51911" y="54769"/>
                  </a:lnTo>
                  <a:cubicBezTo>
                    <a:pt x="51911" y="54769"/>
                    <a:pt x="51911" y="54769"/>
                    <a:pt x="51911" y="54769"/>
                  </a:cubicBezTo>
                  <a:lnTo>
                    <a:pt x="56674" y="54769"/>
                  </a:lnTo>
                </a:path>
              </a:pathLst>
            </a:custGeom>
            <a:solidFill>
              <a:srgbClr val="5F6767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76" name="Google Shape;776;p64"/>
            <p:cNvSpPr/>
            <p:nvPr/>
          </p:nvSpPr>
          <p:spPr>
            <a:xfrm>
              <a:off x="700575" y="477868"/>
              <a:ext cx="9072285" cy="5916709"/>
            </a:xfrm>
            <a:custGeom>
              <a:rect b="b" l="l" r="r" t="t"/>
              <a:pathLst>
                <a:path extrusionOk="0" h="857250" w="1314450">
                  <a:moveTo>
                    <a:pt x="1311116" y="813911"/>
                  </a:moveTo>
                  <a:cubicBezTo>
                    <a:pt x="1311116" y="834866"/>
                    <a:pt x="1297781" y="852964"/>
                    <a:pt x="1281589" y="852964"/>
                  </a:cubicBezTo>
                  <a:lnTo>
                    <a:pt x="36671" y="852964"/>
                  </a:lnTo>
                  <a:cubicBezTo>
                    <a:pt x="20479" y="852964"/>
                    <a:pt x="7144" y="835819"/>
                    <a:pt x="7144" y="813911"/>
                  </a:cubicBezTo>
                  <a:lnTo>
                    <a:pt x="7144" y="46196"/>
                  </a:lnTo>
                  <a:cubicBezTo>
                    <a:pt x="7144" y="25241"/>
                    <a:pt x="20479" y="7144"/>
                    <a:pt x="36671" y="7144"/>
                  </a:cubicBezTo>
                  <a:lnTo>
                    <a:pt x="1281589" y="7144"/>
                  </a:lnTo>
                  <a:cubicBezTo>
                    <a:pt x="1297781" y="7144"/>
                    <a:pt x="1311116" y="24289"/>
                    <a:pt x="1311116" y="46196"/>
                  </a:cubicBezTo>
                  <a:lnTo>
                    <a:pt x="1311116" y="81391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77" name="Google Shape;777;p64"/>
            <p:cNvSpPr/>
            <p:nvPr/>
          </p:nvSpPr>
          <p:spPr>
            <a:xfrm>
              <a:off x="1088451" y="839448"/>
              <a:ext cx="8283390" cy="5062073"/>
            </a:xfrm>
            <a:custGeom>
              <a:rect b="b" l="l" r="r" t="t"/>
              <a:pathLst>
                <a:path extrusionOk="0" h="733425" w="1200150">
                  <a:moveTo>
                    <a:pt x="7144" y="7144"/>
                  </a:moveTo>
                  <a:lnTo>
                    <a:pt x="1196816" y="7144"/>
                  </a:lnTo>
                  <a:lnTo>
                    <a:pt x="1196816" y="730091"/>
                  </a:lnTo>
                  <a:lnTo>
                    <a:pt x="7144" y="730091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78" name="Google Shape;778;p64"/>
            <p:cNvSpPr/>
            <p:nvPr/>
          </p:nvSpPr>
          <p:spPr>
            <a:xfrm>
              <a:off x="-548507" y="6164484"/>
              <a:ext cx="11570449" cy="460187"/>
            </a:xfrm>
            <a:custGeom>
              <a:rect b="b" l="l" r="r" t="t"/>
              <a:pathLst>
                <a:path extrusionOk="0" h="66675" w="1676400">
                  <a:moveTo>
                    <a:pt x="50006" y="7144"/>
                  </a:moveTo>
                  <a:lnTo>
                    <a:pt x="1630204" y="7144"/>
                  </a:lnTo>
                  <a:cubicBezTo>
                    <a:pt x="1653064" y="7144"/>
                    <a:pt x="1672114" y="26194"/>
                    <a:pt x="1672114" y="49054"/>
                  </a:cubicBezTo>
                  <a:lnTo>
                    <a:pt x="1672114" y="57626"/>
                  </a:lnTo>
                  <a:cubicBezTo>
                    <a:pt x="1672114" y="57626"/>
                    <a:pt x="1674019" y="64294"/>
                    <a:pt x="1656874" y="62389"/>
                  </a:cubicBezTo>
                  <a:cubicBezTo>
                    <a:pt x="1655921" y="62389"/>
                    <a:pt x="1654969" y="62389"/>
                    <a:pt x="1654016" y="62389"/>
                  </a:cubicBezTo>
                  <a:lnTo>
                    <a:pt x="29051" y="62389"/>
                  </a:lnTo>
                  <a:cubicBezTo>
                    <a:pt x="26194" y="62389"/>
                    <a:pt x="24289" y="62389"/>
                    <a:pt x="21431" y="63341"/>
                  </a:cubicBezTo>
                  <a:cubicBezTo>
                    <a:pt x="16669" y="64294"/>
                    <a:pt x="8096" y="64294"/>
                    <a:pt x="7144" y="55721"/>
                  </a:cubicBezTo>
                  <a:lnTo>
                    <a:pt x="7144" y="48101"/>
                  </a:lnTo>
                  <a:cubicBezTo>
                    <a:pt x="8096" y="25241"/>
                    <a:pt x="26194" y="7144"/>
                    <a:pt x="50006" y="7144"/>
                  </a:cubicBezTo>
                  <a:close/>
                </a:path>
              </a:pathLst>
            </a:custGeom>
            <a:solidFill>
              <a:srgbClr val="CCCCCC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79" name="Google Shape;779;p64"/>
            <p:cNvSpPr/>
            <p:nvPr/>
          </p:nvSpPr>
          <p:spPr>
            <a:xfrm>
              <a:off x="4438629" y="6215033"/>
              <a:ext cx="1618413" cy="184076"/>
            </a:xfrm>
            <a:custGeom>
              <a:rect b="b" l="l" r="r" t="t"/>
              <a:pathLst>
                <a:path extrusionOk="0" h="184076" w="1618413">
                  <a:moveTo>
                    <a:pt x="1478513" y="177499"/>
                  </a:moveTo>
                  <a:lnTo>
                    <a:pt x="1485084" y="177499"/>
                  </a:lnTo>
                  <a:lnTo>
                    <a:pt x="1502686" y="178122"/>
                  </a:lnTo>
                  <a:lnTo>
                    <a:pt x="1499879" y="178526"/>
                  </a:lnTo>
                  <a:cubicBezTo>
                    <a:pt x="1487142" y="179142"/>
                    <a:pt x="1478513" y="177499"/>
                    <a:pt x="1478513" y="177499"/>
                  </a:cubicBezTo>
                  <a:close/>
                  <a:moveTo>
                    <a:pt x="84799" y="170928"/>
                  </a:moveTo>
                  <a:cubicBezTo>
                    <a:pt x="97947" y="177499"/>
                    <a:pt x="104518" y="177499"/>
                    <a:pt x="117666" y="177499"/>
                  </a:cubicBezTo>
                  <a:lnTo>
                    <a:pt x="104518" y="177499"/>
                  </a:lnTo>
                  <a:cubicBezTo>
                    <a:pt x="97947" y="177499"/>
                    <a:pt x="91370" y="177499"/>
                    <a:pt x="84799" y="170928"/>
                  </a:cubicBezTo>
                  <a:close/>
                  <a:moveTo>
                    <a:pt x="1603418" y="0"/>
                  </a:moveTo>
                  <a:lnTo>
                    <a:pt x="1616567" y="0"/>
                  </a:lnTo>
                  <a:cubicBezTo>
                    <a:pt x="1631361" y="152847"/>
                    <a:pt x="1553705" y="176266"/>
                    <a:pt x="1511177" y="178423"/>
                  </a:cubicBezTo>
                  <a:lnTo>
                    <a:pt x="1502686" y="178122"/>
                  </a:lnTo>
                  <a:lnTo>
                    <a:pt x="1521501" y="175419"/>
                  </a:lnTo>
                  <a:cubicBezTo>
                    <a:pt x="1560791" y="165788"/>
                    <a:pt x="1611636" y="129836"/>
                    <a:pt x="1603418" y="6571"/>
                  </a:cubicBezTo>
                  <a:close/>
                  <a:moveTo>
                    <a:pt x="5911" y="0"/>
                  </a:moveTo>
                  <a:lnTo>
                    <a:pt x="19060" y="6571"/>
                  </a:lnTo>
                  <a:cubicBezTo>
                    <a:pt x="19060" y="6571"/>
                    <a:pt x="-20385" y="144631"/>
                    <a:pt x="91379" y="184076"/>
                  </a:cubicBezTo>
                  <a:cubicBezTo>
                    <a:pt x="-33534" y="151202"/>
                    <a:pt x="5911" y="0"/>
                    <a:pt x="5911" y="0"/>
                  </a:cubicBez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grpSp>
          <p:nvGrpSpPr>
            <p:cNvPr id="780" name="Google Shape;780;p64"/>
            <p:cNvGrpSpPr/>
            <p:nvPr/>
          </p:nvGrpSpPr>
          <p:grpSpPr>
            <a:xfrm>
              <a:off x="1606" y="6382978"/>
              <a:ext cx="413937" cy="115242"/>
              <a:chOff x="5955" y="6353672"/>
              <a:chExt cx="413937" cy="115242"/>
            </a:xfrm>
          </p:grpSpPr>
          <p:sp>
            <p:nvSpPr>
              <p:cNvPr id="781" name="Google Shape;781;p64"/>
              <p:cNvSpPr/>
              <p:nvPr/>
            </p:nvSpPr>
            <p:spPr>
              <a:xfrm>
                <a:off x="5955" y="6353672"/>
                <a:ext cx="413937" cy="115242"/>
              </a:xfrm>
              <a:prstGeom prst="roundRect">
                <a:avLst>
                  <a:gd fmla="val 28154" name="adj"/>
                </a:avLst>
              </a:prstGeom>
              <a:solidFill>
                <a:srgbClr val="BFBF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782" name="Google Shape;782;p64"/>
              <p:cNvSpPr/>
              <p:nvPr/>
            </p:nvSpPr>
            <p:spPr>
              <a:xfrm>
                <a:off x="99417" y="6382279"/>
                <a:ext cx="227012" cy="55272"/>
              </a:xfrm>
              <a:prstGeom prst="roundRect">
                <a:avLst>
                  <a:gd fmla="val 28154" name="adj"/>
                </a:avLst>
              </a:prstGeom>
              <a:solidFill>
                <a:srgbClr val="7F7F7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</p:grpSp>
        <p:grpSp>
          <p:nvGrpSpPr>
            <p:cNvPr id="783" name="Google Shape;783;p64"/>
            <p:cNvGrpSpPr/>
            <p:nvPr/>
          </p:nvGrpSpPr>
          <p:grpSpPr>
            <a:xfrm>
              <a:off x="9855291" y="6381600"/>
              <a:ext cx="885989" cy="115242"/>
              <a:chOff x="5955" y="6353672"/>
              <a:chExt cx="413937" cy="115242"/>
            </a:xfrm>
          </p:grpSpPr>
          <p:sp>
            <p:nvSpPr>
              <p:cNvPr id="784" name="Google Shape;784;p64"/>
              <p:cNvSpPr/>
              <p:nvPr/>
            </p:nvSpPr>
            <p:spPr>
              <a:xfrm>
                <a:off x="5955" y="6353672"/>
                <a:ext cx="413937" cy="115242"/>
              </a:xfrm>
              <a:prstGeom prst="roundRect">
                <a:avLst>
                  <a:gd fmla="val 28154" name="adj"/>
                </a:avLst>
              </a:prstGeom>
              <a:solidFill>
                <a:srgbClr val="BFBFB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  <p:sp>
            <p:nvSpPr>
              <p:cNvPr id="785" name="Google Shape;785;p64"/>
              <p:cNvSpPr/>
              <p:nvPr/>
            </p:nvSpPr>
            <p:spPr>
              <a:xfrm>
                <a:off x="84761" y="6382279"/>
                <a:ext cx="256326" cy="55272"/>
              </a:xfrm>
              <a:prstGeom prst="roundRect">
                <a:avLst>
                  <a:gd fmla="val 28154" name="adj"/>
                </a:avLst>
              </a:prstGeom>
              <a:solidFill>
                <a:srgbClr val="7F7F7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endParaRPr>
              </a:p>
            </p:txBody>
          </p:sp>
        </p:grpSp>
        <p:sp>
          <p:nvSpPr>
            <p:cNvPr id="786" name="Google Shape;786;p64"/>
            <p:cNvSpPr/>
            <p:nvPr/>
          </p:nvSpPr>
          <p:spPr>
            <a:xfrm>
              <a:off x="3892805" y="496953"/>
              <a:ext cx="5479036" cy="5431217"/>
            </a:xfrm>
            <a:custGeom>
              <a:rect b="b" l="l" r="r" t="t"/>
              <a:pathLst>
                <a:path extrusionOk="0" h="4035268" w="3976489">
                  <a:moveTo>
                    <a:pt x="2473335" y="0"/>
                  </a:moveTo>
                  <a:lnTo>
                    <a:pt x="3976489" y="10635"/>
                  </a:lnTo>
                  <a:cubicBezTo>
                    <a:pt x="3973762" y="1342950"/>
                    <a:pt x="3971034" y="2702953"/>
                    <a:pt x="3968307" y="4035268"/>
                  </a:cubicBezTo>
                  <a:lnTo>
                    <a:pt x="0" y="4035268"/>
                  </a:lnTo>
                </a:path>
              </a:pathLst>
            </a:custGeom>
            <a:solidFill>
              <a:srgbClr val="999999">
                <a:alpha val="9803"/>
              </a:srgbClr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787" name="Google Shape;787;p64"/>
          <p:cNvSpPr/>
          <p:nvPr/>
        </p:nvSpPr>
        <p:spPr>
          <a:xfrm>
            <a:off x="19049" y="3564557"/>
            <a:ext cx="12153901" cy="2635034"/>
          </a:xfrm>
          <a:custGeom>
            <a:rect b="b" l="l" r="r" t="t"/>
            <a:pathLst>
              <a:path extrusionOk="0" h="2635034" w="12153900">
                <a:moveTo>
                  <a:pt x="0" y="2615984"/>
                </a:moveTo>
                <a:lnTo>
                  <a:pt x="8763762" y="2632825"/>
                </a:lnTo>
                <a:cubicBezTo>
                  <a:pt x="8819592" y="2637574"/>
                  <a:pt x="8831529" y="2455787"/>
                  <a:pt x="8763000" y="2387384"/>
                </a:cubicBezTo>
                <a:cubicBezTo>
                  <a:pt x="8427160" y="2024470"/>
                  <a:pt x="8486344" y="1782254"/>
                  <a:pt x="8172450" y="1320584"/>
                </a:cubicBezTo>
                <a:cubicBezTo>
                  <a:pt x="7992591" y="1069504"/>
                  <a:pt x="8236712" y="1013193"/>
                  <a:pt x="8369426" y="1152105"/>
                </a:cubicBezTo>
                <a:cubicBezTo>
                  <a:pt x="8468689" y="1271587"/>
                  <a:pt x="8633790" y="1380096"/>
                  <a:pt x="8791575" y="1634909"/>
                </a:cubicBezTo>
                <a:lnTo>
                  <a:pt x="8734425" y="168059"/>
                </a:lnTo>
                <a:cubicBezTo>
                  <a:pt x="8724087" y="-51879"/>
                  <a:pt x="8999042" y="-63335"/>
                  <a:pt x="9010650" y="177584"/>
                </a:cubicBezTo>
                <a:lnTo>
                  <a:pt x="9077325" y="1149134"/>
                </a:lnTo>
                <a:cubicBezTo>
                  <a:pt x="9059774" y="1014527"/>
                  <a:pt x="9105809" y="723252"/>
                  <a:pt x="9263784" y="723252"/>
                </a:cubicBezTo>
                <a:cubicBezTo>
                  <a:pt x="9451019" y="730567"/>
                  <a:pt x="9431427" y="1003438"/>
                  <a:pt x="9432645" y="1152791"/>
                </a:cubicBezTo>
                <a:cubicBezTo>
                  <a:pt x="9445434" y="965376"/>
                  <a:pt x="9477286" y="758611"/>
                  <a:pt x="9618573" y="763487"/>
                </a:cubicBezTo>
                <a:cubicBezTo>
                  <a:pt x="9785465" y="761048"/>
                  <a:pt x="9789642" y="977838"/>
                  <a:pt x="9793910" y="1178395"/>
                </a:cubicBezTo>
                <a:cubicBezTo>
                  <a:pt x="9791980" y="1019633"/>
                  <a:pt x="9792232" y="838468"/>
                  <a:pt x="9947756" y="840297"/>
                </a:cubicBezTo>
                <a:cubicBezTo>
                  <a:pt x="10059388" y="849440"/>
                  <a:pt x="10069995" y="985647"/>
                  <a:pt x="10094290" y="1167422"/>
                </a:cubicBezTo>
                <a:cubicBezTo>
                  <a:pt x="10120859" y="1474356"/>
                  <a:pt x="10114508" y="1624012"/>
                  <a:pt x="10086213" y="1945576"/>
                </a:cubicBezTo>
                <a:cubicBezTo>
                  <a:pt x="10065448" y="2148306"/>
                  <a:pt x="10012438" y="2203058"/>
                  <a:pt x="9969702" y="2317968"/>
                </a:cubicBezTo>
                <a:cubicBezTo>
                  <a:pt x="9897706" y="2425562"/>
                  <a:pt x="9876129" y="2424913"/>
                  <a:pt x="9895637" y="2635034"/>
                </a:cubicBezTo>
                <a:lnTo>
                  <a:pt x="12153900" y="2635034"/>
                </a:lnTo>
              </a:path>
            </a:pathLst>
          </a:custGeom>
          <a:noFill/>
          <a:ln cap="flat" cmpd="sng" w="50800">
            <a:solidFill>
              <a:srgbClr val="7F7F7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1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t Forme [c]">
  <p:cSld name="Set Forme [c]"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65"/>
          <p:cNvSpPr txBox="1"/>
          <p:nvPr>
            <p:ph type="title"/>
          </p:nvPr>
        </p:nvSpPr>
        <p:spPr>
          <a:xfrm>
            <a:off x="276305" y="180000"/>
            <a:ext cx="11652170" cy="7073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4400"/>
              <a:buFont typeface="Century Gothic"/>
              <a:buNone/>
              <a:defRPr sz="4400">
                <a:solidFill>
                  <a:srgbClr val="7F7F7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90" name="Google Shape;790;p65"/>
          <p:cNvGrpSpPr/>
          <p:nvPr/>
        </p:nvGrpSpPr>
        <p:grpSpPr>
          <a:xfrm>
            <a:off x="4570118" y="1476000"/>
            <a:ext cx="3170998" cy="2578199"/>
            <a:chOff x="1914525" y="1276351"/>
            <a:chExt cx="5333999" cy="4336841"/>
          </a:xfrm>
        </p:grpSpPr>
        <p:sp>
          <p:nvSpPr>
            <p:cNvPr id="791" name="Google Shape;791;p65"/>
            <p:cNvSpPr/>
            <p:nvPr/>
          </p:nvSpPr>
          <p:spPr>
            <a:xfrm>
              <a:off x="3587126" y="1400175"/>
              <a:ext cx="3661398" cy="3028950"/>
            </a:xfrm>
            <a:custGeom>
              <a:rect b="b" l="l" r="r" t="t"/>
              <a:pathLst>
                <a:path extrusionOk="0" h="3028950" w="3661398">
                  <a:moveTo>
                    <a:pt x="3661398" y="0"/>
                  </a:moveTo>
                  <a:lnTo>
                    <a:pt x="2404098" y="962025"/>
                  </a:lnTo>
                  <a:lnTo>
                    <a:pt x="2518398" y="1085850"/>
                  </a:lnTo>
                  <a:lnTo>
                    <a:pt x="2251698" y="1247775"/>
                  </a:lnTo>
                  <a:lnTo>
                    <a:pt x="2318373" y="1362075"/>
                  </a:lnTo>
                  <a:lnTo>
                    <a:pt x="1965948" y="1590675"/>
                  </a:lnTo>
                  <a:cubicBezTo>
                    <a:pt x="1838948" y="1676400"/>
                    <a:pt x="1273798" y="1371600"/>
                    <a:pt x="1184898" y="1371600"/>
                  </a:cubicBezTo>
                  <a:cubicBezTo>
                    <a:pt x="905498" y="1431925"/>
                    <a:pt x="473698" y="1395413"/>
                    <a:pt x="346698" y="1552575"/>
                  </a:cubicBezTo>
                  <a:cubicBezTo>
                    <a:pt x="219698" y="1787525"/>
                    <a:pt x="130798" y="1917700"/>
                    <a:pt x="13323" y="2162175"/>
                  </a:cubicBezTo>
                  <a:cubicBezTo>
                    <a:pt x="-97802" y="2400300"/>
                    <a:pt x="514973" y="2390775"/>
                    <a:pt x="784848" y="1905000"/>
                  </a:cubicBezTo>
                  <a:lnTo>
                    <a:pt x="1156323" y="2019300"/>
                  </a:lnTo>
                  <a:cubicBezTo>
                    <a:pt x="1689723" y="2330450"/>
                    <a:pt x="2137398" y="2679700"/>
                    <a:pt x="2613648" y="3028950"/>
                  </a:cubicBezTo>
                  <a:lnTo>
                    <a:pt x="3089898" y="2609850"/>
                  </a:lnTo>
                  <a:lnTo>
                    <a:pt x="3185148" y="2686050"/>
                  </a:lnTo>
                  <a:lnTo>
                    <a:pt x="3508998" y="2466975"/>
                  </a:lnTo>
                </a:path>
              </a:pathLst>
            </a:custGeom>
            <a:noFill/>
            <a:ln cap="flat" cmpd="sng" w="38100">
              <a:solidFill>
                <a:srgbClr val="7F7F7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92" name="Google Shape;792;p65"/>
            <p:cNvSpPr/>
            <p:nvPr/>
          </p:nvSpPr>
          <p:spPr>
            <a:xfrm>
              <a:off x="1914525" y="1276351"/>
              <a:ext cx="4300729" cy="4336841"/>
            </a:xfrm>
            <a:custGeom>
              <a:rect b="b" l="l" r="r" t="t"/>
              <a:pathLst>
                <a:path extrusionOk="0" h="4336841" w="4300729">
                  <a:moveTo>
                    <a:pt x="0" y="0"/>
                  </a:moveTo>
                  <a:lnTo>
                    <a:pt x="1190625" y="990600"/>
                  </a:lnTo>
                  <a:lnTo>
                    <a:pt x="1095375" y="1152525"/>
                  </a:lnTo>
                  <a:lnTo>
                    <a:pt x="1371600" y="1390650"/>
                  </a:lnTo>
                  <a:cubicBezTo>
                    <a:pt x="1343660" y="1424940"/>
                    <a:pt x="1330960" y="1468755"/>
                    <a:pt x="1276350" y="1552575"/>
                  </a:cubicBezTo>
                  <a:lnTo>
                    <a:pt x="1590675" y="1762125"/>
                  </a:lnTo>
                  <a:lnTo>
                    <a:pt x="1863090" y="1735455"/>
                  </a:lnTo>
                  <a:cubicBezTo>
                    <a:pt x="1779905" y="1943100"/>
                    <a:pt x="1500505" y="2352675"/>
                    <a:pt x="1584960" y="2419350"/>
                  </a:cubicBezTo>
                  <a:cubicBezTo>
                    <a:pt x="1848485" y="2598420"/>
                    <a:pt x="2131060" y="2545080"/>
                    <a:pt x="2493645" y="2150745"/>
                  </a:cubicBezTo>
                  <a:cubicBezTo>
                    <a:pt x="2632710" y="2167890"/>
                    <a:pt x="2667000" y="2194560"/>
                    <a:pt x="2838450" y="2228850"/>
                  </a:cubicBezTo>
                  <a:cubicBezTo>
                    <a:pt x="3365500" y="2581275"/>
                    <a:pt x="3705860" y="2830830"/>
                    <a:pt x="4175760" y="3162300"/>
                  </a:cubicBezTo>
                  <a:cubicBezTo>
                    <a:pt x="4492625" y="3402965"/>
                    <a:pt x="4138930" y="3763645"/>
                    <a:pt x="3867150" y="3558540"/>
                  </a:cubicBezTo>
                  <a:cubicBezTo>
                    <a:pt x="4075430" y="3846830"/>
                    <a:pt x="3731260" y="4053205"/>
                    <a:pt x="3499485" y="3825240"/>
                  </a:cubicBezTo>
                  <a:cubicBezTo>
                    <a:pt x="3655695" y="4135755"/>
                    <a:pt x="3339465" y="4251960"/>
                    <a:pt x="3124200" y="4114800"/>
                  </a:cubicBezTo>
                  <a:cubicBezTo>
                    <a:pt x="3195320" y="4331970"/>
                    <a:pt x="2860675" y="4480560"/>
                    <a:pt x="2514600" y="4114800"/>
                  </a:cubicBezTo>
                  <a:cubicBezTo>
                    <a:pt x="2600325" y="3889375"/>
                    <a:pt x="2466975" y="3663950"/>
                    <a:pt x="2257425" y="3695700"/>
                  </a:cubicBezTo>
                  <a:cubicBezTo>
                    <a:pt x="2286000" y="3454400"/>
                    <a:pt x="2052637" y="3331845"/>
                    <a:pt x="1905000" y="3421380"/>
                  </a:cubicBezTo>
                  <a:cubicBezTo>
                    <a:pt x="1963925" y="3231958"/>
                    <a:pt x="1637665" y="3032125"/>
                    <a:pt x="1491615" y="3133725"/>
                  </a:cubicBezTo>
                  <a:cubicBezTo>
                    <a:pt x="1548130" y="2995295"/>
                    <a:pt x="1286510" y="2834005"/>
                    <a:pt x="1099185" y="3011805"/>
                  </a:cubicBezTo>
                  <a:lnTo>
                    <a:pt x="933450" y="2733675"/>
                  </a:lnTo>
                  <a:lnTo>
                    <a:pt x="666750" y="2543175"/>
                  </a:lnTo>
                  <a:lnTo>
                    <a:pt x="581025" y="2676525"/>
                  </a:lnTo>
                  <a:lnTo>
                    <a:pt x="200025" y="2457450"/>
                  </a:lnTo>
                </a:path>
              </a:pathLst>
            </a:custGeom>
            <a:noFill/>
            <a:ln cap="flat" cmpd="sng" w="38100">
              <a:solidFill>
                <a:srgbClr val="7F7F7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93" name="Google Shape;793;p65"/>
            <p:cNvSpPr/>
            <p:nvPr/>
          </p:nvSpPr>
          <p:spPr>
            <a:xfrm>
              <a:off x="2979453" y="4301052"/>
              <a:ext cx="1379276" cy="1206796"/>
            </a:xfrm>
            <a:custGeom>
              <a:rect b="b" l="l" r="r" t="t"/>
              <a:pathLst>
                <a:path extrusionOk="0" h="1206796" w="1379276">
                  <a:moveTo>
                    <a:pt x="1873" y="244278"/>
                  </a:moveTo>
                  <a:cubicBezTo>
                    <a:pt x="13303" y="348418"/>
                    <a:pt x="78073" y="441128"/>
                    <a:pt x="257143" y="419538"/>
                  </a:cubicBezTo>
                  <a:cubicBezTo>
                    <a:pt x="234918" y="564953"/>
                    <a:pt x="376523" y="782758"/>
                    <a:pt x="601948" y="718623"/>
                  </a:cubicBezTo>
                  <a:cubicBezTo>
                    <a:pt x="530828" y="947858"/>
                    <a:pt x="787368" y="1085653"/>
                    <a:pt x="910558" y="994848"/>
                  </a:cubicBezTo>
                  <a:cubicBezTo>
                    <a:pt x="917543" y="1160583"/>
                    <a:pt x="1065498" y="1284408"/>
                    <a:pt x="1282033" y="1149153"/>
                  </a:cubicBezTo>
                  <a:cubicBezTo>
                    <a:pt x="1352518" y="1094543"/>
                    <a:pt x="1381093" y="1009453"/>
                    <a:pt x="1379188" y="928173"/>
                  </a:cubicBezTo>
                  <a:cubicBezTo>
                    <a:pt x="1381093" y="869753"/>
                    <a:pt x="1291558" y="727513"/>
                    <a:pt x="1125823" y="745293"/>
                  </a:cubicBezTo>
                  <a:cubicBezTo>
                    <a:pt x="1156303" y="513518"/>
                    <a:pt x="939133" y="399853"/>
                    <a:pt x="779113" y="484308"/>
                  </a:cubicBezTo>
                  <a:cubicBezTo>
                    <a:pt x="833088" y="333813"/>
                    <a:pt x="574643" y="57588"/>
                    <a:pt x="365728" y="219513"/>
                  </a:cubicBezTo>
                  <a:cubicBezTo>
                    <a:pt x="414623" y="16948"/>
                    <a:pt x="193008" y="-33217"/>
                    <a:pt x="127603" y="19488"/>
                  </a:cubicBezTo>
                  <a:cubicBezTo>
                    <a:pt x="82201" y="42666"/>
                    <a:pt x="-14637" y="116643"/>
                    <a:pt x="1873" y="244278"/>
                  </a:cubicBezTo>
                  <a:close/>
                </a:path>
              </a:pathLst>
            </a:custGeom>
            <a:noFill/>
            <a:ln cap="flat" cmpd="sng" w="38100">
              <a:solidFill>
                <a:srgbClr val="7F7F7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701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794" name="Google Shape;794;p65"/>
          <p:cNvGrpSpPr/>
          <p:nvPr/>
        </p:nvGrpSpPr>
        <p:grpSpPr>
          <a:xfrm rot="2700000">
            <a:off x="540000" y="1260000"/>
            <a:ext cx="2867579" cy="2801829"/>
            <a:chOff x="5090840" y="2579702"/>
            <a:chExt cx="2387934" cy="2333182"/>
          </a:xfrm>
        </p:grpSpPr>
        <p:sp>
          <p:nvSpPr>
            <p:cNvPr id="795" name="Google Shape;795;p65"/>
            <p:cNvSpPr/>
            <p:nvPr/>
          </p:nvSpPr>
          <p:spPr>
            <a:xfrm>
              <a:off x="5621493" y="4116906"/>
              <a:ext cx="1326628" cy="795978"/>
            </a:xfrm>
            <a:custGeom>
              <a:rect b="b" l="l" r="r" t="t"/>
              <a:pathLst>
                <a:path extrusionOk="0" h="442678" w="737797">
                  <a:moveTo>
                    <a:pt x="370725" y="441321"/>
                  </a:moveTo>
                  <a:cubicBezTo>
                    <a:pt x="306783" y="441321"/>
                    <a:pt x="242840" y="440618"/>
                    <a:pt x="178898" y="442023"/>
                  </a:cubicBezTo>
                  <a:cubicBezTo>
                    <a:pt x="155710" y="442726"/>
                    <a:pt x="146576" y="438510"/>
                    <a:pt x="148684" y="413214"/>
                  </a:cubicBezTo>
                  <a:cubicBezTo>
                    <a:pt x="151494" y="376676"/>
                    <a:pt x="149386" y="340137"/>
                    <a:pt x="149386" y="303599"/>
                  </a:cubicBezTo>
                  <a:cubicBezTo>
                    <a:pt x="149386" y="292356"/>
                    <a:pt x="147981" y="282519"/>
                    <a:pt x="138846" y="274087"/>
                  </a:cubicBezTo>
                  <a:cubicBezTo>
                    <a:pt x="128306" y="264250"/>
                    <a:pt x="119874" y="260736"/>
                    <a:pt x="110037" y="274790"/>
                  </a:cubicBezTo>
                  <a:cubicBezTo>
                    <a:pt x="96686" y="293761"/>
                    <a:pt x="79823" y="309923"/>
                    <a:pt x="55230" y="301491"/>
                  </a:cubicBezTo>
                  <a:cubicBezTo>
                    <a:pt x="28528" y="292356"/>
                    <a:pt x="8853" y="274087"/>
                    <a:pt x="2530" y="243872"/>
                  </a:cubicBezTo>
                  <a:cubicBezTo>
                    <a:pt x="-5902" y="201010"/>
                    <a:pt x="6746" y="166579"/>
                    <a:pt x="40473" y="146905"/>
                  </a:cubicBezTo>
                  <a:cubicBezTo>
                    <a:pt x="65067" y="132148"/>
                    <a:pt x="82633" y="136365"/>
                    <a:pt x="105119" y="160255"/>
                  </a:cubicBezTo>
                  <a:cubicBezTo>
                    <a:pt x="111443" y="167282"/>
                    <a:pt x="114956" y="181335"/>
                    <a:pt x="127604" y="175714"/>
                  </a:cubicBezTo>
                  <a:cubicBezTo>
                    <a:pt x="140252" y="170092"/>
                    <a:pt x="149386" y="159552"/>
                    <a:pt x="149386" y="143391"/>
                  </a:cubicBezTo>
                  <a:cubicBezTo>
                    <a:pt x="149386" y="103339"/>
                    <a:pt x="150089" y="63287"/>
                    <a:pt x="148684" y="23236"/>
                  </a:cubicBezTo>
                  <a:cubicBezTo>
                    <a:pt x="147981" y="6372"/>
                    <a:pt x="150792" y="-655"/>
                    <a:pt x="170466" y="48"/>
                  </a:cubicBezTo>
                  <a:cubicBezTo>
                    <a:pt x="210518" y="2156"/>
                    <a:pt x="250570" y="751"/>
                    <a:pt x="290622" y="751"/>
                  </a:cubicBezTo>
                  <a:cubicBezTo>
                    <a:pt x="307486" y="751"/>
                    <a:pt x="320836" y="7074"/>
                    <a:pt x="330673" y="19722"/>
                  </a:cubicBezTo>
                  <a:cubicBezTo>
                    <a:pt x="341916" y="33775"/>
                    <a:pt x="344024" y="46424"/>
                    <a:pt x="327160" y="59072"/>
                  </a:cubicBezTo>
                  <a:cubicBezTo>
                    <a:pt x="312404" y="70314"/>
                    <a:pt x="292730" y="82259"/>
                    <a:pt x="301864" y="105447"/>
                  </a:cubicBezTo>
                  <a:cubicBezTo>
                    <a:pt x="311702" y="129338"/>
                    <a:pt x="329268" y="146202"/>
                    <a:pt x="357375" y="148310"/>
                  </a:cubicBezTo>
                  <a:cubicBezTo>
                    <a:pt x="379860" y="150418"/>
                    <a:pt x="400940" y="149013"/>
                    <a:pt x="419209" y="132851"/>
                  </a:cubicBezTo>
                  <a:cubicBezTo>
                    <a:pt x="448018" y="106150"/>
                    <a:pt x="448018" y="89286"/>
                    <a:pt x="419209" y="63287"/>
                  </a:cubicBezTo>
                  <a:cubicBezTo>
                    <a:pt x="410777" y="56261"/>
                    <a:pt x="396724" y="50640"/>
                    <a:pt x="401643" y="35884"/>
                  </a:cubicBezTo>
                  <a:cubicBezTo>
                    <a:pt x="407264" y="19020"/>
                    <a:pt x="418506" y="2859"/>
                    <a:pt x="437478" y="2156"/>
                  </a:cubicBezTo>
                  <a:cubicBezTo>
                    <a:pt x="485962" y="48"/>
                    <a:pt x="534446" y="751"/>
                    <a:pt x="582228" y="751"/>
                  </a:cubicBezTo>
                  <a:cubicBezTo>
                    <a:pt x="596983" y="751"/>
                    <a:pt x="591362" y="11993"/>
                    <a:pt x="591362" y="19020"/>
                  </a:cubicBezTo>
                  <a:cubicBezTo>
                    <a:pt x="592065" y="57666"/>
                    <a:pt x="591362" y="95610"/>
                    <a:pt x="591362" y="134257"/>
                  </a:cubicBezTo>
                  <a:cubicBezTo>
                    <a:pt x="591362" y="143391"/>
                    <a:pt x="592065" y="152526"/>
                    <a:pt x="596983" y="160255"/>
                  </a:cubicBezTo>
                  <a:cubicBezTo>
                    <a:pt x="608929" y="179930"/>
                    <a:pt x="618766" y="180632"/>
                    <a:pt x="634224" y="164471"/>
                  </a:cubicBezTo>
                  <a:cubicBezTo>
                    <a:pt x="665142" y="130041"/>
                    <a:pt x="692545" y="130743"/>
                    <a:pt x="722760" y="165174"/>
                  </a:cubicBezTo>
                  <a:cubicBezTo>
                    <a:pt x="758596" y="205928"/>
                    <a:pt x="743840" y="274790"/>
                    <a:pt x="695356" y="298680"/>
                  </a:cubicBezTo>
                  <a:cubicBezTo>
                    <a:pt x="671465" y="310625"/>
                    <a:pt x="653899" y="300788"/>
                    <a:pt x="637035" y="283221"/>
                  </a:cubicBezTo>
                  <a:cubicBezTo>
                    <a:pt x="630711" y="276195"/>
                    <a:pt x="627901" y="260033"/>
                    <a:pt x="613144" y="267060"/>
                  </a:cubicBezTo>
                  <a:cubicBezTo>
                    <a:pt x="599794" y="273384"/>
                    <a:pt x="591362" y="285330"/>
                    <a:pt x="591362" y="302193"/>
                  </a:cubicBezTo>
                  <a:cubicBezTo>
                    <a:pt x="591362" y="341543"/>
                    <a:pt x="590659" y="380892"/>
                    <a:pt x="592065" y="420241"/>
                  </a:cubicBezTo>
                  <a:cubicBezTo>
                    <a:pt x="592767" y="437807"/>
                    <a:pt x="588551" y="443429"/>
                    <a:pt x="570282" y="442726"/>
                  </a:cubicBezTo>
                  <a:cubicBezTo>
                    <a:pt x="504232" y="440618"/>
                    <a:pt x="437478" y="441321"/>
                    <a:pt x="370725" y="441321"/>
                  </a:cubicBezTo>
                  <a:close/>
                </a:path>
              </a:pathLst>
            </a:custGeom>
            <a:solidFill>
              <a:srgbClr val="7F7F7F"/>
            </a:solidFill>
            <a:ln cap="flat" cmpd="sng" w="19050">
              <a:solidFill>
                <a:schemeClr val="lt1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96" name="Google Shape;796;p65"/>
            <p:cNvSpPr/>
            <p:nvPr/>
          </p:nvSpPr>
          <p:spPr>
            <a:xfrm>
              <a:off x="5886818" y="2579702"/>
              <a:ext cx="795978" cy="1061303"/>
            </a:xfrm>
            <a:custGeom>
              <a:rect b="b" l="l" r="r" t="t"/>
              <a:pathLst>
                <a:path extrusionOk="0" h="590237" w="442678">
                  <a:moveTo>
                    <a:pt x="222086" y="1407"/>
                  </a:moveTo>
                  <a:cubicBezTo>
                    <a:pt x="287434" y="1407"/>
                    <a:pt x="353484" y="2110"/>
                    <a:pt x="418832" y="704"/>
                  </a:cubicBezTo>
                  <a:cubicBezTo>
                    <a:pt x="437101" y="704"/>
                    <a:pt x="444830" y="4218"/>
                    <a:pt x="443425" y="23892"/>
                  </a:cubicBezTo>
                  <a:cubicBezTo>
                    <a:pt x="442020" y="61133"/>
                    <a:pt x="442722" y="98374"/>
                    <a:pt x="442722" y="136318"/>
                  </a:cubicBezTo>
                  <a:cubicBezTo>
                    <a:pt x="442722" y="151777"/>
                    <a:pt x="439209" y="165128"/>
                    <a:pt x="428669" y="176370"/>
                  </a:cubicBezTo>
                  <a:cubicBezTo>
                    <a:pt x="408994" y="197450"/>
                    <a:pt x="399157" y="197450"/>
                    <a:pt x="380185" y="175667"/>
                  </a:cubicBezTo>
                  <a:cubicBezTo>
                    <a:pt x="368943" y="163020"/>
                    <a:pt x="358403" y="146156"/>
                    <a:pt x="338025" y="153182"/>
                  </a:cubicBezTo>
                  <a:cubicBezTo>
                    <a:pt x="315540" y="161614"/>
                    <a:pt x="298676" y="176370"/>
                    <a:pt x="295163" y="201666"/>
                  </a:cubicBezTo>
                  <a:cubicBezTo>
                    <a:pt x="290947" y="231881"/>
                    <a:pt x="291649" y="259987"/>
                    <a:pt x="319756" y="280365"/>
                  </a:cubicBezTo>
                  <a:cubicBezTo>
                    <a:pt x="342241" y="296526"/>
                    <a:pt x="354889" y="295823"/>
                    <a:pt x="373861" y="275446"/>
                  </a:cubicBezTo>
                  <a:cubicBezTo>
                    <a:pt x="383699" y="264906"/>
                    <a:pt x="390022" y="245231"/>
                    <a:pt x="410400" y="254366"/>
                  </a:cubicBezTo>
                  <a:cubicBezTo>
                    <a:pt x="429372" y="262798"/>
                    <a:pt x="441317" y="277554"/>
                    <a:pt x="442020" y="298634"/>
                  </a:cubicBezTo>
                  <a:cubicBezTo>
                    <a:pt x="442722" y="342199"/>
                    <a:pt x="442020" y="386467"/>
                    <a:pt x="442722" y="430032"/>
                  </a:cubicBezTo>
                  <a:cubicBezTo>
                    <a:pt x="442722" y="444085"/>
                    <a:pt x="434993" y="444085"/>
                    <a:pt x="425156" y="443382"/>
                  </a:cubicBezTo>
                  <a:cubicBezTo>
                    <a:pt x="385807" y="443382"/>
                    <a:pt x="346457" y="443382"/>
                    <a:pt x="307811" y="443382"/>
                  </a:cubicBezTo>
                  <a:cubicBezTo>
                    <a:pt x="296568" y="443382"/>
                    <a:pt x="286028" y="442680"/>
                    <a:pt x="276894" y="451112"/>
                  </a:cubicBezTo>
                  <a:cubicBezTo>
                    <a:pt x="266354" y="461652"/>
                    <a:pt x="258624" y="470786"/>
                    <a:pt x="276191" y="482732"/>
                  </a:cubicBezTo>
                  <a:cubicBezTo>
                    <a:pt x="295163" y="495380"/>
                    <a:pt x="309919" y="513649"/>
                    <a:pt x="301487" y="538242"/>
                  </a:cubicBezTo>
                  <a:cubicBezTo>
                    <a:pt x="292352" y="564241"/>
                    <a:pt x="274786" y="583213"/>
                    <a:pt x="245976" y="588834"/>
                  </a:cubicBezTo>
                  <a:cubicBezTo>
                    <a:pt x="209438" y="595861"/>
                    <a:pt x="177115" y="591645"/>
                    <a:pt x="152522" y="560025"/>
                  </a:cubicBezTo>
                  <a:cubicBezTo>
                    <a:pt x="131442" y="532621"/>
                    <a:pt x="133550" y="512244"/>
                    <a:pt x="158846" y="488353"/>
                  </a:cubicBezTo>
                  <a:cubicBezTo>
                    <a:pt x="165873" y="481326"/>
                    <a:pt x="181331" y="478516"/>
                    <a:pt x="175007" y="463760"/>
                  </a:cubicBezTo>
                  <a:cubicBezTo>
                    <a:pt x="169386" y="450409"/>
                    <a:pt x="158143" y="443382"/>
                    <a:pt x="142685" y="443382"/>
                  </a:cubicBezTo>
                  <a:cubicBezTo>
                    <a:pt x="102633" y="443382"/>
                    <a:pt x="62581" y="442680"/>
                    <a:pt x="22529" y="444085"/>
                  </a:cubicBezTo>
                  <a:cubicBezTo>
                    <a:pt x="7071" y="444788"/>
                    <a:pt x="-659" y="442680"/>
                    <a:pt x="44" y="423708"/>
                  </a:cubicBezTo>
                  <a:cubicBezTo>
                    <a:pt x="1449" y="382953"/>
                    <a:pt x="747" y="341496"/>
                    <a:pt x="44" y="300742"/>
                  </a:cubicBezTo>
                  <a:cubicBezTo>
                    <a:pt x="44" y="284580"/>
                    <a:pt x="6368" y="272635"/>
                    <a:pt x="18313" y="262798"/>
                  </a:cubicBezTo>
                  <a:cubicBezTo>
                    <a:pt x="33069" y="250150"/>
                    <a:pt x="46420" y="248042"/>
                    <a:pt x="59770" y="265609"/>
                  </a:cubicBezTo>
                  <a:cubicBezTo>
                    <a:pt x="71013" y="280365"/>
                    <a:pt x="82958" y="299336"/>
                    <a:pt x="106146" y="289499"/>
                  </a:cubicBezTo>
                  <a:cubicBezTo>
                    <a:pt x="130037" y="279662"/>
                    <a:pt x="146198" y="261393"/>
                    <a:pt x="148306" y="233989"/>
                  </a:cubicBezTo>
                  <a:cubicBezTo>
                    <a:pt x="149009" y="218530"/>
                    <a:pt x="149712" y="203072"/>
                    <a:pt x="143388" y="188316"/>
                  </a:cubicBezTo>
                  <a:cubicBezTo>
                    <a:pt x="125821" y="149669"/>
                    <a:pt x="90688" y="142642"/>
                    <a:pt x="64689" y="171452"/>
                  </a:cubicBezTo>
                  <a:cubicBezTo>
                    <a:pt x="56960" y="179884"/>
                    <a:pt x="52041" y="196045"/>
                    <a:pt x="35880" y="190423"/>
                  </a:cubicBezTo>
                  <a:cubicBezTo>
                    <a:pt x="17611" y="184100"/>
                    <a:pt x="2855" y="171452"/>
                    <a:pt x="2152" y="151777"/>
                  </a:cubicBezTo>
                  <a:cubicBezTo>
                    <a:pt x="747" y="105401"/>
                    <a:pt x="1449" y="59025"/>
                    <a:pt x="1449" y="11947"/>
                  </a:cubicBezTo>
                  <a:cubicBezTo>
                    <a:pt x="1449" y="-4214"/>
                    <a:pt x="12692" y="704"/>
                    <a:pt x="20421" y="704"/>
                  </a:cubicBezTo>
                  <a:cubicBezTo>
                    <a:pt x="87174" y="1407"/>
                    <a:pt x="154630" y="1407"/>
                    <a:pt x="222086" y="1407"/>
                  </a:cubicBezTo>
                  <a:close/>
                </a:path>
              </a:pathLst>
            </a:custGeom>
            <a:solidFill>
              <a:srgbClr val="7F7F7F"/>
            </a:solidFill>
            <a:ln cap="flat" cmpd="sng" w="19050">
              <a:solidFill>
                <a:schemeClr val="lt1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97" name="Google Shape;797;p65"/>
            <p:cNvSpPr/>
            <p:nvPr/>
          </p:nvSpPr>
          <p:spPr>
            <a:xfrm>
              <a:off x="6682796" y="3092504"/>
              <a:ext cx="795978" cy="1061303"/>
            </a:xfrm>
            <a:custGeom>
              <a:rect b="b" l="l" r="r" t="t"/>
              <a:pathLst>
                <a:path extrusionOk="0" h="590237" w="442678">
                  <a:moveTo>
                    <a:pt x="442778" y="370410"/>
                  </a:moveTo>
                  <a:cubicBezTo>
                    <a:pt x="442778" y="437163"/>
                    <a:pt x="442075" y="503916"/>
                    <a:pt x="443481" y="570669"/>
                  </a:cubicBezTo>
                  <a:cubicBezTo>
                    <a:pt x="443481" y="587533"/>
                    <a:pt x="439967" y="592452"/>
                    <a:pt x="422401" y="592452"/>
                  </a:cubicBezTo>
                  <a:cubicBezTo>
                    <a:pt x="384457" y="591046"/>
                    <a:pt x="345810" y="591749"/>
                    <a:pt x="307164" y="591749"/>
                  </a:cubicBezTo>
                  <a:cubicBezTo>
                    <a:pt x="293111" y="591749"/>
                    <a:pt x="279760" y="590343"/>
                    <a:pt x="269220" y="579803"/>
                  </a:cubicBezTo>
                  <a:cubicBezTo>
                    <a:pt x="252356" y="562940"/>
                    <a:pt x="241114" y="548184"/>
                    <a:pt x="268517" y="529212"/>
                  </a:cubicBezTo>
                  <a:cubicBezTo>
                    <a:pt x="281868" y="520077"/>
                    <a:pt x="296624" y="508835"/>
                    <a:pt x="290300" y="489160"/>
                  </a:cubicBezTo>
                  <a:cubicBezTo>
                    <a:pt x="283273" y="467377"/>
                    <a:pt x="269220" y="450514"/>
                    <a:pt x="246032" y="445595"/>
                  </a:cubicBezTo>
                  <a:cubicBezTo>
                    <a:pt x="216520" y="439271"/>
                    <a:pt x="187711" y="439974"/>
                    <a:pt x="165929" y="465972"/>
                  </a:cubicBezTo>
                  <a:cubicBezTo>
                    <a:pt x="146957" y="488457"/>
                    <a:pt x="147659" y="504619"/>
                    <a:pt x="169442" y="524293"/>
                  </a:cubicBezTo>
                  <a:cubicBezTo>
                    <a:pt x="179279" y="533428"/>
                    <a:pt x="197548" y="539049"/>
                    <a:pt x="189819" y="558021"/>
                  </a:cubicBezTo>
                  <a:cubicBezTo>
                    <a:pt x="181387" y="577696"/>
                    <a:pt x="165929" y="590343"/>
                    <a:pt x="143443" y="590343"/>
                  </a:cubicBezTo>
                  <a:cubicBezTo>
                    <a:pt x="100581" y="590343"/>
                    <a:pt x="57718" y="590343"/>
                    <a:pt x="14856" y="591046"/>
                  </a:cubicBezTo>
                  <a:cubicBezTo>
                    <a:pt x="2208" y="591046"/>
                    <a:pt x="-603" y="586128"/>
                    <a:pt x="100" y="574885"/>
                  </a:cubicBezTo>
                  <a:cubicBezTo>
                    <a:pt x="802" y="532022"/>
                    <a:pt x="100" y="489160"/>
                    <a:pt x="100" y="446297"/>
                  </a:cubicBezTo>
                  <a:cubicBezTo>
                    <a:pt x="100" y="424515"/>
                    <a:pt x="13450" y="410462"/>
                    <a:pt x="31720" y="402732"/>
                  </a:cubicBezTo>
                  <a:cubicBezTo>
                    <a:pt x="49989" y="394300"/>
                    <a:pt x="57016" y="411164"/>
                    <a:pt x="66150" y="421704"/>
                  </a:cubicBezTo>
                  <a:cubicBezTo>
                    <a:pt x="90743" y="449108"/>
                    <a:pt x="122363" y="442784"/>
                    <a:pt x="142038" y="406246"/>
                  </a:cubicBezTo>
                  <a:cubicBezTo>
                    <a:pt x="156794" y="378139"/>
                    <a:pt x="148362" y="332466"/>
                    <a:pt x="125174" y="313494"/>
                  </a:cubicBezTo>
                  <a:cubicBezTo>
                    <a:pt x="101986" y="294522"/>
                    <a:pt x="87230" y="295927"/>
                    <a:pt x="66853" y="317710"/>
                  </a:cubicBezTo>
                  <a:cubicBezTo>
                    <a:pt x="57718" y="326844"/>
                    <a:pt x="54205" y="346519"/>
                    <a:pt x="33828" y="337384"/>
                  </a:cubicBezTo>
                  <a:cubicBezTo>
                    <a:pt x="13450" y="328953"/>
                    <a:pt x="802" y="314899"/>
                    <a:pt x="802" y="291711"/>
                  </a:cubicBezTo>
                  <a:cubicBezTo>
                    <a:pt x="100" y="250957"/>
                    <a:pt x="1505" y="209500"/>
                    <a:pt x="100" y="168745"/>
                  </a:cubicBezTo>
                  <a:cubicBezTo>
                    <a:pt x="-603" y="153287"/>
                    <a:pt x="3613" y="148368"/>
                    <a:pt x="19774" y="149071"/>
                  </a:cubicBezTo>
                  <a:cubicBezTo>
                    <a:pt x="58421" y="150476"/>
                    <a:pt x="96365" y="149071"/>
                    <a:pt x="135011" y="149773"/>
                  </a:cubicBezTo>
                  <a:cubicBezTo>
                    <a:pt x="146254" y="149773"/>
                    <a:pt x="156794" y="149071"/>
                    <a:pt x="165929" y="141341"/>
                  </a:cubicBezTo>
                  <a:cubicBezTo>
                    <a:pt x="179279" y="130099"/>
                    <a:pt x="184198" y="121667"/>
                    <a:pt x="166631" y="107613"/>
                  </a:cubicBezTo>
                  <a:cubicBezTo>
                    <a:pt x="130795" y="79507"/>
                    <a:pt x="130795" y="52103"/>
                    <a:pt x="163820" y="21186"/>
                  </a:cubicBezTo>
                  <a:cubicBezTo>
                    <a:pt x="199656" y="-12542"/>
                    <a:pt x="266409" y="-4813"/>
                    <a:pt x="294516" y="35942"/>
                  </a:cubicBezTo>
                  <a:cubicBezTo>
                    <a:pt x="312083" y="61238"/>
                    <a:pt x="309272" y="79507"/>
                    <a:pt x="288192" y="101992"/>
                  </a:cubicBezTo>
                  <a:cubicBezTo>
                    <a:pt x="280463" y="109721"/>
                    <a:pt x="260788" y="112532"/>
                    <a:pt x="269923" y="130099"/>
                  </a:cubicBezTo>
                  <a:cubicBezTo>
                    <a:pt x="277652" y="144855"/>
                    <a:pt x="291705" y="150476"/>
                    <a:pt x="308569" y="150476"/>
                  </a:cubicBezTo>
                  <a:cubicBezTo>
                    <a:pt x="345810" y="149773"/>
                    <a:pt x="383754" y="151881"/>
                    <a:pt x="420995" y="149773"/>
                  </a:cubicBezTo>
                  <a:cubicBezTo>
                    <a:pt x="441373" y="149071"/>
                    <a:pt x="444886" y="155395"/>
                    <a:pt x="444183" y="174367"/>
                  </a:cubicBezTo>
                  <a:cubicBezTo>
                    <a:pt x="442075" y="239011"/>
                    <a:pt x="442778" y="305062"/>
                    <a:pt x="442778" y="370410"/>
                  </a:cubicBezTo>
                  <a:close/>
                </a:path>
              </a:pathLst>
            </a:custGeom>
            <a:solidFill>
              <a:srgbClr val="7F7F7F"/>
            </a:solidFill>
            <a:ln cap="flat" cmpd="sng" w="19050">
              <a:solidFill>
                <a:schemeClr val="lt1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798" name="Google Shape;798;p65"/>
            <p:cNvSpPr/>
            <p:nvPr/>
          </p:nvSpPr>
          <p:spPr>
            <a:xfrm>
              <a:off x="5090840" y="3092504"/>
              <a:ext cx="795978" cy="1326628"/>
            </a:xfrm>
            <a:custGeom>
              <a:rect b="b" l="l" r="r" t="t"/>
              <a:pathLst>
                <a:path extrusionOk="0" h="737797" w="442678">
                  <a:moveTo>
                    <a:pt x="755" y="370037"/>
                  </a:moveTo>
                  <a:cubicBezTo>
                    <a:pt x="755" y="304690"/>
                    <a:pt x="1457" y="238639"/>
                    <a:pt x="52" y="173292"/>
                  </a:cubicBezTo>
                  <a:cubicBezTo>
                    <a:pt x="-651" y="153617"/>
                    <a:pt x="5673" y="148698"/>
                    <a:pt x="24645" y="149401"/>
                  </a:cubicBezTo>
                  <a:cubicBezTo>
                    <a:pt x="60481" y="150806"/>
                    <a:pt x="95614" y="150104"/>
                    <a:pt x="131450" y="149401"/>
                  </a:cubicBezTo>
                  <a:cubicBezTo>
                    <a:pt x="140585" y="149401"/>
                    <a:pt x="150422" y="149401"/>
                    <a:pt x="158151" y="146590"/>
                  </a:cubicBezTo>
                  <a:cubicBezTo>
                    <a:pt x="178528" y="139564"/>
                    <a:pt x="181339" y="122700"/>
                    <a:pt x="166583" y="109349"/>
                  </a:cubicBezTo>
                  <a:cubicBezTo>
                    <a:pt x="127937" y="74919"/>
                    <a:pt x="133558" y="33461"/>
                    <a:pt x="180637" y="8868"/>
                  </a:cubicBezTo>
                  <a:cubicBezTo>
                    <a:pt x="216472" y="-10104"/>
                    <a:pt x="270578" y="2544"/>
                    <a:pt x="293063" y="35569"/>
                  </a:cubicBezTo>
                  <a:cubicBezTo>
                    <a:pt x="311332" y="61568"/>
                    <a:pt x="309224" y="80540"/>
                    <a:pt x="286036" y="103025"/>
                  </a:cubicBezTo>
                  <a:cubicBezTo>
                    <a:pt x="278307" y="110052"/>
                    <a:pt x="260740" y="112862"/>
                    <a:pt x="268470" y="129024"/>
                  </a:cubicBezTo>
                  <a:cubicBezTo>
                    <a:pt x="275496" y="143077"/>
                    <a:pt x="288144" y="149401"/>
                    <a:pt x="304305" y="149401"/>
                  </a:cubicBezTo>
                  <a:cubicBezTo>
                    <a:pt x="342952" y="148698"/>
                    <a:pt x="380896" y="150104"/>
                    <a:pt x="419543" y="148698"/>
                  </a:cubicBezTo>
                  <a:cubicBezTo>
                    <a:pt x="438514" y="147996"/>
                    <a:pt x="444136" y="153617"/>
                    <a:pt x="443433" y="172589"/>
                  </a:cubicBezTo>
                  <a:cubicBezTo>
                    <a:pt x="442027" y="211938"/>
                    <a:pt x="442730" y="251287"/>
                    <a:pt x="443433" y="289934"/>
                  </a:cubicBezTo>
                  <a:cubicBezTo>
                    <a:pt x="444136" y="309608"/>
                    <a:pt x="435001" y="322959"/>
                    <a:pt x="420245" y="333499"/>
                  </a:cubicBezTo>
                  <a:cubicBezTo>
                    <a:pt x="408300" y="341931"/>
                    <a:pt x="397760" y="341931"/>
                    <a:pt x="387220" y="329986"/>
                  </a:cubicBezTo>
                  <a:cubicBezTo>
                    <a:pt x="352789" y="293447"/>
                    <a:pt x="342952" y="292042"/>
                    <a:pt x="316953" y="315932"/>
                  </a:cubicBezTo>
                  <a:cubicBezTo>
                    <a:pt x="290955" y="339823"/>
                    <a:pt x="286739" y="389009"/>
                    <a:pt x="308521" y="415711"/>
                  </a:cubicBezTo>
                  <a:cubicBezTo>
                    <a:pt x="334520" y="447331"/>
                    <a:pt x="354897" y="448033"/>
                    <a:pt x="382301" y="417819"/>
                  </a:cubicBezTo>
                  <a:cubicBezTo>
                    <a:pt x="389328" y="410089"/>
                    <a:pt x="393544" y="395333"/>
                    <a:pt x="409705" y="401657"/>
                  </a:cubicBezTo>
                  <a:cubicBezTo>
                    <a:pt x="427272" y="408684"/>
                    <a:pt x="442027" y="419927"/>
                    <a:pt x="442730" y="438196"/>
                  </a:cubicBezTo>
                  <a:cubicBezTo>
                    <a:pt x="444838" y="485274"/>
                    <a:pt x="443433" y="533055"/>
                    <a:pt x="444136" y="580134"/>
                  </a:cubicBezTo>
                  <a:cubicBezTo>
                    <a:pt x="444136" y="594187"/>
                    <a:pt x="434298" y="590674"/>
                    <a:pt x="427272" y="590674"/>
                  </a:cubicBezTo>
                  <a:cubicBezTo>
                    <a:pt x="388625" y="590674"/>
                    <a:pt x="350681" y="590674"/>
                    <a:pt x="312035" y="590674"/>
                  </a:cubicBezTo>
                  <a:cubicBezTo>
                    <a:pt x="300792" y="590674"/>
                    <a:pt x="290252" y="590674"/>
                    <a:pt x="281118" y="598403"/>
                  </a:cubicBezTo>
                  <a:cubicBezTo>
                    <a:pt x="268470" y="608943"/>
                    <a:pt x="260740" y="619483"/>
                    <a:pt x="279712" y="632834"/>
                  </a:cubicBezTo>
                  <a:cubicBezTo>
                    <a:pt x="297279" y="645482"/>
                    <a:pt x="313440" y="661643"/>
                    <a:pt x="305008" y="685534"/>
                  </a:cubicBezTo>
                  <a:cubicBezTo>
                    <a:pt x="295171" y="713640"/>
                    <a:pt x="276199" y="734720"/>
                    <a:pt x="244579" y="738233"/>
                  </a:cubicBezTo>
                  <a:cubicBezTo>
                    <a:pt x="210148" y="742449"/>
                    <a:pt x="177123" y="740341"/>
                    <a:pt x="153935" y="708019"/>
                  </a:cubicBezTo>
                  <a:cubicBezTo>
                    <a:pt x="135666" y="682020"/>
                    <a:pt x="137072" y="660238"/>
                    <a:pt x="160962" y="637752"/>
                  </a:cubicBezTo>
                  <a:cubicBezTo>
                    <a:pt x="167988" y="630726"/>
                    <a:pt x="184150" y="627915"/>
                    <a:pt x="178528" y="614565"/>
                  </a:cubicBezTo>
                  <a:cubicBezTo>
                    <a:pt x="172205" y="599809"/>
                    <a:pt x="159557" y="590674"/>
                    <a:pt x="141990" y="591377"/>
                  </a:cubicBezTo>
                  <a:cubicBezTo>
                    <a:pt x="102641" y="592079"/>
                    <a:pt x="63292" y="590674"/>
                    <a:pt x="24645" y="592079"/>
                  </a:cubicBezTo>
                  <a:cubicBezTo>
                    <a:pt x="6376" y="592782"/>
                    <a:pt x="1457" y="587863"/>
                    <a:pt x="2160" y="569594"/>
                  </a:cubicBezTo>
                  <a:cubicBezTo>
                    <a:pt x="1457" y="503544"/>
                    <a:pt x="755" y="436791"/>
                    <a:pt x="755" y="370037"/>
                  </a:cubicBezTo>
                  <a:close/>
                </a:path>
              </a:pathLst>
            </a:custGeom>
            <a:solidFill>
              <a:srgbClr val="7F7F7F"/>
            </a:solidFill>
            <a:ln cap="flat" cmpd="sng" w="19050">
              <a:solidFill>
                <a:schemeClr val="lt1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799" name="Google Shape;799;p65"/>
          <p:cNvGrpSpPr/>
          <p:nvPr/>
        </p:nvGrpSpPr>
        <p:grpSpPr>
          <a:xfrm>
            <a:off x="419948" y="4850164"/>
            <a:ext cx="2782515" cy="889187"/>
            <a:chOff x="2670350" y="1534411"/>
            <a:chExt cx="6851301" cy="2189418"/>
          </a:xfrm>
        </p:grpSpPr>
        <p:sp>
          <p:nvSpPr>
            <p:cNvPr id="800" name="Google Shape;800;p65"/>
            <p:cNvSpPr/>
            <p:nvPr/>
          </p:nvSpPr>
          <p:spPr>
            <a:xfrm rot="5400000">
              <a:off x="6157610" y="1570415"/>
              <a:ext cx="1620536" cy="2686291"/>
            </a:xfrm>
            <a:custGeom>
              <a:rect b="b" l="l" r="r" t="t"/>
              <a:pathLst>
                <a:path extrusionOk="0" h="2298537" w="1368152">
                  <a:moveTo>
                    <a:pt x="684076" y="0"/>
                  </a:moveTo>
                  <a:cubicBezTo>
                    <a:pt x="803370" y="0"/>
                    <a:pt x="900076" y="96706"/>
                    <a:pt x="900076" y="216000"/>
                  </a:cubicBezTo>
                  <a:cubicBezTo>
                    <a:pt x="900076" y="287268"/>
                    <a:pt x="865561" y="350475"/>
                    <a:pt x="810076" y="386760"/>
                  </a:cubicBezTo>
                  <a:lnTo>
                    <a:pt x="810076" y="450517"/>
                  </a:lnTo>
                  <a:lnTo>
                    <a:pt x="1368152" y="450517"/>
                  </a:lnTo>
                  <a:lnTo>
                    <a:pt x="1368152" y="895744"/>
                  </a:lnTo>
                  <a:cubicBezTo>
                    <a:pt x="1331417" y="875468"/>
                    <a:pt x="1289090" y="864516"/>
                    <a:pt x="1244206" y="864516"/>
                  </a:cubicBezTo>
                  <a:cubicBezTo>
                    <a:pt x="1095089" y="864516"/>
                    <a:pt x="974206" y="985399"/>
                    <a:pt x="974206" y="1134516"/>
                  </a:cubicBezTo>
                  <a:cubicBezTo>
                    <a:pt x="974206" y="1283633"/>
                    <a:pt x="1095089" y="1404516"/>
                    <a:pt x="1244206" y="1404516"/>
                  </a:cubicBezTo>
                  <a:cubicBezTo>
                    <a:pt x="1289090" y="1404516"/>
                    <a:pt x="1331417" y="1393563"/>
                    <a:pt x="1368152" y="1373288"/>
                  </a:cubicBezTo>
                  <a:lnTo>
                    <a:pt x="1368152" y="1818517"/>
                  </a:lnTo>
                  <a:lnTo>
                    <a:pt x="810076" y="1818517"/>
                  </a:lnTo>
                  <a:lnTo>
                    <a:pt x="810076" y="1911777"/>
                  </a:lnTo>
                  <a:cubicBezTo>
                    <a:pt x="865561" y="1948062"/>
                    <a:pt x="900076" y="2011269"/>
                    <a:pt x="900076" y="2082537"/>
                  </a:cubicBezTo>
                  <a:cubicBezTo>
                    <a:pt x="900076" y="2201831"/>
                    <a:pt x="803370" y="2298537"/>
                    <a:pt x="684076" y="2298537"/>
                  </a:cubicBezTo>
                  <a:cubicBezTo>
                    <a:pt x="564782" y="2298537"/>
                    <a:pt x="468076" y="2201831"/>
                    <a:pt x="468076" y="2082537"/>
                  </a:cubicBezTo>
                  <a:cubicBezTo>
                    <a:pt x="468076" y="2011269"/>
                    <a:pt x="502591" y="1948062"/>
                    <a:pt x="558076" y="1911777"/>
                  </a:cubicBezTo>
                  <a:lnTo>
                    <a:pt x="558076" y="1818517"/>
                  </a:lnTo>
                  <a:lnTo>
                    <a:pt x="0" y="1818517"/>
                  </a:lnTo>
                  <a:lnTo>
                    <a:pt x="0" y="1368933"/>
                  </a:lnTo>
                  <a:cubicBezTo>
                    <a:pt x="39235" y="1391659"/>
                    <a:pt x="84862" y="1404516"/>
                    <a:pt x="133491" y="1404516"/>
                  </a:cubicBezTo>
                  <a:cubicBezTo>
                    <a:pt x="282608" y="1404516"/>
                    <a:pt x="403491" y="1283633"/>
                    <a:pt x="403491" y="1134516"/>
                  </a:cubicBezTo>
                  <a:cubicBezTo>
                    <a:pt x="403491" y="985399"/>
                    <a:pt x="282608" y="864516"/>
                    <a:pt x="133491" y="864516"/>
                  </a:cubicBezTo>
                  <a:cubicBezTo>
                    <a:pt x="84862" y="864516"/>
                    <a:pt x="39235" y="877372"/>
                    <a:pt x="0" y="900098"/>
                  </a:cubicBezTo>
                  <a:lnTo>
                    <a:pt x="0" y="450517"/>
                  </a:lnTo>
                  <a:lnTo>
                    <a:pt x="558076" y="450517"/>
                  </a:lnTo>
                  <a:lnTo>
                    <a:pt x="558076" y="386760"/>
                  </a:lnTo>
                  <a:cubicBezTo>
                    <a:pt x="502591" y="350475"/>
                    <a:pt x="468076" y="287268"/>
                    <a:pt x="468076" y="216000"/>
                  </a:cubicBezTo>
                  <a:cubicBezTo>
                    <a:pt x="468076" y="96706"/>
                    <a:pt x="564782" y="0"/>
                    <a:pt x="684076" y="0"/>
                  </a:cubicBezTo>
                  <a:close/>
                </a:path>
              </a:pathLst>
            </a:custGeom>
            <a:solidFill>
              <a:srgbClr val="7F7F7F"/>
            </a:solidFill>
            <a:ln cap="flat" cmpd="sng" w="9525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0">
                <a:solidFill>
                  <a:srgbClr val="0075E2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801" name="Google Shape;801;p65"/>
            <p:cNvSpPr/>
            <p:nvPr/>
          </p:nvSpPr>
          <p:spPr>
            <a:xfrm rot="-5400000">
              <a:off x="2937315" y="1836328"/>
              <a:ext cx="1620536" cy="2154466"/>
            </a:xfrm>
            <a:custGeom>
              <a:rect b="b" l="l" r="r" t="t"/>
              <a:pathLst>
                <a:path extrusionOk="0" h="1952472" w="1449013">
                  <a:moveTo>
                    <a:pt x="1449013" y="0"/>
                  </a:moveTo>
                  <a:lnTo>
                    <a:pt x="1449013" y="466741"/>
                  </a:lnTo>
                  <a:cubicBezTo>
                    <a:pt x="1410107" y="445266"/>
                    <a:pt x="1365278" y="433666"/>
                    <a:pt x="1317741" y="433666"/>
                  </a:cubicBezTo>
                  <a:cubicBezTo>
                    <a:pt x="1159811" y="433666"/>
                    <a:pt x="1031784" y="561696"/>
                    <a:pt x="1031784" y="719630"/>
                  </a:cubicBezTo>
                  <a:cubicBezTo>
                    <a:pt x="1031784" y="877563"/>
                    <a:pt x="1159811" y="1005593"/>
                    <a:pt x="1317741" y="1005593"/>
                  </a:cubicBezTo>
                  <a:cubicBezTo>
                    <a:pt x="1365278" y="1005593"/>
                    <a:pt x="1410107" y="993993"/>
                    <a:pt x="1449013" y="972519"/>
                  </a:cubicBezTo>
                  <a:lnTo>
                    <a:pt x="1449013" y="1444072"/>
                  </a:lnTo>
                  <a:lnTo>
                    <a:pt x="857954" y="1444072"/>
                  </a:lnTo>
                  <a:lnTo>
                    <a:pt x="857954" y="1542845"/>
                  </a:lnTo>
                  <a:cubicBezTo>
                    <a:pt x="916718" y="1581276"/>
                    <a:pt x="953273" y="1648220"/>
                    <a:pt x="953273" y="1723701"/>
                  </a:cubicBezTo>
                  <a:cubicBezTo>
                    <a:pt x="953273" y="1850048"/>
                    <a:pt x="850851" y="1952472"/>
                    <a:pt x="724507" y="1952472"/>
                  </a:cubicBezTo>
                  <a:cubicBezTo>
                    <a:pt x="598162" y="1952472"/>
                    <a:pt x="495741" y="1850048"/>
                    <a:pt x="495741" y="1723701"/>
                  </a:cubicBezTo>
                  <a:cubicBezTo>
                    <a:pt x="495741" y="1648220"/>
                    <a:pt x="532295" y="1581276"/>
                    <a:pt x="591060" y="1542845"/>
                  </a:cubicBezTo>
                  <a:lnTo>
                    <a:pt x="591060" y="1444072"/>
                  </a:lnTo>
                  <a:lnTo>
                    <a:pt x="0" y="1444072"/>
                  </a:lnTo>
                  <a:lnTo>
                    <a:pt x="0" y="967906"/>
                  </a:lnTo>
                  <a:cubicBezTo>
                    <a:pt x="41554" y="991976"/>
                    <a:pt x="89878" y="1005593"/>
                    <a:pt x="141381" y="1005593"/>
                  </a:cubicBezTo>
                  <a:cubicBezTo>
                    <a:pt x="299311" y="1005593"/>
                    <a:pt x="427338" y="877563"/>
                    <a:pt x="427338" y="719630"/>
                  </a:cubicBezTo>
                  <a:cubicBezTo>
                    <a:pt x="427338" y="561696"/>
                    <a:pt x="299311" y="433666"/>
                    <a:pt x="141381" y="433666"/>
                  </a:cubicBezTo>
                  <a:cubicBezTo>
                    <a:pt x="89878" y="433666"/>
                    <a:pt x="41554" y="447283"/>
                    <a:pt x="0" y="47135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7F7F7F"/>
            </a:solidFill>
            <a:ln cap="flat" cmpd="sng" w="9525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0">
                <a:solidFill>
                  <a:srgbClr val="0075E2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802" name="Google Shape;802;p65"/>
            <p:cNvSpPr/>
            <p:nvPr/>
          </p:nvSpPr>
          <p:spPr>
            <a:xfrm rot="10800000">
              <a:off x="4427358" y="1534411"/>
              <a:ext cx="1598922" cy="2183591"/>
            </a:xfrm>
            <a:custGeom>
              <a:rect b="b" l="l" r="r" t="t"/>
              <a:pathLst>
                <a:path extrusionOk="0" h="1952472" w="1449013">
                  <a:moveTo>
                    <a:pt x="1449013" y="0"/>
                  </a:moveTo>
                  <a:lnTo>
                    <a:pt x="1449013" y="466741"/>
                  </a:lnTo>
                  <a:cubicBezTo>
                    <a:pt x="1410107" y="445266"/>
                    <a:pt x="1365278" y="433666"/>
                    <a:pt x="1317741" y="433666"/>
                  </a:cubicBezTo>
                  <a:cubicBezTo>
                    <a:pt x="1159811" y="433666"/>
                    <a:pt x="1031784" y="561696"/>
                    <a:pt x="1031784" y="719630"/>
                  </a:cubicBezTo>
                  <a:cubicBezTo>
                    <a:pt x="1031784" y="877563"/>
                    <a:pt x="1159811" y="1005593"/>
                    <a:pt x="1317741" y="1005593"/>
                  </a:cubicBezTo>
                  <a:cubicBezTo>
                    <a:pt x="1365278" y="1005593"/>
                    <a:pt x="1410107" y="993993"/>
                    <a:pt x="1449013" y="972519"/>
                  </a:cubicBezTo>
                  <a:lnTo>
                    <a:pt x="1449013" y="1444072"/>
                  </a:lnTo>
                  <a:lnTo>
                    <a:pt x="857954" y="1444072"/>
                  </a:lnTo>
                  <a:lnTo>
                    <a:pt x="857954" y="1542845"/>
                  </a:lnTo>
                  <a:cubicBezTo>
                    <a:pt x="916718" y="1581276"/>
                    <a:pt x="953273" y="1648220"/>
                    <a:pt x="953273" y="1723701"/>
                  </a:cubicBezTo>
                  <a:cubicBezTo>
                    <a:pt x="953273" y="1850048"/>
                    <a:pt x="850851" y="1952472"/>
                    <a:pt x="724507" y="1952472"/>
                  </a:cubicBezTo>
                  <a:cubicBezTo>
                    <a:pt x="598162" y="1952472"/>
                    <a:pt x="495741" y="1850048"/>
                    <a:pt x="495741" y="1723701"/>
                  </a:cubicBezTo>
                  <a:cubicBezTo>
                    <a:pt x="495741" y="1648220"/>
                    <a:pt x="532295" y="1581276"/>
                    <a:pt x="591060" y="1542845"/>
                  </a:cubicBezTo>
                  <a:lnTo>
                    <a:pt x="591060" y="1444072"/>
                  </a:lnTo>
                  <a:lnTo>
                    <a:pt x="0" y="1444072"/>
                  </a:lnTo>
                  <a:lnTo>
                    <a:pt x="0" y="967906"/>
                  </a:lnTo>
                  <a:cubicBezTo>
                    <a:pt x="41554" y="991976"/>
                    <a:pt x="89878" y="1005593"/>
                    <a:pt x="141381" y="1005593"/>
                  </a:cubicBezTo>
                  <a:cubicBezTo>
                    <a:pt x="299311" y="1005593"/>
                    <a:pt x="427338" y="877563"/>
                    <a:pt x="427338" y="719630"/>
                  </a:cubicBezTo>
                  <a:cubicBezTo>
                    <a:pt x="427338" y="561696"/>
                    <a:pt x="299311" y="433666"/>
                    <a:pt x="141381" y="433666"/>
                  </a:cubicBezTo>
                  <a:cubicBezTo>
                    <a:pt x="89878" y="433666"/>
                    <a:pt x="41554" y="447283"/>
                    <a:pt x="0" y="47135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7F7F7F"/>
            </a:solidFill>
            <a:ln cap="flat" cmpd="sng" w="9525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0">
                <a:solidFill>
                  <a:srgbClr val="0075E2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803" name="Google Shape;803;p65"/>
            <p:cNvSpPr/>
            <p:nvPr/>
          </p:nvSpPr>
          <p:spPr>
            <a:xfrm rot="10800000">
              <a:off x="7922729" y="1534466"/>
              <a:ext cx="1598922" cy="2183538"/>
            </a:xfrm>
            <a:custGeom>
              <a:rect b="b" l="l" r="r" t="t"/>
              <a:pathLst>
                <a:path extrusionOk="0" h="1952424" w="1449013">
                  <a:moveTo>
                    <a:pt x="0" y="1444024"/>
                  </a:moveTo>
                  <a:lnTo>
                    <a:pt x="0" y="0"/>
                  </a:lnTo>
                  <a:lnTo>
                    <a:pt x="1449013" y="0"/>
                  </a:lnTo>
                  <a:lnTo>
                    <a:pt x="1449013" y="466693"/>
                  </a:lnTo>
                  <a:cubicBezTo>
                    <a:pt x="1410107" y="445218"/>
                    <a:pt x="1365278" y="433619"/>
                    <a:pt x="1317742" y="433619"/>
                  </a:cubicBezTo>
                  <a:cubicBezTo>
                    <a:pt x="1159811" y="433619"/>
                    <a:pt x="1031784" y="561649"/>
                    <a:pt x="1031784" y="719582"/>
                  </a:cubicBezTo>
                  <a:cubicBezTo>
                    <a:pt x="1031784" y="877515"/>
                    <a:pt x="1159811" y="1005545"/>
                    <a:pt x="1317742" y="1005545"/>
                  </a:cubicBezTo>
                  <a:cubicBezTo>
                    <a:pt x="1365278" y="1005545"/>
                    <a:pt x="1410107" y="993945"/>
                    <a:pt x="1449013" y="972471"/>
                  </a:cubicBezTo>
                  <a:lnTo>
                    <a:pt x="1449013" y="1444024"/>
                  </a:lnTo>
                  <a:lnTo>
                    <a:pt x="857954" y="1444024"/>
                  </a:lnTo>
                  <a:lnTo>
                    <a:pt x="857954" y="1542797"/>
                  </a:lnTo>
                  <a:cubicBezTo>
                    <a:pt x="916718" y="1581228"/>
                    <a:pt x="953273" y="1648172"/>
                    <a:pt x="953273" y="1723653"/>
                  </a:cubicBezTo>
                  <a:cubicBezTo>
                    <a:pt x="953273" y="1850000"/>
                    <a:pt x="850851" y="1952424"/>
                    <a:pt x="724507" y="1952424"/>
                  </a:cubicBezTo>
                  <a:cubicBezTo>
                    <a:pt x="598162" y="1952424"/>
                    <a:pt x="495741" y="1850000"/>
                    <a:pt x="495741" y="1723653"/>
                  </a:cubicBezTo>
                  <a:cubicBezTo>
                    <a:pt x="495741" y="1648172"/>
                    <a:pt x="532295" y="1581228"/>
                    <a:pt x="591060" y="1542797"/>
                  </a:cubicBezTo>
                  <a:lnTo>
                    <a:pt x="591060" y="1444024"/>
                  </a:lnTo>
                  <a:lnTo>
                    <a:pt x="0" y="1444024"/>
                  </a:lnTo>
                  <a:close/>
                </a:path>
              </a:pathLst>
            </a:custGeom>
            <a:solidFill>
              <a:srgbClr val="7F7F7F"/>
            </a:solidFill>
            <a:ln cap="flat" cmpd="sng" w="9525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0">
                <a:solidFill>
                  <a:srgbClr val="0075E2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804" name="Google Shape;804;p65"/>
          <p:cNvSpPr/>
          <p:nvPr/>
        </p:nvSpPr>
        <p:spPr>
          <a:xfrm rot="8594075">
            <a:off x="9223197" y="1091915"/>
            <a:ext cx="2264815" cy="3648088"/>
          </a:xfrm>
          <a:custGeom>
            <a:rect b="b" l="l" r="r" t="t"/>
            <a:pathLst>
              <a:path extrusionOk="0" h="4523596" w="2808349">
                <a:moveTo>
                  <a:pt x="567373" y="3851649"/>
                </a:moveTo>
                <a:cubicBezTo>
                  <a:pt x="971771" y="4313801"/>
                  <a:pt x="1674249" y="4360621"/>
                  <a:pt x="2136401" y="3956223"/>
                </a:cubicBezTo>
                <a:cubicBezTo>
                  <a:pt x="2598554" y="3551825"/>
                  <a:pt x="2645373" y="2849347"/>
                  <a:pt x="2240976" y="2387195"/>
                </a:cubicBezTo>
                <a:cubicBezTo>
                  <a:pt x="1836578" y="1925042"/>
                  <a:pt x="1134100" y="1878223"/>
                  <a:pt x="671947" y="2282621"/>
                </a:cubicBezTo>
                <a:cubicBezTo>
                  <a:pt x="209795" y="2687018"/>
                  <a:pt x="162975" y="3389496"/>
                  <a:pt x="567373" y="3851649"/>
                </a:cubicBezTo>
                <a:close/>
                <a:moveTo>
                  <a:pt x="347455" y="4044083"/>
                </a:moveTo>
                <a:cubicBezTo>
                  <a:pt x="-163221" y="3460474"/>
                  <a:pt x="-104097" y="2573380"/>
                  <a:pt x="479512" y="2062703"/>
                </a:cubicBezTo>
                <a:cubicBezTo>
                  <a:pt x="688143" y="1880145"/>
                  <a:pt x="935556" y="1770404"/>
                  <a:pt x="1190892" y="1732712"/>
                </a:cubicBezTo>
                <a:lnTo>
                  <a:pt x="1190892" y="228600"/>
                </a:lnTo>
                <a:cubicBezTo>
                  <a:pt x="1190892" y="102348"/>
                  <a:pt x="1293240" y="0"/>
                  <a:pt x="1419492" y="0"/>
                </a:cubicBezTo>
                <a:cubicBezTo>
                  <a:pt x="1545744" y="0"/>
                  <a:pt x="1648092" y="102348"/>
                  <a:pt x="1648092" y="228600"/>
                </a:cubicBezTo>
                <a:lnTo>
                  <a:pt x="1648092" y="1737288"/>
                </a:lnTo>
                <a:cubicBezTo>
                  <a:pt x="1952641" y="1790115"/>
                  <a:pt x="2241503" y="1944038"/>
                  <a:pt x="2460893" y="2194760"/>
                </a:cubicBezTo>
                <a:cubicBezTo>
                  <a:pt x="2971570" y="2778370"/>
                  <a:pt x="2912446" y="3665464"/>
                  <a:pt x="2328836" y="4176140"/>
                </a:cubicBezTo>
                <a:cubicBezTo>
                  <a:pt x="1745226" y="4686817"/>
                  <a:pt x="858132" y="4627693"/>
                  <a:pt x="347455" y="4044083"/>
                </a:cubicBezTo>
                <a:close/>
              </a:path>
            </a:pathLst>
          </a:custGeom>
          <a:gradFill>
            <a:gsLst>
              <a:gs pos="0">
                <a:srgbClr val="BFBFBF"/>
              </a:gs>
              <a:gs pos="100000">
                <a:srgbClr val="F2F2F2"/>
              </a:gs>
            </a:gsLst>
            <a:lin ang="18900000" scaled="0"/>
          </a:gra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tr" dir="8100000" dist="127000">
              <a:srgbClr val="000000">
                <a:alpha val="3294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1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grpSp>
        <p:nvGrpSpPr>
          <p:cNvPr id="805" name="Google Shape;805;p65"/>
          <p:cNvGrpSpPr/>
          <p:nvPr/>
        </p:nvGrpSpPr>
        <p:grpSpPr>
          <a:xfrm rot="1067839">
            <a:off x="4961417" y="4355779"/>
            <a:ext cx="1724205" cy="1605590"/>
            <a:chOff x="4936978" y="1015991"/>
            <a:chExt cx="1408746" cy="1311833"/>
          </a:xfrm>
        </p:grpSpPr>
        <p:sp>
          <p:nvSpPr>
            <p:cNvPr id="806" name="Google Shape;806;p65"/>
            <p:cNvSpPr/>
            <p:nvPr/>
          </p:nvSpPr>
          <p:spPr>
            <a:xfrm flipH="1" rot="3965908">
              <a:off x="5478651" y="1283059"/>
              <a:ext cx="479323" cy="1160106"/>
            </a:xfrm>
            <a:custGeom>
              <a:rect b="b" l="l" r="r" t="t"/>
              <a:pathLst>
                <a:path extrusionOk="0" h="2513590" w="1038544">
                  <a:moveTo>
                    <a:pt x="0" y="2513590"/>
                  </a:moveTo>
                  <a:lnTo>
                    <a:pt x="1038544" y="0"/>
                  </a:lnTo>
                  <a:lnTo>
                    <a:pt x="786242" y="2513590"/>
                  </a:lnTo>
                  <a:lnTo>
                    <a:pt x="0" y="2513590"/>
                  </a:lnTo>
                  <a:close/>
                </a:path>
              </a:pathLst>
            </a:custGeom>
            <a:solidFill>
              <a:srgbClr val="A5A5A5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807" name="Google Shape;807;p65"/>
            <p:cNvSpPr/>
            <p:nvPr/>
          </p:nvSpPr>
          <p:spPr>
            <a:xfrm rot="1861541">
              <a:off x="5137988" y="1148280"/>
              <a:ext cx="790741" cy="999463"/>
            </a:xfrm>
            <a:custGeom>
              <a:rect b="b" l="l" r="r" t="t"/>
              <a:pathLst>
                <a:path extrusionOk="0" h="2165526" w="1658686">
                  <a:moveTo>
                    <a:pt x="0" y="2165526"/>
                  </a:moveTo>
                  <a:lnTo>
                    <a:pt x="1658686" y="0"/>
                  </a:lnTo>
                  <a:lnTo>
                    <a:pt x="487152" y="2165526"/>
                  </a:lnTo>
                  <a:lnTo>
                    <a:pt x="0" y="2165526"/>
                  </a:lnTo>
                  <a:close/>
                </a:path>
              </a:pathLst>
            </a:custGeom>
            <a:solidFill>
              <a:srgbClr val="BFBFB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808" name="Google Shape;808;p65"/>
            <p:cNvSpPr/>
            <p:nvPr/>
          </p:nvSpPr>
          <p:spPr>
            <a:xfrm flipH="1" rot="5400000">
              <a:off x="5272724" y="1450290"/>
              <a:ext cx="872754" cy="837930"/>
            </a:xfrm>
            <a:custGeom>
              <a:rect b="b" l="l" r="r" t="t"/>
              <a:pathLst>
                <a:path extrusionOk="0" h="1815534" w="1830721">
                  <a:moveTo>
                    <a:pt x="0" y="1815534"/>
                  </a:moveTo>
                  <a:lnTo>
                    <a:pt x="1830721" y="0"/>
                  </a:lnTo>
                  <a:lnTo>
                    <a:pt x="487152" y="1815534"/>
                  </a:lnTo>
                  <a:lnTo>
                    <a:pt x="0" y="1815534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809" name="Google Shape;809;p65"/>
            <p:cNvSpPr/>
            <p:nvPr/>
          </p:nvSpPr>
          <p:spPr>
            <a:xfrm rot="1786633">
              <a:off x="5502366" y="1257945"/>
              <a:ext cx="500435" cy="1012454"/>
            </a:xfrm>
            <a:prstGeom prst="triangle">
              <a:avLst>
                <a:gd fmla="val 83353" name="adj"/>
              </a:avLst>
            </a:prstGeom>
            <a:solidFill>
              <a:srgbClr val="BFBFB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grpSp>
        <p:nvGrpSpPr>
          <p:cNvPr id="810" name="Google Shape;810;p65"/>
          <p:cNvGrpSpPr/>
          <p:nvPr/>
        </p:nvGrpSpPr>
        <p:grpSpPr>
          <a:xfrm>
            <a:off x="7317807" y="3571495"/>
            <a:ext cx="2558649" cy="2557337"/>
            <a:chOff x="4574848" y="1897856"/>
            <a:chExt cx="3028217" cy="3026664"/>
          </a:xfrm>
        </p:grpSpPr>
        <p:sp>
          <p:nvSpPr>
            <p:cNvPr id="811" name="Google Shape;811;p65"/>
            <p:cNvSpPr/>
            <p:nvPr/>
          </p:nvSpPr>
          <p:spPr>
            <a:xfrm>
              <a:off x="4575624" y="1897856"/>
              <a:ext cx="3026664" cy="3026664"/>
            </a:xfrm>
            <a:custGeom>
              <a:rect b="b" l="l" r="r" t="t"/>
              <a:pathLst>
                <a:path extrusionOk="0" h="3057525" w="3057525">
                  <a:moveTo>
                    <a:pt x="3057049" y="1532096"/>
                  </a:moveTo>
                  <a:cubicBezTo>
                    <a:pt x="3057049" y="2374304"/>
                    <a:pt x="2374304" y="3057049"/>
                    <a:pt x="1532096" y="3057049"/>
                  </a:cubicBezTo>
                  <a:cubicBezTo>
                    <a:pt x="689888" y="3057049"/>
                    <a:pt x="7144" y="2374304"/>
                    <a:pt x="7144" y="1532096"/>
                  </a:cubicBezTo>
                  <a:cubicBezTo>
                    <a:pt x="7144" y="689888"/>
                    <a:pt x="689888" y="7144"/>
                    <a:pt x="1532096" y="7144"/>
                  </a:cubicBezTo>
                  <a:cubicBezTo>
                    <a:pt x="2374304" y="7144"/>
                    <a:pt x="3057049" y="689888"/>
                    <a:pt x="3057049" y="1532096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63500" sx="102000" rotWithShape="0" algn="ctr" sy="102000">
                <a:srgbClr val="000000">
                  <a:alpha val="4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812" name="Google Shape;812;p65"/>
            <p:cNvSpPr/>
            <p:nvPr/>
          </p:nvSpPr>
          <p:spPr>
            <a:xfrm>
              <a:off x="4574848" y="1907000"/>
              <a:ext cx="3028217" cy="2962327"/>
            </a:xfrm>
            <a:custGeom>
              <a:rect b="b" l="l" r="r" t="t"/>
              <a:pathLst>
                <a:path extrusionOk="0" h="2962327" w="3028217">
                  <a:moveTo>
                    <a:pt x="2863236" y="2049564"/>
                  </a:moveTo>
                  <a:cubicBezTo>
                    <a:pt x="2854902" y="2049564"/>
                    <a:pt x="2847996" y="2053612"/>
                    <a:pt x="2844662" y="2065518"/>
                  </a:cubicBezTo>
                  <a:cubicBezTo>
                    <a:pt x="2840852" y="2080758"/>
                    <a:pt x="2821802" y="2104571"/>
                    <a:pt x="2847519" y="2116953"/>
                  </a:cubicBezTo>
                  <a:cubicBezTo>
                    <a:pt x="2878000" y="2131241"/>
                    <a:pt x="2877047" y="2098856"/>
                    <a:pt x="2887525" y="2084568"/>
                  </a:cubicBezTo>
                  <a:cubicBezTo>
                    <a:pt x="2888477" y="2083616"/>
                    <a:pt x="2889430" y="2080758"/>
                    <a:pt x="2890382" y="2078853"/>
                  </a:cubicBezTo>
                  <a:cubicBezTo>
                    <a:pt x="2895144" y="2071233"/>
                    <a:pt x="2896097" y="2064566"/>
                    <a:pt x="2890382" y="2057898"/>
                  </a:cubicBezTo>
                  <a:cubicBezTo>
                    <a:pt x="2881334" y="2053612"/>
                    <a:pt x="2871571" y="2049564"/>
                    <a:pt x="2863236" y="2049564"/>
                  </a:cubicBezTo>
                  <a:close/>
                  <a:moveTo>
                    <a:pt x="2453184" y="1703568"/>
                  </a:moveTo>
                  <a:cubicBezTo>
                    <a:pt x="2446516" y="1700711"/>
                    <a:pt x="2442706" y="1708331"/>
                    <a:pt x="2444611" y="1714046"/>
                  </a:cubicBezTo>
                  <a:cubicBezTo>
                    <a:pt x="2448421" y="1725476"/>
                    <a:pt x="2452231" y="1738811"/>
                    <a:pt x="2467471" y="1740716"/>
                  </a:cubicBezTo>
                  <a:cubicBezTo>
                    <a:pt x="2475091" y="1741668"/>
                    <a:pt x="2480806" y="1736906"/>
                    <a:pt x="2482711" y="1728333"/>
                  </a:cubicBezTo>
                  <a:cubicBezTo>
                    <a:pt x="2473186" y="1720713"/>
                    <a:pt x="2463661" y="1710236"/>
                    <a:pt x="2453184" y="1703568"/>
                  </a:cubicBezTo>
                  <a:close/>
                  <a:moveTo>
                    <a:pt x="802501" y="1583553"/>
                  </a:moveTo>
                  <a:cubicBezTo>
                    <a:pt x="805359" y="1585458"/>
                    <a:pt x="811074" y="1586410"/>
                    <a:pt x="812026" y="1589268"/>
                  </a:cubicBezTo>
                  <a:cubicBezTo>
                    <a:pt x="814884" y="1596888"/>
                    <a:pt x="807264" y="1597840"/>
                    <a:pt x="802501" y="1599745"/>
                  </a:cubicBezTo>
                  <a:cubicBezTo>
                    <a:pt x="797739" y="1601650"/>
                    <a:pt x="792976" y="1598793"/>
                    <a:pt x="792024" y="1594030"/>
                  </a:cubicBezTo>
                  <a:cubicBezTo>
                    <a:pt x="788214" y="1586410"/>
                    <a:pt x="794881" y="1585458"/>
                    <a:pt x="802501" y="1583553"/>
                  </a:cubicBezTo>
                  <a:close/>
                  <a:moveTo>
                    <a:pt x="573901" y="1577838"/>
                  </a:moveTo>
                  <a:cubicBezTo>
                    <a:pt x="581521" y="1579743"/>
                    <a:pt x="588189" y="1582600"/>
                    <a:pt x="592951" y="1589268"/>
                  </a:cubicBezTo>
                  <a:cubicBezTo>
                    <a:pt x="592951" y="1594982"/>
                    <a:pt x="589141" y="1596888"/>
                    <a:pt x="584379" y="1596888"/>
                  </a:cubicBezTo>
                  <a:cubicBezTo>
                    <a:pt x="575806" y="1597840"/>
                    <a:pt x="568186" y="1595935"/>
                    <a:pt x="565329" y="1587363"/>
                  </a:cubicBezTo>
                  <a:cubicBezTo>
                    <a:pt x="562471" y="1580695"/>
                    <a:pt x="568186" y="1576885"/>
                    <a:pt x="573901" y="1577838"/>
                  </a:cubicBezTo>
                  <a:close/>
                  <a:moveTo>
                    <a:pt x="698678" y="1550216"/>
                  </a:moveTo>
                  <a:cubicBezTo>
                    <a:pt x="729158" y="1545453"/>
                    <a:pt x="746303" y="1560693"/>
                    <a:pt x="763448" y="1592126"/>
                  </a:cubicBezTo>
                  <a:cubicBezTo>
                    <a:pt x="731063" y="1576886"/>
                    <a:pt x="706298" y="1611176"/>
                    <a:pt x="678676" y="1592126"/>
                  </a:cubicBezTo>
                  <a:cubicBezTo>
                    <a:pt x="675818" y="1573076"/>
                    <a:pt x="667246" y="1551168"/>
                    <a:pt x="698678" y="1550216"/>
                  </a:cubicBezTo>
                  <a:close/>
                  <a:moveTo>
                    <a:pt x="492939" y="1460681"/>
                  </a:moveTo>
                  <a:cubicBezTo>
                    <a:pt x="518656" y="1456871"/>
                    <a:pt x="541516" y="1464491"/>
                    <a:pt x="562471" y="1479731"/>
                  </a:cubicBezTo>
                  <a:cubicBezTo>
                    <a:pt x="590094" y="1499733"/>
                    <a:pt x="618669" y="1515926"/>
                    <a:pt x="646291" y="1537833"/>
                  </a:cubicBezTo>
                  <a:cubicBezTo>
                    <a:pt x="620574" y="1545453"/>
                    <a:pt x="593904" y="1560693"/>
                    <a:pt x="577711" y="1525451"/>
                  </a:cubicBezTo>
                  <a:cubicBezTo>
                    <a:pt x="567234" y="1503543"/>
                    <a:pt x="541516" y="1503543"/>
                    <a:pt x="527229" y="1487351"/>
                  </a:cubicBezTo>
                  <a:lnTo>
                    <a:pt x="525032" y="1486533"/>
                  </a:lnTo>
                  <a:lnTo>
                    <a:pt x="527229" y="1488303"/>
                  </a:lnTo>
                  <a:cubicBezTo>
                    <a:pt x="502464" y="1486398"/>
                    <a:pt x="475794" y="1465443"/>
                    <a:pt x="451029" y="1494971"/>
                  </a:cubicBezTo>
                  <a:cubicBezTo>
                    <a:pt x="453886" y="1467348"/>
                    <a:pt x="471984" y="1461633"/>
                    <a:pt x="492939" y="1460681"/>
                  </a:cubicBezTo>
                  <a:close/>
                  <a:moveTo>
                    <a:pt x="592475" y="1413889"/>
                  </a:moveTo>
                  <a:cubicBezTo>
                    <a:pt x="594380" y="1414008"/>
                    <a:pt x="596285" y="1414485"/>
                    <a:pt x="596761" y="1414961"/>
                  </a:cubicBezTo>
                  <a:cubicBezTo>
                    <a:pt x="605334" y="1423533"/>
                    <a:pt x="603428" y="1433058"/>
                    <a:pt x="595809" y="1447346"/>
                  </a:cubicBezTo>
                  <a:cubicBezTo>
                    <a:pt x="589141" y="1434011"/>
                    <a:pt x="579616" y="1426391"/>
                    <a:pt x="588189" y="1414961"/>
                  </a:cubicBezTo>
                  <a:cubicBezTo>
                    <a:pt x="588665" y="1414009"/>
                    <a:pt x="590570" y="1413770"/>
                    <a:pt x="592475" y="1413889"/>
                  </a:cubicBezTo>
                  <a:close/>
                  <a:moveTo>
                    <a:pt x="2633206" y="1174931"/>
                  </a:moveTo>
                  <a:cubicBezTo>
                    <a:pt x="2646541" y="1176836"/>
                    <a:pt x="2659876" y="1178741"/>
                    <a:pt x="2673211" y="1180646"/>
                  </a:cubicBezTo>
                  <a:cubicBezTo>
                    <a:pt x="2657018" y="1197791"/>
                    <a:pt x="2645588" y="1186361"/>
                    <a:pt x="2633206" y="1174931"/>
                  </a:cubicBezTo>
                  <a:close/>
                  <a:moveTo>
                    <a:pt x="2477948" y="1095873"/>
                  </a:moveTo>
                  <a:cubicBezTo>
                    <a:pt x="2477948" y="1101588"/>
                    <a:pt x="2478901" y="1106350"/>
                    <a:pt x="2484616" y="1110160"/>
                  </a:cubicBezTo>
                  <a:cubicBezTo>
                    <a:pt x="2478901" y="1119685"/>
                    <a:pt x="2464613" y="1121590"/>
                    <a:pt x="2464613" y="1135878"/>
                  </a:cubicBezTo>
                  <a:cubicBezTo>
                    <a:pt x="2464613" y="1153023"/>
                    <a:pt x="2454136" y="1151118"/>
                    <a:pt x="2444611" y="1144450"/>
                  </a:cubicBezTo>
                  <a:cubicBezTo>
                    <a:pt x="2434133" y="1136830"/>
                    <a:pt x="2413178" y="1133020"/>
                    <a:pt x="2415083" y="1119685"/>
                  </a:cubicBezTo>
                  <a:cubicBezTo>
                    <a:pt x="2417941" y="1101588"/>
                    <a:pt x="2436038" y="1116828"/>
                    <a:pt x="2446516" y="1114923"/>
                  </a:cubicBezTo>
                  <a:cubicBezTo>
                    <a:pt x="2458898" y="1112065"/>
                    <a:pt x="2470329" y="1106350"/>
                    <a:pt x="2477948" y="1095873"/>
                  </a:cubicBezTo>
                  <a:close/>
                  <a:moveTo>
                    <a:pt x="2344599" y="1039676"/>
                  </a:moveTo>
                  <a:cubicBezTo>
                    <a:pt x="2358886" y="1039676"/>
                    <a:pt x="2352219" y="1056821"/>
                    <a:pt x="2355076" y="1066346"/>
                  </a:cubicBezTo>
                  <a:cubicBezTo>
                    <a:pt x="2354124" y="1077776"/>
                    <a:pt x="2356981" y="1093016"/>
                    <a:pt x="2341741" y="1092063"/>
                  </a:cubicBezTo>
                  <a:cubicBezTo>
                    <a:pt x="2328406" y="1091111"/>
                    <a:pt x="2329359" y="1075871"/>
                    <a:pt x="2328406" y="1065393"/>
                  </a:cubicBezTo>
                  <a:cubicBezTo>
                    <a:pt x="2327454" y="1053011"/>
                    <a:pt x="2331264" y="1039676"/>
                    <a:pt x="2344599" y="1039676"/>
                  </a:cubicBezTo>
                  <a:close/>
                  <a:moveTo>
                    <a:pt x="699631" y="966334"/>
                  </a:moveTo>
                  <a:cubicBezTo>
                    <a:pt x="671056" y="960619"/>
                    <a:pt x="648196" y="971096"/>
                    <a:pt x="616764" y="992051"/>
                  </a:cubicBezTo>
                  <a:cubicBezTo>
                    <a:pt x="652959" y="990146"/>
                    <a:pt x="677724" y="983478"/>
                    <a:pt x="699631" y="966334"/>
                  </a:cubicBezTo>
                  <a:close/>
                  <a:moveTo>
                    <a:pt x="2786559" y="938711"/>
                  </a:moveTo>
                  <a:cubicBezTo>
                    <a:pt x="2796084" y="944426"/>
                    <a:pt x="2804656" y="939663"/>
                    <a:pt x="2814181" y="938711"/>
                  </a:cubicBezTo>
                  <a:cubicBezTo>
                    <a:pt x="2814181" y="940616"/>
                    <a:pt x="2814181" y="943473"/>
                    <a:pt x="2814181" y="945378"/>
                  </a:cubicBezTo>
                  <a:cubicBezTo>
                    <a:pt x="2803704" y="949188"/>
                    <a:pt x="2791321" y="959666"/>
                    <a:pt x="2786559" y="938711"/>
                  </a:cubicBezTo>
                  <a:close/>
                  <a:moveTo>
                    <a:pt x="737731" y="935019"/>
                  </a:moveTo>
                  <a:cubicBezTo>
                    <a:pt x="726540" y="936091"/>
                    <a:pt x="714872" y="940139"/>
                    <a:pt x="702489" y="951093"/>
                  </a:cubicBezTo>
                  <a:cubicBezTo>
                    <a:pt x="731064" y="951093"/>
                    <a:pt x="753924" y="958713"/>
                    <a:pt x="770116" y="936805"/>
                  </a:cubicBezTo>
                  <a:cubicBezTo>
                    <a:pt x="759639" y="935853"/>
                    <a:pt x="748923" y="933948"/>
                    <a:pt x="737731" y="935019"/>
                  </a:cubicBezTo>
                  <a:close/>
                  <a:moveTo>
                    <a:pt x="619383" y="880251"/>
                  </a:moveTo>
                  <a:cubicBezTo>
                    <a:pt x="616526" y="879417"/>
                    <a:pt x="612477" y="880608"/>
                    <a:pt x="608191" y="882513"/>
                  </a:cubicBezTo>
                  <a:cubicBezTo>
                    <a:pt x="589141" y="887276"/>
                    <a:pt x="539611" y="951093"/>
                    <a:pt x="541516" y="968238"/>
                  </a:cubicBezTo>
                  <a:cubicBezTo>
                    <a:pt x="543421" y="979668"/>
                    <a:pt x="550089" y="980621"/>
                    <a:pt x="558661" y="975858"/>
                  </a:cubicBezTo>
                  <a:cubicBezTo>
                    <a:pt x="569139" y="970143"/>
                    <a:pt x="576759" y="960618"/>
                    <a:pt x="578664" y="949188"/>
                  </a:cubicBezTo>
                  <a:cubicBezTo>
                    <a:pt x="582474" y="920613"/>
                    <a:pt x="601524" y="904421"/>
                    <a:pt x="623431" y="890133"/>
                  </a:cubicBezTo>
                  <a:cubicBezTo>
                    <a:pt x="623907" y="883942"/>
                    <a:pt x="622241" y="881084"/>
                    <a:pt x="619383" y="880251"/>
                  </a:cubicBezTo>
                  <a:close/>
                  <a:moveTo>
                    <a:pt x="659626" y="872036"/>
                  </a:moveTo>
                  <a:cubicBezTo>
                    <a:pt x="653911" y="870131"/>
                    <a:pt x="645339" y="876798"/>
                    <a:pt x="647244" y="879656"/>
                  </a:cubicBezTo>
                  <a:cubicBezTo>
                    <a:pt x="657721" y="901563"/>
                    <a:pt x="632956" y="928233"/>
                    <a:pt x="657721" y="950141"/>
                  </a:cubicBezTo>
                  <a:cubicBezTo>
                    <a:pt x="667246" y="936806"/>
                    <a:pt x="676771" y="926328"/>
                    <a:pt x="683439" y="913946"/>
                  </a:cubicBezTo>
                  <a:cubicBezTo>
                    <a:pt x="691059" y="897753"/>
                    <a:pt x="704394" y="924423"/>
                    <a:pt x="711061" y="910136"/>
                  </a:cubicBezTo>
                  <a:cubicBezTo>
                    <a:pt x="713919" y="903468"/>
                    <a:pt x="713919" y="896801"/>
                    <a:pt x="709156" y="891086"/>
                  </a:cubicBezTo>
                  <a:cubicBezTo>
                    <a:pt x="696774" y="875846"/>
                    <a:pt x="676771" y="876798"/>
                    <a:pt x="659626" y="872036"/>
                  </a:cubicBezTo>
                  <a:close/>
                  <a:moveTo>
                    <a:pt x="620410" y="803828"/>
                  </a:moveTo>
                  <a:cubicBezTo>
                    <a:pt x="614918" y="803575"/>
                    <a:pt x="609144" y="804646"/>
                    <a:pt x="603429" y="807266"/>
                  </a:cubicBezTo>
                  <a:cubicBezTo>
                    <a:pt x="579616" y="817743"/>
                    <a:pt x="555804" y="830126"/>
                    <a:pt x="532944" y="841556"/>
                  </a:cubicBezTo>
                  <a:cubicBezTo>
                    <a:pt x="530086" y="850128"/>
                    <a:pt x="536754" y="852033"/>
                    <a:pt x="541516" y="855843"/>
                  </a:cubicBezTo>
                  <a:cubicBezTo>
                    <a:pt x="561519" y="852986"/>
                    <a:pt x="579616" y="838698"/>
                    <a:pt x="602476" y="859653"/>
                  </a:cubicBezTo>
                  <a:cubicBezTo>
                    <a:pt x="617716" y="874893"/>
                    <a:pt x="654864" y="853938"/>
                    <a:pt x="652959" y="835841"/>
                  </a:cubicBezTo>
                  <a:cubicBezTo>
                    <a:pt x="650815" y="817267"/>
                    <a:pt x="636885" y="804587"/>
                    <a:pt x="620410" y="803828"/>
                  </a:cubicBezTo>
                  <a:close/>
                  <a:moveTo>
                    <a:pt x="2051228" y="690108"/>
                  </a:moveTo>
                  <a:cubicBezTo>
                    <a:pt x="2066468" y="695823"/>
                    <a:pt x="2079803" y="697728"/>
                    <a:pt x="2074088" y="722493"/>
                  </a:cubicBezTo>
                  <a:cubicBezTo>
                    <a:pt x="2066468" y="753925"/>
                    <a:pt x="2053133" y="773928"/>
                    <a:pt x="2021701" y="782500"/>
                  </a:cubicBezTo>
                  <a:cubicBezTo>
                    <a:pt x="2009318" y="785358"/>
                    <a:pt x="1997888" y="785358"/>
                    <a:pt x="2000746" y="772023"/>
                  </a:cubicBezTo>
                  <a:cubicBezTo>
                    <a:pt x="2006461" y="745353"/>
                    <a:pt x="2008366" y="714873"/>
                    <a:pt x="2036941" y="698680"/>
                  </a:cubicBezTo>
                  <a:cubicBezTo>
                    <a:pt x="2040751" y="694870"/>
                    <a:pt x="2045513" y="692965"/>
                    <a:pt x="2051228" y="690108"/>
                  </a:cubicBezTo>
                  <a:close/>
                  <a:moveTo>
                    <a:pt x="2111236" y="608669"/>
                  </a:moveTo>
                  <a:cubicBezTo>
                    <a:pt x="2115046" y="609621"/>
                    <a:pt x="2116951" y="613431"/>
                    <a:pt x="2113141" y="623433"/>
                  </a:cubicBezTo>
                  <a:cubicBezTo>
                    <a:pt x="2113141" y="624385"/>
                    <a:pt x="2112189" y="625338"/>
                    <a:pt x="2111236" y="626290"/>
                  </a:cubicBezTo>
                  <a:cubicBezTo>
                    <a:pt x="2147431" y="643435"/>
                    <a:pt x="2126476" y="692013"/>
                    <a:pt x="2159814" y="711063"/>
                  </a:cubicBezTo>
                  <a:cubicBezTo>
                    <a:pt x="2178864" y="721540"/>
                    <a:pt x="2174101" y="752020"/>
                    <a:pt x="2199819" y="758688"/>
                  </a:cubicBezTo>
                  <a:cubicBezTo>
                    <a:pt x="2206486" y="760593"/>
                    <a:pt x="2189341" y="798693"/>
                    <a:pt x="2176959" y="800598"/>
                  </a:cubicBezTo>
                  <a:cubicBezTo>
                    <a:pt x="2149336" y="805360"/>
                    <a:pt x="2120761" y="810123"/>
                    <a:pt x="2092186" y="814885"/>
                  </a:cubicBezTo>
                  <a:cubicBezTo>
                    <a:pt x="2089329" y="799645"/>
                    <a:pt x="2128381" y="789168"/>
                    <a:pt x="2092186" y="777738"/>
                  </a:cubicBezTo>
                  <a:cubicBezTo>
                    <a:pt x="2098854" y="765355"/>
                    <a:pt x="2098854" y="749163"/>
                    <a:pt x="2111236" y="740590"/>
                  </a:cubicBezTo>
                  <a:cubicBezTo>
                    <a:pt x="2127429" y="729160"/>
                    <a:pt x="2118856" y="712015"/>
                    <a:pt x="2110284" y="710110"/>
                  </a:cubicBezTo>
                  <a:cubicBezTo>
                    <a:pt x="2086471" y="705348"/>
                    <a:pt x="2087424" y="682488"/>
                    <a:pt x="2076946" y="669153"/>
                  </a:cubicBezTo>
                  <a:cubicBezTo>
                    <a:pt x="2062659" y="651055"/>
                    <a:pt x="2076946" y="617718"/>
                    <a:pt x="2097901" y="611050"/>
                  </a:cubicBezTo>
                  <a:cubicBezTo>
                    <a:pt x="2101711" y="609621"/>
                    <a:pt x="2107426" y="607716"/>
                    <a:pt x="2111236" y="608669"/>
                  </a:cubicBezTo>
                  <a:close/>
                  <a:moveTo>
                    <a:pt x="927279" y="479605"/>
                  </a:moveTo>
                  <a:cubicBezTo>
                    <a:pt x="932041" y="477700"/>
                    <a:pt x="935851" y="480558"/>
                    <a:pt x="933946" y="486273"/>
                  </a:cubicBezTo>
                  <a:cubicBezTo>
                    <a:pt x="932041" y="490083"/>
                    <a:pt x="929184" y="492941"/>
                    <a:pt x="929184" y="493893"/>
                  </a:cubicBezTo>
                  <a:cubicBezTo>
                    <a:pt x="919659" y="493893"/>
                    <a:pt x="917754" y="491035"/>
                    <a:pt x="919659" y="488178"/>
                  </a:cubicBezTo>
                  <a:cubicBezTo>
                    <a:pt x="921564" y="484368"/>
                    <a:pt x="924421" y="480558"/>
                    <a:pt x="927279" y="479605"/>
                  </a:cubicBezTo>
                  <a:close/>
                  <a:moveTo>
                    <a:pt x="1938089" y="417931"/>
                  </a:moveTo>
                  <a:cubicBezTo>
                    <a:pt x="1948537" y="420431"/>
                    <a:pt x="1955503" y="431504"/>
                    <a:pt x="1959789" y="441505"/>
                  </a:cubicBezTo>
                  <a:cubicBezTo>
                    <a:pt x="1967409" y="457698"/>
                    <a:pt x="1952169" y="461508"/>
                    <a:pt x="1940739" y="466270"/>
                  </a:cubicBezTo>
                  <a:cubicBezTo>
                    <a:pt x="1909306" y="478653"/>
                    <a:pt x="1880731" y="501513"/>
                    <a:pt x="1842631" y="480558"/>
                  </a:cubicBezTo>
                  <a:cubicBezTo>
                    <a:pt x="1829296" y="472938"/>
                    <a:pt x="1832154" y="467223"/>
                    <a:pt x="1832154" y="458650"/>
                  </a:cubicBezTo>
                  <a:cubicBezTo>
                    <a:pt x="1828344" y="450078"/>
                    <a:pt x="1835964" y="442458"/>
                    <a:pt x="1833106" y="431980"/>
                  </a:cubicBezTo>
                  <a:cubicBezTo>
                    <a:pt x="1828344" y="420550"/>
                    <a:pt x="1835011" y="416740"/>
                    <a:pt x="1845489" y="423408"/>
                  </a:cubicBezTo>
                  <a:cubicBezTo>
                    <a:pt x="1847394" y="430075"/>
                    <a:pt x="1849299" y="439600"/>
                    <a:pt x="1857871" y="432933"/>
                  </a:cubicBezTo>
                  <a:cubicBezTo>
                    <a:pt x="1878826" y="418645"/>
                    <a:pt x="1903591" y="426265"/>
                    <a:pt x="1926451" y="418645"/>
                  </a:cubicBezTo>
                  <a:cubicBezTo>
                    <a:pt x="1930737" y="417216"/>
                    <a:pt x="1934607" y="417097"/>
                    <a:pt x="1938089" y="417931"/>
                  </a:cubicBezTo>
                  <a:close/>
                  <a:moveTo>
                    <a:pt x="904419" y="389118"/>
                  </a:moveTo>
                  <a:cubicBezTo>
                    <a:pt x="915849" y="404358"/>
                    <a:pt x="928231" y="418646"/>
                    <a:pt x="938709" y="433886"/>
                  </a:cubicBezTo>
                  <a:cubicBezTo>
                    <a:pt x="940614" y="436743"/>
                    <a:pt x="940614" y="441505"/>
                    <a:pt x="942519" y="446268"/>
                  </a:cubicBezTo>
                  <a:cubicBezTo>
                    <a:pt x="938709" y="447221"/>
                    <a:pt x="932041" y="450078"/>
                    <a:pt x="931089" y="449125"/>
                  </a:cubicBezTo>
                  <a:cubicBezTo>
                    <a:pt x="912991" y="426266"/>
                    <a:pt x="896799" y="440553"/>
                    <a:pt x="878701" y="449125"/>
                  </a:cubicBezTo>
                  <a:cubicBezTo>
                    <a:pt x="871081" y="452936"/>
                    <a:pt x="863461" y="446268"/>
                    <a:pt x="856794" y="443411"/>
                  </a:cubicBezTo>
                  <a:cubicBezTo>
                    <a:pt x="835839" y="424361"/>
                    <a:pt x="864414" y="422455"/>
                    <a:pt x="867271" y="412930"/>
                  </a:cubicBezTo>
                  <a:cubicBezTo>
                    <a:pt x="878701" y="402453"/>
                    <a:pt x="887274" y="388166"/>
                    <a:pt x="904419" y="389118"/>
                  </a:cubicBezTo>
                  <a:close/>
                  <a:moveTo>
                    <a:pt x="1062534" y="340541"/>
                  </a:moveTo>
                  <a:cubicBezTo>
                    <a:pt x="1073011" y="340541"/>
                    <a:pt x="1082536" y="340541"/>
                    <a:pt x="1083489" y="353876"/>
                  </a:cubicBezTo>
                  <a:cubicBezTo>
                    <a:pt x="1073964" y="356733"/>
                    <a:pt x="1066344" y="373878"/>
                    <a:pt x="1053961" y="360543"/>
                  </a:cubicBezTo>
                  <a:cubicBezTo>
                    <a:pt x="1045389" y="351018"/>
                    <a:pt x="1054914" y="345303"/>
                    <a:pt x="1062534" y="340541"/>
                  </a:cubicBezTo>
                  <a:close/>
                  <a:moveTo>
                    <a:pt x="2471113" y="336025"/>
                  </a:moveTo>
                  <a:cubicBezTo>
                    <a:pt x="2489315" y="339763"/>
                    <a:pt x="2505689" y="355066"/>
                    <a:pt x="2521763" y="370068"/>
                  </a:cubicBezTo>
                  <a:cubicBezTo>
                    <a:pt x="2652256" y="491988"/>
                    <a:pt x="2764651" y="627243"/>
                    <a:pt x="2848471" y="785358"/>
                  </a:cubicBezTo>
                  <a:cubicBezTo>
                    <a:pt x="2875141" y="835841"/>
                    <a:pt x="2898953" y="887276"/>
                    <a:pt x="2920861" y="940616"/>
                  </a:cubicBezTo>
                  <a:cubicBezTo>
                    <a:pt x="2925623" y="952046"/>
                    <a:pt x="2938006" y="963476"/>
                    <a:pt x="2926576" y="977763"/>
                  </a:cubicBezTo>
                  <a:cubicBezTo>
                    <a:pt x="2893238" y="978716"/>
                    <a:pt x="2872283" y="955856"/>
                    <a:pt x="2847518" y="938711"/>
                  </a:cubicBezTo>
                  <a:cubicBezTo>
                    <a:pt x="2844661" y="919661"/>
                    <a:pt x="2858948" y="906326"/>
                    <a:pt x="2864663" y="890133"/>
                  </a:cubicBezTo>
                  <a:cubicBezTo>
                    <a:pt x="2846566" y="892991"/>
                    <a:pt x="2829421" y="903468"/>
                    <a:pt x="2810371" y="908231"/>
                  </a:cubicBezTo>
                  <a:cubicBezTo>
                    <a:pt x="2792273" y="911088"/>
                    <a:pt x="2774176" y="912041"/>
                    <a:pt x="2757031" y="904421"/>
                  </a:cubicBezTo>
                  <a:cubicBezTo>
                    <a:pt x="2741791" y="897753"/>
                    <a:pt x="2733218" y="902516"/>
                    <a:pt x="2728456" y="916803"/>
                  </a:cubicBezTo>
                  <a:cubicBezTo>
                    <a:pt x="2724646" y="935853"/>
                    <a:pt x="2713216" y="952998"/>
                    <a:pt x="2707501" y="971096"/>
                  </a:cubicBezTo>
                  <a:cubicBezTo>
                    <a:pt x="2702738" y="984431"/>
                    <a:pt x="2699881" y="997766"/>
                    <a:pt x="2706548" y="1011101"/>
                  </a:cubicBezTo>
                  <a:cubicBezTo>
                    <a:pt x="2712263" y="1021578"/>
                    <a:pt x="2722741" y="1031103"/>
                    <a:pt x="2712263" y="1044438"/>
                  </a:cubicBezTo>
                  <a:cubicBezTo>
                    <a:pt x="2722979" y="1032294"/>
                    <a:pt x="2735302" y="1023900"/>
                    <a:pt x="2750438" y="1026892"/>
                  </a:cubicBezTo>
                  <a:lnTo>
                    <a:pt x="2757317" y="1029909"/>
                  </a:lnTo>
                  <a:lnTo>
                    <a:pt x="2760842" y="1028246"/>
                  </a:lnTo>
                  <a:cubicBezTo>
                    <a:pt x="2768462" y="1021578"/>
                    <a:pt x="2775130" y="1013006"/>
                    <a:pt x="2785607" y="1010148"/>
                  </a:cubicBezTo>
                  <a:cubicBezTo>
                    <a:pt x="2791798" y="1008243"/>
                    <a:pt x="2798228" y="1006814"/>
                    <a:pt x="2804538" y="1006457"/>
                  </a:cubicBezTo>
                  <a:cubicBezTo>
                    <a:pt x="2810848" y="1006100"/>
                    <a:pt x="2817040" y="1006814"/>
                    <a:pt x="2822755" y="1009196"/>
                  </a:cubicBezTo>
                  <a:cubicBezTo>
                    <a:pt x="2859902" y="1023483"/>
                    <a:pt x="2898955" y="1027293"/>
                    <a:pt x="2938959" y="1031103"/>
                  </a:cubicBezTo>
                  <a:cubicBezTo>
                    <a:pt x="2955152" y="1033008"/>
                    <a:pt x="2957057" y="1047296"/>
                    <a:pt x="2959915" y="1058726"/>
                  </a:cubicBezTo>
                  <a:cubicBezTo>
                    <a:pt x="2990394" y="1159691"/>
                    <a:pt x="3010397" y="1262561"/>
                    <a:pt x="3021827" y="1368288"/>
                  </a:cubicBezTo>
                  <a:cubicBezTo>
                    <a:pt x="3029447" y="1433058"/>
                    <a:pt x="3025637" y="1497828"/>
                    <a:pt x="3027542" y="1562598"/>
                  </a:cubicBezTo>
                  <a:cubicBezTo>
                    <a:pt x="3027542" y="1573076"/>
                    <a:pt x="3031352" y="1585458"/>
                    <a:pt x="3020874" y="1594983"/>
                  </a:cubicBezTo>
                  <a:cubicBezTo>
                    <a:pt x="2992299" y="1573076"/>
                    <a:pt x="2963724" y="1551168"/>
                    <a:pt x="2958009" y="1512116"/>
                  </a:cubicBezTo>
                  <a:cubicBezTo>
                    <a:pt x="2954199" y="1483541"/>
                    <a:pt x="2933244" y="1467348"/>
                    <a:pt x="2918005" y="1446393"/>
                  </a:cubicBezTo>
                  <a:cubicBezTo>
                    <a:pt x="2898955" y="1421628"/>
                    <a:pt x="2888477" y="1390196"/>
                    <a:pt x="2860855" y="1371146"/>
                  </a:cubicBezTo>
                  <a:cubicBezTo>
                    <a:pt x="2846567" y="1368288"/>
                    <a:pt x="2836089" y="1359716"/>
                    <a:pt x="2831327" y="1343523"/>
                  </a:cubicBezTo>
                  <a:cubicBezTo>
                    <a:pt x="2835137" y="1360668"/>
                    <a:pt x="2849424" y="1368288"/>
                    <a:pt x="2856092" y="1380671"/>
                  </a:cubicBezTo>
                  <a:cubicBezTo>
                    <a:pt x="2882762" y="1424486"/>
                    <a:pt x="2896097" y="1474968"/>
                    <a:pt x="2930387" y="1514021"/>
                  </a:cubicBezTo>
                  <a:cubicBezTo>
                    <a:pt x="2938007" y="1522593"/>
                    <a:pt x="2938959" y="1534976"/>
                    <a:pt x="2939912" y="1546406"/>
                  </a:cubicBezTo>
                  <a:cubicBezTo>
                    <a:pt x="2941817" y="1566408"/>
                    <a:pt x="2950390" y="1582601"/>
                    <a:pt x="2962772" y="1597841"/>
                  </a:cubicBezTo>
                  <a:cubicBezTo>
                    <a:pt x="2983727" y="1622606"/>
                    <a:pt x="2993252" y="1652133"/>
                    <a:pt x="2999919" y="1683566"/>
                  </a:cubicBezTo>
                  <a:cubicBezTo>
                    <a:pt x="3023732" y="1698806"/>
                    <a:pt x="3015159" y="1721666"/>
                    <a:pt x="3012302" y="1740716"/>
                  </a:cubicBezTo>
                  <a:cubicBezTo>
                    <a:pt x="2988490" y="1885496"/>
                    <a:pt x="2951342" y="2026466"/>
                    <a:pt x="2886572" y="2158864"/>
                  </a:cubicBezTo>
                  <a:cubicBezTo>
                    <a:pt x="2872284" y="2188391"/>
                    <a:pt x="2858949" y="2218871"/>
                    <a:pt x="2841805" y="2246493"/>
                  </a:cubicBezTo>
                  <a:cubicBezTo>
                    <a:pt x="2837042" y="2255066"/>
                    <a:pt x="2835137" y="2266496"/>
                    <a:pt x="2821802" y="2266496"/>
                  </a:cubicBezTo>
                  <a:cubicBezTo>
                    <a:pt x="2812277" y="2260781"/>
                    <a:pt x="2812277" y="2249351"/>
                    <a:pt x="2808467" y="2240778"/>
                  </a:cubicBezTo>
                  <a:cubicBezTo>
                    <a:pt x="2794180" y="2222681"/>
                    <a:pt x="2796084" y="2198868"/>
                    <a:pt x="2785607" y="2172198"/>
                  </a:cubicBezTo>
                  <a:cubicBezTo>
                    <a:pt x="2795132" y="2196011"/>
                    <a:pt x="2791322" y="2217918"/>
                    <a:pt x="2805609" y="2234111"/>
                  </a:cubicBezTo>
                  <a:cubicBezTo>
                    <a:pt x="2812277" y="2246493"/>
                    <a:pt x="2811324" y="2261733"/>
                    <a:pt x="2821802" y="2273164"/>
                  </a:cubicBezTo>
                  <a:cubicBezTo>
                    <a:pt x="2795132" y="2339839"/>
                    <a:pt x="2750364" y="2394131"/>
                    <a:pt x="2708455" y="2451281"/>
                  </a:cubicBezTo>
                  <a:cubicBezTo>
                    <a:pt x="2661782" y="2514146"/>
                    <a:pt x="2606537" y="2568439"/>
                    <a:pt x="2551292" y="2622731"/>
                  </a:cubicBezTo>
                  <a:cubicBezTo>
                    <a:pt x="2527480" y="2646543"/>
                    <a:pt x="2502714" y="2666546"/>
                    <a:pt x="2476997" y="2687501"/>
                  </a:cubicBezTo>
                  <a:cubicBezTo>
                    <a:pt x="2465567" y="2677976"/>
                    <a:pt x="2476997" y="2661783"/>
                    <a:pt x="2463662" y="2655116"/>
                  </a:cubicBezTo>
                  <a:cubicBezTo>
                    <a:pt x="2469377" y="2608443"/>
                    <a:pt x="2446517" y="2570343"/>
                    <a:pt x="2425562" y="2533196"/>
                  </a:cubicBezTo>
                  <a:cubicBezTo>
                    <a:pt x="2392224" y="2475093"/>
                    <a:pt x="2414132" y="2424611"/>
                    <a:pt x="2439849" y="2375081"/>
                  </a:cubicBezTo>
                  <a:cubicBezTo>
                    <a:pt x="2453184" y="2349364"/>
                    <a:pt x="2458899" y="2330314"/>
                    <a:pt x="2449374" y="2301739"/>
                  </a:cubicBezTo>
                  <a:cubicBezTo>
                    <a:pt x="2439849" y="2272211"/>
                    <a:pt x="2442707" y="2240778"/>
                    <a:pt x="2430324" y="2210298"/>
                  </a:cubicBezTo>
                  <a:cubicBezTo>
                    <a:pt x="2420799" y="2187439"/>
                    <a:pt x="2416989" y="2160768"/>
                    <a:pt x="2396987" y="2144576"/>
                  </a:cubicBezTo>
                  <a:cubicBezTo>
                    <a:pt x="2352219" y="2107428"/>
                    <a:pt x="2357934" y="2060756"/>
                    <a:pt x="2370317" y="2012178"/>
                  </a:cubicBezTo>
                  <a:cubicBezTo>
                    <a:pt x="2372222" y="2005511"/>
                    <a:pt x="2374127" y="1998843"/>
                    <a:pt x="2374127" y="1992176"/>
                  </a:cubicBezTo>
                  <a:cubicBezTo>
                    <a:pt x="2376984" y="1954076"/>
                    <a:pt x="2356982" y="1935978"/>
                    <a:pt x="2319834" y="1944551"/>
                  </a:cubicBezTo>
                  <a:cubicBezTo>
                    <a:pt x="2303642" y="1948361"/>
                    <a:pt x="2292212" y="1948361"/>
                    <a:pt x="2282687" y="1931216"/>
                  </a:cubicBezTo>
                  <a:cubicBezTo>
                    <a:pt x="2263637" y="1897878"/>
                    <a:pt x="2235062" y="1889306"/>
                    <a:pt x="2200772" y="1905498"/>
                  </a:cubicBezTo>
                  <a:cubicBezTo>
                    <a:pt x="2186484" y="1912166"/>
                    <a:pt x="2171244" y="1918833"/>
                    <a:pt x="2157909" y="1926453"/>
                  </a:cubicBezTo>
                  <a:cubicBezTo>
                    <a:pt x="2140764" y="1935978"/>
                    <a:pt x="2124572" y="1938836"/>
                    <a:pt x="2106474" y="1931216"/>
                  </a:cubicBezTo>
                  <a:cubicBezTo>
                    <a:pt x="2083614" y="1921691"/>
                    <a:pt x="2059802" y="1925501"/>
                    <a:pt x="2040752" y="1937883"/>
                  </a:cubicBezTo>
                  <a:cubicBezTo>
                    <a:pt x="2012177" y="1956933"/>
                    <a:pt x="1991222" y="1941693"/>
                    <a:pt x="1974077" y="1924548"/>
                  </a:cubicBezTo>
                  <a:cubicBezTo>
                    <a:pt x="1956932" y="1907403"/>
                    <a:pt x="1938834" y="1892163"/>
                    <a:pt x="1919784" y="1877876"/>
                  </a:cubicBezTo>
                  <a:cubicBezTo>
                    <a:pt x="1909307" y="1870256"/>
                    <a:pt x="1899782" y="1861683"/>
                    <a:pt x="1896924" y="1849301"/>
                  </a:cubicBezTo>
                  <a:cubicBezTo>
                    <a:pt x="1889304" y="1812153"/>
                    <a:pt x="1862634" y="1789293"/>
                    <a:pt x="1839774" y="1762623"/>
                  </a:cubicBezTo>
                  <a:cubicBezTo>
                    <a:pt x="1827392" y="1748336"/>
                    <a:pt x="1815962" y="1694043"/>
                    <a:pt x="1822629" y="1676898"/>
                  </a:cubicBezTo>
                  <a:cubicBezTo>
                    <a:pt x="1840727" y="1632131"/>
                    <a:pt x="1846442" y="1585458"/>
                    <a:pt x="1829297" y="1537833"/>
                  </a:cubicBezTo>
                  <a:cubicBezTo>
                    <a:pt x="1826439" y="1530213"/>
                    <a:pt x="1823582" y="1522593"/>
                    <a:pt x="1828344" y="1514973"/>
                  </a:cubicBezTo>
                  <a:cubicBezTo>
                    <a:pt x="1854062" y="1466396"/>
                    <a:pt x="1875017" y="1416866"/>
                    <a:pt x="1909307" y="1373051"/>
                  </a:cubicBezTo>
                  <a:cubicBezTo>
                    <a:pt x="1915022" y="1366383"/>
                    <a:pt x="1923594" y="1365431"/>
                    <a:pt x="1929309" y="1361621"/>
                  </a:cubicBezTo>
                  <a:cubicBezTo>
                    <a:pt x="1954074" y="1345428"/>
                    <a:pt x="1976934" y="1330188"/>
                    <a:pt x="1977887" y="1293041"/>
                  </a:cubicBezTo>
                  <a:cubicBezTo>
                    <a:pt x="1978839" y="1267323"/>
                    <a:pt x="1992174" y="1239701"/>
                    <a:pt x="2019797" y="1227318"/>
                  </a:cubicBezTo>
                  <a:cubicBezTo>
                    <a:pt x="2040752" y="1217793"/>
                    <a:pt x="2050277" y="1201601"/>
                    <a:pt x="2051229" y="1178741"/>
                  </a:cubicBezTo>
                  <a:cubicBezTo>
                    <a:pt x="2058849" y="1162548"/>
                    <a:pt x="2071232" y="1167311"/>
                    <a:pt x="2083614" y="1172073"/>
                  </a:cubicBezTo>
                  <a:cubicBezTo>
                    <a:pt x="2111237" y="1181598"/>
                    <a:pt x="2136002" y="1178741"/>
                    <a:pt x="2161719" y="1162548"/>
                  </a:cubicBezTo>
                  <a:cubicBezTo>
                    <a:pt x="2193152" y="1142546"/>
                    <a:pt x="2229347" y="1134926"/>
                    <a:pt x="2266494" y="1136831"/>
                  </a:cubicBezTo>
                  <a:cubicBezTo>
                    <a:pt x="2288402" y="1137783"/>
                    <a:pt x="2310309" y="1137783"/>
                    <a:pt x="2331264" y="1133021"/>
                  </a:cubicBezTo>
                  <a:cubicBezTo>
                    <a:pt x="2370317" y="1123496"/>
                    <a:pt x="2397939" y="1138736"/>
                    <a:pt x="2387462" y="1197791"/>
                  </a:cubicBezTo>
                  <a:cubicBezTo>
                    <a:pt x="2384604" y="1213983"/>
                    <a:pt x="2384604" y="1228271"/>
                    <a:pt x="2400797" y="1229223"/>
                  </a:cubicBezTo>
                  <a:cubicBezTo>
                    <a:pt x="2447469" y="1231128"/>
                    <a:pt x="2477949" y="1266371"/>
                    <a:pt x="2517002" y="1283516"/>
                  </a:cubicBezTo>
                  <a:cubicBezTo>
                    <a:pt x="2538909" y="1293041"/>
                    <a:pt x="2550339" y="1296851"/>
                    <a:pt x="2556055" y="1266371"/>
                  </a:cubicBezTo>
                  <a:cubicBezTo>
                    <a:pt x="2561769" y="1236843"/>
                    <a:pt x="2589392" y="1227318"/>
                    <a:pt x="2617967" y="1241606"/>
                  </a:cubicBezTo>
                  <a:cubicBezTo>
                    <a:pt x="2644637" y="1254941"/>
                    <a:pt x="2673212" y="1262561"/>
                    <a:pt x="2701787" y="1271133"/>
                  </a:cubicBezTo>
                  <a:cubicBezTo>
                    <a:pt x="2743697" y="1283516"/>
                    <a:pt x="2782749" y="1259703"/>
                    <a:pt x="2823707" y="1270181"/>
                  </a:cubicBezTo>
                  <a:cubicBezTo>
                    <a:pt x="2833232" y="1272086"/>
                    <a:pt x="2840852" y="1262561"/>
                    <a:pt x="2842757" y="1253988"/>
                  </a:cubicBezTo>
                  <a:cubicBezTo>
                    <a:pt x="2847519" y="1233033"/>
                    <a:pt x="2856092" y="1212078"/>
                    <a:pt x="2857997" y="1191123"/>
                  </a:cubicBezTo>
                  <a:cubicBezTo>
                    <a:pt x="2861807" y="1157786"/>
                    <a:pt x="2857044" y="1154928"/>
                    <a:pt x="2824659" y="1163501"/>
                  </a:cubicBezTo>
                  <a:cubicBezTo>
                    <a:pt x="2807514" y="1168263"/>
                    <a:pt x="2793227" y="1167311"/>
                    <a:pt x="2781797" y="1153023"/>
                  </a:cubicBezTo>
                  <a:lnTo>
                    <a:pt x="2778142" y="1149005"/>
                  </a:lnTo>
                  <a:lnTo>
                    <a:pt x="2758579" y="1157637"/>
                  </a:lnTo>
                  <a:cubicBezTo>
                    <a:pt x="2730182" y="1164691"/>
                    <a:pt x="2706072" y="1153261"/>
                    <a:pt x="2684641" y="1122543"/>
                  </a:cubicBezTo>
                  <a:cubicBezTo>
                    <a:pt x="2676068" y="1110161"/>
                    <a:pt x="2672258" y="1095873"/>
                    <a:pt x="2664638" y="1083491"/>
                  </a:cubicBezTo>
                  <a:cubicBezTo>
                    <a:pt x="2658923" y="1073966"/>
                    <a:pt x="2664638" y="1054916"/>
                    <a:pt x="2646541" y="1054916"/>
                  </a:cubicBezTo>
                  <a:cubicBezTo>
                    <a:pt x="2631301" y="1055868"/>
                    <a:pt x="2616061" y="1061583"/>
                    <a:pt x="2610346" y="1080633"/>
                  </a:cubicBezTo>
                  <a:lnTo>
                    <a:pt x="2609202" y="1082346"/>
                  </a:lnTo>
                  <a:lnTo>
                    <a:pt x="2613204" y="1086348"/>
                  </a:lnTo>
                  <a:cubicBezTo>
                    <a:pt x="2619871" y="1093968"/>
                    <a:pt x="2626539" y="1101588"/>
                    <a:pt x="2632254" y="1108255"/>
                  </a:cubicBezTo>
                  <a:cubicBezTo>
                    <a:pt x="2619871" y="1117780"/>
                    <a:pt x="2617014" y="1133020"/>
                    <a:pt x="2609394" y="1145403"/>
                  </a:cubicBezTo>
                  <a:cubicBezTo>
                    <a:pt x="2602726" y="1154928"/>
                    <a:pt x="2586534" y="1142545"/>
                    <a:pt x="2584629" y="1132068"/>
                  </a:cubicBezTo>
                  <a:cubicBezTo>
                    <a:pt x="2581771" y="1117780"/>
                    <a:pt x="2574151" y="1106350"/>
                    <a:pt x="2566055" y="1095397"/>
                  </a:cubicBezTo>
                  <a:lnTo>
                    <a:pt x="2558490" y="1083461"/>
                  </a:lnTo>
                  <a:lnTo>
                    <a:pt x="2545576" y="1071108"/>
                  </a:lnTo>
                  <a:cubicBezTo>
                    <a:pt x="2541766" y="1068251"/>
                    <a:pt x="2537003" y="1065393"/>
                    <a:pt x="2536051" y="1061583"/>
                  </a:cubicBezTo>
                  <a:cubicBezTo>
                    <a:pt x="2522716" y="1003481"/>
                    <a:pt x="2462708" y="991098"/>
                    <a:pt x="2429371" y="952046"/>
                  </a:cubicBezTo>
                  <a:cubicBezTo>
                    <a:pt x="2426513" y="949188"/>
                    <a:pt x="2421751" y="947283"/>
                    <a:pt x="2417941" y="944426"/>
                  </a:cubicBezTo>
                  <a:cubicBezTo>
                    <a:pt x="2416036" y="943473"/>
                    <a:pt x="2413178" y="943473"/>
                    <a:pt x="2407463" y="947283"/>
                  </a:cubicBezTo>
                  <a:cubicBezTo>
                    <a:pt x="2425561" y="973001"/>
                    <a:pt x="2440801" y="998718"/>
                    <a:pt x="2469376" y="1014911"/>
                  </a:cubicBezTo>
                  <a:cubicBezTo>
                    <a:pt x="2483663" y="1023483"/>
                    <a:pt x="2500808" y="1028246"/>
                    <a:pt x="2509381" y="1044438"/>
                  </a:cubicBezTo>
                  <a:cubicBezTo>
                    <a:pt x="2510333" y="1049201"/>
                    <a:pt x="2508428" y="1053963"/>
                    <a:pt x="2504618" y="1057773"/>
                  </a:cubicBezTo>
                  <a:cubicBezTo>
                    <a:pt x="2500808" y="1066346"/>
                    <a:pt x="2479853" y="1059678"/>
                    <a:pt x="2488426" y="1077776"/>
                  </a:cubicBezTo>
                  <a:cubicBezTo>
                    <a:pt x="2485568" y="1082538"/>
                    <a:pt x="2481758" y="1084443"/>
                    <a:pt x="2476996" y="1084443"/>
                  </a:cubicBezTo>
                  <a:cubicBezTo>
                    <a:pt x="2437943" y="1050153"/>
                    <a:pt x="2385556" y="1032056"/>
                    <a:pt x="2356028" y="985383"/>
                  </a:cubicBezTo>
                  <a:cubicBezTo>
                    <a:pt x="2346503" y="970143"/>
                    <a:pt x="2333168" y="968238"/>
                    <a:pt x="2317928" y="978716"/>
                  </a:cubicBezTo>
                  <a:cubicBezTo>
                    <a:pt x="2310308" y="984431"/>
                    <a:pt x="2301736" y="994908"/>
                    <a:pt x="2295068" y="993003"/>
                  </a:cubicBezTo>
                  <a:cubicBezTo>
                    <a:pt x="2237918" y="978716"/>
                    <a:pt x="2232203" y="1040628"/>
                    <a:pt x="2196008" y="1057773"/>
                  </a:cubicBezTo>
                  <a:cubicBezTo>
                    <a:pt x="2185531" y="1062536"/>
                    <a:pt x="2183626" y="1075871"/>
                    <a:pt x="2181721" y="1087301"/>
                  </a:cubicBezTo>
                  <a:cubicBezTo>
                    <a:pt x="2172196" y="1130163"/>
                    <a:pt x="2149336" y="1152071"/>
                    <a:pt x="2105521" y="1157786"/>
                  </a:cubicBezTo>
                  <a:cubicBezTo>
                    <a:pt x="2088376" y="1159691"/>
                    <a:pt x="2069326" y="1179693"/>
                    <a:pt x="2053133" y="1155881"/>
                  </a:cubicBezTo>
                  <a:cubicBezTo>
                    <a:pt x="2052181" y="1145403"/>
                    <a:pt x="2048371" y="1137783"/>
                    <a:pt x="2036941" y="1136831"/>
                  </a:cubicBezTo>
                  <a:cubicBezTo>
                    <a:pt x="2026463" y="1135878"/>
                    <a:pt x="2010271" y="1148261"/>
                    <a:pt x="2008366" y="1131116"/>
                  </a:cubicBezTo>
                  <a:cubicBezTo>
                    <a:pt x="2005508" y="1113018"/>
                    <a:pt x="1993126" y="1094921"/>
                    <a:pt x="2001698" y="1074918"/>
                  </a:cubicBezTo>
                  <a:cubicBezTo>
                    <a:pt x="2011223" y="1051106"/>
                    <a:pt x="2015986" y="1027293"/>
                    <a:pt x="2008366" y="1001576"/>
                  </a:cubicBezTo>
                  <a:cubicBezTo>
                    <a:pt x="2002651" y="979668"/>
                    <a:pt x="2021701" y="978716"/>
                    <a:pt x="2035988" y="977763"/>
                  </a:cubicBezTo>
                  <a:cubicBezTo>
                    <a:pt x="2059801" y="974906"/>
                    <a:pt x="2083613" y="981573"/>
                    <a:pt x="2107426" y="983478"/>
                  </a:cubicBezTo>
                  <a:cubicBezTo>
                    <a:pt x="2120761" y="984431"/>
                    <a:pt x="2139811" y="992051"/>
                    <a:pt x="2148383" y="975858"/>
                  </a:cubicBezTo>
                  <a:cubicBezTo>
                    <a:pt x="2157908" y="956808"/>
                    <a:pt x="2162671" y="934901"/>
                    <a:pt x="2150288" y="913946"/>
                  </a:cubicBezTo>
                  <a:cubicBezTo>
                    <a:pt x="2140763" y="897753"/>
                    <a:pt x="2131238" y="882513"/>
                    <a:pt x="2112188" y="876798"/>
                  </a:cubicBezTo>
                  <a:cubicBezTo>
                    <a:pt x="2105521" y="874893"/>
                    <a:pt x="2094091" y="873941"/>
                    <a:pt x="2096948" y="862511"/>
                  </a:cubicBezTo>
                  <a:cubicBezTo>
                    <a:pt x="2098853" y="852033"/>
                    <a:pt x="2109331" y="852033"/>
                    <a:pt x="2118856" y="849176"/>
                  </a:cubicBezTo>
                  <a:cubicBezTo>
                    <a:pt x="2149336" y="838698"/>
                    <a:pt x="2177911" y="830126"/>
                    <a:pt x="2206486" y="810123"/>
                  </a:cubicBezTo>
                  <a:cubicBezTo>
                    <a:pt x="2241728" y="785358"/>
                    <a:pt x="2258873" y="735828"/>
                    <a:pt x="2308403" y="731066"/>
                  </a:cubicBezTo>
                  <a:cubicBezTo>
                    <a:pt x="2322691" y="729161"/>
                    <a:pt x="2323643" y="718683"/>
                    <a:pt x="2321738" y="708206"/>
                  </a:cubicBezTo>
                  <a:cubicBezTo>
                    <a:pt x="2319833" y="698681"/>
                    <a:pt x="2314118" y="689156"/>
                    <a:pt x="2311261" y="679631"/>
                  </a:cubicBezTo>
                  <a:cubicBezTo>
                    <a:pt x="2307451" y="666296"/>
                    <a:pt x="2305546" y="652008"/>
                    <a:pt x="2320786" y="643436"/>
                  </a:cubicBezTo>
                  <a:cubicBezTo>
                    <a:pt x="2326501" y="640578"/>
                    <a:pt x="2334121" y="632958"/>
                    <a:pt x="2338883" y="638673"/>
                  </a:cubicBezTo>
                  <a:cubicBezTo>
                    <a:pt x="2346503" y="649151"/>
                    <a:pt x="2353171" y="662486"/>
                    <a:pt x="2343646" y="675821"/>
                  </a:cubicBezTo>
                  <a:cubicBezTo>
                    <a:pt x="2337931" y="685346"/>
                    <a:pt x="2342693" y="692966"/>
                    <a:pt x="2348408" y="699633"/>
                  </a:cubicBezTo>
                  <a:cubicBezTo>
                    <a:pt x="2356028" y="708206"/>
                    <a:pt x="2364601" y="711063"/>
                    <a:pt x="2376031" y="706301"/>
                  </a:cubicBezTo>
                  <a:cubicBezTo>
                    <a:pt x="2378888" y="705348"/>
                    <a:pt x="2381746" y="704396"/>
                    <a:pt x="2385556" y="704396"/>
                  </a:cubicBezTo>
                  <a:cubicBezTo>
                    <a:pt x="2409368" y="712968"/>
                    <a:pt x="2432228" y="712016"/>
                    <a:pt x="2454136" y="698681"/>
                  </a:cubicBezTo>
                  <a:cubicBezTo>
                    <a:pt x="2460803" y="694871"/>
                    <a:pt x="2469376" y="692966"/>
                    <a:pt x="2476996" y="692013"/>
                  </a:cubicBezTo>
                  <a:cubicBezTo>
                    <a:pt x="2517001" y="689156"/>
                    <a:pt x="2517001" y="689156"/>
                    <a:pt x="2517953" y="648198"/>
                  </a:cubicBezTo>
                  <a:cubicBezTo>
                    <a:pt x="2525573" y="626291"/>
                    <a:pt x="2540813" y="618671"/>
                    <a:pt x="2563673" y="626291"/>
                  </a:cubicBezTo>
                  <a:cubicBezTo>
                    <a:pt x="2558911" y="610098"/>
                    <a:pt x="2545576" y="599621"/>
                    <a:pt x="2554148" y="585333"/>
                  </a:cubicBezTo>
                  <a:lnTo>
                    <a:pt x="2572928" y="573708"/>
                  </a:lnTo>
                  <a:lnTo>
                    <a:pt x="2586098" y="571735"/>
                  </a:lnTo>
                  <a:lnTo>
                    <a:pt x="2586726" y="571671"/>
                  </a:lnTo>
                  <a:cubicBezTo>
                    <a:pt x="2599630" y="572653"/>
                    <a:pt x="2613203" y="578189"/>
                    <a:pt x="2624633" y="568188"/>
                  </a:cubicBezTo>
                  <a:cubicBezTo>
                    <a:pt x="2626538" y="566283"/>
                    <a:pt x="2628443" y="565331"/>
                    <a:pt x="2630348" y="563426"/>
                  </a:cubicBezTo>
                  <a:cubicBezTo>
                    <a:pt x="2634158" y="561521"/>
                    <a:pt x="2634158" y="568188"/>
                    <a:pt x="2633206" y="563426"/>
                  </a:cubicBezTo>
                  <a:cubicBezTo>
                    <a:pt x="2632253" y="557711"/>
                    <a:pt x="2629396" y="564378"/>
                    <a:pt x="2626538" y="563426"/>
                  </a:cubicBezTo>
                  <a:cubicBezTo>
                    <a:pt x="2615584" y="567236"/>
                    <a:pt x="2604392" y="569141"/>
                    <a:pt x="2593082" y="570689"/>
                  </a:cubicBezTo>
                  <a:lnTo>
                    <a:pt x="2586098" y="571735"/>
                  </a:lnTo>
                  <a:lnTo>
                    <a:pt x="2574151" y="572951"/>
                  </a:lnTo>
                  <a:lnTo>
                    <a:pt x="2572928" y="573708"/>
                  </a:lnTo>
                  <a:lnTo>
                    <a:pt x="2558911" y="575808"/>
                  </a:lnTo>
                  <a:cubicBezTo>
                    <a:pt x="2533193" y="580571"/>
                    <a:pt x="2516048" y="563426"/>
                    <a:pt x="2506523" y="541518"/>
                  </a:cubicBezTo>
                  <a:cubicBezTo>
                    <a:pt x="2496998" y="519611"/>
                    <a:pt x="2487473" y="498656"/>
                    <a:pt x="2512238" y="480558"/>
                  </a:cubicBezTo>
                  <a:cubicBezTo>
                    <a:pt x="2520811" y="474843"/>
                    <a:pt x="2527478" y="467223"/>
                    <a:pt x="2533193" y="458651"/>
                  </a:cubicBezTo>
                  <a:cubicBezTo>
                    <a:pt x="2537003" y="452936"/>
                    <a:pt x="2541766" y="446268"/>
                    <a:pt x="2534146" y="440553"/>
                  </a:cubicBezTo>
                  <a:cubicBezTo>
                    <a:pt x="2526526" y="434838"/>
                    <a:pt x="2515096" y="437696"/>
                    <a:pt x="2513191" y="445316"/>
                  </a:cubicBezTo>
                  <a:cubicBezTo>
                    <a:pt x="2506523" y="474843"/>
                    <a:pt x="2482711" y="489131"/>
                    <a:pt x="2464613" y="509133"/>
                  </a:cubicBezTo>
                  <a:cubicBezTo>
                    <a:pt x="2452231" y="523421"/>
                    <a:pt x="2455088" y="538661"/>
                    <a:pt x="2467471" y="551996"/>
                  </a:cubicBezTo>
                  <a:cubicBezTo>
                    <a:pt x="2481758" y="567236"/>
                    <a:pt x="2481758" y="582476"/>
                    <a:pt x="2468423" y="597716"/>
                  </a:cubicBezTo>
                  <a:cubicBezTo>
                    <a:pt x="2457946" y="610098"/>
                    <a:pt x="2455088" y="623433"/>
                    <a:pt x="2453183" y="638673"/>
                  </a:cubicBezTo>
                  <a:cubicBezTo>
                    <a:pt x="2451278" y="657723"/>
                    <a:pt x="2442706" y="671058"/>
                    <a:pt x="2423656" y="676773"/>
                  </a:cubicBezTo>
                  <a:cubicBezTo>
                    <a:pt x="2413178" y="682488"/>
                    <a:pt x="2402701" y="690108"/>
                    <a:pt x="2389366" y="683441"/>
                  </a:cubicBezTo>
                  <a:cubicBezTo>
                    <a:pt x="2381746" y="676773"/>
                    <a:pt x="2376983" y="670106"/>
                    <a:pt x="2383651" y="659628"/>
                  </a:cubicBezTo>
                  <a:cubicBezTo>
                    <a:pt x="2377936" y="649151"/>
                    <a:pt x="2372221" y="638673"/>
                    <a:pt x="2367458" y="627243"/>
                  </a:cubicBezTo>
                  <a:cubicBezTo>
                    <a:pt x="2348408" y="585333"/>
                    <a:pt x="2348408" y="584381"/>
                    <a:pt x="2308403" y="612003"/>
                  </a:cubicBezTo>
                  <a:cubicBezTo>
                    <a:pt x="2273161" y="616766"/>
                    <a:pt x="2265541" y="608193"/>
                    <a:pt x="2270303" y="571046"/>
                  </a:cubicBezTo>
                  <a:cubicBezTo>
                    <a:pt x="2271256" y="560568"/>
                    <a:pt x="2287448" y="545328"/>
                    <a:pt x="2260778" y="543423"/>
                  </a:cubicBezTo>
                  <a:cubicBezTo>
                    <a:pt x="2255063" y="542471"/>
                    <a:pt x="2255063" y="530088"/>
                    <a:pt x="2259826" y="522468"/>
                  </a:cubicBezTo>
                  <a:cubicBezTo>
                    <a:pt x="2313166" y="486273"/>
                    <a:pt x="2361743" y="445316"/>
                    <a:pt x="2390318" y="385308"/>
                  </a:cubicBezTo>
                  <a:cubicBezTo>
                    <a:pt x="2396986" y="372926"/>
                    <a:pt x="2403653" y="362448"/>
                    <a:pt x="2416988" y="357686"/>
                  </a:cubicBezTo>
                  <a:cubicBezTo>
                    <a:pt x="2416988" y="355781"/>
                    <a:pt x="2416988" y="353876"/>
                    <a:pt x="2417941" y="351971"/>
                  </a:cubicBezTo>
                  <a:cubicBezTo>
                    <a:pt x="2419846" y="352923"/>
                    <a:pt x="2423656" y="354828"/>
                    <a:pt x="2424608" y="353876"/>
                  </a:cubicBezTo>
                  <a:cubicBezTo>
                    <a:pt x="2434371" y="344351"/>
                    <a:pt x="2443539" y="338934"/>
                    <a:pt x="2452245" y="336582"/>
                  </a:cubicBezTo>
                  <a:cubicBezTo>
                    <a:pt x="2458775" y="334818"/>
                    <a:pt x="2465045" y="334779"/>
                    <a:pt x="2471113" y="336025"/>
                  </a:cubicBezTo>
                  <a:close/>
                  <a:moveTo>
                    <a:pt x="761544" y="194808"/>
                  </a:moveTo>
                  <a:cubicBezTo>
                    <a:pt x="773926" y="196713"/>
                    <a:pt x="774879" y="206238"/>
                    <a:pt x="773926" y="216716"/>
                  </a:cubicBezTo>
                  <a:cubicBezTo>
                    <a:pt x="755829" y="237671"/>
                    <a:pt x="760591" y="257673"/>
                    <a:pt x="773926" y="278628"/>
                  </a:cubicBezTo>
                  <a:cubicBezTo>
                    <a:pt x="748209" y="302441"/>
                    <a:pt x="720586" y="315776"/>
                    <a:pt x="687249" y="293868"/>
                  </a:cubicBezTo>
                  <a:cubicBezTo>
                    <a:pt x="682486" y="291011"/>
                    <a:pt x="675819" y="292916"/>
                    <a:pt x="671056" y="292916"/>
                  </a:cubicBezTo>
                  <a:cubicBezTo>
                    <a:pt x="660579" y="294821"/>
                    <a:pt x="650101" y="296726"/>
                    <a:pt x="640576" y="298631"/>
                  </a:cubicBezTo>
                  <a:cubicBezTo>
                    <a:pt x="627241" y="300536"/>
                    <a:pt x="613906" y="302441"/>
                    <a:pt x="603429" y="291011"/>
                  </a:cubicBezTo>
                  <a:cubicBezTo>
                    <a:pt x="636766" y="258626"/>
                    <a:pt x="678676" y="239576"/>
                    <a:pt x="715824" y="211953"/>
                  </a:cubicBezTo>
                  <a:cubicBezTo>
                    <a:pt x="719634" y="209096"/>
                    <a:pt x="724396" y="211953"/>
                    <a:pt x="727254" y="215763"/>
                  </a:cubicBezTo>
                  <a:cubicBezTo>
                    <a:pt x="746304" y="220526"/>
                    <a:pt x="741541" y="187188"/>
                    <a:pt x="761544" y="194808"/>
                  </a:cubicBezTo>
                  <a:close/>
                  <a:moveTo>
                    <a:pt x="873343" y="184331"/>
                  </a:moveTo>
                  <a:cubicBezTo>
                    <a:pt x="879653" y="185283"/>
                    <a:pt x="886320" y="188617"/>
                    <a:pt x="891083" y="191951"/>
                  </a:cubicBezTo>
                  <a:cubicBezTo>
                    <a:pt x="904418" y="200523"/>
                    <a:pt x="892988" y="209096"/>
                    <a:pt x="888226" y="217668"/>
                  </a:cubicBezTo>
                  <a:lnTo>
                    <a:pt x="879241" y="234820"/>
                  </a:lnTo>
                  <a:lnTo>
                    <a:pt x="895370" y="235036"/>
                  </a:lnTo>
                  <a:cubicBezTo>
                    <a:pt x="907514" y="238206"/>
                    <a:pt x="906800" y="249815"/>
                    <a:pt x="899656" y="266246"/>
                  </a:cubicBezTo>
                  <a:cubicBezTo>
                    <a:pt x="894893" y="277676"/>
                    <a:pt x="884416" y="289106"/>
                    <a:pt x="892988" y="303393"/>
                  </a:cubicBezTo>
                  <a:cubicBezTo>
                    <a:pt x="897751" y="310061"/>
                    <a:pt x="901561" y="309108"/>
                    <a:pt x="905371" y="303393"/>
                  </a:cubicBezTo>
                  <a:cubicBezTo>
                    <a:pt x="923468" y="307203"/>
                    <a:pt x="923468" y="307203"/>
                    <a:pt x="915848" y="337683"/>
                  </a:cubicBezTo>
                  <a:cubicBezTo>
                    <a:pt x="926326" y="330063"/>
                    <a:pt x="936803" y="329111"/>
                    <a:pt x="946328" y="324348"/>
                  </a:cubicBezTo>
                  <a:lnTo>
                    <a:pt x="973409" y="303804"/>
                  </a:lnTo>
                  <a:lnTo>
                    <a:pt x="975260" y="292796"/>
                  </a:lnTo>
                  <a:cubicBezTo>
                    <a:pt x="974903" y="288629"/>
                    <a:pt x="972522" y="284819"/>
                    <a:pt x="965378" y="281485"/>
                  </a:cubicBezTo>
                  <a:cubicBezTo>
                    <a:pt x="944423" y="270055"/>
                    <a:pt x="942518" y="249100"/>
                    <a:pt x="962521" y="233860"/>
                  </a:cubicBezTo>
                  <a:cubicBezTo>
                    <a:pt x="977761" y="221478"/>
                    <a:pt x="993953" y="208143"/>
                    <a:pt x="1013956" y="203380"/>
                  </a:cubicBezTo>
                  <a:cubicBezTo>
                    <a:pt x="1018718" y="201475"/>
                    <a:pt x="1023481" y="200046"/>
                    <a:pt x="1028243" y="200165"/>
                  </a:cubicBezTo>
                  <a:cubicBezTo>
                    <a:pt x="1033006" y="200284"/>
                    <a:pt x="1037768" y="201951"/>
                    <a:pt x="1042531" y="206238"/>
                  </a:cubicBezTo>
                  <a:cubicBezTo>
                    <a:pt x="1037768" y="220525"/>
                    <a:pt x="1018718" y="221478"/>
                    <a:pt x="1016813" y="234813"/>
                  </a:cubicBezTo>
                  <a:cubicBezTo>
                    <a:pt x="1029196" y="212905"/>
                    <a:pt x="1052056" y="208143"/>
                    <a:pt x="1075868" y="204333"/>
                  </a:cubicBezTo>
                  <a:cubicBezTo>
                    <a:pt x="1082536" y="204333"/>
                    <a:pt x="1089203" y="204333"/>
                    <a:pt x="1095871" y="204333"/>
                  </a:cubicBezTo>
                  <a:cubicBezTo>
                    <a:pt x="1106348" y="211953"/>
                    <a:pt x="1099681" y="223383"/>
                    <a:pt x="1099681" y="232908"/>
                  </a:cubicBezTo>
                  <a:cubicBezTo>
                    <a:pt x="1112063" y="235765"/>
                    <a:pt x="1123493" y="229098"/>
                    <a:pt x="1133971" y="231003"/>
                  </a:cubicBezTo>
                  <a:cubicBezTo>
                    <a:pt x="1140638" y="231003"/>
                    <a:pt x="1146353" y="233860"/>
                    <a:pt x="1151116" y="238623"/>
                  </a:cubicBezTo>
                  <a:cubicBezTo>
                    <a:pt x="1162546" y="262435"/>
                    <a:pt x="1192073" y="265293"/>
                    <a:pt x="1205408" y="287200"/>
                  </a:cubicBezTo>
                  <a:cubicBezTo>
                    <a:pt x="1219696" y="305298"/>
                    <a:pt x="1210171" y="320538"/>
                    <a:pt x="1198741" y="334825"/>
                  </a:cubicBezTo>
                  <a:cubicBezTo>
                    <a:pt x="1205408" y="359590"/>
                    <a:pt x="1234936" y="358638"/>
                    <a:pt x="1248271" y="377688"/>
                  </a:cubicBezTo>
                  <a:cubicBezTo>
                    <a:pt x="1257796" y="391023"/>
                    <a:pt x="1257796" y="393880"/>
                    <a:pt x="1246366" y="402453"/>
                  </a:cubicBezTo>
                  <a:cubicBezTo>
                    <a:pt x="1226363" y="415788"/>
                    <a:pt x="1207313" y="445315"/>
                    <a:pt x="1187311" y="402453"/>
                  </a:cubicBezTo>
                  <a:cubicBezTo>
                    <a:pt x="1184453" y="396738"/>
                    <a:pt x="1176833" y="390070"/>
                    <a:pt x="1171118" y="396738"/>
                  </a:cubicBezTo>
                  <a:cubicBezTo>
                    <a:pt x="1161593" y="407215"/>
                    <a:pt x="1163498" y="418645"/>
                    <a:pt x="1171118" y="431028"/>
                  </a:cubicBezTo>
                  <a:cubicBezTo>
                    <a:pt x="1186358" y="457698"/>
                    <a:pt x="1180643" y="471033"/>
                    <a:pt x="1151116" y="479605"/>
                  </a:cubicBezTo>
                  <a:cubicBezTo>
                    <a:pt x="1147306" y="475795"/>
                    <a:pt x="1141591" y="474843"/>
                    <a:pt x="1136828" y="476748"/>
                  </a:cubicBezTo>
                  <a:cubicBezTo>
                    <a:pt x="1132066" y="478653"/>
                    <a:pt x="1134923" y="483415"/>
                    <a:pt x="1136828" y="487225"/>
                  </a:cubicBezTo>
                  <a:cubicBezTo>
                    <a:pt x="1135876" y="500560"/>
                    <a:pt x="1128256" y="503418"/>
                    <a:pt x="1118731" y="497703"/>
                  </a:cubicBezTo>
                  <a:cubicBezTo>
                    <a:pt x="1098728" y="487225"/>
                    <a:pt x="1074916" y="482463"/>
                    <a:pt x="1066343" y="455793"/>
                  </a:cubicBezTo>
                  <a:cubicBezTo>
                    <a:pt x="1058723" y="432933"/>
                    <a:pt x="1039673" y="427218"/>
                    <a:pt x="1016813" y="433885"/>
                  </a:cubicBezTo>
                  <a:cubicBezTo>
                    <a:pt x="1008241" y="436743"/>
                    <a:pt x="999668" y="438648"/>
                    <a:pt x="996811" y="428170"/>
                  </a:cubicBezTo>
                  <a:cubicBezTo>
                    <a:pt x="993001" y="415788"/>
                    <a:pt x="1007288" y="411025"/>
                    <a:pt x="1013003" y="411978"/>
                  </a:cubicBezTo>
                  <a:cubicBezTo>
                    <a:pt x="1055866" y="420550"/>
                    <a:pt x="1078726" y="386260"/>
                    <a:pt x="1109206" y="369115"/>
                  </a:cubicBezTo>
                  <a:cubicBezTo>
                    <a:pt x="1117778" y="343398"/>
                    <a:pt x="1089203" y="330063"/>
                    <a:pt x="1089203" y="307203"/>
                  </a:cubicBezTo>
                  <a:cubicBezTo>
                    <a:pt x="1085393" y="301488"/>
                    <a:pt x="1081583" y="296725"/>
                    <a:pt x="1077773" y="291010"/>
                  </a:cubicBezTo>
                  <a:cubicBezTo>
                    <a:pt x="1057771" y="307203"/>
                    <a:pt x="1036816" y="290058"/>
                    <a:pt x="1016813" y="292915"/>
                  </a:cubicBezTo>
                  <a:cubicBezTo>
                    <a:pt x="1012050" y="293391"/>
                    <a:pt x="1008717" y="294106"/>
                    <a:pt x="1007169" y="296011"/>
                  </a:cubicBezTo>
                  <a:lnTo>
                    <a:pt x="1007866" y="302667"/>
                  </a:lnTo>
                  <a:lnTo>
                    <a:pt x="1009193" y="303393"/>
                  </a:lnTo>
                  <a:cubicBezTo>
                    <a:pt x="1013003" y="324348"/>
                    <a:pt x="986333" y="363401"/>
                    <a:pt x="962521" y="370068"/>
                  </a:cubicBezTo>
                  <a:cubicBezTo>
                    <a:pt x="943471" y="375783"/>
                    <a:pt x="924421" y="377688"/>
                    <a:pt x="905371" y="371973"/>
                  </a:cubicBezTo>
                  <a:cubicBezTo>
                    <a:pt x="896798" y="389118"/>
                    <a:pt x="879653" y="396738"/>
                    <a:pt x="868223" y="410073"/>
                  </a:cubicBezTo>
                  <a:cubicBezTo>
                    <a:pt x="859651" y="419598"/>
                    <a:pt x="849173" y="424361"/>
                    <a:pt x="836791" y="426266"/>
                  </a:cubicBezTo>
                  <a:cubicBezTo>
                    <a:pt x="830123" y="425313"/>
                    <a:pt x="820598" y="421503"/>
                    <a:pt x="816788" y="424361"/>
                  </a:cubicBezTo>
                  <a:cubicBezTo>
                    <a:pt x="772973" y="455793"/>
                    <a:pt x="714871" y="464366"/>
                    <a:pt x="677723" y="507228"/>
                  </a:cubicBezTo>
                  <a:cubicBezTo>
                    <a:pt x="667246" y="519611"/>
                    <a:pt x="646291" y="531993"/>
                    <a:pt x="668198" y="553901"/>
                  </a:cubicBezTo>
                  <a:cubicBezTo>
                    <a:pt x="672961" y="558663"/>
                    <a:pt x="665341" y="574856"/>
                    <a:pt x="662483" y="586286"/>
                  </a:cubicBezTo>
                  <a:cubicBezTo>
                    <a:pt x="685343" y="585333"/>
                    <a:pt x="702488" y="596763"/>
                    <a:pt x="716776" y="612956"/>
                  </a:cubicBezTo>
                  <a:cubicBezTo>
                    <a:pt x="731063" y="630101"/>
                    <a:pt x="747256" y="644388"/>
                    <a:pt x="771068" y="645341"/>
                  </a:cubicBezTo>
                  <a:cubicBezTo>
                    <a:pt x="789166" y="646293"/>
                    <a:pt x="788213" y="653913"/>
                    <a:pt x="782498" y="667248"/>
                  </a:cubicBezTo>
                  <a:cubicBezTo>
                    <a:pt x="774878" y="685346"/>
                    <a:pt x="766306" y="702491"/>
                    <a:pt x="772973" y="726303"/>
                  </a:cubicBezTo>
                  <a:cubicBezTo>
                    <a:pt x="779641" y="752973"/>
                    <a:pt x="789166" y="747258"/>
                    <a:pt x="805358" y="736781"/>
                  </a:cubicBezTo>
                  <a:cubicBezTo>
                    <a:pt x="823456" y="725351"/>
                    <a:pt x="826313" y="706301"/>
                    <a:pt x="828218" y="689156"/>
                  </a:cubicBezTo>
                  <a:cubicBezTo>
                    <a:pt x="831076" y="669153"/>
                    <a:pt x="841553" y="660581"/>
                    <a:pt x="858698" y="652961"/>
                  </a:cubicBezTo>
                  <a:cubicBezTo>
                    <a:pt x="901561" y="638673"/>
                    <a:pt x="911086" y="619623"/>
                    <a:pt x="901561" y="573903"/>
                  </a:cubicBezTo>
                  <a:cubicBezTo>
                    <a:pt x="900608" y="569141"/>
                    <a:pt x="899656" y="563426"/>
                    <a:pt x="904418" y="561521"/>
                  </a:cubicBezTo>
                  <a:cubicBezTo>
                    <a:pt x="937756" y="550091"/>
                    <a:pt x="937756" y="514848"/>
                    <a:pt x="953948" y="491988"/>
                  </a:cubicBezTo>
                  <a:cubicBezTo>
                    <a:pt x="957758" y="486273"/>
                    <a:pt x="961568" y="480558"/>
                    <a:pt x="968236" y="478653"/>
                  </a:cubicBezTo>
                  <a:cubicBezTo>
                    <a:pt x="991096" y="471986"/>
                    <a:pt x="1037768" y="491036"/>
                    <a:pt x="1049198" y="512943"/>
                  </a:cubicBezTo>
                  <a:cubicBezTo>
                    <a:pt x="1061581" y="517706"/>
                    <a:pt x="1074916" y="522468"/>
                    <a:pt x="1063486" y="539613"/>
                  </a:cubicBezTo>
                  <a:cubicBezTo>
                    <a:pt x="1048246" y="555806"/>
                    <a:pt x="1052056" y="572951"/>
                    <a:pt x="1067296" y="583428"/>
                  </a:cubicBezTo>
                  <a:cubicBezTo>
                    <a:pt x="1084441" y="593906"/>
                    <a:pt x="1099681" y="578666"/>
                    <a:pt x="1112063" y="568188"/>
                  </a:cubicBezTo>
                  <a:cubicBezTo>
                    <a:pt x="1139686" y="545328"/>
                    <a:pt x="1138733" y="544376"/>
                    <a:pt x="1146353" y="580571"/>
                  </a:cubicBezTo>
                  <a:cubicBezTo>
                    <a:pt x="1149211" y="592953"/>
                    <a:pt x="1154926" y="606288"/>
                    <a:pt x="1151116" y="616766"/>
                  </a:cubicBezTo>
                  <a:cubicBezTo>
                    <a:pt x="1138733" y="656771"/>
                    <a:pt x="1163498" y="672011"/>
                    <a:pt x="1193026" y="684393"/>
                  </a:cubicBezTo>
                  <a:cubicBezTo>
                    <a:pt x="1193026" y="693918"/>
                    <a:pt x="1188501" y="696537"/>
                    <a:pt x="1182905" y="697847"/>
                  </a:cubicBezTo>
                  <a:lnTo>
                    <a:pt x="1179024" y="699159"/>
                  </a:lnTo>
                  <a:lnTo>
                    <a:pt x="1177845" y="699023"/>
                  </a:lnTo>
                  <a:cubicBezTo>
                    <a:pt x="1174214" y="699455"/>
                    <a:pt x="1170404" y="700824"/>
                    <a:pt x="1166356" y="703443"/>
                  </a:cubicBezTo>
                  <a:lnTo>
                    <a:pt x="1179024" y="699159"/>
                  </a:lnTo>
                  <a:lnTo>
                    <a:pt x="1188263" y="700229"/>
                  </a:lnTo>
                  <a:cubicBezTo>
                    <a:pt x="1194931" y="702491"/>
                    <a:pt x="1201122" y="707253"/>
                    <a:pt x="1207313" y="712016"/>
                  </a:cubicBezTo>
                  <a:cubicBezTo>
                    <a:pt x="1210647" y="727732"/>
                    <a:pt x="1209694" y="741781"/>
                    <a:pt x="1205051" y="754402"/>
                  </a:cubicBezTo>
                  <a:lnTo>
                    <a:pt x="1180854" y="787924"/>
                  </a:lnTo>
                  <a:lnTo>
                    <a:pt x="1187073" y="807504"/>
                  </a:lnTo>
                  <a:cubicBezTo>
                    <a:pt x="1190883" y="812504"/>
                    <a:pt x="1196836" y="815362"/>
                    <a:pt x="1206361" y="814886"/>
                  </a:cubicBezTo>
                  <a:cubicBezTo>
                    <a:pt x="1214934" y="814886"/>
                    <a:pt x="1223506" y="816791"/>
                    <a:pt x="1213981" y="828221"/>
                  </a:cubicBezTo>
                  <a:cubicBezTo>
                    <a:pt x="1208266" y="850128"/>
                    <a:pt x="1205409" y="874893"/>
                    <a:pt x="1172071" y="862511"/>
                  </a:cubicBezTo>
                  <a:cubicBezTo>
                    <a:pt x="1153021" y="859653"/>
                    <a:pt x="1123494" y="872036"/>
                    <a:pt x="1115874" y="854891"/>
                  </a:cubicBezTo>
                  <a:cubicBezTo>
                    <a:pt x="1109206" y="839651"/>
                    <a:pt x="1133971" y="821553"/>
                    <a:pt x="1148259" y="807266"/>
                  </a:cubicBezTo>
                  <a:cubicBezTo>
                    <a:pt x="1157784" y="799646"/>
                    <a:pt x="1159689" y="785358"/>
                    <a:pt x="1173024" y="780596"/>
                  </a:cubicBezTo>
                  <a:lnTo>
                    <a:pt x="1173125" y="780684"/>
                  </a:lnTo>
                  <a:lnTo>
                    <a:pt x="1174333" y="770475"/>
                  </a:lnTo>
                  <a:cubicBezTo>
                    <a:pt x="1173023" y="767975"/>
                    <a:pt x="1169689" y="766784"/>
                    <a:pt x="1163498" y="767261"/>
                  </a:cubicBezTo>
                  <a:cubicBezTo>
                    <a:pt x="1147306" y="769166"/>
                    <a:pt x="1137781" y="780596"/>
                    <a:pt x="1124446" y="787263"/>
                  </a:cubicBezTo>
                  <a:cubicBezTo>
                    <a:pt x="1097776" y="793931"/>
                    <a:pt x="1070153" y="791073"/>
                    <a:pt x="1043483" y="789168"/>
                  </a:cubicBezTo>
                  <a:cubicBezTo>
                    <a:pt x="1026338" y="788216"/>
                    <a:pt x="1010146" y="786311"/>
                    <a:pt x="993953" y="794883"/>
                  </a:cubicBezTo>
                  <a:cubicBezTo>
                    <a:pt x="987286" y="810123"/>
                    <a:pt x="971093" y="808218"/>
                    <a:pt x="959663" y="814886"/>
                  </a:cubicBezTo>
                  <a:cubicBezTo>
                    <a:pt x="951091" y="825363"/>
                    <a:pt x="939661" y="831078"/>
                    <a:pt x="929183" y="839651"/>
                  </a:cubicBezTo>
                  <a:lnTo>
                    <a:pt x="925100" y="843462"/>
                  </a:lnTo>
                  <a:lnTo>
                    <a:pt x="915848" y="851081"/>
                  </a:lnTo>
                  <a:cubicBezTo>
                    <a:pt x="915848" y="851081"/>
                    <a:pt x="912991" y="851081"/>
                    <a:pt x="912991" y="851081"/>
                  </a:cubicBezTo>
                  <a:cubicBezTo>
                    <a:pt x="912991" y="851081"/>
                    <a:pt x="914896" y="852986"/>
                    <a:pt x="914896" y="852986"/>
                  </a:cubicBezTo>
                  <a:lnTo>
                    <a:pt x="925100" y="843462"/>
                  </a:lnTo>
                  <a:lnTo>
                    <a:pt x="932041" y="837746"/>
                  </a:lnTo>
                  <a:cubicBezTo>
                    <a:pt x="942518" y="824411"/>
                    <a:pt x="959663" y="826316"/>
                    <a:pt x="972998" y="820601"/>
                  </a:cubicBezTo>
                  <a:cubicBezTo>
                    <a:pt x="979666" y="818696"/>
                    <a:pt x="986333" y="814886"/>
                    <a:pt x="992048" y="814886"/>
                  </a:cubicBezTo>
                  <a:cubicBezTo>
                    <a:pt x="1003478" y="813933"/>
                    <a:pt x="1017766" y="809171"/>
                    <a:pt x="1023481" y="819648"/>
                  </a:cubicBezTo>
                  <a:cubicBezTo>
                    <a:pt x="1032053" y="834888"/>
                    <a:pt x="1013003" y="835841"/>
                    <a:pt x="1005383" y="842508"/>
                  </a:cubicBezTo>
                  <a:cubicBezTo>
                    <a:pt x="1003478" y="844413"/>
                    <a:pt x="1005383" y="851081"/>
                    <a:pt x="1006336" y="854891"/>
                  </a:cubicBezTo>
                  <a:cubicBezTo>
                    <a:pt x="997763" y="866321"/>
                    <a:pt x="1011098" y="877751"/>
                    <a:pt x="1005383" y="889181"/>
                  </a:cubicBezTo>
                  <a:cubicBezTo>
                    <a:pt x="1001573" y="899658"/>
                    <a:pt x="992048" y="903468"/>
                    <a:pt x="984428" y="910136"/>
                  </a:cubicBezTo>
                  <a:cubicBezTo>
                    <a:pt x="974903" y="918708"/>
                    <a:pt x="961568" y="909183"/>
                    <a:pt x="952043" y="916803"/>
                  </a:cubicBezTo>
                  <a:cubicBezTo>
                    <a:pt x="937756" y="931091"/>
                    <a:pt x="916801" y="932043"/>
                    <a:pt x="899656" y="938711"/>
                  </a:cubicBezTo>
                  <a:cubicBezTo>
                    <a:pt x="876796" y="947283"/>
                    <a:pt x="858698" y="959666"/>
                    <a:pt x="855841" y="985383"/>
                  </a:cubicBezTo>
                  <a:cubicBezTo>
                    <a:pt x="853936" y="1001576"/>
                    <a:pt x="839648" y="1003481"/>
                    <a:pt x="831076" y="1003481"/>
                  </a:cubicBezTo>
                  <a:cubicBezTo>
                    <a:pt x="779641" y="1006338"/>
                    <a:pt x="763448" y="1048248"/>
                    <a:pt x="738683" y="1081586"/>
                  </a:cubicBezTo>
                  <a:cubicBezTo>
                    <a:pt x="708203" y="1076823"/>
                    <a:pt x="712013" y="1097778"/>
                    <a:pt x="711061" y="1115876"/>
                  </a:cubicBezTo>
                  <a:cubicBezTo>
                    <a:pt x="707251" y="1144451"/>
                    <a:pt x="692011" y="1163501"/>
                    <a:pt x="666293" y="1175883"/>
                  </a:cubicBezTo>
                  <a:cubicBezTo>
                    <a:pt x="636766" y="1191123"/>
                    <a:pt x="610096" y="1209221"/>
                    <a:pt x="585331" y="1230176"/>
                  </a:cubicBezTo>
                  <a:cubicBezTo>
                    <a:pt x="565328" y="1247320"/>
                    <a:pt x="557708" y="1270181"/>
                    <a:pt x="559613" y="1297803"/>
                  </a:cubicBezTo>
                  <a:cubicBezTo>
                    <a:pt x="561518" y="1327331"/>
                    <a:pt x="564376" y="1356858"/>
                    <a:pt x="557708" y="1386386"/>
                  </a:cubicBezTo>
                  <a:cubicBezTo>
                    <a:pt x="555803" y="1394958"/>
                    <a:pt x="551993" y="1406388"/>
                    <a:pt x="542468" y="1407341"/>
                  </a:cubicBezTo>
                  <a:cubicBezTo>
                    <a:pt x="530086" y="1409246"/>
                    <a:pt x="531038" y="1394958"/>
                    <a:pt x="528181" y="1387338"/>
                  </a:cubicBezTo>
                  <a:cubicBezTo>
                    <a:pt x="522466" y="1365431"/>
                    <a:pt x="516751" y="1344476"/>
                    <a:pt x="519608" y="1320663"/>
                  </a:cubicBezTo>
                  <a:cubicBezTo>
                    <a:pt x="521513" y="1300661"/>
                    <a:pt x="522466" y="1280658"/>
                    <a:pt x="488176" y="1283516"/>
                  </a:cubicBezTo>
                  <a:cubicBezTo>
                    <a:pt x="470078" y="1285421"/>
                    <a:pt x="452933" y="1262561"/>
                    <a:pt x="429121" y="1267323"/>
                  </a:cubicBezTo>
                  <a:cubicBezTo>
                    <a:pt x="422453" y="1268276"/>
                    <a:pt x="411023" y="1265418"/>
                    <a:pt x="409118" y="1268276"/>
                  </a:cubicBezTo>
                  <a:cubicBezTo>
                    <a:pt x="391973" y="1307328"/>
                    <a:pt x="364351" y="1288278"/>
                    <a:pt x="336728" y="1284468"/>
                  </a:cubicBezTo>
                  <a:cubicBezTo>
                    <a:pt x="279578" y="1275896"/>
                    <a:pt x="228143" y="1315901"/>
                    <a:pt x="215761" y="1373051"/>
                  </a:cubicBezTo>
                  <a:cubicBezTo>
                    <a:pt x="210998" y="1396863"/>
                    <a:pt x="193853" y="1415913"/>
                    <a:pt x="189091" y="1441631"/>
                  </a:cubicBezTo>
                  <a:cubicBezTo>
                    <a:pt x="182423" y="1476873"/>
                    <a:pt x="183376" y="1511163"/>
                    <a:pt x="196711" y="1544501"/>
                  </a:cubicBezTo>
                  <a:cubicBezTo>
                    <a:pt x="204331" y="1564503"/>
                    <a:pt x="219571" y="1574028"/>
                    <a:pt x="244336" y="1573076"/>
                  </a:cubicBezTo>
                  <a:cubicBezTo>
                    <a:pt x="284341" y="1571171"/>
                    <a:pt x="310058" y="1555931"/>
                    <a:pt x="320536" y="1514973"/>
                  </a:cubicBezTo>
                  <a:cubicBezTo>
                    <a:pt x="324346" y="1500686"/>
                    <a:pt x="374828" y="1487351"/>
                    <a:pt x="387211" y="1494971"/>
                  </a:cubicBezTo>
                  <a:cubicBezTo>
                    <a:pt x="396736" y="1500686"/>
                    <a:pt x="392926" y="1507353"/>
                    <a:pt x="389116" y="1515926"/>
                  </a:cubicBezTo>
                  <a:cubicBezTo>
                    <a:pt x="372923" y="1552121"/>
                    <a:pt x="358636" y="1589268"/>
                    <a:pt x="340538" y="1624511"/>
                  </a:cubicBezTo>
                  <a:cubicBezTo>
                    <a:pt x="329108" y="1646418"/>
                    <a:pt x="340538" y="1644513"/>
                    <a:pt x="354826" y="1644513"/>
                  </a:cubicBezTo>
                  <a:cubicBezTo>
                    <a:pt x="372923" y="1644513"/>
                    <a:pt x="391973" y="1642608"/>
                    <a:pt x="410071" y="1645466"/>
                  </a:cubicBezTo>
                  <a:cubicBezTo>
                    <a:pt x="432931" y="1649276"/>
                    <a:pt x="449123" y="1658801"/>
                    <a:pt x="439598" y="1687376"/>
                  </a:cubicBezTo>
                  <a:cubicBezTo>
                    <a:pt x="433883" y="1705473"/>
                    <a:pt x="432931" y="1725476"/>
                    <a:pt x="426263" y="1743573"/>
                  </a:cubicBezTo>
                  <a:cubicBezTo>
                    <a:pt x="414833" y="1774053"/>
                    <a:pt x="432931" y="1793103"/>
                    <a:pt x="450076" y="1813106"/>
                  </a:cubicBezTo>
                  <a:cubicBezTo>
                    <a:pt x="466268" y="1832156"/>
                    <a:pt x="483413" y="1819773"/>
                    <a:pt x="499606" y="1812153"/>
                  </a:cubicBezTo>
                  <a:cubicBezTo>
                    <a:pt x="512941" y="1806438"/>
                    <a:pt x="528181" y="1806438"/>
                    <a:pt x="536753" y="1818821"/>
                  </a:cubicBezTo>
                  <a:cubicBezTo>
                    <a:pt x="554851" y="1843586"/>
                    <a:pt x="571996" y="1829298"/>
                    <a:pt x="577711" y="1813106"/>
                  </a:cubicBezTo>
                  <a:cubicBezTo>
                    <a:pt x="591998" y="1771196"/>
                    <a:pt x="630098" y="1768338"/>
                    <a:pt x="661531" y="1754051"/>
                  </a:cubicBezTo>
                  <a:cubicBezTo>
                    <a:pt x="671056" y="1754051"/>
                    <a:pt x="673913" y="1755956"/>
                    <a:pt x="672008" y="1763576"/>
                  </a:cubicBezTo>
                  <a:cubicBezTo>
                    <a:pt x="676771" y="1783578"/>
                    <a:pt x="689153" y="1777863"/>
                    <a:pt x="695821" y="1768338"/>
                  </a:cubicBezTo>
                  <a:cubicBezTo>
                    <a:pt x="713918" y="1745478"/>
                    <a:pt x="729158" y="1761671"/>
                    <a:pt x="741541" y="1772148"/>
                  </a:cubicBezTo>
                  <a:cubicBezTo>
                    <a:pt x="769163" y="1795008"/>
                    <a:pt x="799643" y="1798818"/>
                    <a:pt x="832028" y="1788341"/>
                  </a:cubicBezTo>
                  <a:cubicBezTo>
                    <a:pt x="845363" y="1783578"/>
                    <a:pt x="854888" y="1779768"/>
                    <a:pt x="865366" y="1796913"/>
                  </a:cubicBezTo>
                  <a:cubicBezTo>
                    <a:pt x="875843" y="1814058"/>
                    <a:pt x="896798" y="1823583"/>
                    <a:pt x="910133" y="1838823"/>
                  </a:cubicBezTo>
                  <a:cubicBezTo>
                    <a:pt x="947281" y="1881686"/>
                    <a:pt x="990143" y="1906451"/>
                    <a:pt x="1047293" y="1918833"/>
                  </a:cubicBezTo>
                  <a:cubicBezTo>
                    <a:pt x="1093966" y="1928358"/>
                    <a:pt x="1124446" y="1995986"/>
                    <a:pt x="1116826" y="2036943"/>
                  </a:cubicBezTo>
                  <a:cubicBezTo>
                    <a:pt x="1113968" y="2044563"/>
                    <a:pt x="1111111" y="2051231"/>
                    <a:pt x="1106348" y="2056946"/>
                  </a:cubicBezTo>
                  <a:cubicBezTo>
                    <a:pt x="1092061" y="2071233"/>
                    <a:pt x="1112063" y="2086473"/>
                    <a:pt x="1104443" y="2099808"/>
                  </a:cubicBezTo>
                  <a:cubicBezTo>
                    <a:pt x="1110158" y="2107428"/>
                    <a:pt x="1117778" y="2102666"/>
                    <a:pt x="1124446" y="2102666"/>
                  </a:cubicBezTo>
                  <a:cubicBezTo>
                    <a:pt x="1147306" y="2095046"/>
                    <a:pt x="1161593" y="2062661"/>
                    <a:pt x="1193026" y="2077901"/>
                  </a:cubicBezTo>
                  <a:cubicBezTo>
                    <a:pt x="1225411" y="2087426"/>
                    <a:pt x="1244461" y="2125526"/>
                    <a:pt x="1280656" y="2123621"/>
                  </a:cubicBezTo>
                  <a:cubicBezTo>
                    <a:pt x="1325423" y="2121716"/>
                    <a:pt x="1360666" y="2136956"/>
                    <a:pt x="1387336" y="2172198"/>
                  </a:cubicBezTo>
                  <a:cubicBezTo>
                    <a:pt x="1398766" y="2187438"/>
                    <a:pt x="1427341" y="2172198"/>
                    <a:pt x="1434008" y="2199821"/>
                  </a:cubicBezTo>
                  <a:cubicBezTo>
                    <a:pt x="1440676" y="2228396"/>
                    <a:pt x="1444486" y="2256018"/>
                    <a:pt x="1430198" y="2282688"/>
                  </a:cubicBezTo>
                  <a:cubicBezTo>
                    <a:pt x="1413053" y="2315073"/>
                    <a:pt x="1388288" y="2341743"/>
                    <a:pt x="1370191" y="2373176"/>
                  </a:cubicBezTo>
                  <a:cubicBezTo>
                    <a:pt x="1359713" y="2391273"/>
                    <a:pt x="1356856" y="2406513"/>
                    <a:pt x="1358761" y="2423658"/>
                  </a:cubicBezTo>
                  <a:cubicBezTo>
                    <a:pt x="1366381" y="2486523"/>
                    <a:pt x="1352093" y="2544626"/>
                    <a:pt x="1327328" y="2600823"/>
                  </a:cubicBezTo>
                  <a:cubicBezTo>
                    <a:pt x="1321613" y="2612253"/>
                    <a:pt x="1313041" y="2629398"/>
                    <a:pt x="1293991" y="2626541"/>
                  </a:cubicBezTo>
                  <a:cubicBezTo>
                    <a:pt x="1261606" y="2622731"/>
                    <a:pt x="1241603" y="2647496"/>
                    <a:pt x="1218743" y="2661783"/>
                  </a:cubicBezTo>
                  <a:cubicBezTo>
                    <a:pt x="1203503" y="2671308"/>
                    <a:pt x="1187311" y="2690358"/>
                    <a:pt x="1193026" y="2710361"/>
                  </a:cubicBezTo>
                  <a:cubicBezTo>
                    <a:pt x="1205408" y="2757033"/>
                    <a:pt x="1178738" y="2793228"/>
                    <a:pt x="1164451" y="2832281"/>
                  </a:cubicBezTo>
                  <a:cubicBezTo>
                    <a:pt x="1154926" y="2859903"/>
                    <a:pt x="1136828" y="2884668"/>
                    <a:pt x="1122541" y="2910386"/>
                  </a:cubicBezTo>
                  <a:cubicBezTo>
                    <a:pt x="1116826" y="2920863"/>
                    <a:pt x="1109206" y="2929436"/>
                    <a:pt x="1095871" y="2929436"/>
                  </a:cubicBezTo>
                  <a:cubicBezTo>
                    <a:pt x="1085393" y="2920863"/>
                    <a:pt x="1072058" y="2930388"/>
                    <a:pt x="1061581" y="2922768"/>
                  </a:cubicBezTo>
                  <a:cubicBezTo>
                    <a:pt x="1053961" y="2919911"/>
                    <a:pt x="1044436" y="2911338"/>
                    <a:pt x="1047293" y="2929436"/>
                  </a:cubicBezTo>
                  <a:cubicBezTo>
                    <a:pt x="1052056" y="2938961"/>
                    <a:pt x="1062533" y="2944676"/>
                    <a:pt x="1061581" y="2956106"/>
                  </a:cubicBezTo>
                  <a:cubicBezTo>
                    <a:pt x="1055866" y="2964678"/>
                    <a:pt x="1048246" y="2962773"/>
                    <a:pt x="1040626" y="2959916"/>
                  </a:cubicBezTo>
                  <a:cubicBezTo>
                    <a:pt x="952043" y="2929436"/>
                    <a:pt x="865366" y="2895146"/>
                    <a:pt x="783451" y="2850378"/>
                  </a:cubicBezTo>
                  <a:cubicBezTo>
                    <a:pt x="762496" y="2838948"/>
                    <a:pt x="762496" y="2820851"/>
                    <a:pt x="752971" y="2805611"/>
                  </a:cubicBezTo>
                  <a:cubicBezTo>
                    <a:pt x="730111" y="2799896"/>
                    <a:pt x="738683" y="2779893"/>
                    <a:pt x="737731" y="2765606"/>
                  </a:cubicBezTo>
                  <a:cubicBezTo>
                    <a:pt x="736778" y="2697978"/>
                    <a:pt x="732968" y="2631303"/>
                    <a:pt x="721538" y="2564628"/>
                  </a:cubicBezTo>
                  <a:cubicBezTo>
                    <a:pt x="715823" y="2532243"/>
                    <a:pt x="700583" y="2503668"/>
                    <a:pt x="670103" y="2492238"/>
                  </a:cubicBezTo>
                  <a:cubicBezTo>
                    <a:pt x="596761" y="2464616"/>
                    <a:pt x="568186" y="2400798"/>
                    <a:pt x="539611" y="2337933"/>
                  </a:cubicBezTo>
                  <a:cubicBezTo>
                    <a:pt x="520561" y="2296976"/>
                    <a:pt x="502463" y="2256971"/>
                    <a:pt x="473888" y="2221728"/>
                  </a:cubicBezTo>
                  <a:cubicBezTo>
                    <a:pt x="456743" y="2200773"/>
                    <a:pt x="450076" y="2174103"/>
                    <a:pt x="468173" y="2148386"/>
                  </a:cubicBezTo>
                  <a:cubicBezTo>
                    <a:pt x="473888" y="2140766"/>
                    <a:pt x="477698" y="2133146"/>
                    <a:pt x="471983" y="2122668"/>
                  </a:cubicBezTo>
                  <a:cubicBezTo>
                    <a:pt x="452933" y="2083616"/>
                    <a:pt x="471983" y="2052183"/>
                    <a:pt x="493891" y="2021703"/>
                  </a:cubicBezTo>
                  <a:cubicBezTo>
                    <a:pt x="518656" y="1987413"/>
                    <a:pt x="546278" y="1955028"/>
                    <a:pt x="538658" y="1907403"/>
                  </a:cubicBezTo>
                  <a:cubicBezTo>
                    <a:pt x="535801" y="1889306"/>
                    <a:pt x="531991" y="1871208"/>
                    <a:pt x="524371" y="1854063"/>
                  </a:cubicBezTo>
                  <a:cubicBezTo>
                    <a:pt x="517703" y="1837871"/>
                    <a:pt x="507226" y="1834061"/>
                    <a:pt x="499606" y="1853111"/>
                  </a:cubicBezTo>
                  <a:cubicBezTo>
                    <a:pt x="489128" y="1876923"/>
                    <a:pt x="475793" y="1875018"/>
                    <a:pt x="459601" y="1860731"/>
                  </a:cubicBezTo>
                  <a:cubicBezTo>
                    <a:pt x="443408" y="1847396"/>
                    <a:pt x="425311" y="1838823"/>
                    <a:pt x="408166" y="1827393"/>
                  </a:cubicBezTo>
                  <a:cubicBezTo>
                    <a:pt x="375781" y="1806438"/>
                    <a:pt x="371971" y="1771196"/>
                    <a:pt x="354826" y="1742621"/>
                  </a:cubicBezTo>
                  <a:cubicBezTo>
                    <a:pt x="346253" y="1729286"/>
                    <a:pt x="337681" y="1720713"/>
                    <a:pt x="322441" y="1715951"/>
                  </a:cubicBezTo>
                  <a:cubicBezTo>
                    <a:pt x="289103" y="1705473"/>
                    <a:pt x="255766" y="1691186"/>
                    <a:pt x="234811" y="1658801"/>
                  </a:cubicBezTo>
                  <a:cubicBezTo>
                    <a:pt x="228143" y="1649276"/>
                    <a:pt x="218618" y="1639751"/>
                    <a:pt x="206236" y="1644513"/>
                  </a:cubicBezTo>
                  <a:cubicBezTo>
                    <a:pt x="170993" y="1656896"/>
                    <a:pt x="143371" y="1639751"/>
                    <a:pt x="116701" y="1622606"/>
                  </a:cubicBezTo>
                  <a:cubicBezTo>
                    <a:pt x="85268" y="1603556"/>
                    <a:pt x="54788" y="1583553"/>
                    <a:pt x="28118" y="1557836"/>
                  </a:cubicBezTo>
                  <a:cubicBezTo>
                    <a:pt x="11926" y="1541643"/>
                    <a:pt x="1448" y="1523546"/>
                    <a:pt x="12878" y="1499733"/>
                  </a:cubicBezTo>
                  <a:cubicBezTo>
                    <a:pt x="20498" y="1482588"/>
                    <a:pt x="16688" y="1463538"/>
                    <a:pt x="10021" y="1446393"/>
                  </a:cubicBezTo>
                  <a:cubicBezTo>
                    <a:pt x="6211" y="1434963"/>
                    <a:pt x="-1409" y="1423533"/>
                    <a:pt x="5258" y="1410198"/>
                  </a:cubicBezTo>
                  <a:cubicBezTo>
                    <a:pt x="-12839" y="1304471"/>
                    <a:pt x="19546" y="1205411"/>
                    <a:pt x="45263" y="1105398"/>
                  </a:cubicBezTo>
                  <a:cubicBezTo>
                    <a:pt x="94793" y="912993"/>
                    <a:pt x="185281" y="739638"/>
                    <a:pt x="304343" y="581523"/>
                  </a:cubicBezTo>
                  <a:cubicBezTo>
                    <a:pt x="374828" y="487226"/>
                    <a:pt x="458648" y="405311"/>
                    <a:pt x="548183" y="329111"/>
                  </a:cubicBezTo>
                  <a:cubicBezTo>
                    <a:pt x="568186" y="311966"/>
                    <a:pt x="591046" y="303393"/>
                    <a:pt x="617716" y="317681"/>
                  </a:cubicBezTo>
                  <a:cubicBezTo>
                    <a:pt x="628193" y="324348"/>
                    <a:pt x="628193" y="314823"/>
                    <a:pt x="631051" y="309108"/>
                  </a:cubicBezTo>
                  <a:cubicBezTo>
                    <a:pt x="652006" y="308156"/>
                    <a:pt x="669151" y="289106"/>
                    <a:pt x="692011" y="299583"/>
                  </a:cubicBezTo>
                  <a:cubicBezTo>
                    <a:pt x="712013" y="311966"/>
                    <a:pt x="732968" y="317681"/>
                    <a:pt x="756781" y="316728"/>
                  </a:cubicBezTo>
                  <a:cubicBezTo>
                    <a:pt x="764401" y="317681"/>
                    <a:pt x="772973" y="320538"/>
                    <a:pt x="780593" y="315776"/>
                  </a:cubicBezTo>
                  <a:cubicBezTo>
                    <a:pt x="786308" y="312918"/>
                    <a:pt x="792023" y="311966"/>
                    <a:pt x="797738" y="314823"/>
                  </a:cubicBezTo>
                  <a:cubicBezTo>
                    <a:pt x="808216" y="327206"/>
                    <a:pt x="819646" y="321491"/>
                    <a:pt x="831076" y="316728"/>
                  </a:cubicBezTo>
                  <a:cubicBezTo>
                    <a:pt x="837743" y="304346"/>
                    <a:pt x="858698" y="297678"/>
                    <a:pt x="841553" y="277676"/>
                  </a:cubicBezTo>
                  <a:cubicBezTo>
                    <a:pt x="834886" y="270056"/>
                    <a:pt x="846316" y="263388"/>
                    <a:pt x="852031" y="259578"/>
                  </a:cubicBezTo>
                  <a:cubicBezTo>
                    <a:pt x="857269" y="255768"/>
                    <a:pt x="862508" y="252434"/>
                    <a:pt x="867152" y="248624"/>
                  </a:cubicBezTo>
                  <a:lnTo>
                    <a:pt x="876026" y="238011"/>
                  </a:lnTo>
                  <a:lnTo>
                    <a:pt x="858921" y="241392"/>
                  </a:lnTo>
                  <a:cubicBezTo>
                    <a:pt x="840303" y="244874"/>
                    <a:pt x="823694" y="244338"/>
                    <a:pt x="821551" y="210048"/>
                  </a:cubicBezTo>
                  <a:cubicBezTo>
                    <a:pt x="833933" y="208143"/>
                    <a:pt x="848221" y="208143"/>
                    <a:pt x="857746" y="190998"/>
                  </a:cubicBezTo>
                  <a:cubicBezTo>
                    <a:pt x="861079" y="184807"/>
                    <a:pt x="867032" y="183378"/>
                    <a:pt x="873343" y="184331"/>
                  </a:cubicBezTo>
                  <a:close/>
                  <a:moveTo>
                    <a:pt x="798215" y="181949"/>
                  </a:moveTo>
                  <a:cubicBezTo>
                    <a:pt x="801310" y="182187"/>
                    <a:pt x="803930" y="183378"/>
                    <a:pt x="805359" y="187188"/>
                  </a:cubicBezTo>
                  <a:cubicBezTo>
                    <a:pt x="808216" y="194808"/>
                    <a:pt x="800596" y="194808"/>
                    <a:pt x="795834" y="196713"/>
                  </a:cubicBezTo>
                  <a:cubicBezTo>
                    <a:pt x="790119" y="193856"/>
                    <a:pt x="788214" y="189093"/>
                    <a:pt x="788214" y="182426"/>
                  </a:cubicBezTo>
                  <a:cubicBezTo>
                    <a:pt x="791547" y="182426"/>
                    <a:pt x="795119" y="181711"/>
                    <a:pt x="798215" y="181949"/>
                  </a:cubicBezTo>
                  <a:close/>
                  <a:moveTo>
                    <a:pt x="938708" y="121466"/>
                  </a:moveTo>
                  <a:cubicBezTo>
                    <a:pt x="943471" y="128133"/>
                    <a:pt x="953948" y="130038"/>
                    <a:pt x="952043" y="141468"/>
                  </a:cubicBezTo>
                  <a:lnTo>
                    <a:pt x="951037" y="142501"/>
                  </a:lnTo>
                  <a:lnTo>
                    <a:pt x="953949" y="140516"/>
                  </a:lnTo>
                  <a:cubicBezTo>
                    <a:pt x="952996" y="143373"/>
                    <a:pt x="952996" y="146231"/>
                    <a:pt x="952996" y="148136"/>
                  </a:cubicBezTo>
                  <a:cubicBezTo>
                    <a:pt x="952996" y="154803"/>
                    <a:pt x="952996" y="161471"/>
                    <a:pt x="952996" y="169091"/>
                  </a:cubicBezTo>
                  <a:cubicBezTo>
                    <a:pt x="949662" y="166709"/>
                    <a:pt x="947281" y="162899"/>
                    <a:pt x="944424" y="159804"/>
                  </a:cubicBezTo>
                  <a:lnTo>
                    <a:pt x="933131" y="154863"/>
                  </a:lnTo>
                  <a:lnTo>
                    <a:pt x="931088" y="155756"/>
                  </a:lnTo>
                  <a:cubicBezTo>
                    <a:pt x="931088" y="155756"/>
                    <a:pt x="930136" y="155756"/>
                    <a:pt x="930136" y="155756"/>
                  </a:cubicBezTo>
                  <a:cubicBezTo>
                    <a:pt x="925373" y="152898"/>
                    <a:pt x="906323" y="162423"/>
                    <a:pt x="918706" y="144326"/>
                  </a:cubicBezTo>
                  <a:cubicBezTo>
                    <a:pt x="923468" y="137658"/>
                    <a:pt x="931088" y="131943"/>
                    <a:pt x="931088" y="122418"/>
                  </a:cubicBezTo>
                  <a:cubicBezTo>
                    <a:pt x="934898" y="118608"/>
                    <a:pt x="936803" y="118608"/>
                    <a:pt x="938708" y="121466"/>
                  </a:cubicBezTo>
                  <a:close/>
                  <a:moveTo>
                    <a:pt x="925373" y="107178"/>
                  </a:moveTo>
                  <a:cubicBezTo>
                    <a:pt x="930136" y="111940"/>
                    <a:pt x="934898" y="116703"/>
                    <a:pt x="938708" y="121465"/>
                  </a:cubicBezTo>
                  <a:lnTo>
                    <a:pt x="935851" y="121465"/>
                  </a:lnTo>
                  <a:cubicBezTo>
                    <a:pt x="935851" y="121465"/>
                    <a:pt x="932993" y="121465"/>
                    <a:pt x="932993" y="121465"/>
                  </a:cubicBezTo>
                  <a:cubicBezTo>
                    <a:pt x="923468" y="125275"/>
                    <a:pt x="912991" y="131943"/>
                    <a:pt x="901561" y="123370"/>
                  </a:cubicBezTo>
                  <a:cubicBezTo>
                    <a:pt x="904418" y="109083"/>
                    <a:pt x="915848" y="109083"/>
                    <a:pt x="925373" y="107178"/>
                  </a:cubicBezTo>
                  <a:close/>
                  <a:moveTo>
                    <a:pt x="1021576" y="71936"/>
                  </a:moveTo>
                  <a:cubicBezTo>
                    <a:pt x="1037768" y="75746"/>
                    <a:pt x="1038721" y="87176"/>
                    <a:pt x="1031101" y="97653"/>
                  </a:cubicBezTo>
                  <a:cubicBezTo>
                    <a:pt x="1019671" y="115751"/>
                    <a:pt x="1011098" y="95748"/>
                    <a:pt x="1000621" y="92891"/>
                  </a:cubicBezTo>
                  <a:cubicBezTo>
                    <a:pt x="1002526" y="88128"/>
                    <a:pt x="1005383" y="83366"/>
                    <a:pt x="1007288" y="79556"/>
                  </a:cubicBezTo>
                  <a:cubicBezTo>
                    <a:pt x="1012051" y="76698"/>
                    <a:pt x="1016813" y="74793"/>
                    <a:pt x="1021576" y="71936"/>
                  </a:cubicBezTo>
                  <a:close/>
                  <a:moveTo>
                    <a:pt x="1113849" y="40265"/>
                  </a:moveTo>
                  <a:cubicBezTo>
                    <a:pt x="1128732" y="39074"/>
                    <a:pt x="1143972" y="42885"/>
                    <a:pt x="1159689" y="51933"/>
                  </a:cubicBezTo>
                  <a:cubicBezTo>
                    <a:pt x="1175881" y="68126"/>
                    <a:pt x="1166356" y="76698"/>
                    <a:pt x="1151116" y="84318"/>
                  </a:cubicBezTo>
                  <a:cubicBezTo>
                    <a:pt x="1137781" y="90986"/>
                    <a:pt x="1123494" y="86223"/>
                    <a:pt x="1111111" y="92891"/>
                  </a:cubicBezTo>
                  <a:cubicBezTo>
                    <a:pt x="1083489" y="98606"/>
                    <a:pt x="1067296" y="90033"/>
                    <a:pt x="1070153" y="58601"/>
                  </a:cubicBezTo>
                  <a:cubicBezTo>
                    <a:pt x="1084441" y="47647"/>
                    <a:pt x="1098967" y="41456"/>
                    <a:pt x="1113849" y="40265"/>
                  </a:cubicBezTo>
                  <a:close/>
                  <a:moveTo>
                    <a:pt x="1400760" y="96"/>
                  </a:moveTo>
                  <a:cubicBezTo>
                    <a:pt x="1426031" y="498"/>
                    <a:pt x="1451392" y="2164"/>
                    <a:pt x="1476871" y="5260"/>
                  </a:cubicBezTo>
                  <a:cubicBezTo>
                    <a:pt x="1521639" y="13833"/>
                    <a:pt x="1566406" y="14785"/>
                    <a:pt x="1611174" y="9070"/>
                  </a:cubicBezTo>
                  <a:cubicBezTo>
                    <a:pt x="1614984" y="7165"/>
                    <a:pt x="1619746" y="9070"/>
                    <a:pt x="1619746" y="17643"/>
                  </a:cubicBezTo>
                  <a:cubicBezTo>
                    <a:pt x="1631176" y="13833"/>
                    <a:pt x="1639748" y="20500"/>
                    <a:pt x="1646416" y="28120"/>
                  </a:cubicBezTo>
                  <a:cubicBezTo>
                    <a:pt x="1652131" y="36693"/>
                    <a:pt x="1659751" y="35740"/>
                    <a:pt x="1667371" y="31930"/>
                  </a:cubicBezTo>
                  <a:cubicBezTo>
                    <a:pt x="1693088" y="18119"/>
                    <a:pt x="1717377" y="11690"/>
                    <a:pt x="1742261" y="11690"/>
                  </a:cubicBezTo>
                  <a:cubicBezTo>
                    <a:pt x="1767145" y="11690"/>
                    <a:pt x="1792624" y="18119"/>
                    <a:pt x="1820723" y="30025"/>
                  </a:cubicBezTo>
                  <a:cubicBezTo>
                    <a:pt x="1845488" y="40503"/>
                    <a:pt x="1874063" y="40503"/>
                    <a:pt x="1901686" y="45265"/>
                  </a:cubicBezTo>
                  <a:cubicBezTo>
                    <a:pt x="1905496" y="54790"/>
                    <a:pt x="1888351" y="56695"/>
                    <a:pt x="1894066" y="69078"/>
                  </a:cubicBezTo>
                  <a:cubicBezTo>
                    <a:pt x="1913116" y="57648"/>
                    <a:pt x="1934071" y="52885"/>
                    <a:pt x="1955978" y="55743"/>
                  </a:cubicBezTo>
                  <a:cubicBezTo>
                    <a:pt x="1961693" y="62410"/>
                    <a:pt x="1959788" y="69078"/>
                    <a:pt x="1954073" y="71935"/>
                  </a:cubicBezTo>
                  <a:cubicBezTo>
                    <a:pt x="1939786" y="78603"/>
                    <a:pt x="1939786" y="91938"/>
                    <a:pt x="1935976" y="103368"/>
                  </a:cubicBezTo>
                  <a:cubicBezTo>
                    <a:pt x="1904543" y="124323"/>
                    <a:pt x="1914068" y="142420"/>
                    <a:pt x="1949311" y="161470"/>
                  </a:cubicBezTo>
                  <a:cubicBezTo>
                    <a:pt x="1923593" y="162423"/>
                    <a:pt x="1905496" y="153850"/>
                    <a:pt x="1894066" y="171948"/>
                  </a:cubicBezTo>
                  <a:cubicBezTo>
                    <a:pt x="1899781" y="177663"/>
                    <a:pt x="1909306" y="175758"/>
                    <a:pt x="1913116" y="183378"/>
                  </a:cubicBezTo>
                  <a:cubicBezTo>
                    <a:pt x="1917878" y="187188"/>
                    <a:pt x="1922641" y="195760"/>
                    <a:pt x="1907401" y="196713"/>
                  </a:cubicBezTo>
                  <a:cubicBezTo>
                    <a:pt x="1907401" y="221478"/>
                    <a:pt x="1903591" y="242433"/>
                    <a:pt x="1873111" y="245290"/>
                  </a:cubicBezTo>
                  <a:cubicBezTo>
                    <a:pt x="1842631" y="244338"/>
                    <a:pt x="1879778" y="263388"/>
                    <a:pt x="1866443" y="267198"/>
                  </a:cubicBezTo>
                  <a:cubicBezTo>
                    <a:pt x="1860728" y="271008"/>
                    <a:pt x="1855013" y="271960"/>
                    <a:pt x="1851203" y="270055"/>
                  </a:cubicBezTo>
                  <a:cubicBezTo>
                    <a:pt x="1860728" y="280533"/>
                    <a:pt x="1876921" y="291963"/>
                    <a:pt x="1866443" y="313870"/>
                  </a:cubicBezTo>
                  <a:cubicBezTo>
                    <a:pt x="1859776" y="319585"/>
                    <a:pt x="1852156" y="321490"/>
                    <a:pt x="1843583" y="319585"/>
                  </a:cubicBezTo>
                  <a:cubicBezTo>
                    <a:pt x="1833106" y="315775"/>
                    <a:pt x="1827391" y="307203"/>
                    <a:pt x="1819771" y="300535"/>
                  </a:cubicBezTo>
                  <a:cubicBezTo>
                    <a:pt x="1811198" y="310060"/>
                    <a:pt x="1800721" y="314823"/>
                    <a:pt x="1788338" y="313870"/>
                  </a:cubicBezTo>
                  <a:cubicBezTo>
                    <a:pt x="1791196" y="322443"/>
                    <a:pt x="1796911" y="313870"/>
                    <a:pt x="1800721" y="315775"/>
                  </a:cubicBezTo>
                  <a:cubicBezTo>
                    <a:pt x="1808341" y="314823"/>
                    <a:pt x="1815961" y="312918"/>
                    <a:pt x="1823581" y="314823"/>
                  </a:cubicBezTo>
                  <a:cubicBezTo>
                    <a:pt x="1826438" y="315775"/>
                    <a:pt x="1830248" y="316728"/>
                    <a:pt x="1833106" y="317680"/>
                  </a:cubicBezTo>
                  <a:cubicBezTo>
                    <a:pt x="1838821" y="322443"/>
                    <a:pt x="1842631" y="327205"/>
                    <a:pt x="1838821" y="334825"/>
                  </a:cubicBezTo>
                  <a:cubicBezTo>
                    <a:pt x="1800721" y="354828"/>
                    <a:pt x="1760716" y="371020"/>
                    <a:pt x="1715948" y="370068"/>
                  </a:cubicBezTo>
                  <a:cubicBezTo>
                    <a:pt x="1707376" y="370068"/>
                    <a:pt x="1695946" y="372925"/>
                    <a:pt x="1691183" y="379593"/>
                  </a:cubicBezTo>
                  <a:cubicBezTo>
                    <a:pt x="1662608" y="411025"/>
                    <a:pt x="1627366" y="425313"/>
                    <a:pt x="1586408" y="430075"/>
                  </a:cubicBezTo>
                  <a:cubicBezTo>
                    <a:pt x="1564501" y="432933"/>
                    <a:pt x="1554976" y="450078"/>
                    <a:pt x="1542593" y="468175"/>
                  </a:cubicBezTo>
                  <a:cubicBezTo>
                    <a:pt x="1522591" y="497703"/>
                    <a:pt x="1501636" y="527230"/>
                    <a:pt x="1480681" y="555805"/>
                  </a:cubicBezTo>
                  <a:cubicBezTo>
                    <a:pt x="1475918" y="562473"/>
                    <a:pt x="1469251" y="562473"/>
                    <a:pt x="1462583" y="562473"/>
                  </a:cubicBezTo>
                  <a:cubicBezTo>
                    <a:pt x="1419721" y="558663"/>
                    <a:pt x="1380668" y="507228"/>
                    <a:pt x="1385431" y="462460"/>
                  </a:cubicBezTo>
                  <a:cubicBezTo>
                    <a:pt x="1388288" y="441505"/>
                    <a:pt x="1374001" y="421503"/>
                    <a:pt x="1379716" y="398643"/>
                  </a:cubicBezTo>
                  <a:cubicBezTo>
                    <a:pt x="1387336" y="363400"/>
                    <a:pt x="1418768" y="354828"/>
                    <a:pt x="1441628" y="335778"/>
                  </a:cubicBezTo>
                  <a:cubicBezTo>
                    <a:pt x="1443533" y="331015"/>
                    <a:pt x="1445438" y="325300"/>
                    <a:pt x="1449248" y="321490"/>
                  </a:cubicBezTo>
                  <a:cubicBezTo>
                    <a:pt x="1454011" y="314823"/>
                    <a:pt x="1454963" y="306250"/>
                    <a:pt x="1461631" y="300535"/>
                  </a:cubicBezTo>
                  <a:cubicBezTo>
                    <a:pt x="1451153" y="280533"/>
                    <a:pt x="1439723" y="265293"/>
                    <a:pt x="1412101" y="280533"/>
                  </a:cubicBezTo>
                  <a:cubicBezTo>
                    <a:pt x="1425436" y="259578"/>
                    <a:pt x="1438771" y="241480"/>
                    <a:pt x="1434961" y="215763"/>
                  </a:cubicBezTo>
                  <a:cubicBezTo>
                    <a:pt x="1430198" y="178615"/>
                    <a:pt x="1409243" y="158613"/>
                    <a:pt x="1371143" y="160518"/>
                  </a:cubicBezTo>
                  <a:cubicBezTo>
                    <a:pt x="1357808" y="161470"/>
                    <a:pt x="1343521" y="159565"/>
                    <a:pt x="1331138" y="162423"/>
                  </a:cubicBezTo>
                  <a:cubicBezTo>
                    <a:pt x="1317803" y="165280"/>
                    <a:pt x="1310183" y="161470"/>
                    <a:pt x="1303516" y="150040"/>
                  </a:cubicBezTo>
                  <a:cubicBezTo>
                    <a:pt x="1296848" y="136705"/>
                    <a:pt x="1300658" y="131943"/>
                    <a:pt x="1313993" y="130038"/>
                  </a:cubicBezTo>
                  <a:cubicBezTo>
                    <a:pt x="1321613" y="129085"/>
                    <a:pt x="1316851" y="124323"/>
                    <a:pt x="1313041" y="121465"/>
                  </a:cubicBezTo>
                  <a:cubicBezTo>
                    <a:pt x="1283513" y="99558"/>
                    <a:pt x="1311136" y="99558"/>
                    <a:pt x="1323518" y="96700"/>
                  </a:cubicBezTo>
                  <a:cubicBezTo>
                    <a:pt x="1344473" y="92890"/>
                    <a:pt x="1365428" y="88128"/>
                    <a:pt x="1387336" y="88128"/>
                  </a:cubicBezTo>
                  <a:cubicBezTo>
                    <a:pt x="1399718" y="88128"/>
                    <a:pt x="1414006" y="81460"/>
                    <a:pt x="1394003" y="68125"/>
                  </a:cubicBezTo>
                  <a:cubicBezTo>
                    <a:pt x="1402576" y="42408"/>
                    <a:pt x="1427341" y="49075"/>
                    <a:pt x="1445438" y="41455"/>
                  </a:cubicBezTo>
                  <a:lnTo>
                    <a:pt x="1471104" y="35589"/>
                  </a:lnTo>
                  <a:lnTo>
                    <a:pt x="1469608" y="35026"/>
                  </a:lnTo>
                  <a:cubicBezTo>
                    <a:pt x="1465441" y="34550"/>
                    <a:pt x="1461155" y="34788"/>
                    <a:pt x="1456869" y="34788"/>
                  </a:cubicBezTo>
                  <a:cubicBezTo>
                    <a:pt x="1424484" y="38598"/>
                    <a:pt x="1396861" y="56695"/>
                    <a:pt x="1365429" y="60505"/>
                  </a:cubicBezTo>
                  <a:cubicBezTo>
                    <a:pt x="1307326" y="66220"/>
                    <a:pt x="1264464" y="112893"/>
                    <a:pt x="1208266" y="122418"/>
                  </a:cubicBezTo>
                  <a:cubicBezTo>
                    <a:pt x="1196836" y="130038"/>
                    <a:pt x="1186359" y="129085"/>
                    <a:pt x="1175881" y="122418"/>
                  </a:cubicBezTo>
                  <a:cubicBezTo>
                    <a:pt x="1178739" y="129085"/>
                    <a:pt x="1197789" y="127180"/>
                    <a:pt x="1187311" y="142420"/>
                  </a:cubicBezTo>
                  <a:cubicBezTo>
                    <a:pt x="1185406" y="144325"/>
                    <a:pt x="1182549" y="146230"/>
                    <a:pt x="1180644" y="149088"/>
                  </a:cubicBezTo>
                  <a:cubicBezTo>
                    <a:pt x="1173262" y="152183"/>
                    <a:pt x="1165939" y="153434"/>
                    <a:pt x="1158647" y="153642"/>
                  </a:cubicBezTo>
                  <a:lnTo>
                    <a:pt x="1143520" y="152466"/>
                  </a:lnTo>
                  <a:lnTo>
                    <a:pt x="1148259" y="153731"/>
                  </a:lnTo>
                  <a:cubicBezTo>
                    <a:pt x="1153498" y="157422"/>
                    <a:pt x="1155879" y="163851"/>
                    <a:pt x="1152069" y="175758"/>
                  </a:cubicBezTo>
                  <a:cubicBezTo>
                    <a:pt x="1112064" y="198618"/>
                    <a:pt x="1069201" y="175758"/>
                    <a:pt x="1029196" y="182425"/>
                  </a:cubicBezTo>
                  <a:cubicBezTo>
                    <a:pt x="1020624" y="171948"/>
                    <a:pt x="980619" y="182425"/>
                    <a:pt x="1006336" y="148135"/>
                  </a:cubicBezTo>
                  <a:cubicBezTo>
                    <a:pt x="1011099" y="141468"/>
                    <a:pt x="1003479" y="136705"/>
                    <a:pt x="995859" y="134800"/>
                  </a:cubicBezTo>
                  <a:cubicBezTo>
                    <a:pt x="984429" y="131943"/>
                    <a:pt x="981571" y="125275"/>
                    <a:pt x="987286" y="114798"/>
                  </a:cubicBezTo>
                  <a:cubicBezTo>
                    <a:pt x="1010146" y="115750"/>
                    <a:pt x="1027291" y="130990"/>
                    <a:pt x="1049199" y="134800"/>
                  </a:cubicBezTo>
                  <a:cubicBezTo>
                    <a:pt x="1053009" y="140515"/>
                    <a:pt x="1055866" y="147183"/>
                    <a:pt x="1064439" y="149088"/>
                  </a:cubicBezTo>
                  <a:cubicBezTo>
                    <a:pt x="1074916" y="150993"/>
                    <a:pt x="1085394" y="150278"/>
                    <a:pt x="1095871" y="149326"/>
                  </a:cubicBezTo>
                  <a:lnTo>
                    <a:pt x="1106484" y="148924"/>
                  </a:lnTo>
                  <a:lnTo>
                    <a:pt x="1093014" y="149088"/>
                  </a:lnTo>
                  <a:cubicBezTo>
                    <a:pt x="1081584" y="144325"/>
                    <a:pt x="1067296" y="146230"/>
                    <a:pt x="1062534" y="131943"/>
                  </a:cubicBezTo>
                  <a:cubicBezTo>
                    <a:pt x="1083489" y="115750"/>
                    <a:pt x="1102539" y="93843"/>
                    <a:pt x="1133971" y="110988"/>
                  </a:cubicBezTo>
                  <a:cubicBezTo>
                    <a:pt x="1150164" y="112893"/>
                    <a:pt x="1147306" y="91938"/>
                    <a:pt x="1158736" y="88128"/>
                  </a:cubicBezTo>
                  <a:cubicBezTo>
                    <a:pt x="1164451" y="84318"/>
                    <a:pt x="1172071" y="81460"/>
                    <a:pt x="1173024" y="73840"/>
                  </a:cubicBezTo>
                  <a:cubicBezTo>
                    <a:pt x="1176834" y="44313"/>
                    <a:pt x="1193979" y="46218"/>
                    <a:pt x="1214934" y="54790"/>
                  </a:cubicBezTo>
                  <a:cubicBezTo>
                    <a:pt x="1234936" y="51933"/>
                    <a:pt x="1254939" y="44313"/>
                    <a:pt x="1275894" y="44313"/>
                  </a:cubicBezTo>
                  <a:cubicBezTo>
                    <a:pt x="1253986" y="44313"/>
                    <a:pt x="1233031" y="51933"/>
                    <a:pt x="1211124" y="51933"/>
                  </a:cubicBezTo>
                  <a:cubicBezTo>
                    <a:pt x="1199694" y="46218"/>
                    <a:pt x="1184454" y="50028"/>
                    <a:pt x="1174929" y="39550"/>
                  </a:cubicBezTo>
                  <a:cubicBezTo>
                    <a:pt x="1174929" y="34788"/>
                    <a:pt x="1174929" y="30978"/>
                    <a:pt x="1174929" y="26215"/>
                  </a:cubicBezTo>
                  <a:cubicBezTo>
                    <a:pt x="1249938" y="9070"/>
                    <a:pt x="1324947" y="-1110"/>
                    <a:pt x="1400760" y="96"/>
                  </a:cubicBezTo>
                  <a:close/>
                </a:path>
              </a:pathLst>
            </a:custGeom>
            <a:solidFill>
              <a:srgbClr val="BFBFB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ppa [a]">
  <p:cSld name="Mappa [a]">
    <p:spTree>
      <p:nvGrpSpPr>
        <p:cNvPr id="813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66"/>
          <p:cNvSpPr txBox="1"/>
          <p:nvPr>
            <p:ph type="title"/>
          </p:nvPr>
        </p:nvSpPr>
        <p:spPr>
          <a:xfrm>
            <a:off x="276305" y="180000"/>
            <a:ext cx="11652170" cy="7073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4400"/>
              <a:buFont typeface="Century Gothic"/>
              <a:buNone/>
              <a:defRPr sz="4400">
                <a:solidFill>
                  <a:srgbClr val="7F7F7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5" name="Google Shape;815;p66"/>
          <p:cNvSpPr/>
          <p:nvPr/>
        </p:nvSpPr>
        <p:spPr>
          <a:xfrm>
            <a:off x="4101548" y="2074486"/>
            <a:ext cx="7975623" cy="3799411"/>
          </a:xfrm>
          <a:custGeom>
            <a:rect b="b" l="l" r="r" t="t"/>
            <a:pathLst>
              <a:path extrusionOk="0" h="136125" w="285750">
                <a:moveTo>
                  <a:pt x="74830" y="1313"/>
                </a:moveTo>
                <a:lnTo>
                  <a:pt x="74352" y="1330"/>
                </a:lnTo>
                <a:lnTo>
                  <a:pt x="74864" y="1330"/>
                </a:lnTo>
                <a:lnTo>
                  <a:pt x="74830" y="1313"/>
                </a:lnTo>
                <a:close/>
                <a:moveTo>
                  <a:pt x="77830" y="1739"/>
                </a:moveTo>
                <a:lnTo>
                  <a:pt x="77830" y="1739"/>
                </a:lnTo>
                <a:lnTo>
                  <a:pt x="77830" y="1739"/>
                </a:lnTo>
                <a:close/>
                <a:moveTo>
                  <a:pt x="176011" y="1432"/>
                </a:moveTo>
                <a:lnTo>
                  <a:pt x="176114" y="1636"/>
                </a:lnTo>
                <a:lnTo>
                  <a:pt x="175500" y="1841"/>
                </a:lnTo>
                <a:lnTo>
                  <a:pt x="175807" y="1943"/>
                </a:lnTo>
                <a:lnTo>
                  <a:pt x="178875" y="1943"/>
                </a:lnTo>
                <a:lnTo>
                  <a:pt x="178773" y="1636"/>
                </a:lnTo>
                <a:lnTo>
                  <a:pt x="176011" y="1432"/>
                </a:lnTo>
                <a:close/>
                <a:moveTo>
                  <a:pt x="135102" y="1841"/>
                </a:moveTo>
                <a:lnTo>
                  <a:pt x="134898" y="1943"/>
                </a:lnTo>
                <a:lnTo>
                  <a:pt x="135102" y="2045"/>
                </a:lnTo>
                <a:lnTo>
                  <a:pt x="134489" y="2045"/>
                </a:lnTo>
                <a:lnTo>
                  <a:pt x="134795" y="2148"/>
                </a:lnTo>
                <a:lnTo>
                  <a:pt x="134489" y="2148"/>
                </a:lnTo>
                <a:lnTo>
                  <a:pt x="135920" y="2352"/>
                </a:lnTo>
                <a:lnTo>
                  <a:pt x="135307" y="2455"/>
                </a:lnTo>
                <a:lnTo>
                  <a:pt x="137148" y="2557"/>
                </a:lnTo>
                <a:lnTo>
                  <a:pt x="137148" y="2659"/>
                </a:lnTo>
                <a:lnTo>
                  <a:pt x="139500" y="2148"/>
                </a:lnTo>
                <a:lnTo>
                  <a:pt x="137148" y="2045"/>
                </a:lnTo>
                <a:lnTo>
                  <a:pt x="137250" y="1841"/>
                </a:lnTo>
                <a:lnTo>
                  <a:pt x="136739" y="1841"/>
                </a:lnTo>
                <a:lnTo>
                  <a:pt x="136739" y="2045"/>
                </a:lnTo>
                <a:lnTo>
                  <a:pt x="135102" y="1841"/>
                </a:lnTo>
                <a:close/>
                <a:moveTo>
                  <a:pt x="178466" y="2045"/>
                </a:moveTo>
                <a:lnTo>
                  <a:pt x="177443" y="2148"/>
                </a:lnTo>
                <a:lnTo>
                  <a:pt x="177136" y="2455"/>
                </a:lnTo>
                <a:lnTo>
                  <a:pt x="181534" y="2864"/>
                </a:lnTo>
                <a:lnTo>
                  <a:pt x="181534" y="2864"/>
                </a:lnTo>
                <a:lnTo>
                  <a:pt x="180716" y="2659"/>
                </a:lnTo>
                <a:lnTo>
                  <a:pt x="181023" y="2659"/>
                </a:lnTo>
                <a:lnTo>
                  <a:pt x="180818" y="2250"/>
                </a:lnTo>
                <a:lnTo>
                  <a:pt x="178466" y="2045"/>
                </a:lnTo>
                <a:close/>
                <a:moveTo>
                  <a:pt x="75068" y="3170"/>
                </a:moveTo>
                <a:lnTo>
                  <a:pt x="74870" y="3225"/>
                </a:lnTo>
                <a:lnTo>
                  <a:pt x="75022" y="3201"/>
                </a:lnTo>
                <a:lnTo>
                  <a:pt x="75022" y="3201"/>
                </a:lnTo>
                <a:lnTo>
                  <a:pt x="75068" y="3170"/>
                </a:lnTo>
                <a:close/>
                <a:moveTo>
                  <a:pt x="72920" y="1227"/>
                </a:moveTo>
                <a:lnTo>
                  <a:pt x="72102" y="1330"/>
                </a:lnTo>
                <a:lnTo>
                  <a:pt x="72511" y="1330"/>
                </a:lnTo>
                <a:lnTo>
                  <a:pt x="70977" y="1534"/>
                </a:lnTo>
                <a:lnTo>
                  <a:pt x="71591" y="1739"/>
                </a:lnTo>
                <a:lnTo>
                  <a:pt x="70364" y="1739"/>
                </a:lnTo>
                <a:lnTo>
                  <a:pt x="70568" y="1841"/>
                </a:lnTo>
                <a:lnTo>
                  <a:pt x="70057" y="1943"/>
                </a:lnTo>
                <a:lnTo>
                  <a:pt x="71080" y="2045"/>
                </a:lnTo>
                <a:lnTo>
                  <a:pt x="69648" y="2045"/>
                </a:lnTo>
                <a:lnTo>
                  <a:pt x="69750" y="2352"/>
                </a:lnTo>
                <a:lnTo>
                  <a:pt x="70670" y="2352"/>
                </a:lnTo>
                <a:lnTo>
                  <a:pt x="69545" y="2557"/>
                </a:lnTo>
                <a:lnTo>
                  <a:pt x="70568" y="2557"/>
                </a:lnTo>
                <a:lnTo>
                  <a:pt x="70466" y="2659"/>
                </a:lnTo>
                <a:lnTo>
                  <a:pt x="72102" y="2557"/>
                </a:lnTo>
                <a:lnTo>
                  <a:pt x="70773" y="2761"/>
                </a:lnTo>
                <a:lnTo>
                  <a:pt x="70466" y="2966"/>
                </a:lnTo>
                <a:lnTo>
                  <a:pt x="70159" y="3068"/>
                </a:lnTo>
                <a:lnTo>
                  <a:pt x="70977" y="3170"/>
                </a:lnTo>
                <a:lnTo>
                  <a:pt x="70364" y="3273"/>
                </a:lnTo>
                <a:lnTo>
                  <a:pt x="72102" y="3477"/>
                </a:lnTo>
                <a:lnTo>
                  <a:pt x="72102" y="3170"/>
                </a:lnTo>
                <a:lnTo>
                  <a:pt x="72307" y="3273"/>
                </a:lnTo>
                <a:lnTo>
                  <a:pt x="73330" y="3170"/>
                </a:lnTo>
                <a:lnTo>
                  <a:pt x="73227" y="3068"/>
                </a:lnTo>
                <a:lnTo>
                  <a:pt x="73739" y="2864"/>
                </a:lnTo>
                <a:lnTo>
                  <a:pt x="73432" y="3068"/>
                </a:lnTo>
                <a:lnTo>
                  <a:pt x="75580" y="2557"/>
                </a:lnTo>
                <a:lnTo>
                  <a:pt x="74557" y="2455"/>
                </a:lnTo>
                <a:lnTo>
                  <a:pt x="74659" y="2045"/>
                </a:lnTo>
                <a:lnTo>
                  <a:pt x="74966" y="1841"/>
                </a:lnTo>
                <a:lnTo>
                  <a:pt x="74352" y="1943"/>
                </a:lnTo>
                <a:lnTo>
                  <a:pt x="74455" y="2045"/>
                </a:lnTo>
                <a:lnTo>
                  <a:pt x="73534" y="1739"/>
                </a:lnTo>
                <a:lnTo>
                  <a:pt x="73534" y="1636"/>
                </a:lnTo>
                <a:lnTo>
                  <a:pt x="72920" y="1227"/>
                </a:lnTo>
                <a:close/>
                <a:moveTo>
                  <a:pt x="74870" y="3225"/>
                </a:moveTo>
                <a:lnTo>
                  <a:pt x="73227" y="3477"/>
                </a:lnTo>
                <a:lnTo>
                  <a:pt x="74301" y="3380"/>
                </a:lnTo>
                <a:lnTo>
                  <a:pt x="74301" y="3380"/>
                </a:lnTo>
                <a:lnTo>
                  <a:pt x="74870" y="3225"/>
                </a:lnTo>
                <a:close/>
                <a:moveTo>
                  <a:pt x="74352" y="3375"/>
                </a:moveTo>
                <a:lnTo>
                  <a:pt x="74301" y="3380"/>
                </a:lnTo>
                <a:lnTo>
                  <a:pt x="74301" y="3380"/>
                </a:lnTo>
                <a:lnTo>
                  <a:pt x="73943" y="3477"/>
                </a:lnTo>
                <a:lnTo>
                  <a:pt x="74352" y="3375"/>
                </a:lnTo>
                <a:close/>
                <a:moveTo>
                  <a:pt x="182148" y="2557"/>
                </a:moveTo>
                <a:lnTo>
                  <a:pt x="182250" y="2966"/>
                </a:lnTo>
                <a:lnTo>
                  <a:pt x="182148" y="3170"/>
                </a:lnTo>
                <a:lnTo>
                  <a:pt x="182045" y="3580"/>
                </a:lnTo>
                <a:lnTo>
                  <a:pt x="185114" y="3170"/>
                </a:lnTo>
                <a:lnTo>
                  <a:pt x="183682" y="2761"/>
                </a:lnTo>
                <a:lnTo>
                  <a:pt x="183170" y="2864"/>
                </a:lnTo>
                <a:lnTo>
                  <a:pt x="182966" y="2761"/>
                </a:lnTo>
                <a:lnTo>
                  <a:pt x="183068" y="2659"/>
                </a:lnTo>
                <a:lnTo>
                  <a:pt x="182455" y="2557"/>
                </a:lnTo>
                <a:lnTo>
                  <a:pt x="182455" y="2557"/>
                </a:lnTo>
                <a:lnTo>
                  <a:pt x="182557" y="2659"/>
                </a:lnTo>
                <a:lnTo>
                  <a:pt x="182148" y="2557"/>
                </a:lnTo>
                <a:close/>
                <a:moveTo>
                  <a:pt x="64739" y="2557"/>
                </a:moveTo>
                <a:lnTo>
                  <a:pt x="63614" y="2864"/>
                </a:lnTo>
                <a:lnTo>
                  <a:pt x="64023" y="2864"/>
                </a:lnTo>
                <a:lnTo>
                  <a:pt x="63716" y="2966"/>
                </a:lnTo>
                <a:lnTo>
                  <a:pt x="63716" y="2966"/>
                </a:lnTo>
                <a:lnTo>
                  <a:pt x="64432" y="2864"/>
                </a:lnTo>
                <a:lnTo>
                  <a:pt x="64125" y="2966"/>
                </a:lnTo>
                <a:lnTo>
                  <a:pt x="64534" y="3068"/>
                </a:lnTo>
                <a:lnTo>
                  <a:pt x="64125" y="3068"/>
                </a:lnTo>
                <a:lnTo>
                  <a:pt x="64330" y="3170"/>
                </a:lnTo>
                <a:lnTo>
                  <a:pt x="63511" y="3375"/>
                </a:lnTo>
                <a:lnTo>
                  <a:pt x="65352" y="3477"/>
                </a:lnTo>
                <a:lnTo>
                  <a:pt x="65352" y="3580"/>
                </a:lnTo>
                <a:lnTo>
                  <a:pt x="66068" y="3682"/>
                </a:lnTo>
                <a:lnTo>
                  <a:pt x="66273" y="3375"/>
                </a:lnTo>
                <a:lnTo>
                  <a:pt x="66580" y="3170"/>
                </a:lnTo>
                <a:lnTo>
                  <a:pt x="65966" y="2966"/>
                </a:lnTo>
                <a:lnTo>
                  <a:pt x="66068" y="2864"/>
                </a:lnTo>
                <a:lnTo>
                  <a:pt x="65148" y="2966"/>
                </a:lnTo>
                <a:lnTo>
                  <a:pt x="65148" y="2864"/>
                </a:lnTo>
                <a:lnTo>
                  <a:pt x="64739" y="2557"/>
                </a:lnTo>
                <a:close/>
                <a:moveTo>
                  <a:pt x="67705" y="2966"/>
                </a:moveTo>
                <a:lnTo>
                  <a:pt x="67295" y="3273"/>
                </a:lnTo>
                <a:lnTo>
                  <a:pt x="67705" y="3477"/>
                </a:lnTo>
                <a:lnTo>
                  <a:pt x="67398" y="3682"/>
                </a:lnTo>
                <a:lnTo>
                  <a:pt x="69136" y="3273"/>
                </a:lnTo>
                <a:lnTo>
                  <a:pt x="67705" y="2966"/>
                </a:lnTo>
                <a:close/>
                <a:moveTo>
                  <a:pt x="136943" y="3170"/>
                </a:moveTo>
                <a:lnTo>
                  <a:pt x="135818" y="3273"/>
                </a:lnTo>
                <a:lnTo>
                  <a:pt x="136841" y="3682"/>
                </a:lnTo>
                <a:lnTo>
                  <a:pt x="136432" y="3886"/>
                </a:lnTo>
                <a:lnTo>
                  <a:pt x="137557" y="3886"/>
                </a:lnTo>
                <a:lnTo>
                  <a:pt x="137352" y="3989"/>
                </a:lnTo>
                <a:lnTo>
                  <a:pt x="137761" y="4091"/>
                </a:lnTo>
                <a:lnTo>
                  <a:pt x="138784" y="3784"/>
                </a:lnTo>
                <a:lnTo>
                  <a:pt x="137659" y="3477"/>
                </a:lnTo>
                <a:lnTo>
                  <a:pt x="137761" y="3477"/>
                </a:lnTo>
                <a:lnTo>
                  <a:pt x="137148" y="3375"/>
                </a:lnTo>
                <a:lnTo>
                  <a:pt x="136943" y="3170"/>
                </a:lnTo>
                <a:close/>
                <a:moveTo>
                  <a:pt x="131114" y="2250"/>
                </a:moveTo>
                <a:lnTo>
                  <a:pt x="131114" y="2352"/>
                </a:lnTo>
                <a:lnTo>
                  <a:pt x="130295" y="2352"/>
                </a:lnTo>
                <a:lnTo>
                  <a:pt x="131318" y="2864"/>
                </a:lnTo>
                <a:lnTo>
                  <a:pt x="130705" y="2864"/>
                </a:lnTo>
                <a:lnTo>
                  <a:pt x="131625" y="3375"/>
                </a:lnTo>
                <a:lnTo>
                  <a:pt x="132648" y="3273"/>
                </a:lnTo>
                <a:lnTo>
                  <a:pt x="132545" y="3170"/>
                </a:lnTo>
                <a:lnTo>
                  <a:pt x="132545" y="3068"/>
                </a:lnTo>
                <a:lnTo>
                  <a:pt x="132955" y="3068"/>
                </a:lnTo>
                <a:lnTo>
                  <a:pt x="133261" y="3273"/>
                </a:lnTo>
                <a:lnTo>
                  <a:pt x="133875" y="3068"/>
                </a:lnTo>
                <a:lnTo>
                  <a:pt x="133670" y="3170"/>
                </a:lnTo>
                <a:lnTo>
                  <a:pt x="134080" y="3273"/>
                </a:lnTo>
                <a:lnTo>
                  <a:pt x="132443" y="3580"/>
                </a:lnTo>
                <a:lnTo>
                  <a:pt x="132750" y="3784"/>
                </a:lnTo>
                <a:lnTo>
                  <a:pt x="134080" y="3784"/>
                </a:lnTo>
                <a:lnTo>
                  <a:pt x="132545" y="4091"/>
                </a:lnTo>
                <a:lnTo>
                  <a:pt x="134284" y="4602"/>
                </a:lnTo>
                <a:lnTo>
                  <a:pt x="134386" y="4398"/>
                </a:lnTo>
                <a:lnTo>
                  <a:pt x="134284" y="4295"/>
                </a:lnTo>
                <a:lnTo>
                  <a:pt x="134898" y="3886"/>
                </a:lnTo>
                <a:lnTo>
                  <a:pt x="134898" y="3580"/>
                </a:lnTo>
                <a:lnTo>
                  <a:pt x="135205" y="3477"/>
                </a:lnTo>
                <a:lnTo>
                  <a:pt x="135511" y="3170"/>
                </a:lnTo>
                <a:lnTo>
                  <a:pt x="136432" y="3068"/>
                </a:lnTo>
                <a:lnTo>
                  <a:pt x="135920" y="2864"/>
                </a:lnTo>
                <a:lnTo>
                  <a:pt x="136023" y="2761"/>
                </a:lnTo>
                <a:lnTo>
                  <a:pt x="134795" y="2659"/>
                </a:lnTo>
                <a:lnTo>
                  <a:pt x="134795" y="2455"/>
                </a:lnTo>
                <a:lnTo>
                  <a:pt x="134182" y="2557"/>
                </a:lnTo>
                <a:lnTo>
                  <a:pt x="134386" y="2352"/>
                </a:lnTo>
                <a:lnTo>
                  <a:pt x="133261" y="2250"/>
                </a:lnTo>
                <a:lnTo>
                  <a:pt x="133261" y="2250"/>
                </a:lnTo>
                <a:lnTo>
                  <a:pt x="133568" y="2864"/>
                </a:lnTo>
                <a:lnTo>
                  <a:pt x="133568" y="2864"/>
                </a:lnTo>
                <a:lnTo>
                  <a:pt x="132750" y="2455"/>
                </a:lnTo>
                <a:lnTo>
                  <a:pt x="131318" y="2455"/>
                </a:lnTo>
                <a:lnTo>
                  <a:pt x="131932" y="2250"/>
                </a:lnTo>
                <a:close/>
                <a:moveTo>
                  <a:pt x="66682" y="4398"/>
                </a:moveTo>
                <a:lnTo>
                  <a:pt x="66784" y="4500"/>
                </a:lnTo>
                <a:lnTo>
                  <a:pt x="66477" y="4500"/>
                </a:lnTo>
                <a:lnTo>
                  <a:pt x="67091" y="4705"/>
                </a:lnTo>
                <a:lnTo>
                  <a:pt x="66784" y="4705"/>
                </a:lnTo>
                <a:lnTo>
                  <a:pt x="68232" y="4795"/>
                </a:lnTo>
                <a:lnTo>
                  <a:pt x="68232" y="4795"/>
                </a:lnTo>
                <a:lnTo>
                  <a:pt x="68625" y="4500"/>
                </a:lnTo>
                <a:lnTo>
                  <a:pt x="66682" y="4398"/>
                </a:lnTo>
                <a:close/>
                <a:moveTo>
                  <a:pt x="68232" y="4795"/>
                </a:moveTo>
                <a:lnTo>
                  <a:pt x="68216" y="4807"/>
                </a:lnTo>
                <a:lnTo>
                  <a:pt x="68324" y="4801"/>
                </a:lnTo>
                <a:lnTo>
                  <a:pt x="68324" y="4801"/>
                </a:lnTo>
                <a:lnTo>
                  <a:pt x="68232" y="4795"/>
                </a:lnTo>
                <a:close/>
                <a:moveTo>
                  <a:pt x="71489" y="4500"/>
                </a:moveTo>
                <a:lnTo>
                  <a:pt x="70568" y="4705"/>
                </a:lnTo>
                <a:lnTo>
                  <a:pt x="71080" y="4807"/>
                </a:lnTo>
                <a:lnTo>
                  <a:pt x="71489" y="4500"/>
                </a:lnTo>
                <a:close/>
                <a:moveTo>
                  <a:pt x="81102" y="205"/>
                </a:moveTo>
                <a:lnTo>
                  <a:pt x="81614" y="409"/>
                </a:lnTo>
                <a:lnTo>
                  <a:pt x="80386" y="307"/>
                </a:lnTo>
                <a:lnTo>
                  <a:pt x="80489" y="409"/>
                </a:lnTo>
                <a:lnTo>
                  <a:pt x="79773" y="409"/>
                </a:lnTo>
                <a:lnTo>
                  <a:pt x="79977" y="511"/>
                </a:lnTo>
                <a:lnTo>
                  <a:pt x="79466" y="511"/>
                </a:lnTo>
                <a:lnTo>
                  <a:pt x="80693" y="920"/>
                </a:lnTo>
                <a:lnTo>
                  <a:pt x="80693" y="920"/>
                </a:lnTo>
                <a:lnTo>
                  <a:pt x="79159" y="716"/>
                </a:lnTo>
                <a:lnTo>
                  <a:pt x="77011" y="716"/>
                </a:lnTo>
                <a:lnTo>
                  <a:pt x="77727" y="818"/>
                </a:lnTo>
                <a:lnTo>
                  <a:pt x="73841" y="1023"/>
                </a:lnTo>
                <a:lnTo>
                  <a:pt x="73943" y="1125"/>
                </a:lnTo>
                <a:lnTo>
                  <a:pt x="74864" y="1023"/>
                </a:lnTo>
                <a:lnTo>
                  <a:pt x="74864" y="1023"/>
                </a:lnTo>
                <a:lnTo>
                  <a:pt x="74250" y="1125"/>
                </a:lnTo>
                <a:lnTo>
                  <a:pt x="75989" y="1125"/>
                </a:lnTo>
                <a:lnTo>
                  <a:pt x="74659" y="1227"/>
                </a:lnTo>
                <a:lnTo>
                  <a:pt x="74830" y="1313"/>
                </a:lnTo>
                <a:lnTo>
                  <a:pt x="74830" y="1313"/>
                </a:lnTo>
                <a:lnTo>
                  <a:pt x="77216" y="1227"/>
                </a:lnTo>
                <a:lnTo>
                  <a:pt x="74557" y="1534"/>
                </a:lnTo>
                <a:lnTo>
                  <a:pt x="74557" y="1534"/>
                </a:lnTo>
                <a:lnTo>
                  <a:pt x="78034" y="1330"/>
                </a:lnTo>
                <a:lnTo>
                  <a:pt x="75784" y="1739"/>
                </a:lnTo>
                <a:lnTo>
                  <a:pt x="75784" y="1739"/>
                </a:lnTo>
                <a:lnTo>
                  <a:pt x="78341" y="1636"/>
                </a:lnTo>
                <a:lnTo>
                  <a:pt x="78341" y="1636"/>
                </a:lnTo>
                <a:lnTo>
                  <a:pt x="77830" y="1739"/>
                </a:lnTo>
                <a:lnTo>
                  <a:pt x="81818" y="1125"/>
                </a:lnTo>
                <a:lnTo>
                  <a:pt x="81818" y="1125"/>
                </a:lnTo>
                <a:lnTo>
                  <a:pt x="80386" y="1534"/>
                </a:lnTo>
                <a:lnTo>
                  <a:pt x="81409" y="1534"/>
                </a:lnTo>
                <a:lnTo>
                  <a:pt x="77523" y="1943"/>
                </a:lnTo>
                <a:lnTo>
                  <a:pt x="78648" y="2352"/>
                </a:lnTo>
                <a:lnTo>
                  <a:pt x="78648" y="2352"/>
                </a:lnTo>
                <a:lnTo>
                  <a:pt x="75375" y="2045"/>
                </a:lnTo>
                <a:lnTo>
                  <a:pt x="75375" y="2352"/>
                </a:lnTo>
                <a:lnTo>
                  <a:pt x="76193" y="2761"/>
                </a:lnTo>
                <a:lnTo>
                  <a:pt x="75682" y="2761"/>
                </a:lnTo>
                <a:lnTo>
                  <a:pt x="77216" y="2864"/>
                </a:lnTo>
                <a:lnTo>
                  <a:pt x="75022" y="3201"/>
                </a:lnTo>
                <a:lnTo>
                  <a:pt x="75022" y="3201"/>
                </a:lnTo>
                <a:lnTo>
                  <a:pt x="74761" y="3375"/>
                </a:lnTo>
                <a:lnTo>
                  <a:pt x="75170" y="3477"/>
                </a:lnTo>
                <a:lnTo>
                  <a:pt x="74148" y="3682"/>
                </a:lnTo>
                <a:lnTo>
                  <a:pt x="74045" y="3886"/>
                </a:lnTo>
                <a:lnTo>
                  <a:pt x="75989" y="3580"/>
                </a:lnTo>
                <a:lnTo>
                  <a:pt x="73739" y="3989"/>
                </a:lnTo>
                <a:lnTo>
                  <a:pt x="73432" y="3682"/>
                </a:lnTo>
                <a:lnTo>
                  <a:pt x="72716" y="3682"/>
                </a:lnTo>
                <a:lnTo>
                  <a:pt x="72818" y="4193"/>
                </a:lnTo>
                <a:lnTo>
                  <a:pt x="71489" y="4500"/>
                </a:lnTo>
                <a:lnTo>
                  <a:pt x="71489" y="4500"/>
                </a:lnTo>
                <a:lnTo>
                  <a:pt x="71489" y="4500"/>
                </a:lnTo>
                <a:lnTo>
                  <a:pt x="71284" y="4807"/>
                </a:lnTo>
                <a:lnTo>
                  <a:pt x="71898" y="4705"/>
                </a:lnTo>
                <a:lnTo>
                  <a:pt x="71898" y="4807"/>
                </a:lnTo>
                <a:lnTo>
                  <a:pt x="75784" y="4807"/>
                </a:lnTo>
                <a:lnTo>
                  <a:pt x="75477" y="5011"/>
                </a:lnTo>
                <a:lnTo>
                  <a:pt x="75477" y="5011"/>
                </a:lnTo>
                <a:lnTo>
                  <a:pt x="77318" y="4705"/>
                </a:lnTo>
                <a:lnTo>
                  <a:pt x="77727" y="4398"/>
                </a:lnTo>
                <a:lnTo>
                  <a:pt x="77114" y="4398"/>
                </a:lnTo>
                <a:lnTo>
                  <a:pt x="77216" y="4193"/>
                </a:lnTo>
                <a:lnTo>
                  <a:pt x="75682" y="4091"/>
                </a:lnTo>
                <a:lnTo>
                  <a:pt x="76193" y="4091"/>
                </a:lnTo>
                <a:lnTo>
                  <a:pt x="76091" y="3989"/>
                </a:lnTo>
                <a:lnTo>
                  <a:pt x="78341" y="3886"/>
                </a:lnTo>
                <a:lnTo>
                  <a:pt x="78545" y="3580"/>
                </a:lnTo>
                <a:lnTo>
                  <a:pt x="80489" y="3375"/>
                </a:lnTo>
                <a:lnTo>
                  <a:pt x="79977" y="3170"/>
                </a:lnTo>
                <a:lnTo>
                  <a:pt x="81205" y="3068"/>
                </a:lnTo>
                <a:lnTo>
                  <a:pt x="79159" y="2761"/>
                </a:lnTo>
                <a:lnTo>
                  <a:pt x="81614" y="2659"/>
                </a:lnTo>
                <a:lnTo>
                  <a:pt x="80386" y="2455"/>
                </a:lnTo>
                <a:lnTo>
                  <a:pt x="82534" y="2352"/>
                </a:lnTo>
                <a:lnTo>
                  <a:pt x="81920" y="2250"/>
                </a:lnTo>
                <a:lnTo>
                  <a:pt x="83966" y="2250"/>
                </a:lnTo>
                <a:lnTo>
                  <a:pt x="83864" y="2148"/>
                </a:lnTo>
                <a:lnTo>
                  <a:pt x="84375" y="2045"/>
                </a:lnTo>
                <a:lnTo>
                  <a:pt x="83557" y="2045"/>
                </a:lnTo>
                <a:lnTo>
                  <a:pt x="84682" y="1943"/>
                </a:lnTo>
                <a:lnTo>
                  <a:pt x="84580" y="1739"/>
                </a:lnTo>
                <a:lnTo>
                  <a:pt x="88466" y="1125"/>
                </a:lnTo>
                <a:lnTo>
                  <a:pt x="86216" y="1330"/>
                </a:lnTo>
                <a:lnTo>
                  <a:pt x="90920" y="614"/>
                </a:lnTo>
                <a:lnTo>
                  <a:pt x="89898" y="511"/>
                </a:lnTo>
                <a:lnTo>
                  <a:pt x="90000" y="409"/>
                </a:lnTo>
                <a:lnTo>
                  <a:pt x="89795" y="409"/>
                </a:lnTo>
                <a:lnTo>
                  <a:pt x="89898" y="307"/>
                </a:lnTo>
                <a:lnTo>
                  <a:pt x="89898" y="307"/>
                </a:lnTo>
                <a:lnTo>
                  <a:pt x="87136" y="409"/>
                </a:lnTo>
                <a:lnTo>
                  <a:pt x="88466" y="205"/>
                </a:lnTo>
                <a:lnTo>
                  <a:pt x="84682" y="205"/>
                </a:lnTo>
                <a:lnTo>
                  <a:pt x="84989" y="409"/>
                </a:lnTo>
                <a:lnTo>
                  <a:pt x="82739" y="205"/>
                </a:lnTo>
                <a:lnTo>
                  <a:pt x="83352" y="409"/>
                </a:lnTo>
                <a:lnTo>
                  <a:pt x="83352" y="409"/>
                </a:lnTo>
                <a:lnTo>
                  <a:pt x="81102" y="205"/>
                </a:lnTo>
                <a:close/>
                <a:moveTo>
                  <a:pt x="62898" y="4909"/>
                </a:moveTo>
                <a:lnTo>
                  <a:pt x="63205" y="5011"/>
                </a:lnTo>
                <a:lnTo>
                  <a:pt x="63205" y="4909"/>
                </a:lnTo>
                <a:close/>
                <a:moveTo>
                  <a:pt x="55227" y="3989"/>
                </a:moveTo>
                <a:lnTo>
                  <a:pt x="55330" y="4091"/>
                </a:lnTo>
                <a:lnTo>
                  <a:pt x="50318" y="5011"/>
                </a:lnTo>
                <a:lnTo>
                  <a:pt x="50523" y="5011"/>
                </a:lnTo>
                <a:lnTo>
                  <a:pt x="50318" y="5216"/>
                </a:lnTo>
                <a:lnTo>
                  <a:pt x="50318" y="5216"/>
                </a:lnTo>
                <a:lnTo>
                  <a:pt x="51545" y="5011"/>
                </a:lnTo>
                <a:lnTo>
                  <a:pt x="51443" y="5318"/>
                </a:lnTo>
                <a:lnTo>
                  <a:pt x="54102" y="4500"/>
                </a:lnTo>
                <a:lnTo>
                  <a:pt x="53591" y="4909"/>
                </a:lnTo>
                <a:lnTo>
                  <a:pt x="53591" y="4909"/>
                </a:lnTo>
                <a:lnTo>
                  <a:pt x="56045" y="4091"/>
                </a:lnTo>
                <a:lnTo>
                  <a:pt x="55227" y="3989"/>
                </a:lnTo>
                <a:close/>
                <a:moveTo>
                  <a:pt x="65761" y="4705"/>
                </a:moveTo>
                <a:lnTo>
                  <a:pt x="63818" y="4807"/>
                </a:lnTo>
                <a:lnTo>
                  <a:pt x="64227" y="4909"/>
                </a:lnTo>
                <a:lnTo>
                  <a:pt x="63920" y="4909"/>
                </a:lnTo>
                <a:lnTo>
                  <a:pt x="64330" y="5011"/>
                </a:lnTo>
                <a:lnTo>
                  <a:pt x="64023" y="5216"/>
                </a:lnTo>
                <a:lnTo>
                  <a:pt x="63205" y="5011"/>
                </a:lnTo>
                <a:lnTo>
                  <a:pt x="62898" y="5114"/>
                </a:lnTo>
                <a:lnTo>
                  <a:pt x="63000" y="5114"/>
                </a:lnTo>
                <a:lnTo>
                  <a:pt x="63102" y="5318"/>
                </a:lnTo>
                <a:lnTo>
                  <a:pt x="63102" y="5318"/>
                </a:lnTo>
                <a:lnTo>
                  <a:pt x="62489" y="5216"/>
                </a:lnTo>
                <a:lnTo>
                  <a:pt x="61875" y="5420"/>
                </a:lnTo>
                <a:lnTo>
                  <a:pt x="64125" y="5420"/>
                </a:lnTo>
                <a:lnTo>
                  <a:pt x="62898" y="5625"/>
                </a:lnTo>
                <a:lnTo>
                  <a:pt x="63102" y="5727"/>
                </a:lnTo>
                <a:lnTo>
                  <a:pt x="63000" y="5932"/>
                </a:lnTo>
                <a:lnTo>
                  <a:pt x="63000" y="5932"/>
                </a:lnTo>
                <a:lnTo>
                  <a:pt x="65148" y="5420"/>
                </a:lnTo>
                <a:lnTo>
                  <a:pt x="64943" y="5318"/>
                </a:lnTo>
                <a:lnTo>
                  <a:pt x="65761" y="4705"/>
                </a:lnTo>
                <a:close/>
                <a:moveTo>
                  <a:pt x="209148" y="5011"/>
                </a:moveTo>
                <a:lnTo>
                  <a:pt x="209455" y="5420"/>
                </a:lnTo>
                <a:lnTo>
                  <a:pt x="207102" y="5216"/>
                </a:lnTo>
                <a:lnTo>
                  <a:pt x="207409" y="5318"/>
                </a:lnTo>
                <a:lnTo>
                  <a:pt x="207205" y="5318"/>
                </a:lnTo>
                <a:lnTo>
                  <a:pt x="207716" y="5625"/>
                </a:lnTo>
                <a:lnTo>
                  <a:pt x="207511" y="5625"/>
                </a:lnTo>
                <a:lnTo>
                  <a:pt x="211705" y="5932"/>
                </a:lnTo>
                <a:lnTo>
                  <a:pt x="210170" y="5420"/>
                </a:lnTo>
                <a:lnTo>
                  <a:pt x="210170" y="5420"/>
                </a:lnTo>
                <a:lnTo>
                  <a:pt x="212420" y="5727"/>
                </a:lnTo>
                <a:lnTo>
                  <a:pt x="212318" y="5523"/>
                </a:lnTo>
                <a:lnTo>
                  <a:pt x="209148" y="5011"/>
                </a:lnTo>
                <a:close/>
                <a:moveTo>
                  <a:pt x="65148" y="5932"/>
                </a:moveTo>
                <a:lnTo>
                  <a:pt x="65966" y="6239"/>
                </a:lnTo>
                <a:lnTo>
                  <a:pt x="66989" y="5932"/>
                </a:lnTo>
                <a:close/>
                <a:moveTo>
                  <a:pt x="59523" y="4500"/>
                </a:moveTo>
                <a:lnTo>
                  <a:pt x="58193" y="4807"/>
                </a:lnTo>
                <a:lnTo>
                  <a:pt x="58295" y="5011"/>
                </a:lnTo>
                <a:lnTo>
                  <a:pt x="57886" y="5216"/>
                </a:lnTo>
                <a:lnTo>
                  <a:pt x="58193" y="5420"/>
                </a:lnTo>
                <a:lnTo>
                  <a:pt x="56455" y="5216"/>
                </a:lnTo>
                <a:lnTo>
                  <a:pt x="56659" y="5216"/>
                </a:lnTo>
                <a:lnTo>
                  <a:pt x="55739" y="4909"/>
                </a:lnTo>
                <a:lnTo>
                  <a:pt x="55841" y="4807"/>
                </a:lnTo>
                <a:lnTo>
                  <a:pt x="54716" y="4909"/>
                </a:lnTo>
                <a:lnTo>
                  <a:pt x="55227" y="5011"/>
                </a:lnTo>
                <a:lnTo>
                  <a:pt x="53795" y="5216"/>
                </a:lnTo>
                <a:lnTo>
                  <a:pt x="54818" y="5216"/>
                </a:lnTo>
                <a:lnTo>
                  <a:pt x="53182" y="5420"/>
                </a:lnTo>
                <a:lnTo>
                  <a:pt x="54511" y="5318"/>
                </a:lnTo>
                <a:lnTo>
                  <a:pt x="52466" y="5727"/>
                </a:lnTo>
                <a:lnTo>
                  <a:pt x="53386" y="5932"/>
                </a:lnTo>
                <a:lnTo>
                  <a:pt x="53693" y="5830"/>
                </a:lnTo>
                <a:lnTo>
                  <a:pt x="53898" y="5932"/>
                </a:lnTo>
                <a:lnTo>
                  <a:pt x="54307" y="5830"/>
                </a:lnTo>
                <a:lnTo>
                  <a:pt x="54409" y="5727"/>
                </a:lnTo>
                <a:lnTo>
                  <a:pt x="55227" y="5625"/>
                </a:lnTo>
                <a:lnTo>
                  <a:pt x="54614" y="5830"/>
                </a:lnTo>
                <a:lnTo>
                  <a:pt x="56455" y="5727"/>
                </a:lnTo>
                <a:lnTo>
                  <a:pt x="56455" y="5727"/>
                </a:lnTo>
                <a:lnTo>
                  <a:pt x="54102" y="6136"/>
                </a:lnTo>
                <a:lnTo>
                  <a:pt x="54102" y="6341"/>
                </a:lnTo>
                <a:lnTo>
                  <a:pt x="57784" y="5932"/>
                </a:lnTo>
                <a:lnTo>
                  <a:pt x="57682" y="5932"/>
                </a:lnTo>
                <a:lnTo>
                  <a:pt x="59625" y="5727"/>
                </a:lnTo>
                <a:lnTo>
                  <a:pt x="60443" y="5114"/>
                </a:lnTo>
                <a:lnTo>
                  <a:pt x="58909" y="5318"/>
                </a:lnTo>
                <a:lnTo>
                  <a:pt x="59216" y="5114"/>
                </a:lnTo>
                <a:lnTo>
                  <a:pt x="58909" y="5114"/>
                </a:lnTo>
                <a:lnTo>
                  <a:pt x="59523" y="4500"/>
                </a:lnTo>
                <a:close/>
                <a:moveTo>
                  <a:pt x="70057" y="4705"/>
                </a:moveTo>
                <a:lnTo>
                  <a:pt x="68324" y="4801"/>
                </a:lnTo>
                <a:lnTo>
                  <a:pt x="68324" y="4801"/>
                </a:lnTo>
                <a:lnTo>
                  <a:pt x="68420" y="4807"/>
                </a:lnTo>
                <a:lnTo>
                  <a:pt x="68420" y="5318"/>
                </a:lnTo>
                <a:lnTo>
                  <a:pt x="67909" y="5625"/>
                </a:lnTo>
                <a:lnTo>
                  <a:pt x="67807" y="5830"/>
                </a:lnTo>
                <a:lnTo>
                  <a:pt x="68420" y="6034"/>
                </a:lnTo>
                <a:lnTo>
                  <a:pt x="68318" y="6136"/>
                </a:lnTo>
                <a:lnTo>
                  <a:pt x="69955" y="6136"/>
                </a:lnTo>
                <a:lnTo>
                  <a:pt x="69648" y="6341"/>
                </a:lnTo>
                <a:lnTo>
                  <a:pt x="75580" y="6034"/>
                </a:lnTo>
                <a:lnTo>
                  <a:pt x="75068" y="5932"/>
                </a:lnTo>
                <a:lnTo>
                  <a:pt x="75580" y="5523"/>
                </a:lnTo>
                <a:lnTo>
                  <a:pt x="74966" y="5420"/>
                </a:lnTo>
                <a:lnTo>
                  <a:pt x="75068" y="5318"/>
                </a:lnTo>
                <a:lnTo>
                  <a:pt x="71898" y="5523"/>
                </a:lnTo>
                <a:lnTo>
                  <a:pt x="72000" y="5625"/>
                </a:lnTo>
                <a:lnTo>
                  <a:pt x="70261" y="5420"/>
                </a:lnTo>
                <a:lnTo>
                  <a:pt x="70159" y="5523"/>
                </a:lnTo>
                <a:lnTo>
                  <a:pt x="69750" y="5523"/>
                </a:lnTo>
                <a:lnTo>
                  <a:pt x="70261" y="5318"/>
                </a:lnTo>
                <a:lnTo>
                  <a:pt x="69239" y="4909"/>
                </a:lnTo>
                <a:lnTo>
                  <a:pt x="70568" y="4909"/>
                </a:lnTo>
                <a:lnTo>
                  <a:pt x="69443" y="4807"/>
                </a:lnTo>
                <a:lnTo>
                  <a:pt x="70057" y="4705"/>
                </a:lnTo>
                <a:close/>
                <a:moveTo>
                  <a:pt x="165273" y="4705"/>
                </a:moveTo>
                <a:lnTo>
                  <a:pt x="160773" y="4909"/>
                </a:lnTo>
                <a:lnTo>
                  <a:pt x="160875" y="5011"/>
                </a:lnTo>
                <a:lnTo>
                  <a:pt x="160364" y="5114"/>
                </a:lnTo>
                <a:lnTo>
                  <a:pt x="159341" y="5420"/>
                </a:lnTo>
                <a:lnTo>
                  <a:pt x="158727" y="5625"/>
                </a:lnTo>
                <a:lnTo>
                  <a:pt x="158830" y="5727"/>
                </a:lnTo>
                <a:lnTo>
                  <a:pt x="158216" y="5830"/>
                </a:lnTo>
                <a:lnTo>
                  <a:pt x="158727" y="5932"/>
                </a:lnTo>
                <a:lnTo>
                  <a:pt x="158318" y="6239"/>
                </a:lnTo>
                <a:lnTo>
                  <a:pt x="158727" y="6341"/>
                </a:lnTo>
                <a:lnTo>
                  <a:pt x="158318" y="6443"/>
                </a:lnTo>
                <a:lnTo>
                  <a:pt x="158114" y="6648"/>
                </a:lnTo>
                <a:lnTo>
                  <a:pt x="157602" y="6955"/>
                </a:lnTo>
                <a:lnTo>
                  <a:pt x="158114" y="7261"/>
                </a:lnTo>
                <a:lnTo>
                  <a:pt x="160057" y="7057"/>
                </a:lnTo>
                <a:lnTo>
                  <a:pt x="159750" y="6852"/>
                </a:lnTo>
                <a:lnTo>
                  <a:pt x="160159" y="6341"/>
                </a:lnTo>
                <a:lnTo>
                  <a:pt x="160875" y="6239"/>
                </a:lnTo>
                <a:lnTo>
                  <a:pt x="160875" y="6136"/>
                </a:lnTo>
                <a:lnTo>
                  <a:pt x="161182" y="6034"/>
                </a:lnTo>
                <a:lnTo>
                  <a:pt x="160977" y="5932"/>
                </a:lnTo>
                <a:lnTo>
                  <a:pt x="165273" y="4705"/>
                </a:lnTo>
                <a:close/>
                <a:moveTo>
                  <a:pt x="212114" y="6852"/>
                </a:moveTo>
                <a:lnTo>
                  <a:pt x="211500" y="7261"/>
                </a:lnTo>
                <a:lnTo>
                  <a:pt x="214057" y="7364"/>
                </a:lnTo>
                <a:lnTo>
                  <a:pt x="212114" y="6852"/>
                </a:lnTo>
                <a:close/>
                <a:moveTo>
                  <a:pt x="177955" y="7159"/>
                </a:moveTo>
                <a:lnTo>
                  <a:pt x="178568" y="7466"/>
                </a:lnTo>
                <a:lnTo>
                  <a:pt x="177852" y="7261"/>
                </a:lnTo>
                <a:lnTo>
                  <a:pt x="177955" y="7159"/>
                </a:lnTo>
                <a:close/>
                <a:moveTo>
                  <a:pt x="58602" y="6955"/>
                </a:moveTo>
                <a:lnTo>
                  <a:pt x="57375" y="7159"/>
                </a:lnTo>
                <a:lnTo>
                  <a:pt x="57784" y="7568"/>
                </a:lnTo>
                <a:lnTo>
                  <a:pt x="58602" y="7261"/>
                </a:lnTo>
                <a:lnTo>
                  <a:pt x="58602" y="6955"/>
                </a:lnTo>
                <a:close/>
                <a:moveTo>
                  <a:pt x="108307" y="7568"/>
                </a:moveTo>
                <a:lnTo>
                  <a:pt x="108211" y="7587"/>
                </a:lnTo>
                <a:lnTo>
                  <a:pt x="108211" y="7587"/>
                </a:lnTo>
                <a:lnTo>
                  <a:pt x="108381" y="7603"/>
                </a:lnTo>
                <a:lnTo>
                  <a:pt x="108381" y="7603"/>
                </a:lnTo>
                <a:lnTo>
                  <a:pt x="108307" y="7568"/>
                </a:lnTo>
                <a:close/>
                <a:moveTo>
                  <a:pt x="73636" y="7159"/>
                </a:moveTo>
                <a:lnTo>
                  <a:pt x="74659" y="7670"/>
                </a:lnTo>
                <a:lnTo>
                  <a:pt x="76193" y="7670"/>
                </a:lnTo>
                <a:lnTo>
                  <a:pt x="76193" y="7466"/>
                </a:lnTo>
                <a:lnTo>
                  <a:pt x="75989" y="7261"/>
                </a:lnTo>
                <a:lnTo>
                  <a:pt x="73636" y="7159"/>
                </a:lnTo>
                <a:close/>
                <a:moveTo>
                  <a:pt x="108381" y="7603"/>
                </a:moveTo>
                <a:lnTo>
                  <a:pt x="109841" y="8284"/>
                </a:lnTo>
                <a:lnTo>
                  <a:pt x="110250" y="7773"/>
                </a:lnTo>
                <a:lnTo>
                  <a:pt x="108381" y="7603"/>
                </a:lnTo>
                <a:close/>
                <a:moveTo>
                  <a:pt x="68011" y="6852"/>
                </a:moveTo>
                <a:lnTo>
                  <a:pt x="64227" y="7364"/>
                </a:lnTo>
                <a:lnTo>
                  <a:pt x="63511" y="8386"/>
                </a:lnTo>
                <a:lnTo>
                  <a:pt x="63511" y="8386"/>
                </a:lnTo>
                <a:lnTo>
                  <a:pt x="64534" y="8182"/>
                </a:lnTo>
                <a:lnTo>
                  <a:pt x="64739" y="7773"/>
                </a:lnTo>
                <a:lnTo>
                  <a:pt x="65352" y="7773"/>
                </a:lnTo>
                <a:lnTo>
                  <a:pt x="68011" y="6852"/>
                </a:lnTo>
                <a:close/>
                <a:moveTo>
                  <a:pt x="216716" y="8182"/>
                </a:moveTo>
                <a:lnTo>
                  <a:pt x="217227" y="8489"/>
                </a:lnTo>
                <a:lnTo>
                  <a:pt x="217330" y="8182"/>
                </a:lnTo>
                <a:close/>
                <a:moveTo>
                  <a:pt x="62080" y="6852"/>
                </a:moveTo>
                <a:lnTo>
                  <a:pt x="60852" y="7159"/>
                </a:lnTo>
                <a:lnTo>
                  <a:pt x="61568" y="7364"/>
                </a:lnTo>
                <a:lnTo>
                  <a:pt x="61057" y="7466"/>
                </a:lnTo>
                <a:lnTo>
                  <a:pt x="61057" y="7568"/>
                </a:lnTo>
                <a:lnTo>
                  <a:pt x="60341" y="7773"/>
                </a:lnTo>
                <a:lnTo>
                  <a:pt x="60034" y="7466"/>
                </a:lnTo>
                <a:lnTo>
                  <a:pt x="59420" y="7773"/>
                </a:lnTo>
                <a:lnTo>
                  <a:pt x="59727" y="8182"/>
                </a:lnTo>
                <a:lnTo>
                  <a:pt x="60136" y="8284"/>
                </a:lnTo>
                <a:lnTo>
                  <a:pt x="60443" y="8898"/>
                </a:lnTo>
                <a:lnTo>
                  <a:pt x="61159" y="8898"/>
                </a:lnTo>
                <a:lnTo>
                  <a:pt x="61364" y="8489"/>
                </a:lnTo>
                <a:lnTo>
                  <a:pt x="62182" y="8591"/>
                </a:lnTo>
                <a:lnTo>
                  <a:pt x="63205" y="7773"/>
                </a:lnTo>
                <a:lnTo>
                  <a:pt x="62795" y="7875"/>
                </a:lnTo>
                <a:lnTo>
                  <a:pt x="62795" y="7670"/>
                </a:lnTo>
                <a:lnTo>
                  <a:pt x="62898" y="7670"/>
                </a:lnTo>
                <a:lnTo>
                  <a:pt x="62182" y="7568"/>
                </a:lnTo>
                <a:lnTo>
                  <a:pt x="63409" y="7261"/>
                </a:lnTo>
                <a:lnTo>
                  <a:pt x="63205" y="7159"/>
                </a:lnTo>
                <a:lnTo>
                  <a:pt x="63511" y="6852"/>
                </a:lnTo>
                <a:close/>
                <a:moveTo>
                  <a:pt x="47250" y="6443"/>
                </a:moveTo>
                <a:lnTo>
                  <a:pt x="47148" y="6852"/>
                </a:lnTo>
                <a:lnTo>
                  <a:pt x="43977" y="8386"/>
                </a:lnTo>
                <a:lnTo>
                  <a:pt x="44284" y="8386"/>
                </a:lnTo>
                <a:lnTo>
                  <a:pt x="44898" y="8693"/>
                </a:lnTo>
                <a:lnTo>
                  <a:pt x="44795" y="9102"/>
                </a:lnTo>
                <a:lnTo>
                  <a:pt x="44795" y="9102"/>
                </a:lnTo>
                <a:lnTo>
                  <a:pt x="51955" y="7159"/>
                </a:lnTo>
                <a:lnTo>
                  <a:pt x="51545" y="6545"/>
                </a:lnTo>
                <a:lnTo>
                  <a:pt x="50318" y="6750"/>
                </a:lnTo>
                <a:lnTo>
                  <a:pt x="50420" y="6545"/>
                </a:lnTo>
                <a:lnTo>
                  <a:pt x="50011" y="6648"/>
                </a:lnTo>
                <a:lnTo>
                  <a:pt x="50216" y="6545"/>
                </a:lnTo>
                <a:lnTo>
                  <a:pt x="47250" y="6443"/>
                </a:lnTo>
                <a:close/>
                <a:moveTo>
                  <a:pt x="158625" y="7261"/>
                </a:moveTo>
                <a:lnTo>
                  <a:pt x="157602" y="7875"/>
                </a:lnTo>
                <a:lnTo>
                  <a:pt x="157500" y="8182"/>
                </a:lnTo>
                <a:lnTo>
                  <a:pt x="156989" y="8284"/>
                </a:lnTo>
                <a:lnTo>
                  <a:pt x="159034" y="9102"/>
                </a:lnTo>
                <a:lnTo>
                  <a:pt x="158830" y="9102"/>
                </a:lnTo>
                <a:lnTo>
                  <a:pt x="158830" y="9205"/>
                </a:lnTo>
                <a:lnTo>
                  <a:pt x="158727" y="9205"/>
                </a:lnTo>
                <a:lnTo>
                  <a:pt x="158727" y="9307"/>
                </a:lnTo>
                <a:lnTo>
                  <a:pt x="158625" y="9307"/>
                </a:lnTo>
                <a:lnTo>
                  <a:pt x="160773" y="9614"/>
                </a:lnTo>
                <a:lnTo>
                  <a:pt x="160773" y="9614"/>
                </a:lnTo>
                <a:lnTo>
                  <a:pt x="160568" y="9511"/>
                </a:lnTo>
                <a:lnTo>
                  <a:pt x="161489" y="9511"/>
                </a:lnTo>
                <a:lnTo>
                  <a:pt x="159239" y="8080"/>
                </a:lnTo>
                <a:lnTo>
                  <a:pt x="159341" y="7773"/>
                </a:lnTo>
                <a:lnTo>
                  <a:pt x="159545" y="7670"/>
                </a:lnTo>
                <a:lnTo>
                  <a:pt x="159545" y="7466"/>
                </a:lnTo>
                <a:lnTo>
                  <a:pt x="158625" y="7261"/>
                </a:lnTo>
                <a:close/>
                <a:moveTo>
                  <a:pt x="18920" y="9818"/>
                </a:moveTo>
                <a:lnTo>
                  <a:pt x="18511" y="9920"/>
                </a:lnTo>
                <a:lnTo>
                  <a:pt x="18511" y="9920"/>
                </a:lnTo>
                <a:lnTo>
                  <a:pt x="18637" y="9901"/>
                </a:lnTo>
                <a:lnTo>
                  <a:pt x="18637" y="9901"/>
                </a:lnTo>
                <a:lnTo>
                  <a:pt x="18920" y="9818"/>
                </a:lnTo>
                <a:close/>
                <a:moveTo>
                  <a:pt x="137352" y="10125"/>
                </a:moveTo>
                <a:lnTo>
                  <a:pt x="137352" y="10125"/>
                </a:lnTo>
                <a:lnTo>
                  <a:pt x="137352" y="10125"/>
                </a:lnTo>
                <a:close/>
                <a:moveTo>
                  <a:pt x="88977" y="9818"/>
                </a:moveTo>
                <a:lnTo>
                  <a:pt x="88670" y="10125"/>
                </a:lnTo>
                <a:lnTo>
                  <a:pt x="88466" y="10125"/>
                </a:lnTo>
                <a:lnTo>
                  <a:pt x="88364" y="10432"/>
                </a:lnTo>
                <a:lnTo>
                  <a:pt x="88875" y="10534"/>
                </a:lnTo>
                <a:lnTo>
                  <a:pt x="88568" y="10636"/>
                </a:lnTo>
                <a:lnTo>
                  <a:pt x="89489" y="10636"/>
                </a:lnTo>
                <a:lnTo>
                  <a:pt x="90000" y="10227"/>
                </a:lnTo>
                <a:lnTo>
                  <a:pt x="88977" y="9818"/>
                </a:lnTo>
                <a:close/>
                <a:moveTo>
                  <a:pt x="52466" y="7261"/>
                </a:moveTo>
                <a:lnTo>
                  <a:pt x="48170" y="8591"/>
                </a:lnTo>
                <a:lnTo>
                  <a:pt x="48784" y="8693"/>
                </a:lnTo>
                <a:lnTo>
                  <a:pt x="48375" y="8898"/>
                </a:lnTo>
                <a:lnTo>
                  <a:pt x="50216" y="8795"/>
                </a:lnTo>
                <a:lnTo>
                  <a:pt x="50216" y="8795"/>
                </a:lnTo>
                <a:lnTo>
                  <a:pt x="49705" y="8898"/>
                </a:lnTo>
                <a:lnTo>
                  <a:pt x="49807" y="8898"/>
                </a:lnTo>
                <a:lnTo>
                  <a:pt x="47761" y="9307"/>
                </a:lnTo>
                <a:lnTo>
                  <a:pt x="51545" y="9818"/>
                </a:lnTo>
                <a:lnTo>
                  <a:pt x="48273" y="9920"/>
                </a:lnTo>
                <a:lnTo>
                  <a:pt x="47557" y="10534"/>
                </a:lnTo>
                <a:lnTo>
                  <a:pt x="49193" y="10739"/>
                </a:lnTo>
                <a:lnTo>
                  <a:pt x="48989" y="11352"/>
                </a:lnTo>
                <a:lnTo>
                  <a:pt x="54102" y="10534"/>
                </a:lnTo>
                <a:lnTo>
                  <a:pt x="54102" y="10739"/>
                </a:lnTo>
                <a:lnTo>
                  <a:pt x="54818" y="10841"/>
                </a:lnTo>
                <a:lnTo>
                  <a:pt x="54614" y="10943"/>
                </a:lnTo>
                <a:lnTo>
                  <a:pt x="56148" y="11045"/>
                </a:lnTo>
                <a:lnTo>
                  <a:pt x="57170" y="10534"/>
                </a:lnTo>
                <a:lnTo>
                  <a:pt x="56250" y="10739"/>
                </a:lnTo>
                <a:lnTo>
                  <a:pt x="56455" y="10534"/>
                </a:lnTo>
                <a:lnTo>
                  <a:pt x="56352" y="10432"/>
                </a:lnTo>
                <a:lnTo>
                  <a:pt x="58295" y="10023"/>
                </a:lnTo>
                <a:lnTo>
                  <a:pt x="57989" y="9920"/>
                </a:lnTo>
                <a:lnTo>
                  <a:pt x="57989" y="9818"/>
                </a:lnTo>
                <a:lnTo>
                  <a:pt x="56864" y="9409"/>
                </a:lnTo>
                <a:lnTo>
                  <a:pt x="57682" y="7670"/>
                </a:lnTo>
                <a:lnTo>
                  <a:pt x="56455" y="7364"/>
                </a:lnTo>
                <a:lnTo>
                  <a:pt x="55739" y="8489"/>
                </a:lnTo>
                <a:lnTo>
                  <a:pt x="55023" y="8693"/>
                </a:lnTo>
                <a:lnTo>
                  <a:pt x="55023" y="8693"/>
                </a:lnTo>
                <a:lnTo>
                  <a:pt x="55227" y="7875"/>
                </a:lnTo>
                <a:lnTo>
                  <a:pt x="54614" y="7773"/>
                </a:lnTo>
                <a:lnTo>
                  <a:pt x="53591" y="8080"/>
                </a:lnTo>
                <a:lnTo>
                  <a:pt x="53693" y="7977"/>
                </a:lnTo>
                <a:lnTo>
                  <a:pt x="53182" y="8080"/>
                </a:lnTo>
                <a:lnTo>
                  <a:pt x="53182" y="8080"/>
                </a:lnTo>
                <a:lnTo>
                  <a:pt x="53898" y="7773"/>
                </a:lnTo>
                <a:lnTo>
                  <a:pt x="51750" y="7875"/>
                </a:lnTo>
                <a:lnTo>
                  <a:pt x="52466" y="7261"/>
                </a:lnTo>
                <a:close/>
                <a:moveTo>
                  <a:pt x="60341" y="10330"/>
                </a:moveTo>
                <a:lnTo>
                  <a:pt x="58602" y="10841"/>
                </a:lnTo>
                <a:lnTo>
                  <a:pt x="59114" y="11148"/>
                </a:lnTo>
                <a:lnTo>
                  <a:pt x="60136" y="11352"/>
                </a:lnTo>
                <a:lnTo>
                  <a:pt x="61159" y="11045"/>
                </a:lnTo>
                <a:lnTo>
                  <a:pt x="60239" y="10432"/>
                </a:lnTo>
                <a:lnTo>
                  <a:pt x="60341" y="10330"/>
                </a:lnTo>
                <a:close/>
                <a:moveTo>
                  <a:pt x="175193" y="11250"/>
                </a:moveTo>
                <a:lnTo>
                  <a:pt x="176114" y="11557"/>
                </a:lnTo>
                <a:lnTo>
                  <a:pt x="176114" y="12068"/>
                </a:lnTo>
                <a:lnTo>
                  <a:pt x="177136" y="12170"/>
                </a:lnTo>
                <a:lnTo>
                  <a:pt x="177136" y="12170"/>
                </a:lnTo>
                <a:lnTo>
                  <a:pt x="176011" y="12068"/>
                </a:lnTo>
                <a:lnTo>
                  <a:pt x="175193" y="11250"/>
                </a:lnTo>
                <a:close/>
                <a:moveTo>
                  <a:pt x="73023" y="11557"/>
                </a:moveTo>
                <a:lnTo>
                  <a:pt x="72307" y="12375"/>
                </a:lnTo>
                <a:lnTo>
                  <a:pt x="73432" y="12375"/>
                </a:lnTo>
                <a:lnTo>
                  <a:pt x="74148" y="11659"/>
                </a:lnTo>
                <a:lnTo>
                  <a:pt x="73023" y="11557"/>
                </a:lnTo>
                <a:close/>
                <a:moveTo>
                  <a:pt x="108409" y="13295"/>
                </a:moveTo>
                <a:lnTo>
                  <a:pt x="108716" y="13398"/>
                </a:lnTo>
                <a:lnTo>
                  <a:pt x="108818" y="13398"/>
                </a:lnTo>
                <a:lnTo>
                  <a:pt x="108409" y="13295"/>
                </a:lnTo>
                <a:close/>
                <a:moveTo>
                  <a:pt x="9205" y="13807"/>
                </a:moveTo>
                <a:lnTo>
                  <a:pt x="9102" y="13909"/>
                </a:lnTo>
                <a:lnTo>
                  <a:pt x="9205" y="13909"/>
                </a:lnTo>
                <a:lnTo>
                  <a:pt x="9205" y="13807"/>
                </a:lnTo>
                <a:close/>
                <a:moveTo>
                  <a:pt x="5420" y="11045"/>
                </a:moveTo>
                <a:lnTo>
                  <a:pt x="0" y="14420"/>
                </a:lnTo>
                <a:lnTo>
                  <a:pt x="511" y="14318"/>
                </a:lnTo>
                <a:lnTo>
                  <a:pt x="1227" y="13909"/>
                </a:lnTo>
                <a:lnTo>
                  <a:pt x="1227" y="13705"/>
                </a:lnTo>
                <a:lnTo>
                  <a:pt x="1739" y="13398"/>
                </a:lnTo>
                <a:lnTo>
                  <a:pt x="1636" y="13500"/>
                </a:lnTo>
                <a:lnTo>
                  <a:pt x="2352" y="13295"/>
                </a:lnTo>
                <a:lnTo>
                  <a:pt x="2148" y="13398"/>
                </a:lnTo>
                <a:lnTo>
                  <a:pt x="2761" y="13193"/>
                </a:lnTo>
                <a:lnTo>
                  <a:pt x="2761" y="13193"/>
                </a:lnTo>
                <a:lnTo>
                  <a:pt x="1636" y="14011"/>
                </a:lnTo>
                <a:lnTo>
                  <a:pt x="3273" y="14114"/>
                </a:lnTo>
                <a:lnTo>
                  <a:pt x="3068" y="14625"/>
                </a:lnTo>
                <a:lnTo>
                  <a:pt x="3375" y="15034"/>
                </a:lnTo>
                <a:lnTo>
                  <a:pt x="3989" y="14932"/>
                </a:lnTo>
                <a:lnTo>
                  <a:pt x="3682" y="15136"/>
                </a:lnTo>
                <a:lnTo>
                  <a:pt x="4295" y="14932"/>
                </a:lnTo>
                <a:lnTo>
                  <a:pt x="4193" y="15034"/>
                </a:lnTo>
                <a:lnTo>
                  <a:pt x="4193" y="15034"/>
                </a:lnTo>
                <a:lnTo>
                  <a:pt x="4602" y="14727"/>
                </a:lnTo>
                <a:lnTo>
                  <a:pt x="4500" y="14625"/>
                </a:lnTo>
                <a:lnTo>
                  <a:pt x="5523" y="14318"/>
                </a:lnTo>
                <a:lnTo>
                  <a:pt x="5318" y="14318"/>
                </a:lnTo>
                <a:lnTo>
                  <a:pt x="5830" y="14114"/>
                </a:lnTo>
                <a:lnTo>
                  <a:pt x="5727" y="14114"/>
                </a:lnTo>
                <a:lnTo>
                  <a:pt x="5727" y="13909"/>
                </a:lnTo>
                <a:lnTo>
                  <a:pt x="6136" y="14011"/>
                </a:lnTo>
                <a:lnTo>
                  <a:pt x="6750" y="14011"/>
                </a:lnTo>
                <a:lnTo>
                  <a:pt x="6852" y="13807"/>
                </a:lnTo>
                <a:lnTo>
                  <a:pt x="7159" y="13909"/>
                </a:lnTo>
                <a:lnTo>
                  <a:pt x="8386" y="13500"/>
                </a:lnTo>
                <a:lnTo>
                  <a:pt x="8080" y="13398"/>
                </a:lnTo>
                <a:lnTo>
                  <a:pt x="7977" y="13398"/>
                </a:lnTo>
                <a:lnTo>
                  <a:pt x="8080" y="13193"/>
                </a:lnTo>
                <a:lnTo>
                  <a:pt x="8080" y="12886"/>
                </a:lnTo>
                <a:lnTo>
                  <a:pt x="7364" y="12682"/>
                </a:lnTo>
                <a:lnTo>
                  <a:pt x="7364" y="12682"/>
                </a:lnTo>
                <a:lnTo>
                  <a:pt x="7568" y="12784"/>
                </a:lnTo>
                <a:lnTo>
                  <a:pt x="6852" y="12886"/>
                </a:lnTo>
                <a:lnTo>
                  <a:pt x="7261" y="12682"/>
                </a:lnTo>
                <a:lnTo>
                  <a:pt x="6341" y="12682"/>
                </a:lnTo>
                <a:lnTo>
                  <a:pt x="6034" y="12989"/>
                </a:lnTo>
                <a:lnTo>
                  <a:pt x="6034" y="13193"/>
                </a:lnTo>
                <a:lnTo>
                  <a:pt x="5625" y="13398"/>
                </a:lnTo>
                <a:lnTo>
                  <a:pt x="5625" y="13398"/>
                </a:lnTo>
                <a:lnTo>
                  <a:pt x="5932" y="13193"/>
                </a:lnTo>
                <a:lnTo>
                  <a:pt x="5523" y="13295"/>
                </a:lnTo>
                <a:lnTo>
                  <a:pt x="5523" y="13091"/>
                </a:lnTo>
                <a:lnTo>
                  <a:pt x="6545" y="12375"/>
                </a:lnTo>
                <a:lnTo>
                  <a:pt x="6136" y="12375"/>
                </a:lnTo>
                <a:lnTo>
                  <a:pt x="6648" y="12068"/>
                </a:lnTo>
                <a:lnTo>
                  <a:pt x="5830" y="11659"/>
                </a:lnTo>
                <a:lnTo>
                  <a:pt x="5932" y="11557"/>
                </a:lnTo>
                <a:lnTo>
                  <a:pt x="5727" y="11352"/>
                </a:lnTo>
                <a:lnTo>
                  <a:pt x="5523" y="11557"/>
                </a:lnTo>
                <a:lnTo>
                  <a:pt x="5523" y="11352"/>
                </a:lnTo>
                <a:lnTo>
                  <a:pt x="5625" y="11250"/>
                </a:lnTo>
                <a:lnTo>
                  <a:pt x="5420" y="11045"/>
                </a:lnTo>
                <a:close/>
                <a:moveTo>
                  <a:pt x="113011" y="13193"/>
                </a:moveTo>
                <a:lnTo>
                  <a:pt x="112807" y="13398"/>
                </a:lnTo>
                <a:lnTo>
                  <a:pt x="112500" y="13398"/>
                </a:lnTo>
                <a:lnTo>
                  <a:pt x="112193" y="13602"/>
                </a:lnTo>
                <a:lnTo>
                  <a:pt x="111682" y="13500"/>
                </a:lnTo>
                <a:lnTo>
                  <a:pt x="111682" y="13500"/>
                </a:lnTo>
                <a:lnTo>
                  <a:pt x="111784" y="13807"/>
                </a:lnTo>
                <a:lnTo>
                  <a:pt x="111170" y="13500"/>
                </a:lnTo>
                <a:lnTo>
                  <a:pt x="110864" y="13500"/>
                </a:lnTo>
                <a:lnTo>
                  <a:pt x="110864" y="13807"/>
                </a:lnTo>
                <a:lnTo>
                  <a:pt x="110250" y="13602"/>
                </a:lnTo>
                <a:lnTo>
                  <a:pt x="110148" y="14011"/>
                </a:lnTo>
                <a:lnTo>
                  <a:pt x="109739" y="14011"/>
                </a:lnTo>
                <a:lnTo>
                  <a:pt x="109636" y="14216"/>
                </a:lnTo>
                <a:lnTo>
                  <a:pt x="109432" y="14114"/>
                </a:lnTo>
                <a:lnTo>
                  <a:pt x="109534" y="14011"/>
                </a:lnTo>
                <a:lnTo>
                  <a:pt x="109330" y="13807"/>
                </a:lnTo>
                <a:lnTo>
                  <a:pt x="109534" y="13602"/>
                </a:lnTo>
                <a:lnTo>
                  <a:pt x="108716" y="13398"/>
                </a:lnTo>
                <a:lnTo>
                  <a:pt x="108511" y="13398"/>
                </a:lnTo>
                <a:lnTo>
                  <a:pt x="108716" y="13705"/>
                </a:lnTo>
                <a:lnTo>
                  <a:pt x="108102" y="13500"/>
                </a:lnTo>
                <a:lnTo>
                  <a:pt x="108102" y="13500"/>
                </a:lnTo>
                <a:lnTo>
                  <a:pt x="108205" y="13602"/>
                </a:lnTo>
                <a:lnTo>
                  <a:pt x="108102" y="13705"/>
                </a:lnTo>
                <a:lnTo>
                  <a:pt x="107898" y="13705"/>
                </a:lnTo>
                <a:lnTo>
                  <a:pt x="108205" y="13807"/>
                </a:lnTo>
                <a:lnTo>
                  <a:pt x="107693" y="13807"/>
                </a:lnTo>
                <a:lnTo>
                  <a:pt x="107795" y="14011"/>
                </a:lnTo>
                <a:lnTo>
                  <a:pt x="107386" y="14011"/>
                </a:lnTo>
                <a:lnTo>
                  <a:pt x="109125" y="14114"/>
                </a:lnTo>
                <a:lnTo>
                  <a:pt x="108614" y="14318"/>
                </a:lnTo>
                <a:lnTo>
                  <a:pt x="109125" y="14318"/>
                </a:lnTo>
                <a:lnTo>
                  <a:pt x="109125" y="14420"/>
                </a:lnTo>
                <a:lnTo>
                  <a:pt x="107898" y="14523"/>
                </a:lnTo>
                <a:lnTo>
                  <a:pt x="107795" y="14727"/>
                </a:lnTo>
                <a:lnTo>
                  <a:pt x="109227" y="14830"/>
                </a:lnTo>
                <a:lnTo>
                  <a:pt x="108818" y="15136"/>
                </a:lnTo>
                <a:lnTo>
                  <a:pt x="109227" y="15034"/>
                </a:lnTo>
                <a:lnTo>
                  <a:pt x="108307" y="15341"/>
                </a:lnTo>
                <a:lnTo>
                  <a:pt x="108716" y="15545"/>
                </a:lnTo>
                <a:lnTo>
                  <a:pt x="109432" y="15443"/>
                </a:lnTo>
                <a:lnTo>
                  <a:pt x="111375" y="15852"/>
                </a:lnTo>
                <a:lnTo>
                  <a:pt x="114648" y="14625"/>
                </a:lnTo>
                <a:lnTo>
                  <a:pt x="114648" y="14216"/>
                </a:lnTo>
                <a:lnTo>
                  <a:pt x="114034" y="13807"/>
                </a:lnTo>
                <a:lnTo>
                  <a:pt x="113830" y="13500"/>
                </a:lnTo>
                <a:lnTo>
                  <a:pt x="114239" y="13295"/>
                </a:lnTo>
                <a:lnTo>
                  <a:pt x="113011" y="13193"/>
                </a:lnTo>
                <a:close/>
                <a:moveTo>
                  <a:pt x="65557" y="13705"/>
                </a:moveTo>
                <a:lnTo>
                  <a:pt x="63102" y="15750"/>
                </a:lnTo>
                <a:lnTo>
                  <a:pt x="63818" y="15750"/>
                </a:lnTo>
                <a:lnTo>
                  <a:pt x="64023" y="16159"/>
                </a:lnTo>
                <a:lnTo>
                  <a:pt x="66309" y="15364"/>
                </a:lnTo>
                <a:lnTo>
                  <a:pt x="66309" y="15364"/>
                </a:lnTo>
                <a:lnTo>
                  <a:pt x="67091" y="15852"/>
                </a:lnTo>
                <a:lnTo>
                  <a:pt x="68114" y="15545"/>
                </a:lnTo>
                <a:lnTo>
                  <a:pt x="67091" y="15443"/>
                </a:lnTo>
                <a:lnTo>
                  <a:pt x="67295" y="14830"/>
                </a:lnTo>
                <a:lnTo>
                  <a:pt x="65659" y="14011"/>
                </a:lnTo>
                <a:lnTo>
                  <a:pt x="65557" y="13705"/>
                </a:lnTo>
                <a:close/>
                <a:moveTo>
                  <a:pt x="128864" y="16773"/>
                </a:moveTo>
                <a:lnTo>
                  <a:pt x="128455" y="16875"/>
                </a:lnTo>
                <a:lnTo>
                  <a:pt x="128455" y="16875"/>
                </a:lnTo>
                <a:lnTo>
                  <a:pt x="128785" y="16804"/>
                </a:lnTo>
                <a:lnTo>
                  <a:pt x="128785" y="16804"/>
                </a:lnTo>
                <a:lnTo>
                  <a:pt x="128864" y="16773"/>
                </a:lnTo>
                <a:close/>
                <a:moveTo>
                  <a:pt x="73227" y="6955"/>
                </a:moveTo>
                <a:lnTo>
                  <a:pt x="70773" y="7364"/>
                </a:lnTo>
                <a:lnTo>
                  <a:pt x="71080" y="7670"/>
                </a:lnTo>
                <a:lnTo>
                  <a:pt x="70159" y="7773"/>
                </a:lnTo>
                <a:lnTo>
                  <a:pt x="70466" y="8080"/>
                </a:lnTo>
                <a:lnTo>
                  <a:pt x="70466" y="8386"/>
                </a:lnTo>
                <a:lnTo>
                  <a:pt x="69443" y="8386"/>
                </a:lnTo>
                <a:lnTo>
                  <a:pt x="69955" y="8693"/>
                </a:lnTo>
                <a:lnTo>
                  <a:pt x="69545" y="9205"/>
                </a:lnTo>
                <a:lnTo>
                  <a:pt x="68318" y="9205"/>
                </a:lnTo>
                <a:lnTo>
                  <a:pt x="69545" y="8898"/>
                </a:lnTo>
                <a:lnTo>
                  <a:pt x="69136" y="8489"/>
                </a:lnTo>
                <a:lnTo>
                  <a:pt x="69443" y="7773"/>
                </a:lnTo>
                <a:lnTo>
                  <a:pt x="71284" y="6955"/>
                </a:lnTo>
                <a:lnTo>
                  <a:pt x="71284" y="6955"/>
                </a:lnTo>
                <a:lnTo>
                  <a:pt x="67193" y="8284"/>
                </a:lnTo>
                <a:lnTo>
                  <a:pt x="66682" y="8898"/>
                </a:lnTo>
                <a:lnTo>
                  <a:pt x="67909" y="9205"/>
                </a:lnTo>
                <a:lnTo>
                  <a:pt x="66477" y="9205"/>
                </a:lnTo>
                <a:lnTo>
                  <a:pt x="68114" y="9716"/>
                </a:lnTo>
                <a:lnTo>
                  <a:pt x="67909" y="9920"/>
                </a:lnTo>
                <a:lnTo>
                  <a:pt x="70875" y="10125"/>
                </a:lnTo>
                <a:lnTo>
                  <a:pt x="70875" y="10023"/>
                </a:lnTo>
                <a:lnTo>
                  <a:pt x="72205" y="10227"/>
                </a:lnTo>
                <a:lnTo>
                  <a:pt x="72614" y="9716"/>
                </a:lnTo>
                <a:lnTo>
                  <a:pt x="73534" y="9920"/>
                </a:lnTo>
                <a:lnTo>
                  <a:pt x="73432" y="10227"/>
                </a:lnTo>
                <a:lnTo>
                  <a:pt x="73841" y="10330"/>
                </a:lnTo>
                <a:lnTo>
                  <a:pt x="73636" y="10432"/>
                </a:lnTo>
                <a:lnTo>
                  <a:pt x="74148" y="10330"/>
                </a:lnTo>
                <a:lnTo>
                  <a:pt x="74250" y="10739"/>
                </a:lnTo>
                <a:lnTo>
                  <a:pt x="73432" y="11148"/>
                </a:lnTo>
                <a:lnTo>
                  <a:pt x="74685" y="10969"/>
                </a:lnTo>
                <a:lnTo>
                  <a:pt x="74761" y="11045"/>
                </a:lnTo>
                <a:lnTo>
                  <a:pt x="74557" y="11148"/>
                </a:lnTo>
                <a:lnTo>
                  <a:pt x="75375" y="11557"/>
                </a:lnTo>
                <a:lnTo>
                  <a:pt x="75477" y="12273"/>
                </a:lnTo>
                <a:lnTo>
                  <a:pt x="73534" y="13398"/>
                </a:lnTo>
                <a:lnTo>
                  <a:pt x="73636" y="13807"/>
                </a:lnTo>
                <a:lnTo>
                  <a:pt x="72000" y="14216"/>
                </a:lnTo>
                <a:lnTo>
                  <a:pt x="72000" y="14318"/>
                </a:lnTo>
                <a:lnTo>
                  <a:pt x="72000" y="14420"/>
                </a:lnTo>
                <a:lnTo>
                  <a:pt x="71898" y="14625"/>
                </a:lnTo>
                <a:lnTo>
                  <a:pt x="72000" y="14318"/>
                </a:lnTo>
                <a:lnTo>
                  <a:pt x="71080" y="14114"/>
                </a:lnTo>
                <a:lnTo>
                  <a:pt x="70057" y="14727"/>
                </a:lnTo>
                <a:lnTo>
                  <a:pt x="70977" y="15136"/>
                </a:lnTo>
                <a:lnTo>
                  <a:pt x="72307" y="14727"/>
                </a:lnTo>
                <a:lnTo>
                  <a:pt x="72818" y="14830"/>
                </a:lnTo>
                <a:lnTo>
                  <a:pt x="72716" y="15034"/>
                </a:lnTo>
                <a:lnTo>
                  <a:pt x="72716" y="15034"/>
                </a:lnTo>
                <a:lnTo>
                  <a:pt x="73330" y="14830"/>
                </a:lnTo>
                <a:lnTo>
                  <a:pt x="73125" y="15034"/>
                </a:lnTo>
                <a:lnTo>
                  <a:pt x="73739" y="15545"/>
                </a:lnTo>
                <a:lnTo>
                  <a:pt x="73636" y="15648"/>
                </a:lnTo>
                <a:lnTo>
                  <a:pt x="74148" y="15750"/>
                </a:lnTo>
                <a:lnTo>
                  <a:pt x="73636" y="15955"/>
                </a:lnTo>
                <a:lnTo>
                  <a:pt x="74250" y="16261"/>
                </a:lnTo>
                <a:lnTo>
                  <a:pt x="74045" y="16364"/>
                </a:lnTo>
                <a:lnTo>
                  <a:pt x="76909" y="17386"/>
                </a:lnTo>
                <a:lnTo>
                  <a:pt x="77318" y="17080"/>
                </a:lnTo>
                <a:lnTo>
                  <a:pt x="76398" y="16364"/>
                </a:lnTo>
                <a:lnTo>
                  <a:pt x="76500" y="16261"/>
                </a:lnTo>
                <a:lnTo>
                  <a:pt x="75989" y="15648"/>
                </a:lnTo>
                <a:lnTo>
                  <a:pt x="76705" y="15648"/>
                </a:lnTo>
                <a:lnTo>
                  <a:pt x="78034" y="16568"/>
                </a:lnTo>
                <a:lnTo>
                  <a:pt x="78239" y="16364"/>
                </a:lnTo>
                <a:lnTo>
                  <a:pt x="78545" y="16364"/>
                </a:lnTo>
                <a:lnTo>
                  <a:pt x="78545" y="15648"/>
                </a:lnTo>
                <a:lnTo>
                  <a:pt x="78955" y="15955"/>
                </a:lnTo>
                <a:lnTo>
                  <a:pt x="78955" y="15443"/>
                </a:lnTo>
                <a:lnTo>
                  <a:pt x="79057" y="15341"/>
                </a:lnTo>
                <a:lnTo>
                  <a:pt x="78750" y="15341"/>
                </a:lnTo>
                <a:lnTo>
                  <a:pt x="78545" y="15136"/>
                </a:lnTo>
                <a:lnTo>
                  <a:pt x="78955" y="14932"/>
                </a:lnTo>
                <a:lnTo>
                  <a:pt x="78648" y="14932"/>
                </a:lnTo>
                <a:lnTo>
                  <a:pt x="78955" y="14830"/>
                </a:lnTo>
                <a:lnTo>
                  <a:pt x="78648" y="14625"/>
                </a:lnTo>
                <a:lnTo>
                  <a:pt x="78034" y="14625"/>
                </a:lnTo>
                <a:lnTo>
                  <a:pt x="77830" y="14216"/>
                </a:lnTo>
                <a:lnTo>
                  <a:pt x="78034" y="14114"/>
                </a:lnTo>
                <a:lnTo>
                  <a:pt x="77523" y="14011"/>
                </a:lnTo>
                <a:lnTo>
                  <a:pt x="77727" y="13807"/>
                </a:lnTo>
                <a:lnTo>
                  <a:pt x="77318" y="13398"/>
                </a:lnTo>
                <a:lnTo>
                  <a:pt x="78341" y="13602"/>
                </a:lnTo>
                <a:lnTo>
                  <a:pt x="78136" y="13193"/>
                </a:lnTo>
                <a:lnTo>
                  <a:pt x="78545" y="13091"/>
                </a:lnTo>
                <a:lnTo>
                  <a:pt x="79466" y="13398"/>
                </a:lnTo>
                <a:lnTo>
                  <a:pt x="79159" y="13602"/>
                </a:lnTo>
                <a:lnTo>
                  <a:pt x="79159" y="13602"/>
                </a:lnTo>
                <a:lnTo>
                  <a:pt x="80284" y="13295"/>
                </a:lnTo>
                <a:lnTo>
                  <a:pt x="79466" y="13909"/>
                </a:lnTo>
                <a:lnTo>
                  <a:pt x="79568" y="14318"/>
                </a:lnTo>
                <a:lnTo>
                  <a:pt x="79977" y="14114"/>
                </a:lnTo>
                <a:lnTo>
                  <a:pt x="80182" y="14420"/>
                </a:lnTo>
                <a:lnTo>
                  <a:pt x="80489" y="14420"/>
                </a:lnTo>
                <a:lnTo>
                  <a:pt x="80693" y="13909"/>
                </a:lnTo>
                <a:lnTo>
                  <a:pt x="80489" y="13909"/>
                </a:lnTo>
                <a:lnTo>
                  <a:pt x="81818" y="13602"/>
                </a:lnTo>
                <a:lnTo>
                  <a:pt x="81511" y="13398"/>
                </a:lnTo>
                <a:lnTo>
                  <a:pt x="81716" y="13295"/>
                </a:lnTo>
                <a:lnTo>
                  <a:pt x="81614" y="13193"/>
                </a:lnTo>
                <a:lnTo>
                  <a:pt x="82023" y="13295"/>
                </a:lnTo>
                <a:lnTo>
                  <a:pt x="82023" y="12989"/>
                </a:lnTo>
                <a:lnTo>
                  <a:pt x="82227" y="12989"/>
                </a:lnTo>
                <a:lnTo>
                  <a:pt x="82227" y="12682"/>
                </a:lnTo>
                <a:lnTo>
                  <a:pt x="81000" y="12886"/>
                </a:lnTo>
                <a:lnTo>
                  <a:pt x="81716" y="12477"/>
                </a:lnTo>
                <a:lnTo>
                  <a:pt x="80591" y="12375"/>
                </a:lnTo>
                <a:lnTo>
                  <a:pt x="81307" y="12170"/>
                </a:lnTo>
                <a:lnTo>
                  <a:pt x="80591" y="11966"/>
                </a:lnTo>
                <a:lnTo>
                  <a:pt x="80795" y="11864"/>
                </a:lnTo>
                <a:lnTo>
                  <a:pt x="80284" y="12068"/>
                </a:lnTo>
                <a:lnTo>
                  <a:pt x="80386" y="11864"/>
                </a:lnTo>
                <a:lnTo>
                  <a:pt x="80080" y="11864"/>
                </a:lnTo>
                <a:lnTo>
                  <a:pt x="80182" y="11761"/>
                </a:lnTo>
                <a:lnTo>
                  <a:pt x="79670" y="11966"/>
                </a:lnTo>
                <a:lnTo>
                  <a:pt x="80080" y="11557"/>
                </a:lnTo>
                <a:lnTo>
                  <a:pt x="79670" y="11761"/>
                </a:lnTo>
                <a:lnTo>
                  <a:pt x="79466" y="11761"/>
                </a:lnTo>
                <a:lnTo>
                  <a:pt x="79568" y="11557"/>
                </a:lnTo>
                <a:lnTo>
                  <a:pt x="79773" y="11455"/>
                </a:lnTo>
                <a:lnTo>
                  <a:pt x="79057" y="11352"/>
                </a:lnTo>
                <a:lnTo>
                  <a:pt x="78955" y="11148"/>
                </a:lnTo>
                <a:lnTo>
                  <a:pt x="78239" y="11045"/>
                </a:lnTo>
                <a:lnTo>
                  <a:pt x="79466" y="10943"/>
                </a:lnTo>
                <a:lnTo>
                  <a:pt x="78648" y="10841"/>
                </a:lnTo>
                <a:lnTo>
                  <a:pt x="80284" y="10739"/>
                </a:lnTo>
                <a:lnTo>
                  <a:pt x="78648" y="10534"/>
                </a:lnTo>
                <a:lnTo>
                  <a:pt x="80080" y="10330"/>
                </a:lnTo>
                <a:lnTo>
                  <a:pt x="79670" y="10023"/>
                </a:lnTo>
                <a:lnTo>
                  <a:pt x="79057" y="10125"/>
                </a:lnTo>
                <a:lnTo>
                  <a:pt x="79364" y="9920"/>
                </a:lnTo>
                <a:lnTo>
                  <a:pt x="78443" y="10023"/>
                </a:lnTo>
                <a:lnTo>
                  <a:pt x="79568" y="9716"/>
                </a:lnTo>
                <a:lnTo>
                  <a:pt x="79466" y="9409"/>
                </a:lnTo>
                <a:lnTo>
                  <a:pt x="78750" y="9409"/>
                </a:lnTo>
                <a:lnTo>
                  <a:pt x="77625" y="10023"/>
                </a:lnTo>
                <a:lnTo>
                  <a:pt x="77420" y="9716"/>
                </a:lnTo>
                <a:lnTo>
                  <a:pt x="78545" y="9205"/>
                </a:lnTo>
                <a:lnTo>
                  <a:pt x="77216" y="9409"/>
                </a:lnTo>
                <a:lnTo>
                  <a:pt x="77216" y="9409"/>
                </a:lnTo>
                <a:lnTo>
                  <a:pt x="78341" y="8898"/>
                </a:lnTo>
                <a:lnTo>
                  <a:pt x="76500" y="8898"/>
                </a:lnTo>
                <a:lnTo>
                  <a:pt x="77011" y="8591"/>
                </a:lnTo>
                <a:lnTo>
                  <a:pt x="75886" y="9000"/>
                </a:lnTo>
                <a:lnTo>
                  <a:pt x="76398" y="8693"/>
                </a:lnTo>
                <a:lnTo>
                  <a:pt x="76091" y="8693"/>
                </a:lnTo>
                <a:lnTo>
                  <a:pt x="76807" y="8386"/>
                </a:lnTo>
                <a:lnTo>
                  <a:pt x="76807" y="8386"/>
                </a:lnTo>
                <a:lnTo>
                  <a:pt x="75580" y="8591"/>
                </a:lnTo>
                <a:lnTo>
                  <a:pt x="75580" y="8591"/>
                </a:lnTo>
                <a:lnTo>
                  <a:pt x="76500" y="8182"/>
                </a:lnTo>
                <a:lnTo>
                  <a:pt x="74761" y="7875"/>
                </a:lnTo>
                <a:lnTo>
                  <a:pt x="74761" y="7875"/>
                </a:lnTo>
                <a:lnTo>
                  <a:pt x="74864" y="8182"/>
                </a:lnTo>
                <a:lnTo>
                  <a:pt x="74045" y="8489"/>
                </a:lnTo>
                <a:lnTo>
                  <a:pt x="73739" y="8080"/>
                </a:lnTo>
                <a:lnTo>
                  <a:pt x="72511" y="8489"/>
                </a:lnTo>
                <a:lnTo>
                  <a:pt x="72818" y="8284"/>
                </a:lnTo>
                <a:lnTo>
                  <a:pt x="72716" y="8182"/>
                </a:lnTo>
                <a:lnTo>
                  <a:pt x="73125" y="7977"/>
                </a:lnTo>
                <a:lnTo>
                  <a:pt x="72614" y="8182"/>
                </a:lnTo>
                <a:lnTo>
                  <a:pt x="73534" y="7773"/>
                </a:lnTo>
                <a:lnTo>
                  <a:pt x="73227" y="6955"/>
                </a:lnTo>
                <a:close/>
                <a:moveTo>
                  <a:pt x="103500" y="0"/>
                </a:moveTo>
                <a:lnTo>
                  <a:pt x="103807" y="102"/>
                </a:lnTo>
                <a:lnTo>
                  <a:pt x="99205" y="205"/>
                </a:lnTo>
                <a:lnTo>
                  <a:pt x="101864" y="307"/>
                </a:lnTo>
                <a:lnTo>
                  <a:pt x="99614" y="409"/>
                </a:lnTo>
                <a:lnTo>
                  <a:pt x="100125" y="511"/>
                </a:lnTo>
                <a:lnTo>
                  <a:pt x="99818" y="818"/>
                </a:lnTo>
                <a:lnTo>
                  <a:pt x="97057" y="511"/>
                </a:lnTo>
                <a:lnTo>
                  <a:pt x="97057" y="818"/>
                </a:lnTo>
                <a:lnTo>
                  <a:pt x="94705" y="1023"/>
                </a:lnTo>
                <a:lnTo>
                  <a:pt x="94705" y="614"/>
                </a:lnTo>
                <a:lnTo>
                  <a:pt x="91841" y="818"/>
                </a:lnTo>
                <a:lnTo>
                  <a:pt x="92966" y="1227"/>
                </a:lnTo>
                <a:lnTo>
                  <a:pt x="90716" y="920"/>
                </a:lnTo>
                <a:lnTo>
                  <a:pt x="86625" y="1841"/>
                </a:lnTo>
                <a:lnTo>
                  <a:pt x="86932" y="2148"/>
                </a:lnTo>
                <a:lnTo>
                  <a:pt x="87955" y="2045"/>
                </a:lnTo>
                <a:lnTo>
                  <a:pt x="87955" y="2045"/>
                </a:lnTo>
                <a:lnTo>
                  <a:pt x="81818" y="3477"/>
                </a:lnTo>
                <a:lnTo>
                  <a:pt x="83148" y="3682"/>
                </a:lnTo>
                <a:lnTo>
                  <a:pt x="82841" y="3784"/>
                </a:lnTo>
                <a:lnTo>
                  <a:pt x="85091" y="3989"/>
                </a:lnTo>
                <a:lnTo>
                  <a:pt x="82023" y="4295"/>
                </a:lnTo>
                <a:lnTo>
                  <a:pt x="82125" y="4398"/>
                </a:lnTo>
                <a:lnTo>
                  <a:pt x="82125" y="4500"/>
                </a:lnTo>
                <a:lnTo>
                  <a:pt x="83557" y="4602"/>
                </a:lnTo>
                <a:lnTo>
                  <a:pt x="82534" y="4807"/>
                </a:lnTo>
                <a:lnTo>
                  <a:pt x="88568" y="5318"/>
                </a:lnTo>
                <a:lnTo>
                  <a:pt x="88568" y="5625"/>
                </a:lnTo>
                <a:lnTo>
                  <a:pt x="89489" y="6341"/>
                </a:lnTo>
                <a:lnTo>
                  <a:pt x="88670" y="6648"/>
                </a:lnTo>
                <a:lnTo>
                  <a:pt x="89386" y="6750"/>
                </a:lnTo>
                <a:lnTo>
                  <a:pt x="89182" y="7057"/>
                </a:lnTo>
                <a:lnTo>
                  <a:pt x="89386" y="7466"/>
                </a:lnTo>
                <a:lnTo>
                  <a:pt x="89386" y="7568"/>
                </a:lnTo>
                <a:lnTo>
                  <a:pt x="89591" y="7773"/>
                </a:lnTo>
                <a:lnTo>
                  <a:pt x="88977" y="7977"/>
                </a:lnTo>
                <a:lnTo>
                  <a:pt x="89080" y="8080"/>
                </a:lnTo>
                <a:lnTo>
                  <a:pt x="88773" y="8182"/>
                </a:lnTo>
                <a:lnTo>
                  <a:pt x="88773" y="8182"/>
                </a:lnTo>
                <a:lnTo>
                  <a:pt x="89386" y="8080"/>
                </a:lnTo>
                <a:lnTo>
                  <a:pt x="88568" y="8795"/>
                </a:lnTo>
                <a:lnTo>
                  <a:pt x="90102" y="8489"/>
                </a:lnTo>
                <a:lnTo>
                  <a:pt x="90102" y="8591"/>
                </a:lnTo>
                <a:lnTo>
                  <a:pt x="90205" y="8591"/>
                </a:lnTo>
                <a:lnTo>
                  <a:pt x="90205" y="8693"/>
                </a:lnTo>
                <a:lnTo>
                  <a:pt x="91023" y="8693"/>
                </a:lnTo>
                <a:lnTo>
                  <a:pt x="90000" y="9102"/>
                </a:lnTo>
                <a:lnTo>
                  <a:pt x="91227" y="9205"/>
                </a:lnTo>
                <a:lnTo>
                  <a:pt x="90716" y="9205"/>
                </a:lnTo>
                <a:lnTo>
                  <a:pt x="91023" y="9409"/>
                </a:lnTo>
                <a:lnTo>
                  <a:pt x="91227" y="9716"/>
                </a:lnTo>
                <a:lnTo>
                  <a:pt x="88875" y="9614"/>
                </a:lnTo>
                <a:lnTo>
                  <a:pt x="91330" y="10125"/>
                </a:lnTo>
                <a:lnTo>
                  <a:pt x="90511" y="10739"/>
                </a:lnTo>
                <a:lnTo>
                  <a:pt x="91023" y="10739"/>
                </a:lnTo>
                <a:lnTo>
                  <a:pt x="90511" y="10841"/>
                </a:lnTo>
                <a:lnTo>
                  <a:pt x="90205" y="11148"/>
                </a:lnTo>
                <a:lnTo>
                  <a:pt x="90511" y="11148"/>
                </a:lnTo>
                <a:lnTo>
                  <a:pt x="88568" y="11557"/>
                </a:lnTo>
                <a:lnTo>
                  <a:pt x="90102" y="11455"/>
                </a:lnTo>
                <a:lnTo>
                  <a:pt x="88057" y="12170"/>
                </a:lnTo>
                <a:lnTo>
                  <a:pt x="90102" y="11966"/>
                </a:lnTo>
                <a:lnTo>
                  <a:pt x="89898" y="12068"/>
                </a:lnTo>
                <a:lnTo>
                  <a:pt x="90205" y="12273"/>
                </a:lnTo>
                <a:lnTo>
                  <a:pt x="88261" y="12273"/>
                </a:lnTo>
                <a:lnTo>
                  <a:pt x="87955" y="12784"/>
                </a:lnTo>
                <a:lnTo>
                  <a:pt x="88773" y="12784"/>
                </a:lnTo>
                <a:lnTo>
                  <a:pt x="87648" y="13500"/>
                </a:lnTo>
                <a:lnTo>
                  <a:pt x="89489" y="12784"/>
                </a:lnTo>
                <a:lnTo>
                  <a:pt x="89489" y="12784"/>
                </a:lnTo>
                <a:lnTo>
                  <a:pt x="87750" y="13602"/>
                </a:lnTo>
                <a:lnTo>
                  <a:pt x="87852" y="13602"/>
                </a:lnTo>
                <a:lnTo>
                  <a:pt x="87750" y="14011"/>
                </a:lnTo>
                <a:lnTo>
                  <a:pt x="89182" y="13807"/>
                </a:lnTo>
                <a:lnTo>
                  <a:pt x="88261" y="14114"/>
                </a:lnTo>
                <a:lnTo>
                  <a:pt x="88057" y="15239"/>
                </a:lnTo>
                <a:lnTo>
                  <a:pt x="88773" y="14727"/>
                </a:lnTo>
                <a:lnTo>
                  <a:pt x="89080" y="14318"/>
                </a:lnTo>
                <a:lnTo>
                  <a:pt x="89489" y="15034"/>
                </a:lnTo>
                <a:lnTo>
                  <a:pt x="88466" y="15034"/>
                </a:lnTo>
                <a:lnTo>
                  <a:pt x="88364" y="15341"/>
                </a:lnTo>
                <a:lnTo>
                  <a:pt x="89080" y="15136"/>
                </a:lnTo>
                <a:lnTo>
                  <a:pt x="88977" y="15239"/>
                </a:lnTo>
                <a:lnTo>
                  <a:pt x="89182" y="15239"/>
                </a:lnTo>
                <a:lnTo>
                  <a:pt x="88261" y="15443"/>
                </a:lnTo>
                <a:lnTo>
                  <a:pt x="88568" y="16466"/>
                </a:lnTo>
                <a:lnTo>
                  <a:pt x="89080" y="16261"/>
                </a:lnTo>
                <a:lnTo>
                  <a:pt x="88568" y="16773"/>
                </a:lnTo>
                <a:lnTo>
                  <a:pt x="89386" y="17182"/>
                </a:lnTo>
                <a:lnTo>
                  <a:pt x="88977" y="17591"/>
                </a:lnTo>
                <a:lnTo>
                  <a:pt x="89386" y="18205"/>
                </a:lnTo>
                <a:lnTo>
                  <a:pt x="89795" y="18205"/>
                </a:lnTo>
                <a:lnTo>
                  <a:pt x="89386" y="18409"/>
                </a:lnTo>
                <a:lnTo>
                  <a:pt x="89795" y="18409"/>
                </a:lnTo>
                <a:lnTo>
                  <a:pt x="89795" y="18307"/>
                </a:lnTo>
                <a:lnTo>
                  <a:pt x="91227" y="18000"/>
                </a:lnTo>
                <a:lnTo>
                  <a:pt x="91023" y="18614"/>
                </a:lnTo>
                <a:lnTo>
                  <a:pt x="91943" y="18511"/>
                </a:lnTo>
                <a:lnTo>
                  <a:pt x="91943" y="18511"/>
                </a:lnTo>
                <a:lnTo>
                  <a:pt x="91330" y="18920"/>
                </a:lnTo>
                <a:lnTo>
                  <a:pt x="91330" y="18920"/>
                </a:lnTo>
                <a:lnTo>
                  <a:pt x="92148" y="18818"/>
                </a:lnTo>
                <a:lnTo>
                  <a:pt x="92148" y="19227"/>
                </a:lnTo>
                <a:lnTo>
                  <a:pt x="92455" y="19227"/>
                </a:lnTo>
                <a:lnTo>
                  <a:pt x="92250" y="19125"/>
                </a:lnTo>
                <a:lnTo>
                  <a:pt x="92966" y="18920"/>
                </a:lnTo>
                <a:lnTo>
                  <a:pt x="92455" y="18614"/>
                </a:lnTo>
                <a:lnTo>
                  <a:pt x="93375" y="18409"/>
                </a:lnTo>
                <a:lnTo>
                  <a:pt x="93989" y="17591"/>
                </a:lnTo>
                <a:lnTo>
                  <a:pt x="93784" y="17489"/>
                </a:lnTo>
                <a:lnTo>
                  <a:pt x="94091" y="17386"/>
                </a:lnTo>
                <a:lnTo>
                  <a:pt x="94295" y="16670"/>
                </a:lnTo>
                <a:lnTo>
                  <a:pt x="93784" y="16568"/>
                </a:lnTo>
                <a:lnTo>
                  <a:pt x="94807" y="16364"/>
                </a:lnTo>
                <a:lnTo>
                  <a:pt x="94500" y="16159"/>
                </a:lnTo>
                <a:lnTo>
                  <a:pt x="95830" y="15648"/>
                </a:lnTo>
                <a:lnTo>
                  <a:pt x="95830" y="15239"/>
                </a:lnTo>
                <a:lnTo>
                  <a:pt x="95216" y="15136"/>
                </a:lnTo>
                <a:lnTo>
                  <a:pt x="96136" y="15034"/>
                </a:lnTo>
                <a:lnTo>
                  <a:pt x="95830" y="14625"/>
                </a:lnTo>
                <a:lnTo>
                  <a:pt x="96955" y="14216"/>
                </a:lnTo>
                <a:lnTo>
                  <a:pt x="96545" y="14011"/>
                </a:lnTo>
                <a:lnTo>
                  <a:pt x="98489" y="13398"/>
                </a:lnTo>
                <a:lnTo>
                  <a:pt x="98182" y="13295"/>
                </a:lnTo>
                <a:lnTo>
                  <a:pt x="98795" y="13295"/>
                </a:lnTo>
                <a:lnTo>
                  <a:pt x="98386" y="13909"/>
                </a:lnTo>
                <a:lnTo>
                  <a:pt x="99205" y="13602"/>
                </a:lnTo>
                <a:lnTo>
                  <a:pt x="99307" y="13705"/>
                </a:lnTo>
                <a:lnTo>
                  <a:pt x="102580" y="11659"/>
                </a:lnTo>
                <a:lnTo>
                  <a:pt x="102682" y="11455"/>
                </a:lnTo>
                <a:lnTo>
                  <a:pt x="109125" y="10227"/>
                </a:lnTo>
                <a:lnTo>
                  <a:pt x="109023" y="10227"/>
                </a:lnTo>
                <a:lnTo>
                  <a:pt x="109636" y="10023"/>
                </a:lnTo>
                <a:lnTo>
                  <a:pt x="106159" y="10023"/>
                </a:lnTo>
                <a:lnTo>
                  <a:pt x="106977" y="9716"/>
                </a:lnTo>
                <a:lnTo>
                  <a:pt x="105239" y="9716"/>
                </a:lnTo>
                <a:lnTo>
                  <a:pt x="105852" y="9205"/>
                </a:lnTo>
                <a:lnTo>
                  <a:pt x="107386" y="9205"/>
                </a:lnTo>
                <a:lnTo>
                  <a:pt x="106773" y="8693"/>
                </a:lnTo>
                <a:lnTo>
                  <a:pt x="108409" y="9102"/>
                </a:lnTo>
                <a:lnTo>
                  <a:pt x="109023" y="9716"/>
                </a:lnTo>
                <a:lnTo>
                  <a:pt x="109636" y="9307"/>
                </a:lnTo>
                <a:lnTo>
                  <a:pt x="109636" y="9716"/>
                </a:lnTo>
                <a:lnTo>
                  <a:pt x="110148" y="9307"/>
                </a:lnTo>
                <a:lnTo>
                  <a:pt x="110148" y="8795"/>
                </a:lnTo>
                <a:lnTo>
                  <a:pt x="109739" y="9000"/>
                </a:lnTo>
                <a:lnTo>
                  <a:pt x="110148" y="8591"/>
                </a:lnTo>
                <a:lnTo>
                  <a:pt x="108205" y="8080"/>
                </a:lnTo>
                <a:lnTo>
                  <a:pt x="108511" y="7977"/>
                </a:lnTo>
                <a:lnTo>
                  <a:pt x="108307" y="7670"/>
                </a:lnTo>
                <a:lnTo>
                  <a:pt x="107284" y="7773"/>
                </a:lnTo>
                <a:lnTo>
                  <a:pt x="107284" y="7773"/>
                </a:lnTo>
                <a:lnTo>
                  <a:pt x="108211" y="7587"/>
                </a:lnTo>
                <a:lnTo>
                  <a:pt x="108211" y="7587"/>
                </a:lnTo>
                <a:lnTo>
                  <a:pt x="106875" y="7466"/>
                </a:lnTo>
                <a:lnTo>
                  <a:pt x="107489" y="7364"/>
                </a:lnTo>
                <a:lnTo>
                  <a:pt x="107080" y="7159"/>
                </a:lnTo>
                <a:lnTo>
                  <a:pt x="108716" y="7159"/>
                </a:lnTo>
                <a:lnTo>
                  <a:pt x="108307" y="6852"/>
                </a:lnTo>
                <a:lnTo>
                  <a:pt x="111375" y="7159"/>
                </a:lnTo>
                <a:lnTo>
                  <a:pt x="111068" y="6750"/>
                </a:lnTo>
                <a:lnTo>
                  <a:pt x="110352" y="6750"/>
                </a:lnTo>
                <a:lnTo>
                  <a:pt x="110352" y="6545"/>
                </a:lnTo>
                <a:lnTo>
                  <a:pt x="110659" y="6239"/>
                </a:lnTo>
                <a:lnTo>
                  <a:pt x="110557" y="6545"/>
                </a:lnTo>
                <a:lnTo>
                  <a:pt x="112295" y="6443"/>
                </a:lnTo>
                <a:lnTo>
                  <a:pt x="111989" y="6034"/>
                </a:lnTo>
                <a:lnTo>
                  <a:pt x="111273" y="6239"/>
                </a:lnTo>
                <a:lnTo>
                  <a:pt x="111273" y="5830"/>
                </a:lnTo>
                <a:lnTo>
                  <a:pt x="110557" y="5830"/>
                </a:lnTo>
                <a:lnTo>
                  <a:pt x="111784" y="5727"/>
                </a:lnTo>
                <a:lnTo>
                  <a:pt x="112091" y="5830"/>
                </a:lnTo>
                <a:lnTo>
                  <a:pt x="112193" y="5011"/>
                </a:lnTo>
                <a:lnTo>
                  <a:pt x="111375" y="4909"/>
                </a:lnTo>
                <a:lnTo>
                  <a:pt x="111068" y="4705"/>
                </a:lnTo>
                <a:lnTo>
                  <a:pt x="110659" y="4602"/>
                </a:lnTo>
                <a:lnTo>
                  <a:pt x="113011" y="4500"/>
                </a:lnTo>
                <a:lnTo>
                  <a:pt x="113216" y="4091"/>
                </a:lnTo>
                <a:lnTo>
                  <a:pt x="111989" y="3886"/>
                </a:lnTo>
                <a:lnTo>
                  <a:pt x="112807" y="3886"/>
                </a:lnTo>
                <a:lnTo>
                  <a:pt x="111580" y="3784"/>
                </a:lnTo>
                <a:lnTo>
                  <a:pt x="112091" y="3170"/>
                </a:lnTo>
                <a:lnTo>
                  <a:pt x="111989" y="3068"/>
                </a:lnTo>
                <a:lnTo>
                  <a:pt x="113114" y="2557"/>
                </a:lnTo>
                <a:lnTo>
                  <a:pt x="112909" y="2352"/>
                </a:lnTo>
                <a:lnTo>
                  <a:pt x="113216" y="1943"/>
                </a:lnTo>
                <a:lnTo>
                  <a:pt x="115261" y="1841"/>
                </a:lnTo>
                <a:lnTo>
                  <a:pt x="114750" y="1739"/>
                </a:lnTo>
                <a:lnTo>
                  <a:pt x="116284" y="1534"/>
                </a:lnTo>
                <a:lnTo>
                  <a:pt x="116080" y="1432"/>
                </a:lnTo>
                <a:lnTo>
                  <a:pt x="117818" y="1125"/>
                </a:lnTo>
                <a:lnTo>
                  <a:pt x="111273" y="1636"/>
                </a:lnTo>
                <a:lnTo>
                  <a:pt x="111273" y="1636"/>
                </a:lnTo>
                <a:lnTo>
                  <a:pt x="112398" y="1125"/>
                </a:lnTo>
                <a:lnTo>
                  <a:pt x="107898" y="818"/>
                </a:lnTo>
                <a:lnTo>
                  <a:pt x="112500" y="409"/>
                </a:lnTo>
                <a:lnTo>
                  <a:pt x="106977" y="205"/>
                </a:lnTo>
                <a:lnTo>
                  <a:pt x="110352" y="0"/>
                </a:lnTo>
                <a:close/>
                <a:moveTo>
                  <a:pt x="5114" y="22807"/>
                </a:moveTo>
                <a:lnTo>
                  <a:pt x="5069" y="22823"/>
                </a:lnTo>
                <a:lnTo>
                  <a:pt x="5069" y="22823"/>
                </a:lnTo>
                <a:lnTo>
                  <a:pt x="5011" y="22909"/>
                </a:lnTo>
                <a:lnTo>
                  <a:pt x="5114" y="22807"/>
                </a:lnTo>
                <a:close/>
                <a:moveTo>
                  <a:pt x="133057" y="23011"/>
                </a:moveTo>
                <a:lnTo>
                  <a:pt x="132955" y="23216"/>
                </a:lnTo>
                <a:lnTo>
                  <a:pt x="132443" y="23216"/>
                </a:lnTo>
                <a:lnTo>
                  <a:pt x="132955" y="23727"/>
                </a:lnTo>
                <a:lnTo>
                  <a:pt x="133261" y="23727"/>
                </a:lnTo>
                <a:lnTo>
                  <a:pt x="133568" y="23216"/>
                </a:lnTo>
                <a:lnTo>
                  <a:pt x="133057" y="23011"/>
                </a:lnTo>
                <a:close/>
                <a:moveTo>
                  <a:pt x="1125" y="23625"/>
                </a:moveTo>
                <a:lnTo>
                  <a:pt x="102" y="24034"/>
                </a:lnTo>
                <a:lnTo>
                  <a:pt x="1120" y="23634"/>
                </a:lnTo>
                <a:lnTo>
                  <a:pt x="1120" y="23634"/>
                </a:lnTo>
                <a:lnTo>
                  <a:pt x="1125" y="23625"/>
                </a:lnTo>
                <a:close/>
                <a:moveTo>
                  <a:pt x="102" y="24034"/>
                </a:moveTo>
                <a:lnTo>
                  <a:pt x="102" y="24034"/>
                </a:lnTo>
                <a:lnTo>
                  <a:pt x="102" y="24034"/>
                </a:lnTo>
                <a:close/>
                <a:moveTo>
                  <a:pt x="138170" y="24136"/>
                </a:moveTo>
                <a:lnTo>
                  <a:pt x="138375" y="24239"/>
                </a:lnTo>
                <a:lnTo>
                  <a:pt x="138477" y="24239"/>
                </a:lnTo>
                <a:lnTo>
                  <a:pt x="138170" y="24136"/>
                </a:lnTo>
                <a:close/>
                <a:moveTo>
                  <a:pt x="118534" y="23523"/>
                </a:moveTo>
                <a:lnTo>
                  <a:pt x="118636" y="23625"/>
                </a:lnTo>
                <a:lnTo>
                  <a:pt x="118330" y="23932"/>
                </a:lnTo>
                <a:lnTo>
                  <a:pt x="118330" y="23727"/>
                </a:lnTo>
                <a:lnTo>
                  <a:pt x="117818" y="23830"/>
                </a:lnTo>
                <a:lnTo>
                  <a:pt x="117511" y="24239"/>
                </a:lnTo>
                <a:lnTo>
                  <a:pt x="117920" y="24239"/>
                </a:lnTo>
                <a:lnTo>
                  <a:pt x="117614" y="24648"/>
                </a:lnTo>
                <a:lnTo>
                  <a:pt x="116489" y="24750"/>
                </a:lnTo>
                <a:lnTo>
                  <a:pt x="116591" y="24852"/>
                </a:lnTo>
                <a:lnTo>
                  <a:pt x="116591" y="25057"/>
                </a:lnTo>
                <a:lnTo>
                  <a:pt x="116795" y="24955"/>
                </a:lnTo>
                <a:lnTo>
                  <a:pt x="116693" y="25261"/>
                </a:lnTo>
                <a:lnTo>
                  <a:pt x="116386" y="25364"/>
                </a:lnTo>
                <a:lnTo>
                  <a:pt x="116386" y="25466"/>
                </a:lnTo>
                <a:lnTo>
                  <a:pt x="116591" y="25466"/>
                </a:lnTo>
                <a:lnTo>
                  <a:pt x="116591" y="25568"/>
                </a:lnTo>
                <a:lnTo>
                  <a:pt x="117307" y="25670"/>
                </a:lnTo>
                <a:lnTo>
                  <a:pt x="116489" y="26284"/>
                </a:lnTo>
                <a:lnTo>
                  <a:pt x="116489" y="26284"/>
                </a:lnTo>
                <a:lnTo>
                  <a:pt x="117409" y="26182"/>
                </a:lnTo>
                <a:lnTo>
                  <a:pt x="116489" y="26489"/>
                </a:lnTo>
                <a:lnTo>
                  <a:pt x="116591" y="26591"/>
                </a:lnTo>
                <a:lnTo>
                  <a:pt x="116080" y="26693"/>
                </a:lnTo>
                <a:lnTo>
                  <a:pt x="116489" y="26693"/>
                </a:lnTo>
                <a:lnTo>
                  <a:pt x="116080" y="27000"/>
                </a:lnTo>
                <a:lnTo>
                  <a:pt x="116693" y="27000"/>
                </a:lnTo>
                <a:lnTo>
                  <a:pt x="116284" y="27205"/>
                </a:lnTo>
                <a:lnTo>
                  <a:pt x="116284" y="27205"/>
                </a:lnTo>
                <a:lnTo>
                  <a:pt x="116693" y="27102"/>
                </a:lnTo>
                <a:lnTo>
                  <a:pt x="116489" y="27307"/>
                </a:lnTo>
                <a:lnTo>
                  <a:pt x="119250" y="26591"/>
                </a:lnTo>
                <a:lnTo>
                  <a:pt x="119148" y="26489"/>
                </a:lnTo>
                <a:lnTo>
                  <a:pt x="119455" y="24852"/>
                </a:lnTo>
                <a:lnTo>
                  <a:pt x="119352" y="24750"/>
                </a:lnTo>
                <a:lnTo>
                  <a:pt x="119966" y="24545"/>
                </a:lnTo>
                <a:lnTo>
                  <a:pt x="119864" y="24341"/>
                </a:lnTo>
                <a:lnTo>
                  <a:pt x="119659" y="24239"/>
                </a:lnTo>
                <a:lnTo>
                  <a:pt x="119455" y="23727"/>
                </a:lnTo>
                <a:lnTo>
                  <a:pt x="118636" y="23830"/>
                </a:lnTo>
                <a:lnTo>
                  <a:pt x="118841" y="23625"/>
                </a:lnTo>
                <a:lnTo>
                  <a:pt x="118534" y="23523"/>
                </a:lnTo>
                <a:close/>
                <a:moveTo>
                  <a:pt x="121398" y="20455"/>
                </a:moveTo>
                <a:lnTo>
                  <a:pt x="120477" y="20761"/>
                </a:lnTo>
                <a:lnTo>
                  <a:pt x="119966" y="21682"/>
                </a:lnTo>
                <a:lnTo>
                  <a:pt x="119761" y="22091"/>
                </a:lnTo>
                <a:lnTo>
                  <a:pt x="119864" y="22091"/>
                </a:lnTo>
                <a:lnTo>
                  <a:pt x="119557" y="22295"/>
                </a:lnTo>
                <a:lnTo>
                  <a:pt x="120273" y="22193"/>
                </a:lnTo>
                <a:lnTo>
                  <a:pt x="119966" y="23523"/>
                </a:lnTo>
                <a:lnTo>
                  <a:pt x="120170" y="23011"/>
                </a:lnTo>
                <a:lnTo>
                  <a:pt x="120580" y="22807"/>
                </a:lnTo>
                <a:lnTo>
                  <a:pt x="120682" y="23011"/>
                </a:lnTo>
                <a:lnTo>
                  <a:pt x="120375" y="24239"/>
                </a:lnTo>
                <a:lnTo>
                  <a:pt x="121807" y="23932"/>
                </a:lnTo>
                <a:lnTo>
                  <a:pt x="122011" y="25568"/>
                </a:lnTo>
                <a:lnTo>
                  <a:pt x="120580" y="26080"/>
                </a:lnTo>
                <a:lnTo>
                  <a:pt x="120580" y="26080"/>
                </a:lnTo>
                <a:lnTo>
                  <a:pt x="120989" y="25977"/>
                </a:lnTo>
                <a:lnTo>
                  <a:pt x="121091" y="26284"/>
                </a:lnTo>
                <a:lnTo>
                  <a:pt x="120068" y="27000"/>
                </a:lnTo>
                <a:lnTo>
                  <a:pt x="120989" y="27205"/>
                </a:lnTo>
                <a:lnTo>
                  <a:pt x="120886" y="27307"/>
                </a:lnTo>
                <a:lnTo>
                  <a:pt x="121602" y="27409"/>
                </a:lnTo>
                <a:lnTo>
                  <a:pt x="122216" y="27102"/>
                </a:lnTo>
                <a:lnTo>
                  <a:pt x="121602" y="27614"/>
                </a:lnTo>
                <a:lnTo>
                  <a:pt x="120989" y="27614"/>
                </a:lnTo>
                <a:lnTo>
                  <a:pt x="119761" y="28739"/>
                </a:lnTo>
                <a:lnTo>
                  <a:pt x="120068" y="28841"/>
                </a:lnTo>
                <a:lnTo>
                  <a:pt x="120375" y="28534"/>
                </a:lnTo>
                <a:lnTo>
                  <a:pt x="121091" y="28534"/>
                </a:lnTo>
                <a:lnTo>
                  <a:pt x="121807" y="28125"/>
                </a:lnTo>
                <a:lnTo>
                  <a:pt x="122625" y="28227"/>
                </a:lnTo>
                <a:lnTo>
                  <a:pt x="122523" y="28125"/>
                </a:lnTo>
                <a:lnTo>
                  <a:pt x="123136" y="28023"/>
                </a:lnTo>
                <a:lnTo>
                  <a:pt x="123034" y="27920"/>
                </a:lnTo>
                <a:lnTo>
                  <a:pt x="124773" y="27920"/>
                </a:lnTo>
                <a:lnTo>
                  <a:pt x="125182" y="27409"/>
                </a:lnTo>
                <a:lnTo>
                  <a:pt x="124466" y="27409"/>
                </a:lnTo>
                <a:lnTo>
                  <a:pt x="125080" y="26898"/>
                </a:lnTo>
                <a:lnTo>
                  <a:pt x="125284" y="25977"/>
                </a:lnTo>
                <a:lnTo>
                  <a:pt x="124159" y="25977"/>
                </a:lnTo>
                <a:lnTo>
                  <a:pt x="123648" y="25159"/>
                </a:lnTo>
                <a:lnTo>
                  <a:pt x="124261" y="25261"/>
                </a:lnTo>
                <a:lnTo>
                  <a:pt x="124261" y="25261"/>
                </a:lnTo>
                <a:lnTo>
                  <a:pt x="124057" y="24750"/>
                </a:lnTo>
                <a:lnTo>
                  <a:pt x="123239" y="24239"/>
                </a:lnTo>
                <a:lnTo>
                  <a:pt x="122932" y="23420"/>
                </a:lnTo>
                <a:lnTo>
                  <a:pt x="121295" y="22807"/>
                </a:lnTo>
                <a:lnTo>
                  <a:pt x="122011" y="22705"/>
                </a:lnTo>
                <a:lnTo>
                  <a:pt x="121705" y="22602"/>
                </a:lnTo>
                <a:lnTo>
                  <a:pt x="122318" y="22295"/>
                </a:lnTo>
                <a:lnTo>
                  <a:pt x="122830" y="21580"/>
                </a:lnTo>
                <a:lnTo>
                  <a:pt x="121091" y="21375"/>
                </a:lnTo>
                <a:lnTo>
                  <a:pt x="121295" y="21170"/>
                </a:lnTo>
                <a:lnTo>
                  <a:pt x="121193" y="21170"/>
                </a:lnTo>
                <a:lnTo>
                  <a:pt x="121807" y="20659"/>
                </a:lnTo>
                <a:lnTo>
                  <a:pt x="121398" y="20455"/>
                </a:lnTo>
                <a:close/>
                <a:moveTo>
                  <a:pt x="23830" y="27920"/>
                </a:moveTo>
                <a:lnTo>
                  <a:pt x="23523" y="28330"/>
                </a:lnTo>
                <a:lnTo>
                  <a:pt x="24034" y="28227"/>
                </a:lnTo>
                <a:lnTo>
                  <a:pt x="23932" y="28432"/>
                </a:lnTo>
                <a:lnTo>
                  <a:pt x="23523" y="28534"/>
                </a:lnTo>
                <a:lnTo>
                  <a:pt x="23625" y="28534"/>
                </a:lnTo>
                <a:lnTo>
                  <a:pt x="23420" y="28739"/>
                </a:lnTo>
                <a:lnTo>
                  <a:pt x="23830" y="28739"/>
                </a:lnTo>
                <a:lnTo>
                  <a:pt x="23932" y="28636"/>
                </a:lnTo>
                <a:lnTo>
                  <a:pt x="24034" y="28943"/>
                </a:lnTo>
                <a:lnTo>
                  <a:pt x="24443" y="29148"/>
                </a:lnTo>
                <a:lnTo>
                  <a:pt x="24034" y="29455"/>
                </a:lnTo>
                <a:lnTo>
                  <a:pt x="24443" y="29455"/>
                </a:lnTo>
                <a:lnTo>
                  <a:pt x="24341" y="29557"/>
                </a:lnTo>
                <a:lnTo>
                  <a:pt x="24545" y="29659"/>
                </a:lnTo>
                <a:lnTo>
                  <a:pt x="24341" y="29761"/>
                </a:lnTo>
                <a:lnTo>
                  <a:pt x="25261" y="29557"/>
                </a:lnTo>
                <a:lnTo>
                  <a:pt x="25057" y="30273"/>
                </a:lnTo>
                <a:lnTo>
                  <a:pt x="25057" y="30273"/>
                </a:lnTo>
                <a:lnTo>
                  <a:pt x="25875" y="30170"/>
                </a:lnTo>
                <a:lnTo>
                  <a:pt x="25466" y="28534"/>
                </a:lnTo>
                <a:lnTo>
                  <a:pt x="23830" y="27920"/>
                </a:lnTo>
                <a:close/>
                <a:moveTo>
                  <a:pt x="25875" y="30170"/>
                </a:moveTo>
                <a:lnTo>
                  <a:pt x="25875" y="30273"/>
                </a:lnTo>
                <a:lnTo>
                  <a:pt x="25977" y="30170"/>
                </a:lnTo>
                <a:close/>
                <a:moveTo>
                  <a:pt x="72102" y="30989"/>
                </a:moveTo>
                <a:lnTo>
                  <a:pt x="72146" y="31003"/>
                </a:lnTo>
                <a:lnTo>
                  <a:pt x="72146" y="31003"/>
                </a:lnTo>
                <a:lnTo>
                  <a:pt x="72205" y="30989"/>
                </a:lnTo>
                <a:close/>
                <a:moveTo>
                  <a:pt x="25568" y="31398"/>
                </a:moveTo>
                <a:lnTo>
                  <a:pt x="25364" y="31500"/>
                </a:lnTo>
                <a:lnTo>
                  <a:pt x="25364" y="31500"/>
                </a:lnTo>
                <a:lnTo>
                  <a:pt x="25466" y="31398"/>
                </a:lnTo>
                <a:close/>
                <a:moveTo>
                  <a:pt x="80386" y="31500"/>
                </a:moveTo>
                <a:lnTo>
                  <a:pt x="80386" y="31500"/>
                </a:lnTo>
                <a:lnTo>
                  <a:pt x="80386" y="31500"/>
                </a:lnTo>
                <a:close/>
                <a:moveTo>
                  <a:pt x="80693" y="27307"/>
                </a:moveTo>
                <a:lnTo>
                  <a:pt x="80182" y="27409"/>
                </a:lnTo>
                <a:lnTo>
                  <a:pt x="78136" y="29864"/>
                </a:lnTo>
                <a:lnTo>
                  <a:pt x="77625" y="29966"/>
                </a:lnTo>
                <a:lnTo>
                  <a:pt x="77318" y="30170"/>
                </a:lnTo>
                <a:lnTo>
                  <a:pt x="77420" y="30068"/>
                </a:lnTo>
                <a:lnTo>
                  <a:pt x="77011" y="30273"/>
                </a:lnTo>
                <a:lnTo>
                  <a:pt x="77727" y="30273"/>
                </a:lnTo>
                <a:lnTo>
                  <a:pt x="76705" y="30989"/>
                </a:lnTo>
                <a:lnTo>
                  <a:pt x="79466" y="30989"/>
                </a:lnTo>
                <a:lnTo>
                  <a:pt x="79159" y="31295"/>
                </a:lnTo>
                <a:lnTo>
                  <a:pt x="80284" y="31193"/>
                </a:lnTo>
                <a:lnTo>
                  <a:pt x="79261" y="32011"/>
                </a:lnTo>
                <a:lnTo>
                  <a:pt x="80489" y="31295"/>
                </a:lnTo>
                <a:lnTo>
                  <a:pt x="80386" y="31500"/>
                </a:lnTo>
                <a:lnTo>
                  <a:pt x="80795" y="30989"/>
                </a:lnTo>
                <a:lnTo>
                  <a:pt x="81000" y="31398"/>
                </a:lnTo>
                <a:lnTo>
                  <a:pt x="80591" y="32011"/>
                </a:lnTo>
                <a:lnTo>
                  <a:pt x="81102" y="31705"/>
                </a:lnTo>
                <a:lnTo>
                  <a:pt x="81000" y="32216"/>
                </a:lnTo>
                <a:lnTo>
                  <a:pt x="81000" y="32216"/>
                </a:lnTo>
                <a:lnTo>
                  <a:pt x="81409" y="32114"/>
                </a:lnTo>
                <a:lnTo>
                  <a:pt x="81920" y="31091"/>
                </a:lnTo>
                <a:lnTo>
                  <a:pt x="81511" y="31398"/>
                </a:lnTo>
                <a:lnTo>
                  <a:pt x="81920" y="30682"/>
                </a:lnTo>
                <a:lnTo>
                  <a:pt x="81205" y="31193"/>
                </a:lnTo>
                <a:lnTo>
                  <a:pt x="81205" y="31193"/>
                </a:lnTo>
                <a:lnTo>
                  <a:pt x="81307" y="30784"/>
                </a:lnTo>
                <a:lnTo>
                  <a:pt x="81102" y="30784"/>
                </a:lnTo>
                <a:lnTo>
                  <a:pt x="81920" y="30170"/>
                </a:lnTo>
                <a:lnTo>
                  <a:pt x="81920" y="30170"/>
                </a:lnTo>
                <a:lnTo>
                  <a:pt x="81000" y="30477"/>
                </a:lnTo>
                <a:lnTo>
                  <a:pt x="81409" y="30170"/>
                </a:lnTo>
                <a:lnTo>
                  <a:pt x="81205" y="30068"/>
                </a:lnTo>
                <a:lnTo>
                  <a:pt x="81307" y="29966"/>
                </a:lnTo>
                <a:lnTo>
                  <a:pt x="81102" y="30068"/>
                </a:lnTo>
                <a:lnTo>
                  <a:pt x="81716" y="29557"/>
                </a:lnTo>
                <a:lnTo>
                  <a:pt x="81000" y="29455"/>
                </a:lnTo>
                <a:lnTo>
                  <a:pt x="81102" y="29250"/>
                </a:lnTo>
                <a:lnTo>
                  <a:pt x="80284" y="29761"/>
                </a:lnTo>
                <a:lnTo>
                  <a:pt x="80489" y="29250"/>
                </a:lnTo>
                <a:lnTo>
                  <a:pt x="80489" y="29250"/>
                </a:lnTo>
                <a:lnTo>
                  <a:pt x="80284" y="29455"/>
                </a:lnTo>
                <a:lnTo>
                  <a:pt x="80386" y="29352"/>
                </a:lnTo>
                <a:lnTo>
                  <a:pt x="79773" y="29352"/>
                </a:lnTo>
                <a:lnTo>
                  <a:pt x="79977" y="29148"/>
                </a:lnTo>
                <a:lnTo>
                  <a:pt x="79773" y="29250"/>
                </a:lnTo>
                <a:lnTo>
                  <a:pt x="80386" y="28841"/>
                </a:lnTo>
                <a:lnTo>
                  <a:pt x="79261" y="29250"/>
                </a:lnTo>
                <a:lnTo>
                  <a:pt x="80489" y="27716"/>
                </a:lnTo>
                <a:lnTo>
                  <a:pt x="80591" y="27511"/>
                </a:lnTo>
                <a:lnTo>
                  <a:pt x="80898" y="27307"/>
                </a:lnTo>
                <a:close/>
                <a:moveTo>
                  <a:pt x="239523" y="32216"/>
                </a:moveTo>
                <a:lnTo>
                  <a:pt x="240239" y="32830"/>
                </a:lnTo>
                <a:lnTo>
                  <a:pt x="239727" y="32318"/>
                </a:lnTo>
                <a:lnTo>
                  <a:pt x="239523" y="32216"/>
                </a:lnTo>
                <a:close/>
                <a:moveTo>
                  <a:pt x="232875" y="24443"/>
                </a:moveTo>
                <a:lnTo>
                  <a:pt x="232773" y="24648"/>
                </a:lnTo>
                <a:lnTo>
                  <a:pt x="233591" y="25159"/>
                </a:lnTo>
                <a:lnTo>
                  <a:pt x="233489" y="25261"/>
                </a:lnTo>
                <a:lnTo>
                  <a:pt x="233386" y="25364"/>
                </a:lnTo>
                <a:lnTo>
                  <a:pt x="234511" y="27102"/>
                </a:lnTo>
                <a:lnTo>
                  <a:pt x="239216" y="32932"/>
                </a:lnTo>
                <a:lnTo>
                  <a:pt x="239114" y="32114"/>
                </a:lnTo>
                <a:lnTo>
                  <a:pt x="239523" y="32216"/>
                </a:lnTo>
                <a:lnTo>
                  <a:pt x="239523" y="32216"/>
                </a:lnTo>
                <a:lnTo>
                  <a:pt x="238193" y="31091"/>
                </a:lnTo>
                <a:lnTo>
                  <a:pt x="237784" y="29557"/>
                </a:lnTo>
                <a:lnTo>
                  <a:pt x="239318" y="30170"/>
                </a:lnTo>
                <a:lnTo>
                  <a:pt x="232875" y="24443"/>
                </a:lnTo>
                <a:close/>
                <a:moveTo>
                  <a:pt x="244841" y="33341"/>
                </a:moveTo>
                <a:lnTo>
                  <a:pt x="244330" y="33443"/>
                </a:lnTo>
                <a:lnTo>
                  <a:pt x="244432" y="33648"/>
                </a:lnTo>
                <a:lnTo>
                  <a:pt x="244125" y="34364"/>
                </a:lnTo>
                <a:lnTo>
                  <a:pt x="244125" y="34466"/>
                </a:lnTo>
                <a:lnTo>
                  <a:pt x="244330" y="33955"/>
                </a:lnTo>
                <a:lnTo>
                  <a:pt x="245045" y="33545"/>
                </a:lnTo>
                <a:lnTo>
                  <a:pt x="244841" y="33341"/>
                </a:lnTo>
                <a:close/>
                <a:moveTo>
                  <a:pt x="243409" y="34466"/>
                </a:moveTo>
                <a:lnTo>
                  <a:pt x="243409" y="35080"/>
                </a:lnTo>
                <a:lnTo>
                  <a:pt x="243614" y="35284"/>
                </a:lnTo>
                <a:lnTo>
                  <a:pt x="243920" y="34466"/>
                </a:lnTo>
                <a:close/>
                <a:moveTo>
                  <a:pt x="54102" y="29864"/>
                </a:moveTo>
                <a:lnTo>
                  <a:pt x="56352" y="30886"/>
                </a:lnTo>
                <a:lnTo>
                  <a:pt x="56045" y="31193"/>
                </a:lnTo>
                <a:lnTo>
                  <a:pt x="56250" y="31602"/>
                </a:lnTo>
                <a:lnTo>
                  <a:pt x="56045" y="31807"/>
                </a:lnTo>
                <a:lnTo>
                  <a:pt x="56250" y="32011"/>
                </a:lnTo>
                <a:lnTo>
                  <a:pt x="56045" y="32114"/>
                </a:lnTo>
                <a:lnTo>
                  <a:pt x="56148" y="32114"/>
                </a:lnTo>
                <a:lnTo>
                  <a:pt x="55943" y="32318"/>
                </a:lnTo>
                <a:lnTo>
                  <a:pt x="58193" y="32727"/>
                </a:lnTo>
                <a:lnTo>
                  <a:pt x="58091" y="32830"/>
                </a:lnTo>
                <a:lnTo>
                  <a:pt x="58500" y="32830"/>
                </a:lnTo>
                <a:lnTo>
                  <a:pt x="58500" y="32932"/>
                </a:lnTo>
                <a:lnTo>
                  <a:pt x="58909" y="33239"/>
                </a:lnTo>
                <a:lnTo>
                  <a:pt x="59114" y="34057"/>
                </a:lnTo>
                <a:lnTo>
                  <a:pt x="59216" y="34057"/>
                </a:lnTo>
                <a:lnTo>
                  <a:pt x="59216" y="34159"/>
                </a:lnTo>
                <a:lnTo>
                  <a:pt x="59011" y="34057"/>
                </a:lnTo>
                <a:lnTo>
                  <a:pt x="58807" y="34364"/>
                </a:lnTo>
                <a:lnTo>
                  <a:pt x="58091" y="34261"/>
                </a:lnTo>
                <a:lnTo>
                  <a:pt x="57989" y="34159"/>
                </a:lnTo>
                <a:lnTo>
                  <a:pt x="58193" y="33955"/>
                </a:lnTo>
                <a:lnTo>
                  <a:pt x="58091" y="33955"/>
                </a:lnTo>
                <a:lnTo>
                  <a:pt x="58091" y="33648"/>
                </a:lnTo>
                <a:lnTo>
                  <a:pt x="57682" y="33648"/>
                </a:lnTo>
                <a:lnTo>
                  <a:pt x="56250" y="35898"/>
                </a:lnTo>
                <a:lnTo>
                  <a:pt x="56045" y="34875"/>
                </a:lnTo>
                <a:lnTo>
                  <a:pt x="55330" y="35182"/>
                </a:lnTo>
                <a:lnTo>
                  <a:pt x="55330" y="35182"/>
                </a:lnTo>
                <a:lnTo>
                  <a:pt x="56352" y="33750"/>
                </a:lnTo>
                <a:lnTo>
                  <a:pt x="56250" y="33443"/>
                </a:lnTo>
                <a:lnTo>
                  <a:pt x="55330" y="33136"/>
                </a:lnTo>
                <a:lnTo>
                  <a:pt x="54409" y="34159"/>
                </a:lnTo>
                <a:lnTo>
                  <a:pt x="54614" y="33648"/>
                </a:lnTo>
                <a:lnTo>
                  <a:pt x="52568" y="36818"/>
                </a:lnTo>
                <a:lnTo>
                  <a:pt x="51545" y="37125"/>
                </a:lnTo>
                <a:lnTo>
                  <a:pt x="52773" y="34364"/>
                </a:lnTo>
                <a:lnTo>
                  <a:pt x="52364" y="34364"/>
                </a:lnTo>
                <a:lnTo>
                  <a:pt x="53693" y="32932"/>
                </a:lnTo>
                <a:lnTo>
                  <a:pt x="53693" y="33136"/>
                </a:lnTo>
                <a:lnTo>
                  <a:pt x="54102" y="32932"/>
                </a:lnTo>
                <a:lnTo>
                  <a:pt x="53898" y="33239"/>
                </a:lnTo>
                <a:lnTo>
                  <a:pt x="53898" y="33239"/>
                </a:lnTo>
                <a:lnTo>
                  <a:pt x="55125" y="32727"/>
                </a:lnTo>
                <a:lnTo>
                  <a:pt x="55534" y="32932"/>
                </a:lnTo>
                <a:lnTo>
                  <a:pt x="55636" y="32830"/>
                </a:lnTo>
                <a:lnTo>
                  <a:pt x="56250" y="32830"/>
                </a:lnTo>
                <a:lnTo>
                  <a:pt x="55534" y="32318"/>
                </a:lnTo>
                <a:lnTo>
                  <a:pt x="55739" y="32114"/>
                </a:lnTo>
                <a:lnTo>
                  <a:pt x="53693" y="32318"/>
                </a:lnTo>
                <a:lnTo>
                  <a:pt x="53591" y="32011"/>
                </a:lnTo>
                <a:lnTo>
                  <a:pt x="52977" y="32011"/>
                </a:lnTo>
                <a:lnTo>
                  <a:pt x="52977" y="31602"/>
                </a:lnTo>
                <a:lnTo>
                  <a:pt x="50830" y="32216"/>
                </a:lnTo>
                <a:lnTo>
                  <a:pt x="50830" y="31909"/>
                </a:lnTo>
                <a:lnTo>
                  <a:pt x="50011" y="32011"/>
                </a:lnTo>
                <a:lnTo>
                  <a:pt x="53489" y="30273"/>
                </a:lnTo>
                <a:lnTo>
                  <a:pt x="53489" y="30273"/>
                </a:lnTo>
                <a:lnTo>
                  <a:pt x="53693" y="30068"/>
                </a:lnTo>
                <a:lnTo>
                  <a:pt x="53898" y="30068"/>
                </a:lnTo>
                <a:lnTo>
                  <a:pt x="53591" y="30375"/>
                </a:lnTo>
                <a:lnTo>
                  <a:pt x="54102" y="30068"/>
                </a:lnTo>
                <a:lnTo>
                  <a:pt x="54102" y="29864"/>
                </a:lnTo>
                <a:close/>
                <a:moveTo>
                  <a:pt x="131932" y="36000"/>
                </a:moveTo>
                <a:lnTo>
                  <a:pt x="131830" y="36205"/>
                </a:lnTo>
                <a:lnTo>
                  <a:pt x="131216" y="36511"/>
                </a:lnTo>
                <a:lnTo>
                  <a:pt x="131318" y="36614"/>
                </a:lnTo>
                <a:lnTo>
                  <a:pt x="131318" y="37023"/>
                </a:lnTo>
                <a:lnTo>
                  <a:pt x="131830" y="37432"/>
                </a:lnTo>
                <a:lnTo>
                  <a:pt x="131932" y="36000"/>
                </a:lnTo>
                <a:close/>
                <a:moveTo>
                  <a:pt x="239216" y="33443"/>
                </a:moveTo>
                <a:lnTo>
                  <a:pt x="240341" y="35693"/>
                </a:lnTo>
                <a:lnTo>
                  <a:pt x="239625" y="35591"/>
                </a:lnTo>
                <a:lnTo>
                  <a:pt x="239625" y="36205"/>
                </a:lnTo>
                <a:lnTo>
                  <a:pt x="240750" y="37432"/>
                </a:lnTo>
                <a:lnTo>
                  <a:pt x="240750" y="37125"/>
                </a:lnTo>
                <a:lnTo>
                  <a:pt x="241159" y="37125"/>
                </a:lnTo>
                <a:lnTo>
                  <a:pt x="240239" y="36614"/>
                </a:lnTo>
                <a:lnTo>
                  <a:pt x="240341" y="36307"/>
                </a:lnTo>
                <a:lnTo>
                  <a:pt x="240750" y="36511"/>
                </a:lnTo>
                <a:lnTo>
                  <a:pt x="241364" y="36409"/>
                </a:lnTo>
                <a:lnTo>
                  <a:pt x="242795" y="36920"/>
                </a:lnTo>
                <a:lnTo>
                  <a:pt x="242693" y="36409"/>
                </a:lnTo>
                <a:lnTo>
                  <a:pt x="244023" y="35489"/>
                </a:lnTo>
                <a:lnTo>
                  <a:pt x="243716" y="35591"/>
                </a:lnTo>
                <a:lnTo>
                  <a:pt x="243205" y="35284"/>
                </a:lnTo>
                <a:lnTo>
                  <a:pt x="242898" y="34568"/>
                </a:lnTo>
                <a:lnTo>
                  <a:pt x="242284" y="34875"/>
                </a:lnTo>
                <a:lnTo>
                  <a:pt x="239216" y="33443"/>
                </a:lnTo>
                <a:close/>
                <a:moveTo>
                  <a:pt x="143693" y="38659"/>
                </a:moveTo>
                <a:lnTo>
                  <a:pt x="144000" y="38864"/>
                </a:lnTo>
                <a:lnTo>
                  <a:pt x="143740" y="38678"/>
                </a:lnTo>
                <a:lnTo>
                  <a:pt x="143740" y="38678"/>
                </a:lnTo>
                <a:lnTo>
                  <a:pt x="143693" y="38659"/>
                </a:lnTo>
                <a:close/>
                <a:moveTo>
                  <a:pt x="155250" y="31602"/>
                </a:moveTo>
                <a:lnTo>
                  <a:pt x="155148" y="31705"/>
                </a:lnTo>
                <a:lnTo>
                  <a:pt x="155659" y="31705"/>
                </a:lnTo>
                <a:lnTo>
                  <a:pt x="155148" y="32011"/>
                </a:lnTo>
                <a:lnTo>
                  <a:pt x="155148" y="32216"/>
                </a:lnTo>
                <a:lnTo>
                  <a:pt x="154636" y="32216"/>
                </a:lnTo>
                <a:lnTo>
                  <a:pt x="155250" y="32727"/>
                </a:lnTo>
                <a:lnTo>
                  <a:pt x="154943" y="32932"/>
                </a:lnTo>
                <a:lnTo>
                  <a:pt x="154739" y="33341"/>
                </a:lnTo>
                <a:lnTo>
                  <a:pt x="154023" y="33443"/>
                </a:lnTo>
                <a:lnTo>
                  <a:pt x="154125" y="33545"/>
                </a:lnTo>
                <a:lnTo>
                  <a:pt x="153920" y="33648"/>
                </a:lnTo>
                <a:lnTo>
                  <a:pt x="158318" y="36205"/>
                </a:lnTo>
                <a:lnTo>
                  <a:pt x="158318" y="37636"/>
                </a:lnTo>
                <a:lnTo>
                  <a:pt x="148398" y="37636"/>
                </a:lnTo>
                <a:lnTo>
                  <a:pt x="149011" y="38148"/>
                </a:lnTo>
                <a:lnTo>
                  <a:pt x="148193" y="38352"/>
                </a:lnTo>
                <a:lnTo>
                  <a:pt x="148398" y="38455"/>
                </a:lnTo>
                <a:lnTo>
                  <a:pt x="147477" y="38557"/>
                </a:lnTo>
                <a:lnTo>
                  <a:pt x="147273" y="38455"/>
                </a:lnTo>
                <a:lnTo>
                  <a:pt x="147273" y="38455"/>
                </a:lnTo>
                <a:lnTo>
                  <a:pt x="147375" y="38557"/>
                </a:lnTo>
                <a:lnTo>
                  <a:pt x="146761" y="38455"/>
                </a:lnTo>
                <a:lnTo>
                  <a:pt x="146045" y="38864"/>
                </a:lnTo>
                <a:lnTo>
                  <a:pt x="146045" y="38864"/>
                </a:lnTo>
                <a:lnTo>
                  <a:pt x="147580" y="37841"/>
                </a:lnTo>
                <a:lnTo>
                  <a:pt x="148091" y="37943"/>
                </a:lnTo>
                <a:lnTo>
                  <a:pt x="148091" y="37943"/>
                </a:lnTo>
                <a:lnTo>
                  <a:pt x="146864" y="36409"/>
                </a:lnTo>
                <a:lnTo>
                  <a:pt x="147682" y="34364"/>
                </a:lnTo>
                <a:lnTo>
                  <a:pt x="147886" y="33955"/>
                </a:lnTo>
                <a:lnTo>
                  <a:pt x="147886" y="34159"/>
                </a:lnTo>
                <a:lnTo>
                  <a:pt x="148295" y="33545"/>
                </a:lnTo>
                <a:lnTo>
                  <a:pt x="148193" y="33239"/>
                </a:lnTo>
                <a:lnTo>
                  <a:pt x="149523" y="32011"/>
                </a:lnTo>
                <a:lnTo>
                  <a:pt x="149830" y="32114"/>
                </a:lnTo>
                <a:lnTo>
                  <a:pt x="149625" y="31602"/>
                </a:lnTo>
                <a:lnTo>
                  <a:pt x="150443" y="32216"/>
                </a:lnTo>
                <a:lnTo>
                  <a:pt x="149625" y="32318"/>
                </a:lnTo>
                <a:lnTo>
                  <a:pt x="150341" y="32727"/>
                </a:lnTo>
                <a:lnTo>
                  <a:pt x="151159" y="32727"/>
                </a:lnTo>
                <a:lnTo>
                  <a:pt x="151261" y="33034"/>
                </a:lnTo>
                <a:lnTo>
                  <a:pt x="150545" y="33443"/>
                </a:lnTo>
                <a:lnTo>
                  <a:pt x="151466" y="33852"/>
                </a:lnTo>
                <a:lnTo>
                  <a:pt x="151466" y="34364"/>
                </a:lnTo>
                <a:lnTo>
                  <a:pt x="152080" y="34364"/>
                </a:lnTo>
                <a:lnTo>
                  <a:pt x="153102" y="33750"/>
                </a:lnTo>
                <a:lnTo>
                  <a:pt x="153614" y="33852"/>
                </a:lnTo>
                <a:lnTo>
                  <a:pt x="153818" y="33443"/>
                </a:lnTo>
                <a:lnTo>
                  <a:pt x="152795" y="33443"/>
                </a:lnTo>
                <a:lnTo>
                  <a:pt x="152386" y="32830"/>
                </a:lnTo>
                <a:lnTo>
                  <a:pt x="152591" y="32420"/>
                </a:lnTo>
                <a:lnTo>
                  <a:pt x="152489" y="32727"/>
                </a:lnTo>
                <a:lnTo>
                  <a:pt x="152489" y="32727"/>
                </a:lnTo>
                <a:lnTo>
                  <a:pt x="155250" y="31602"/>
                </a:lnTo>
                <a:close/>
                <a:moveTo>
                  <a:pt x="144000" y="38864"/>
                </a:moveTo>
                <a:lnTo>
                  <a:pt x="144000" y="38864"/>
                </a:lnTo>
                <a:lnTo>
                  <a:pt x="144000" y="38864"/>
                </a:lnTo>
                <a:close/>
                <a:moveTo>
                  <a:pt x="144000" y="38864"/>
                </a:moveTo>
                <a:lnTo>
                  <a:pt x="144000" y="38864"/>
                </a:lnTo>
                <a:lnTo>
                  <a:pt x="144000" y="38864"/>
                </a:lnTo>
                <a:close/>
                <a:moveTo>
                  <a:pt x="131011" y="37943"/>
                </a:moveTo>
                <a:lnTo>
                  <a:pt x="131011" y="38250"/>
                </a:lnTo>
                <a:lnTo>
                  <a:pt x="131216" y="39580"/>
                </a:lnTo>
                <a:lnTo>
                  <a:pt x="132136" y="39682"/>
                </a:lnTo>
                <a:lnTo>
                  <a:pt x="132136" y="37943"/>
                </a:lnTo>
                <a:close/>
                <a:moveTo>
                  <a:pt x="165580" y="31807"/>
                </a:moveTo>
                <a:lnTo>
                  <a:pt x="166091" y="32011"/>
                </a:lnTo>
                <a:lnTo>
                  <a:pt x="166295" y="31909"/>
                </a:lnTo>
                <a:lnTo>
                  <a:pt x="166705" y="31909"/>
                </a:lnTo>
                <a:lnTo>
                  <a:pt x="167420" y="33545"/>
                </a:lnTo>
                <a:lnTo>
                  <a:pt x="165886" y="33545"/>
                </a:lnTo>
                <a:lnTo>
                  <a:pt x="166193" y="34364"/>
                </a:lnTo>
                <a:lnTo>
                  <a:pt x="165273" y="34568"/>
                </a:lnTo>
                <a:lnTo>
                  <a:pt x="165682" y="34670"/>
                </a:lnTo>
                <a:lnTo>
                  <a:pt x="166398" y="35693"/>
                </a:lnTo>
                <a:lnTo>
                  <a:pt x="166705" y="35795"/>
                </a:lnTo>
                <a:lnTo>
                  <a:pt x="166909" y="36000"/>
                </a:lnTo>
                <a:lnTo>
                  <a:pt x="167420" y="36102"/>
                </a:lnTo>
                <a:lnTo>
                  <a:pt x="168136" y="37739"/>
                </a:lnTo>
                <a:lnTo>
                  <a:pt x="168136" y="36818"/>
                </a:lnTo>
                <a:lnTo>
                  <a:pt x="169670" y="37841"/>
                </a:lnTo>
                <a:lnTo>
                  <a:pt x="169466" y="38250"/>
                </a:lnTo>
                <a:lnTo>
                  <a:pt x="168239" y="37841"/>
                </a:lnTo>
                <a:lnTo>
                  <a:pt x="168648" y="39068"/>
                </a:lnTo>
                <a:lnTo>
                  <a:pt x="168955" y="38864"/>
                </a:lnTo>
                <a:lnTo>
                  <a:pt x="169159" y="39273"/>
                </a:lnTo>
                <a:lnTo>
                  <a:pt x="168852" y="39273"/>
                </a:lnTo>
                <a:lnTo>
                  <a:pt x="168852" y="39580"/>
                </a:lnTo>
                <a:lnTo>
                  <a:pt x="169261" y="39682"/>
                </a:lnTo>
                <a:lnTo>
                  <a:pt x="169773" y="42034"/>
                </a:lnTo>
                <a:lnTo>
                  <a:pt x="169977" y="42034"/>
                </a:lnTo>
                <a:lnTo>
                  <a:pt x="169773" y="42136"/>
                </a:lnTo>
                <a:lnTo>
                  <a:pt x="169773" y="42034"/>
                </a:lnTo>
                <a:lnTo>
                  <a:pt x="167420" y="42136"/>
                </a:lnTo>
                <a:lnTo>
                  <a:pt x="165580" y="41114"/>
                </a:lnTo>
                <a:lnTo>
                  <a:pt x="165375" y="39682"/>
                </a:lnTo>
                <a:lnTo>
                  <a:pt x="165375" y="39682"/>
                </a:lnTo>
                <a:lnTo>
                  <a:pt x="165477" y="39886"/>
                </a:lnTo>
                <a:lnTo>
                  <a:pt x="166295" y="38659"/>
                </a:lnTo>
                <a:lnTo>
                  <a:pt x="163227" y="35693"/>
                </a:lnTo>
                <a:lnTo>
                  <a:pt x="163227" y="35080"/>
                </a:lnTo>
                <a:lnTo>
                  <a:pt x="163125" y="35386"/>
                </a:lnTo>
                <a:lnTo>
                  <a:pt x="162307" y="34261"/>
                </a:lnTo>
                <a:lnTo>
                  <a:pt x="162409" y="34057"/>
                </a:lnTo>
                <a:lnTo>
                  <a:pt x="162511" y="34057"/>
                </a:lnTo>
                <a:lnTo>
                  <a:pt x="162614" y="33136"/>
                </a:lnTo>
                <a:lnTo>
                  <a:pt x="162818" y="33239"/>
                </a:lnTo>
                <a:lnTo>
                  <a:pt x="163636" y="32932"/>
                </a:lnTo>
                <a:lnTo>
                  <a:pt x="163534" y="32727"/>
                </a:lnTo>
                <a:lnTo>
                  <a:pt x="163943" y="32523"/>
                </a:lnTo>
                <a:lnTo>
                  <a:pt x="164045" y="32420"/>
                </a:lnTo>
                <a:lnTo>
                  <a:pt x="163943" y="32318"/>
                </a:lnTo>
                <a:lnTo>
                  <a:pt x="165580" y="31807"/>
                </a:lnTo>
                <a:close/>
                <a:moveTo>
                  <a:pt x="137352" y="40602"/>
                </a:moveTo>
                <a:lnTo>
                  <a:pt x="135511" y="40807"/>
                </a:lnTo>
                <a:lnTo>
                  <a:pt x="134898" y="40705"/>
                </a:lnTo>
                <a:lnTo>
                  <a:pt x="137045" y="42239"/>
                </a:lnTo>
                <a:lnTo>
                  <a:pt x="137148" y="41932"/>
                </a:lnTo>
                <a:lnTo>
                  <a:pt x="137045" y="41625"/>
                </a:lnTo>
                <a:lnTo>
                  <a:pt x="137352" y="40602"/>
                </a:lnTo>
                <a:close/>
                <a:moveTo>
                  <a:pt x="146659" y="43670"/>
                </a:moveTo>
                <a:lnTo>
                  <a:pt x="146148" y="43875"/>
                </a:lnTo>
                <a:lnTo>
                  <a:pt x="146250" y="43875"/>
                </a:lnTo>
                <a:lnTo>
                  <a:pt x="146659" y="43670"/>
                </a:lnTo>
                <a:close/>
                <a:moveTo>
                  <a:pt x="144409" y="43364"/>
                </a:moveTo>
                <a:lnTo>
                  <a:pt x="144307" y="43466"/>
                </a:lnTo>
                <a:lnTo>
                  <a:pt x="144307" y="43773"/>
                </a:lnTo>
                <a:lnTo>
                  <a:pt x="145330" y="44080"/>
                </a:lnTo>
                <a:lnTo>
                  <a:pt x="146148" y="43875"/>
                </a:lnTo>
                <a:lnTo>
                  <a:pt x="146045" y="43670"/>
                </a:lnTo>
                <a:lnTo>
                  <a:pt x="144716" y="43568"/>
                </a:lnTo>
                <a:lnTo>
                  <a:pt x="144818" y="43466"/>
                </a:lnTo>
                <a:lnTo>
                  <a:pt x="144409" y="43364"/>
                </a:lnTo>
                <a:close/>
                <a:moveTo>
                  <a:pt x="153614" y="43364"/>
                </a:moveTo>
                <a:lnTo>
                  <a:pt x="151773" y="43977"/>
                </a:lnTo>
                <a:lnTo>
                  <a:pt x="152489" y="44489"/>
                </a:lnTo>
                <a:lnTo>
                  <a:pt x="153307" y="44080"/>
                </a:lnTo>
                <a:lnTo>
                  <a:pt x="153614" y="43466"/>
                </a:lnTo>
                <a:lnTo>
                  <a:pt x="153614" y="43364"/>
                </a:lnTo>
                <a:close/>
                <a:moveTo>
                  <a:pt x="241568" y="37534"/>
                </a:moveTo>
                <a:lnTo>
                  <a:pt x="241261" y="37636"/>
                </a:lnTo>
                <a:lnTo>
                  <a:pt x="241670" y="37739"/>
                </a:lnTo>
                <a:lnTo>
                  <a:pt x="241466" y="38045"/>
                </a:lnTo>
                <a:lnTo>
                  <a:pt x="240955" y="37636"/>
                </a:lnTo>
                <a:lnTo>
                  <a:pt x="241057" y="37943"/>
                </a:lnTo>
                <a:lnTo>
                  <a:pt x="240955" y="38148"/>
                </a:lnTo>
                <a:lnTo>
                  <a:pt x="241261" y="38864"/>
                </a:lnTo>
                <a:lnTo>
                  <a:pt x="241159" y="38864"/>
                </a:lnTo>
                <a:lnTo>
                  <a:pt x="241875" y="40807"/>
                </a:lnTo>
                <a:lnTo>
                  <a:pt x="241670" y="41114"/>
                </a:lnTo>
                <a:lnTo>
                  <a:pt x="241466" y="41727"/>
                </a:lnTo>
                <a:lnTo>
                  <a:pt x="240955" y="42136"/>
                </a:lnTo>
                <a:lnTo>
                  <a:pt x="240443" y="41932"/>
                </a:lnTo>
                <a:lnTo>
                  <a:pt x="240545" y="41420"/>
                </a:lnTo>
                <a:lnTo>
                  <a:pt x="240545" y="41420"/>
                </a:lnTo>
                <a:lnTo>
                  <a:pt x="240136" y="41727"/>
                </a:lnTo>
                <a:lnTo>
                  <a:pt x="240341" y="43261"/>
                </a:lnTo>
                <a:lnTo>
                  <a:pt x="239727" y="43466"/>
                </a:lnTo>
                <a:lnTo>
                  <a:pt x="239420" y="43364"/>
                </a:lnTo>
                <a:lnTo>
                  <a:pt x="237477" y="43977"/>
                </a:lnTo>
                <a:lnTo>
                  <a:pt x="236761" y="45102"/>
                </a:lnTo>
                <a:lnTo>
                  <a:pt x="237886" y="45205"/>
                </a:lnTo>
                <a:lnTo>
                  <a:pt x="237784" y="44795"/>
                </a:lnTo>
                <a:lnTo>
                  <a:pt x="240341" y="44489"/>
                </a:lnTo>
                <a:lnTo>
                  <a:pt x="240239" y="44795"/>
                </a:lnTo>
                <a:lnTo>
                  <a:pt x="240955" y="45614"/>
                </a:lnTo>
                <a:lnTo>
                  <a:pt x="241670" y="44795"/>
                </a:lnTo>
                <a:lnTo>
                  <a:pt x="241261" y="44080"/>
                </a:lnTo>
                <a:lnTo>
                  <a:pt x="241568" y="44386"/>
                </a:lnTo>
                <a:lnTo>
                  <a:pt x="241568" y="44182"/>
                </a:lnTo>
                <a:lnTo>
                  <a:pt x="241670" y="44489"/>
                </a:lnTo>
                <a:lnTo>
                  <a:pt x="242693" y="44489"/>
                </a:lnTo>
                <a:lnTo>
                  <a:pt x="243102" y="43977"/>
                </a:lnTo>
                <a:lnTo>
                  <a:pt x="243307" y="43977"/>
                </a:lnTo>
                <a:lnTo>
                  <a:pt x="243409" y="43773"/>
                </a:lnTo>
                <a:lnTo>
                  <a:pt x="243614" y="43773"/>
                </a:lnTo>
                <a:lnTo>
                  <a:pt x="243511" y="43364"/>
                </a:lnTo>
                <a:lnTo>
                  <a:pt x="243818" y="43466"/>
                </a:lnTo>
                <a:lnTo>
                  <a:pt x="243818" y="43773"/>
                </a:lnTo>
                <a:lnTo>
                  <a:pt x="244023" y="44182"/>
                </a:lnTo>
                <a:lnTo>
                  <a:pt x="244432" y="43261"/>
                </a:lnTo>
                <a:lnTo>
                  <a:pt x="244023" y="42852"/>
                </a:lnTo>
                <a:lnTo>
                  <a:pt x="243205" y="40602"/>
                </a:lnTo>
                <a:lnTo>
                  <a:pt x="243511" y="40500"/>
                </a:lnTo>
                <a:lnTo>
                  <a:pt x="243409" y="39886"/>
                </a:lnTo>
                <a:lnTo>
                  <a:pt x="243409" y="39784"/>
                </a:lnTo>
                <a:lnTo>
                  <a:pt x="241568" y="37534"/>
                </a:lnTo>
                <a:close/>
                <a:moveTo>
                  <a:pt x="238909" y="44795"/>
                </a:moveTo>
                <a:lnTo>
                  <a:pt x="238807" y="45102"/>
                </a:lnTo>
                <a:lnTo>
                  <a:pt x="238398" y="45000"/>
                </a:lnTo>
                <a:lnTo>
                  <a:pt x="238295" y="45307"/>
                </a:lnTo>
                <a:lnTo>
                  <a:pt x="237989" y="45716"/>
                </a:lnTo>
                <a:lnTo>
                  <a:pt x="238398" y="45920"/>
                </a:lnTo>
                <a:lnTo>
                  <a:pt x="238705" y="46330"/>
                </a:lnTo>
                <a:lnTo>
                  <a:pt x="239523" y="45614"/>
                </a:lnTo>
                <a:lnTo>
                  <a:pt x="239830" y="45818"/>
                </a:lnTo>
                <a:lnTo>
                  <a:pt x="240034" y="45307"/>
                </a:lnTo>
                <a:lnTo>
                  <a:pt x="239625" y="44795"/>
                </a:lnTo>
                <a:close/>
                <a:moveTo>
                  <a:pt x="151875" y="47659"/>
                </a:moveTo>
                <a:lnTo>
                  <a:pt x="151773" y="47761"/>
                </a:lnTo>
                <a:lnTo>
                  <a:pt x="152080" y="47864"/>
                </a:lnTo>
                <a:lnTo>
                  <a:pt x="151875" y="47659"/>
                </a:lnTo>
                <a:close/>
                <a:moveTo>
                  <a:pt x="236455" y="45307"/>
                </a:moveTo>
                <a:lnTo>
                  <a:pt x="236045" y="45614"/>
                </a:lnTo>
                <a:lnTo>
                  <a:pt x="236045" y="45818"/>
                </a:lnTo>
                <a:lnTo>
                  <a:pt x="235943" y="45716"/>
                </a:lnTo>
                <a:lnTo>
                  <a:pt x="236352" y="46227"/>
                </a:lnTo>
                <a:lnTo>
                  <a:pt x="236045" y="46023"/>
                </a:lnTo>
                <a:lnTo>
                  <a:pt x="236352" y="46534"/>
                </a:lnTo>
                <a:lnTo>
                  <a:pt x="236659" y="46227"/>
                </a:lnTo>
                <a:lnTo>
                  <a:pt x="236455" y="46023"/>
                </a:lnTo>
                <a:lnTo>
                  <a:pt x="236659" y="46125"/>
                </a:lnTo>
                <a:lnTo>
                  <a:pt x="236966" y="46534"/>
                </a:lnTo>
                <a:lnTo>
                  <a:pt x="237068" y="47761"/>
                </a:lnTo>
                <a:lnTo>
                  <a:pt x="237580" y="47966"/>
                </a:lnTo>
                <a:lnTo>
                  <a:pt x="237580" y="47455"/>
                </a:lnTo>
                <a:lnTo>
                  <a:pt x="237784" y="48170"/>
                </a:lnTo>
                <a:lnTo>
                  <a:pt x="237886" y="47966"/>
                </a:lnTo>
                <a:lnTo>
                  <a:pt x="237886" y="47761"/>
                </a:lnTo>
                <a:lnTo>
                  <a:pt x="238193" y="47761"/>
                </a:lnTo>
                <a:lnTo>
                  <a:pt x="237886" y="45818"/>
                </a:lnTo>
                <a:lnTo>
                  <a:pt x="237580" y="45818"/>
                </a:lnTo>
                <a:lnTo>
                  <a:pt x="237477" y="45409"/>
                </a:lnTo>
                <a:lnTo>
                  <a:pt x="237273" y="45511"/>
                </a:lnTo>
                <a:lnTo>
                  <a:pt x="236864" y="45307"/>
                </a:lnTo>
                <a:close/>
                <a:moveTo>
                  <a:pt x="49602" y="49398"/>
                </a:moveTo>
                <a:lnTo>
                  <a:pt x="49705" y="49500"/>
                </a:lnTo>
                <a:lnTo>
                  <a:pt x="49655" y="49401"/>
                </a:lnTo>
                <a:lnTo>
                  <a:pt x="49655" y="49401"/>
                </a:lnTo>
                <a:lnTo>
                  <a:pt x="49602" y="49398"/>
                </a:lnTo>
                <a:close/>
                <a:moveTo>
                  <a:pt x="53489" y="53386"/>
                </a:moveTo>
                <a:lnTo>
                  <a:pt x="53485" y="53390"/>
                </a:lnTo>
                <a:lnTo>
                  <a:pt x="53485" y="53390"/>
                </a:lnTo>
                <a:lnTo>
                  <a:pt x="53489" y="53489"/>
                </a:lnTo>
                <a:lnTo>
                  <a:pt x="53489" y="53386"/>
                </a:lnTo>
                <a:close/>
                <a:moveTo>
                  <a:pt x="231648" y="54102"/>
                </a:moveTo>
                <a:lnTo>
                  <a:pt x="231239" y="54205"/>
                </a:lnTo>
                <a:lnTo>
                  <a:pt x="230625" y="55739"/>
                </a:lnTo>
                <a:lnTo>
                  <a:pt x="231648" y="57477"/>
                </a:lnTo>
                <a:lnTo>
                  <a:pt x="231852" y="54511"/>
                </a:lnTo>
                <a:lnTo>
                  <a:pt x="231648" y="54102"/>
                </a:lnTo>
                <a:close/>
                <a:moveTo>
                  <a:pt x="46432" y="57886"/>
                </a:moveTo>
                <a:lnTo>
                  <a:pt x="46432" y="57989"/>
                </a:lnTo>
                <a:lnTo>
                  <a:pt x="46636" y="57886"/>
                </a:lnTo>
                <a:close/>
                <a:moveTo>
                  <a:pt x="176216" y="59114"/>
                </a:moveTo>
                <a:lnTo>
                  <a:pt x="176216" y="59114"/>
                </a:lnTo>
                <a:lnTo>
                  <a:pt x="176216" y="59114"/>
                </a:lnTo>
                <a:close/>
                <a:moveTo>
                  <a:pt x="52057" y="56250"/>
                </a:moveTo>
                <a:lnTo>
                  <a:pt x="49193" y="57170"/>
                </a:lnTo>
                <a:lnTo>
                  <a:pt x="49091" y="57375"/>
                </a:lnTo>
                <a:lnTo>
                  <a:pt x="48682" y="57580"/>
                </a:lnTo>
                <a:lnTo>
                  <a:pt x="48989" y="57477"/>
                </a:lnTo>
                <a:lnTo>
                  <a:pt x="48989" y="57682"/>
                </a:lnTo>
                <a:lnTo>
                  <a:pt x="51443" y="56761"/>
                </a:lnTo>
                <a:lnTo>
                  <a:pt x="51443" y="56761"/>
                </a:lnTo>
                <a:lnTo>
                  <a:pt x="51239" y="56966"/>
                </a:lnTo>
                <a:lnTo>
                  <a:pt x="54205" y="57886"/>
                </a:lnTo>
                <a:lnTo>
                  <a:pt x="54307" y="58500"/>
                </a:lnTo>
                <a:lnTo>
                  <a:pt x="55330" y="58807"/>
                </a:lnTo>
                <a:lnTo>
                  <a:pt x="54818" y="59625"/>
                </a:lnTo>
                <a:lnTo>
                  <a:pt x="54818" y="59625"/>
                </a:lnTo>
                <a:lnTo>
                  <a:pt x="57068" y="59420"/>
                </a:lnTo>
                <a:lnTo>
                  <a:pt x="57170" y="59523"/>
                </a:lnTo>
                <a:lnTo>
                  <a:pt x="57886" y="59420"/>
                </a:lnTo>
                <a:lnTo>
                  <a:pt x="57886" y="59114"/>
                </a:lnTo>
                <a:lnTo>
                  <a:pt x="55739" y="58091"/>
                </a:lnTo>
                <a:lnTo>
                  <a:pt x="55534" y="57886"/>
                </a:lnTo>
                <a:lnTo>
                  <a:pt x="55330" y="57784"/>
                </a:lnTo>
                <a:lnTo>
                  <a:pt x="55534" y="57784"/>
                </a:lnTo>
                <a:lnTo>
                  <a:pt x="55125" y="57580"/>
                </a:lnTo>
                <a:lnTo>
                  <a:pt x="55227" y="57682"/>
                </a:lnTo>
                <a:lnTo>
                  <a:pt x="52057" y="56250"/>
                </a:lnTo>
                <a:close/>
                <a:moveTo>
                  <a:pt x="207307" y="59625"/>
                </a:moveTo>
                <a:lnTo>
                  <a:pt x="207307" y="59625"/>
                </a:lnTo>
                <a:lnTo>
                  <a:pt x="207307" y="59625"/>
                </a:lnTo>
                <a:close/>
                <a:moveTo>
                  <a:pt x="222648" y="59420"/>
                </a:moveTo>
                <a:lnTo>
                  <a:pt x="222648" y="59523"/>
                </a:lnTo>
                <a:lnTo>
                  <a:pt x="221625" y="59727"/>
                </a:lnTo>
                <a:lnTo>
                  <a:pt x="221727" y="59727"/>
                </a:lnTo>
                <a:lnTo>
                  <a:pt x="221216" y="60341"/>
                </a:lnTo>
                <a:lnTo>
                  <a:pt x="221727" y="61159"/>
                </a:lnTo>
                <a:lnTo>
                  <a:pt x="222750" y="60852"/>
                </a:lnTo>
                <a:lnTo>
                  <a:pt x="223159" y="59932"/>
                </a:lnTo>
                <a:lnTo>
                  <a:pt x="222648" y="59420"/>
                </a:lnTo>
                <a:close/>
                <a:moveTo>
                  <a:pt x="54511" y="60955"/>
                </a:moveTo>
                <a:lnTo>
                  <a:pt x="54205" y="61057"/>
                </a:lnTo>
                <a:lnTo>
                  <a:pt x="54614" y="61670"/>
                </a:lnTo>
                <a:lnTo>
                  <a:pt x="55023" y="61773"/>
                </a:lnTo>
                <a:lnTo>
                  <a:pt x="55534" y="61568"/>
                </a:lnTo>
                <a:lnTo>
                  <a:pt x="55943" y="61568"/>
                </a:lnTo>
                <a:lnTo>
                  <a:pt x="54511" y="60955"/>
                </a:lnTo>
                <a:close/>
                <a:moveTo>
                  <a:pt x="58602" y="59727"/>
                </a:moveTo>
                <a:lnTo>
                  <a:pt x="59114" y="60034"/>
                </a:lnTo>
                <a:lnTo>
                  <a:pt x="59114" y="60443"/>
                </a:lnTo>
                <a:lnTo>
                  <a:pt x="59420" y="60955"/>
                </a:lnTo>
                <a:lnTo>
                  <a:pt x="59114" y="61057"/>
                </a:lnTo>
                <a:lnTo>
                  <a:pt x="57784" y="60852"/>
                </a:lnTo>
                <a:lnTo>
                  <a:pt x="57580" y="61159"/>
                </a:lnTo>
                <a:lnTo>
                  <a:pt x="57989" y="61466"/>
                </a:lnTo>
                <a:lnTo>
                  <a:pt x="59420" y="61261"/>
                </a:lnTo>
                <a:lnTo>
                  <a:pt x="59932" y="61568"/>
                </a:lnTo>
                <a:lnTo>
                  <a:pt x="60239" y="61875"/>
                </a:lnTo>
                <a:lnTo>
                  <a:pt x="60545" y="61261"/>
                </a:lnTo>
                <a:lnTo>
                  <a:pt x="62693" y="61261"/>
                </a:lnTo>
                <a:lnTo>
                  <a:pt x="63000" y="60750"/>
                </a:lnTo>
                <a:lnTo>
                  <a:pt x="61977" y="60341"/>
                </a:lnTo>
                <a:lnTo>
                  <a:pt x="62284" y="60239"/>
                </a:lnTo>
                <a:lnTo>
                  <a:pt x="58602" y="59727"/>
                </a:lnTo>
                <a:close/>
                <a:moveTo>
                  <a:pt x="208739" y="63614"/>
                </a:moveTo>
                <a:lnTo>
                  <a:pt x="208739" y="63614"/>
                </a:lnTo>
                <a:lnTo>
                  <a:pt x="208739" y="63614"/>
                </a:lnTo>
                <a:close/>
                <a:moveTo>
                  <a:pt x="48989" y="64227"/>
                </a:moveTo>
                <a:lnTo>
                  <a:pt x="48989" y="64330"/>
                </a:lnTo>
                <a:lnTo>
                  <a:pt x="49091" y="64432"/>
                </a:lnTo>
                <a:lnTo>
                  <a:pt x="49091" y="64432"/>
                </a:lnTo>
                <a:lnTo>
                  <a:pt x="48989" y="64227"/>
                </a:lnTo>
                <a:close/>
                <a:moveTo>
                  <a:pt x="44182" y="66375"/>
                </a:moveTo>
                <a:lnTo>
                  <a:pt x="44386" y="66477"/>
                </a:lnTo>
                <a:lnTo>
                  <a:pt x="44386" y="66477"/>
                </a:lnTo>
                <a:lnTo>
                  <a:pt x="44284" y="66375"/>
                </a:lnTo>
                <a:close/>
                <a:moveTo>
                  <a:pt x="232261" y="60955"/>
                </a:moveTo>
                <a:lnTo>
                  <a:pt x="231955" y="61670"/>
                </a:lnTo>
                <a:lnTo>
                  <a:pt x="232159" y="63511"/>
                </a:lnTo>
                <a:lnTo>
                  <a:pt x="231648" y="63307"/>
                </a:lnTo>
                <a:lnTo>
                  <a:pt x="232364" y="64943"/>
                </a:lnTo>
                <a:lnTo>
                  <a:pt x="232568" y="64739"/>
                </a:lnTo>
                <a:lnTo>
                  <a:pt x="232977" y="65148"/>
                </a:lnTo>
                <a:lnTo>
                  <a:pt x="232773" y="65864"/>
                </a:lnTo>
                <a:lnTo>
                  <a:pt x="233591" y="65966"/>
                </a:lnTo>
                <a:lnTo>
                  <a:pt x="233795" y="65659"/>
                </a:lnTo>
                <a:lnTo>
                  <a:pt x="234716" y="66375"/>
                </a:lnTo>
                <a:lnTo>
                  <a:pt x="234409" y="65761"/>
                </a:lnTo>
                <a:lnTo>
                  <a:pt x="236045" y="67091"/>
                </a:lnTo>
                <a:lnTo>
                  <a:pt x="235432" y="65966"/>
                </a:lnTo>
                <a:lnTo>
                  <a:pt x="235739" y="65864"/>
                </a:lnTo>
                <a:lnTo>
                  <a:pt x="235125" y="65659"/>
                </a:lnTo>
                <a:lnTo>
                  <a:pt x="235125" y="65864"/>
                </a:lnTo>
                <a:lnTo>
                  <a:pt x="234511" y="65352"/>
                </a:lnTo>
                <a:lnTo>
                  <a:pt x="234205" y="65455"/>
                </a:lnTo>
                <a:lnTo>
                  <a:pt x="234307" y="65659"/>
                </a:lnTo>
                <a:lnTo>
                  <a:pt x="233284" y="64330"/>
                </a:lnTo>
                <a:lnTo>
                  <a:pt x="233489" y="63511"/>
                </a:lnTo>
                <a:lnTo>
                  <a:pt x="233795" y="63205"/>
                </a:lnTo>
                <a:lnTo>
                  <a:pt x="233591" y="61159"/>
                </a:lnTo>
                <a:lnTo>
                  <a:pt x="233284" y="61261"/>
                </a:lnTo>
                <a:lnTo>
                  <a:pt x="232261" y="60955"/>
                </a:lnTo>
                <a:close/>
                <a:moveTo>
                  <a:pt x="236045" y="67091"/>
                </a:moveTo>
                <a:lnTo>
                  <a:pt x="236045" y="67091"/>
                </a:lnTo>
                <a:lnTo>
                  <a:pt x="236045" y="67091"/>
                </a:lnTo>
                <a:close/>
                <a:moveTo>
                  <a:pt x="232670" y="66170"/>
                </a:moveTo>
                <a:lnTo>
                  <a:pt x="233693" y="67398"/>
                </a:lnTo>
                <a:lnTo>
                  <a:pt x="233693" y="66580"/>
                </a:lnTo>
                <a:lnTo>
                  <a:pt x="233080" y="66170"/>
                </a:lnTo>
                <a:close/>
                <a:moveTo>
                  <a:pt x="222750" y="67705"/>
                </a:moveTo>
                <a:lnTo>
                  <a:pt x="222750" y="67705"/>
                </a:lnTo>
                <a:lnTo>
                  <a:pt x="222750" y="67705"/>
                </a:lnTo>
                <a:close/>
                <a:moveTo>
                  <a:pt x="222750" y="67705"/>
                </a:moveTo>
                <a:lnTo>
                  <a:pt x="222737" y="67743"/>
                </a:lnTo>
                <a:lnTo>
                  <a:pt x="222750" y="67807"/>
                </a:lnTo>
                <a:lnTo>
                  <a:pt x="222750" y="67705"/>
                </a:lnTo>
                <a:close/>
                <a:moveTo>
                  <a:pt x="235330" y="67091"/>
                </a:moveTo>
                <a:lnTo>
                  <a:pt x="235330" y="67807"/>
                </a:lnTo>
                <a:lnTo>
                  <a:pt x="235739" y="67602"/>
                </a:lnTo>
                <a:lnTo>
                  <a:pt x="236148" y="67909"/>
                </a:lnTo>
                <a:lnTo>
                  <a:pt x="235534" y="67193"/>
                </a:lnTo>
                <a:lnTo>
                  <a:pt x="235330" y="67091"/>
                </a:lnTo>
                <a:close/>
                <a:moveTo>
                  <a:pt x="236250" y="67091"/>
                </a:moveTo>
                <a:lnTo>
                  <a:pt x="237068" y="68420"/>
                </a:lnTo>
                <a:lnTo>
                  <a:pt x="237682" y="68625"/>
                </a:lnTo>
                <a:lnTo>
                  <a:pt x="237784" y="68625"/>
                </a:lnTo>
                <a:lnTo>
                  <a:pt x="237170" y="67295"/>
                </a:lnTo>
                <a:lnTo>
                  <a:pt x="236250" y="67091"/>
                </a:lnTo>
                <a:close/>
                <a:moveTo>
                  <a:pt x="234307" y="67807"/>
                </a:moveTo>
                <a:lnTo>
                  <a:pt x="234205" y="67909"/>
                </a:lnTo>
                <a:lnTo>
                  <a:pt x="234409" y="68011"/>
                </a:lnTo>
                <a:lnTo>
                  <a:pt x="234409" y="69341"/>
                </a:lnTo>
                <a:lnTo>
                  <a:pt x="235330" y="68420"/>
                </a:lnTo>
                <a:lnTo>
                  <a:pt x="234307" y="67807"/>
                </a:lnTo>
                <a:close/>
                <a:moveTo>
                  <a:pt x="236455" y="68216"/>
                </a:moveTo>
                <a:lnTo>
                  <a:pt x="236557" y="68625"/>
                </a:lnTo>
                <a:lnTo>
                  <a:pt x="236864" y="68932"/>
                </a:lnTo>
                <a:lnTo>
                  <a:pt x="237170" y="69750"/>
                </a:lnTo>
                <a:lnTo>
                  <a:pt x="237170" y="69341"/>
                </a:lnTo>
                <a:lnTo>
                  <a:pt x="237273" y="69545"/>
                </a:lnTo>
                <a:lnTo>
                  <a:pt x="237273" y="69443"/>
                </a:lnTo>
                <a:lnTo>
                  <a:pt x="237273" y="69136"/>
                </a:lnTo>
                <a:lnTo>
                  <a:pt x="237170" y="68932"/>
                </a:lnTo>
                <a:lnTo>
                  <a:pt x="236966" y="68318"/>
                </a:lnTo>
                <a:lnTo>
                  <a:pt x="236761" y="68420"/>
                </a:lnTo>
                <a:lnTo>
                  <a:pt x="236455" y="68216"/>
                </a:lnTo>
                <a:close/>
                <a:moveTo>
                  <a:pt x="193091" y="69852"/>
                </a:moveTo>
                <a:lnTo>
                  <a:pt x="193295" y="70261"/>
                </a:lnTo>
                <a:lnTo>
                  <a:pt x="193160" y="69965"/>
                </a:lnTo>
                <a:lnTo>
                  <a:pt x="193091" y="69852"/>
                </a:lnTo>
                <a:close/>
                <a:moveTo>
                  <a:pt x="235636" y="68830"/>
                </a:moveTo>
                <a:lnTo>
                  <a:pt x="235227" y="69034"/>
                </a:lnTo>
                <a:lnTo>
                  <a:pt x="235125" y="69239"/>
                </a:lnTo>
                <a:lnTo>
                  <a:pt x="235227" y="69648"/>
                </a:lnTo>
                <a:lnTo>
                  <a:pt x="234818" y="69955"/>
                </a:lnTo>
                <a:lnTo>
                  <a:pt x="235636" y="70670"/>
                </a:lnTo>
                <a:lnTo>
                  <a:pt x="235636" y="68830"/>
                </a:lnTo>
                <a:close/>
                <a:moveTo>
                  <a:pt x="232057" y="68420"/>
                </a:moveTo>
                <a:lnTo>
                  <a:pt x="230318" y="71284"/>
                </a:lnTo>
                <a:lnTo>
                  <a:pt x="230318" y="71386"/>
                </a:lnTo>
                <a:lnTo>
                  <a:pt x="232261" y="69341"/>
                </a:lnTo>
                <a:lnTo>
                  <a:pt x="232057" y="68420"/>
                </a:lnTo>
                <a:close/>
                <a:moveTo>
                  <a:pt x="196568" y="70159"/>
                </a:moveTo>
                <a:lnTo>
                  <a:pt x="196364" y="71795"/>
                </a:lnTo>
                <a:lnTo>
                  <a:pt x="196364" y="72000"/>
                </a:lnTo>
                <a:lnTo>
                  <a:pt x="197591" y="73739"/>
                </a:lnTo>
                <a:lnTo>
                  <a:pt x="198102" y="72102"/>
                </a:lnTo>
                <a:lnTo>
                  <a:pt x="196875" y="70261"/>
                </a:lnTo>
                <a:lnTo>
                  <a:pt x="196568" y="70159"/>
                </a:lnTo>
                <a:close/>
                <a:moveTo>
                  <a:pt x="237580" y="70261"/>
                </a:moveTo>
                <a:lnTo>
                  <a:pt x="237580" y="70773"/>
                </a:lnTo>
                <a:lnTo>
                  <a:pt x="237068" y="70977"/>
                </a:lnTo>
                <a:lnTo>
                  <a:pt x="237068" y="71182"/>
                </a:lnTo>
                <a:lnTo>
                  <a:pt x="236761" y="71182"/>
                </a:lnTo>
                <a:lnTo>
                  <a:pt x="236659" y="71591"/>
                </a:lnTo>
                <a:lnTo>
                  <a:pt x="236250" y="71795"/>
                </a:lnTo>
                <a:lnTo>
                  <a:pt x="236148" y="71182"/>
                </a:lnTo>
                <a:lnTo>
                  <a:pt x="235739" y="71284"/>
                </a:lnTo>
                <a:lnTo>
                  <a:pt x="235432" y="71693"/>
                </a:lnTo>
                <a:lnTo>
                  <a:pt x="234818" y="71898"/>
                </a:lnTo>
                <a:lnTo>
                  <a:pt x="234818" y="72818"/>
                </a:lnTo>
                <a:lnTo>
                  <a:pt x="235227" y="72000"/>
                </a:lnTo>
                <a:lnTo>
                  <a:pt x="235636" y="72102"/>
                </a:lnTo>
                <a:lnTo>
                  <a:pt x="235943" y="72409"/>
                </a:lnTo>
                <a:lnTo>
                  <a:pt x="236045" y="72000"/>
                </a:lnTo>
                <a:lnTo>
                  <a:pt x="236455" y="72205"/>
                </a:lnTo>
                <a:lnTo>
                  <a:pt x="236557" y="73125"/>
                </a:lnTo>
                <a:lnTo>
                  <a:pt x="237580" y="73943"/>
                </a:lnTo>
                <a:lnTo>
                  <a:pt x="237682" y="73841"/>
                </a:lnTo>
                <a:lnTo>
                  <a:pt x="237682" y="74045"/>
                </a:lnTo>
                <a:lnTo>
                  <a:pt x="238091" y="73841"/>
                </a:lnTo>
                <a:lnTo>
                  <a:pt x="237784" y="73227"/>
                </a:lnTo>
                <a:lnTo>
                  <a:pt x="237989" y="72614"/>
                </a:lnTo>
                <a:lnTo>
                  <a:pt x="238295" y="72818"/>
                </a:lnTo>
                <a:lnTo>
                  <a:pt x="238500" y="73534"/>
                </a:lnTo>
                <a:lnTo>
                  <a:pt x="238500" y="73023"/>
                </a:lnTo>
                <a:lnTo>
                  <a:pt x="238807" y="72614"/>
                </a:lnTo>
                <a:lnTo>
                  <a:pt x="238500" y="71284"/>
                </a:lnTo>
                <a:lnTo>
                  <a:pt x="238398" y="71182"/>
                </a:lnTo>
                <a:lnTo>
                  <a:pt x="238500" y="70977"/>
                </a:lnTo>
                <a:lnTo>
                  <a:pt x="238295" y="70466"/>
                </a:lnTo>
                <a:lnTo>
                  <a:pt x="237580" y="70261"/>
                </a:lnTo>
                <a:close/>
                <a:moveTo>
                  <a:pt x="240443" y="77727"/>
                </a:moveTo>
                <a:lnTo>
                  <a:pt x="240034" y="78545"/>
                </a:lnTo>
                <a:lnTo>
                  <a:pt x="240136" y="80284"/>
                </a:lnTo>
                <a:lnTo>
                  <a:pt x="240852" y="81000"/>
                </a:lnTo>
                <a:lnTo>
                  <a:pt x="240341" y="79568"/>
                </a:lnTo>
                <a:lnTo>
                  <a:pt x="241261" y="79773"/>
                </a:lnTo>
                <a:lnTo>
                  <a:pt x="240750" y="79057"/>
                </a:lnTo>
                <a:lnTo>
                  <a:pt x="241057" y="78852"/>
                </a:lnTo>
                <a:lnTo>
                  <a:pt x="241057" y="78545"/>
                </a:lnTo>
                <a:lnTo>
                  <a:pt x="240136" y="78955"/>
                </a:lnTo>
                <a:lnTo>
                  <a:pt x="240443" y="78648"/>
                </a:lnTo>
                <a:lnTo>
                  <a:pt x="240443" y="78341"/>
                </a:lnTo>
                <a:lnTo>
                  <a:pt x="240341" y="78136"/>
                </a:lnTo>
                <a:lnTo>
                  <a:pt x="240443" y="77727"/>
                </a:lnTo>
                <a:close/>
                <a:moveTo>
                  <a:pt x="79875" y="80284"/>
                </a:moveTo>
                <a:lnTo>
                  <a:pt x="78136" y="80591"/>
                </a:lnTo>
                <a:lnTo>
                  <a:pt x="78136" y="81511"/>
                </a:lnTo>
                <a:lnTo>
                  <a:pt x="78443" y="81818"/>
                </a:lnTo>
                <a:lnTo>
                  <a:pt x="79466" y="81511"/>
                </a:lnTo>
                <a:lnTo>
                  <a:pt x="80080" y="80693"/>
                </a:lnTo>
                <a:lnTo>
                  <a:pt x="79875" y="80284"/>
                </a:lnTo>
                <a:close/>
                <a:moveTo>
                  <a:pt x="261102" y="82636"/>
                </a:moveTo>
                <a:lnTo>
                  <a:pt x="261000" y="82841"/>
                </a:lnTo>
                <a:lnTo>
                  <a:pt x="261205" y="82943"/>
                </a:lnTo>
                <a:lnTo>
                  <a:pt x="261307" y="82943"/>
                </a:lnTo>
                <a:lnTo>
                  <a:pt x="261102" y="82636"/>
                </a:lnTo>
                <a:close/>
                <a:moveTo>
                  <a:pt x="220500" y="81818"/>
                </a:moveTo>
                <a:lnTo>
                  <a:pt x="219784" y="81920"/>
                </a:lnTo>
                <a:lnTo>
                  <a:pt x="219886" y="82227"/>
                </a:lnTo>
                <a:lnTo>
                  <a:pt x="220295" y="82534"/>
                </a:lnTo>
                <a:lnTo>
                  <a:pt x="220295" y="82841"/>
                </a:lnTo>
                <a:lnTo>
                  <a:pt x="221011" y="83148"/>
                </a:lnTo>
                <a:lnTo>
                  <a:pt x="221114" y="82636"/>
                </a:lnTo>
                <a:lnTo>
                  <a:pt x="220500" y="81818"/>
                </a:lnTo>
                <a:close/>
                <a:moveTo>
                  <a:pt x="222034" y="82636"/>
                </a:moveTo>
                <a:lnTo>
                  <a:pt x="221830" y="83045"/>
                </a:lnTo>
                <a:lnTo>
                  <a:pt x="221830" y="83352"/>
                </a:lnTo>
                <a:lnTo>
                  <a:pt x="222341" y="83148"/>
                </a:lnTo>
                <a:lnTo>
                  <a:pt x="222034" y="82636"/>
                </a:lnTo>
                <a:close/>
                <a:moveTo>
                  <a:pt x="240443" y="83352"/>
                </a:moveTo>
                <a:lnTo>
                  <a:pt x="240239" y="83659"/>
                </a:lnTo>
                <a:lnTo>
                  <a:pt x="240239" y="83659"/>
                </a:lnTo>
                <a:lnTo>
                  <a:pt x="240545" y="83352"/>
                </a:lnTo>
                <a:close/>
                <a:moveTo>
                  <a:pt x="240852" y="82943"/>
                </a:moveTo>
                <a:lnTo>
                  <a:pt x="240545" y="83352"/>
                </a:lnTo>
                <a:lnTo>
                  <a:pt x="240750" y="83557"/>
                </a:lnTo>
                <a:lnTo>
                  <a:pt x="241261" y="83455"/>
                </a:lnTo>
                <a:lnTo>
                  <a:pt x="241670" y="83557"/>
                </a:lnTo>
                <a:lnTo>
                  <a:pt x="241977" y="83455"/>
                </a:lnTo>
                <a:lnTo>
                  <a:pt x="242898" y="83966"/>
                </a:lnTo>
                <a:lnTo>
                  <a:pt x="241568" y="82943"/>
                </a:lnTo>
                <a:close/>
                <a:moveTo>
                  <a:pt x="230011" y="72818"/>
                </a:moveTo>
                <a:lnTo>
                  <a:pt x="228989" y="74250"/>
                </a:lnTo>
                <a:lnTo>
                  <a:pt x="228989" y="74761"/>
                </a:lnTo>
                <a:lnTo>
                  <a:pt x="228477" y="74966"/>
                </a:lnTo>
                <a:lnTo>
                  <a:pt x="228477" y="74864"/>
                </a:lnTo>
                <a:lnTo>
                  <a:pt x="227557" y="75375"/>
                </a:lnTo>
                <a:lnTo>
                  <a:pt x="227045" y="76398"/>
                </a:lnTo>
                <a:lnTo>
                  <a:pt x="225409" y="77216"/>
                </a:lnTo>
                <a:lnTo>
                  <a:pt x="225307" y="77420"/>
                </a:lnTo>
                <a:lnTo>
                  <a:pt x="225205" y="77523"/>
                </a:lnTo>
                <a:lnTo>
                  <a:pt x="225205" y="78648"/>
                </a:lnTo>
                <a:lnTo>
                  <a:pt x="223670" y="77932"/>
                </a:lnTo>
                <a:lnTo>
                  <a:pt x="223159" y="78750"/>
                </a:lnTo>
                <a:lnTo>
                  <a:pt x="223261" y="78750"/>
                </a:lnTo>
                <a:lnTo>
                  <a:pt x="224182" y="83045"/>
                </a:lnTo>
                <a:lnTo>
                  <a:pt x="225511" y="83045"/>
                </a:lnTo>
                <a:lnTo>
                  <a:pt x="225818" y="83659"/>
                </a:lnTo>
                <a:lnTo>
                  <a:pt x="226023" y="83455"/>
                </a:lnTo>
                <a:lnTo>
                  <a:pt x="226330" y="83557"/>
                </a:lnTo>
                <a:lnTo>
                  <a:pt x="226739" y="83045"/>
                </a:lnTo>
                <a:lnTo>
                  <a:pt x="227352" y="83557"/>
                </a:lnTo>
                <a:lnTo>
                  <a:pt x="227966" y="83352"/>
                </a:lnTo>
                <a:lnTo>
                  <a:pt x="228068" y="83557"/>
                </a:lnTo>
                <a:lnTo>
                  <a:pt x="228375" y="84273"/>
                </a:lnTo>
                <a:lnTo>
                  <a:pt x="229398" y="83659"/>
                </a:lnTo>
                <a:lnTo>
                  <a:pt x="229705" y="83250"/>
                </a:lnTo>
                <a:lnTo>
                  <a:pt x="229602" y="83045"/>
                </a:lnTo>
                <a:lnTo>
                  <a:pt x="229807" y="82739"/>
                </a:lnTo>
                <a:lnTo>
                  <a:pt x="229705" y="81920"/>
                </a:lnTo>
                <a:lnTo>
                  <a:pt x="230216" y="81102"/>
                </a:lnTo>
                <a:lnTo>
                  <a:pt x="230523" y="81102"/>
                </a:lnTo>
                <a:lnTo>
                  <a:pt x="231239" y="78955"/>
                </a:lnTo>
                <a:lnTo>
                  <a:pt x="231852" y="79159"/>
                </a:lnTo>
                <a:lnTo>
                  <a:pt x="232159" y="79159"/>
                </a:lnTo>
                <a:lnTo>
                  <a:pt x="232057" y="78955"/>
                </a:lnTo>
                <a:lnTo>
                  <a:pt x="231136" y="77932"/>
                </a:lnTo>
                <a:lnTo>
                  <a:pt x="231034" y="77114"/>
                </a:lnTo>
                <a:lnTo>
                  <a:pt x="230932" y="77011"/>
                </a:lnTo>
                <a:lnTo>
                  <a:pt x="230420" y="76295"/>
                </a:lnTo>
                <a:lnTo>
                  <a:pt x="230830" y="76193"/>
                </a:lnTo>
                <a:lnTo>
                  <a:pt x="230932" y="76091"/>
                </a:lnTo>
                <a:lnTo>
                  <a:pt x="230932" y="75580"/>
                </a:lnTo>
                <a:lnTo>
                  <a:pt x="231750" y="75580"/>
                </a:lnTo>
                <a:lnTo>
                  <a:pt x="231443" y="74864"/>
                </a:lnTo>
                <a:lnTo>
                  <a:pt x="232261" y="74761"/>
                </a:lnTo>
                <a:lnTo>
                  <a:pt x="231136" y="73841"/>
                </a:lnTo>
                <a:lnTo>
                  <a:pt x="230727" y="73943"/>
                </a:lnTo>
                <a:lnTo>
                  <a:pt x="230420" y="72920"/>
                </a:lnTo>
                <a:lnTo>
                  <a:pt x="230011" y="73227"/>
                </a:lnTo>
                <a:lnTo>
                  <a:pt x="230011" y="72818"/>
                </a:lnTo>
                <a:close/>
                <a:moveTo>
                  <a:pt x="261307" y="82943"/>
                </a:moveTo>
                <a:lnTo>
                  <a:pt x="262841" y="84989"/>
                </a:lnTo>
                <a:lnTo>
                  <a:pt x="262330" y="83761"/>
                </a:lnTo>
                <a:lnTo>
                  <a:pt x="261307" y="82943"/>
                </a:lnTo>
                <a:close/>
                <a:moveTo>
                  <a:pt x="237682" y="78239"/>
                </a:moveTo>
                <a:lnTo>
                  <a:pt x="237170" y="78852"/>
                </a:lnTo>
                <a:lnTo>
                  <a:pt x="234614" y="78955"/>
                </a:lnTo>
                <a:lnTo>
                  <a:pt x="234409" y="78750"/>
                </a:lnTo>
                <a:lnTo>
                  <a:pt x="233489" y="79057"/>
                </a:lnTo>
                <a:lnTo>
                  <a:pt x="232977" y="79875"/>
                </a:lnTo>
                <a:lnTo>
                  <a:pt x="232977" y="80080"/>
                </a:lnTo>
                <a:lnTo>
                  <a:pt x="232875" y="80182"/>
                </a:lnTo>
                <a:lnTo>
                  <a:pt x="232977" y="80898"/>
                </a:lnTo>
                <a:lnTo>
                  <a:pt x="232875" y="80693"/>
                </a:lnTo>
                <a:lnTo>
                  <a:pt x="232057" y="83455"/>
                </a:lnTo>
                <a:lnTo>
                  <a:pt x="232364" y="83659"/>
                </a:lnTo>
                <a:lnTo>
                  <a:pt x="232568" y="83864"/>
                </a:lnTo>
                <a:lnTo>
                  <a:pt x="232670" y="85909"/>
                </a:lnTo>
                <a:lnTo>
                  <a:pt x="233386" y="85807"/>
                </a:lnTo>
                <a:lnTo>
                  <a:pt x="233591" y="82841"/>
                </a:lnTo>
                <a:lnTo>
                  <a:pt x="234409" y="84784"/>
                </a:lnTo>
                <a:lnTo>
                  <a:pt x="235636" y="84375"/>
                </a:lnTo>
                <a:lnTo>
                  <a:pt x="235125" y="83761"/>
                </a:lnTo>
                <a:lnTo>
                  <a:pt x="235227" y="83148"/>
                </a:lnTo>
                <a:lnTo>
                  <a:pt x="234409" y="82023"/>
                </a:lnTo>
                <a:lnTo>
                  <a:pt x="234614" y="82023"/>
                </a:lnTo>
                <a:lnTo>
                  <a:pt x="235739" y="81000"/>
                </a:lnTo>
                <a:lnTo>
                  <a:pt x="236148" y="81102"/>
                </a:lnTo>
                <a:lnTo>
                  <a:pt x="235739" y="80693"/>
                </a:lnTo>
                <a:lnTo>
                  <a:pt x="235739" y="80795"/>
                </a:lnTo>
                <a:lnTo>
                  <a:pt x="233591" y="81205"/>
                </a:lnTo>
                <a:lnTo>
                  <a:pt x="233284" y="80693"/>
                </a:lnTo>
                <a:lnTo>
                  <a:pt x="233182" y="80182"/>
                </a:lnTo>
                <a:lnTo>
                  <a:pt x="235943" y="79568"/>
                </a:lnTo>
                <a:lnTo>
                  <a:pt x="236455" y="79773"/>
                </a:lnTo>
                <a:lnTo>
                  <a:pt x="236966" y="79670"/>
                </a:lnTo>
                <a:lnTo>
                  <a:pt x="237580" y="79057"/>
                </a:lnTo>
                <a:lnTo>
                  <a:pt x="237682" y="78239"/>
                </a:lnTo>
                <a:close/>
                <a:moveTo>
                  <a:pt x="210580" y="74659"/>
                </a:moveTo>
                <a:lnTo>
                  <a:pt x="219068" y="86114"/>
                </a:lnTo>
                <a:lnTo>
                  <a:pt x="219068" y="85705"/>
                </a:lnTo>
                <a:lnTo>
                  <a:pt x="219989" y="86011"/>
                </a:lnTo>
                <a:lnTo>
                  <a:pt x="220398" y="83250"/>
                </a:lnTo>
                <a:lnTo>
                  <a:pt x="219273" y="82636"/>
                </a:lnTo>
                <a:lnTo>
                  <a:pt x="218966" y="81102"/>
                </a:lnTo>
                <a:lnTo>
                  <a:pt x="218352" y="80898"/>
                </a:lnTo>
                <a:lnTo>
                  <a:pt x="218148" y="80489"/>
                </a:lnTo>
                <a:lnTo>
                  <a:pt x="218455" y="79977"/>
                </a:lnTo>
                <a:lnTo>
                  <a:pt x="218045" y="79466"/>
                </a:lnTo>
                <a:lnTo>
                  <a:pt x="217330" y="79773"/>
                </a:lnTo>
                <a:lnTo>
                  <a:pt x="217739" y="79568"/>
                </a:lnTo>
                <a:lnTo>
                  <a:pt x="216102" y="77830"/>
                </a:lnTo>
                <a:lnTo>
                  <a:pt x="215795" y="78034"/>
                </a:lnTo>
                <a:lnTo>
                  <a:pt x="212625" y="74659"/>
                </a:lnTo>
                <a:close/>
                <a:moveTo>
                  <a:pt x="246170" y="85602"/>
                </a:moveTo>
                <a:lnTo>
                  <a:pt x="245864" y="85909"/>
                </a:lnTo>
                <a:lnTo>
                  <a:pt x="245761" y="86216"/>
                </a:lnTo>
                <a:lnTo>
                  <a:pt x="246273" y="86523"/>
                </a:lnTo>
                <a:lnTo>
                  <a:pt x="246375" y="86011"/>
                </a:lnTo>
                <a:lnTo>
                  <a:pt x="246170" y="85602"/>
                </a:lnTo>
                <a:close/>
                <a:moveTo>
                  <a:pt x="261818" y="84375"/>
                </a:moveTo>
                <a:lnTo>
                  <a:pt x="261716" y="84886"/>
                </a:lnTo>
                <a:lnTo>
                  <a:pt x="260693" y="85705"/>
                </a:lnTo>
                <a:lnTo>
                  <a:pt x="260386" y="85705"/>
                </a:lnTo>
                <a:lnTo>
                  <a:pt x="260284" y="85193"/>
                </a:lnTo>
                <a:lnTo>
                  <a:pt x="260080" y="85705"/>
                </a:lnTo>
                <a:lnTo>
                  <a:pt x="258648" y="85909"/>
                </a:lnTo>
                <a:lnTo>
                  <a:pt x="259773" y="86523"/>
                </a:lnTo>
                <a:lnTo>
                  <a:pt x="262125" y="85500"/>
                </a:lnTo>
                <a:lnTo>
                  <a:pt x="262023" y="85295"/>
                </a:lnTo>
                <a:lnTo>
                  <a:pt x="262227" y="85193"/>
                </a:lnTo>
                <a:lnTo>
                  <a:pt x="262432" y="84477"/>
                </a:lnTo>
                <a:lnTo>
                  <a:pt x="261818" y="84375"/>
                </a:lnTo>
                <a:close/>
                <a:moveTo>
                  <a:pt x="249239" y="87852"/>
                </a:moveTo>
                <a:lnTo>
                  <a:pt x="248727" y="88670"/>
                </a:lnTo>
                <a:lnTo>
                  <a:pt x="249648" y="88466"/>
                </a:lnTo>
                <a:lnTo>
                  <a:pt x="249239" y="87852"/>
                </a:lnTo>
                <a:close/>
                <a:moveTo>
                  <a:pt x="220500" y="86216"/>
                </a:moveTo>
                <a:lnTo>
                  <a:pt x="219682" y="86932"/>
                </a:lnTo>
                <a:lnTo>
                  <a:pt x="219784" y="87136"/>
                </a:lnTo>
                <a:lnTo>
                  <a:pt x="227250" y="88875"/>
                </a:lnTo>
                <a:lnTo>
                  <a:pt x="227761" y="88977"/>
                </a:lnTo>
                <a:lnTo>
                  <a:pt x="227761" y="88057"/>
                </a:lnTo>
                <a:lnTo>
                  <a:pt x="226330" y="87648"/>
                </a:lnTo>
                <a:lnTo>
                  <a:pt x="226125" y="87136"/>
                </a:lnTo>
                <a:lnTo>
                  <a:pt x="224591" y="86727"/>
                </a:lnTo>
                <a:lnTo>
                  <a:pt x="224284" y="87136"/>
                </a:lnTo>
                <a:lnTo>
                  <a:pt x="222648" y="87034"/>
                </a:lnTo>
                <a:lnTo>
                  <a:pt x="222239" y="86523"/>
                </a:lnTo>
                <a:lnTo>
                  <a:pt x="220500" y="86216"/>
                </a:lnTo>
                <a:close/>
                <a:moveTo>
                  <a:pt x="227761" y="88364"/>
                </a:moveTo>
                <a:lnTo>
                  <a:pt x="228273" y="89080"/>
                </a:lnTo>
                <a:lnTo>
                  <a:pt x="228886" y="88670"/>
                </a:lnTo>
                <a:lnTo>
                  <a:pt x="228375" y="88364"/>
                </a:lnTo>
                <a:close/>
                <a:moveTo>
                  <a:pt x="229398" y="88568"/>
                </a:moveTo>
                <a:lnTo>
                  <a:pt x="228989" y="88977"/>
                </a:lnTo>
                <a:lnTo>
                  <a:pt x="229705" y="89182"/>
                </a:lnTo>
                <a:lnTo>
                  <a:pt x="229807" y="88670"/>
                </a:lnTo>
                <a:lnTo>
                  <a:pt x="229398" y="88568"/>
                </a:lnTo>
                <a:close/>
                <a:moveTo>
                  <a:pt x="235432" y="88466"/>
                </a:moveTo>
                <a:lnTo>
                  <a:pt x="234920" y="88875"/>
                </a:lnTo>
                <a:lnTo>
                  <a:pt x="233182" y="88568"/>
                </a:lnTo>
                <a:lnTo>
                  <a:pt x="232670" y="88670"/>
                </a:lnTo>
                <a:lnTo>
                  <a:pt x="232670" y="89182"/>
                </a:lnTo>
                <a:lnTo>
                  <a:pt x="234716" y="88977"/>
                </a:lnTo>
                <a:lnTo>
                  <a:pt x="235330" y="88773"/>
                </a:lnTo>
                <a:lnTo>
                  <a:pt x="235534" y="88466"/>
                </a:lnTo>
                <a:close/>
                <a:moveTo>
                  <a:pt x="230932" y="88364"/>
                </a:moveTo>
                <a:lnTo>
                  <a:pt x="230727" y="88568"/>
                </a:lnTo>
                <a:lnTo>
                  <a:pt x="231034" y="88977"/>
                </a:lnTo>
                <a:lnTo>
                  <a:pt x="231034" y="88977"/>
                </a:lnTo>
                <a:lnTo>
                  <a:pt x="230420" y="88670"/>
                </a:lnTo>
                <a:lnTo>
                  <a:pt x="230011" y="89386"/>
                </a:lnTo>
                <a:lnTo>
                  <a:pt x="231341" y="88977"/>
                </a:lnTo>
                <a:lnTo>
                  <a:pt x="231750" y="89080"/>
                </a:lnTo>
                <a:lnTo>
                  <a:pt x="231648" y="88977"/>
                </a:lnTo>
                <a:lnTo>
                  <a:pt x="231750" y="88977"/>
                </a:lnTo>
                <a:lnTo>
                  <a:pt x="231648" y="88670"/>
                </a:lnTo>
                <a:lnTo>
                  <a:pt x="231239" y="88568"/>
                </a:lnTo>
                <a:lnTo>
                  <a:pt x="230932" y="88364"/>
                </a:lnTo>
                <a:close/>
                <a:moveTo>
                  <a:pt x="232670" y="89591"/>
                </a:moveTo>
                <a:lnTo>
                  <a:pt x="231750" y="89898"/>
                </a:lnTo>
                <a:lnTo>
                  <a:pt x="232670" y="90409"/>
                </a:lnTo>
                <a:lnTo>
                  <a:pt x="233284" y="90205"/>
                </a:lnTo>
                <a:lnTo>
                  <a:pt x="232670" y="89591"/>
                </a:lnTo>
                <a:close/>
                <a:moveTo>
                  <a:pt x="239420" y="88670"/>
                </a:moveTo>
                <a:lnTo>
                  <a:pt x="237989" y="88773"/>
                </a:lnTo>
                <a:lnTo>
                  <a:pt x="235943" y="90102"/>
                </a:lnTo>
                <a:lnTo>
                  <a:pt x="235943" y="90511"/>
                </a:lnTo>
                <a:lnTo>
                  <a:pt x="237068" y="90102"/>
                </a:lnTo>
                <a:lnTo>
                  <a:pt x="239420" y="88670"/>
                </a:lnTo>
                <a:close/>
                <a:moveTo>
                  <a:pt x="244636" y="80386"/>
                </a:moveTo>
                <a:lnTo>
                  <a:pt x="243205" y="81409"/>
                </a:lnTo>
                <a:lnTo>
                  <a:pt x="243920" y="81614"/>
                </a:lnTo>
                <a:lnTo>
                  <a:pt x="244125" y="82125"/>
                </a:lnTo>
                <a:lnTo>
                  <a:pt x="244432" y="82330"/>
                </a:lnTo>
                <a:lnTo>
                  <a:pt x="245761" y="82227"/>
                </a:lnTo>
                <a:lnTo>
                  <a:pt x="245557" y="82739"/>
                </a:lnTo>
                <a:lnTo>
                  <a:pt x="244023" y="82943"/>
                </a:lnTo>
                <a:lnTo>
                  <a:pt x="244534" y="83250"/>
                </a:lnTo>
                <a:lnTo>
                  <a:pt x="244739" y="84068"/>
                </a:lnTo>
                <a:lnTo>
                  <a:pt x="245659" y="83148"/>
                </a:lnTo>
                <a:lnTo>
                  <a:pt x="245761" y="83966"/>
                </a:lnTo>
                <a:lnTo>
                  <a:pt x="246580" y="84068"/>
                </a:lnTo>
                <a:lnTo>
                  <a:pt x="246784" y="84580"/>
                </a:lnTo>
                <a:lnTo>
                  <a:pt x="249648" y="85909"/>
                </a:lnTo>
                <a:lnTo>
                  <a:pt x="249443" y="86011"/>
                </a:lnTo>
                <a:lnTo>
                  <a:pt x="249648" y="86011"/>
                </a:lnTo>
                <a:lnTo>
                  <a:pt x="250261" y="87443"/>
                </a:lnTo>
                <a:lnTo>
                  <a:pt x="249852" y="87545"/>
                </a:lnTo>
                <a:lnTo>
                  <a:pt x="250057" y="88057"/>
                </a:lnTo>
                <a:lnTo>
                  <a:pt x="249852" y="88466"/>
                </a:lnTo>
                <a:lnTo>
                  <a:pt x="251080" y="88159"/>
                </a:lnTo>
                <a:lnTo>
                  <a:pt x="251080" y="88670"/>
                </a:lnTo>
                <a:lnTo>
                  <a:pt x="251693" y="89386"/>
                </a:lnTo>
                <a:lnTo>
                  <a:pt x="253534" y="89386"/>
                </a:lnTo>
                <a:lnTo>
                  <a:pt x="253841" y="88977"/>
                </a:lnTo>
                <a:lnTo>
                  <a:pt x="252920" y="88466"/>
                </a:lnTo>
                <a:lnTo>
                  <a:pt x="254455" y="88261"/>
                </a:lnTo>
                <a:lnTo>
                  <a:pt x="254455" y="88159"/>
                </a:lnTo>
                <a:lnTo>
                  <a:pt x="254557" y="88159"/>
                </a:lnTo>
                <a:lnTo>
                  <a:pt x="254250" y="87750"/>
                </a:lnTo>
                <a:lnTo>
                  <a:pt x="254864" y="87955"/>
                </a:lnTo>
                <a:lnTo>
                  <a:pt x="255375" y="87852"/>
                </a:lnTo>
                <a:lnTo>
                  <a:pt x="257625" y="90307"/>
                </a:lnTo>
                <a:lnTo>
                  <a:pt x="260080" y="91023"/>
                </a:lnTo>
                <a:lnTo>
                  <a:pt x="260080" y="90716"/>
                </a:lnTo>
                <a:lnTo>
                  <a:pt x="260489" y="90614"/>
                </a:lnTo>
                <a:lnTo>
                  <a:pt x="259670" y="90307"/>
                </a:lnTo>
                <a:lnTo>
                  <a:pt x="259670" y="90102"/>
                </a:lnTo>
                <a:lnTo>
                  <a:pt x="259159" y="89386"/>
                </a:lnTo>
                <a:lnTo>
                  <a:pt x="258648" y="89386"/>
                </a:lnTo>
                <a:lnTo>
                  <a:pt x="257318" y="87034"/>
                </a:lnTo>
                <a:lnTo>
                  <a:pt x="258136" y="86932"/>
                </a:lnTo>
                <a:lnTo>
                  <a:pt x="256500" y="85705"/>
                </a:lnTo>
                <a:lnTo>
                  <a:pt x="256398" y="84989"/>
                </a:lnTo>
                <a:lnTo>
                  <a:pt x="251898" y="82636"/>
                </a:lnTo>
                <a:lnTo>
                  <a:pt x="249545" y="81716"/>
                </a:lnTo>
                <a:lnTo>
                  <a:pt x="248727" y="81920"/>
                </a:lnTo>
                <a:lnTo>
                  <a:pt x="248727" y="82125"/>
                </a:lnTo>
                <a:lnTo>
                  <a:pt x="246989" y="83455"/>
                </a:lnTo>
                <a:lnTo>
                  <a:pt x="246375" y="82636"/>
                </a:lnTo>
                <a:lnTo>
                  <a:pt x="246273" y="82943"/>
                </a:lnTo>
                <a:lnTo>
                  <a:pt x="245864" y="80795"/>
                </a:lnTo>
                <a:lnTo>
                  <a:pt x="244636" y="80386"/>
                </a:lnTo>
                <a:close/>
                <a:moveTo>
                  <a:pt x="242693" y="91534"/>
                </a:moveTo>
                <a:lnTo>
                  <a:pt x="241977" y="91636"/>
                </a:lnTo>
                <a:lnTo>
                  <a:pt x="241977" y="91841"/>
                </a:lnTo>
                <a:lnTo>
                  <a:pt x="242386" y="92352"/>
                </a:lnTo>
                <a:lnTo>
                  <a:pt x="242693" y="91534"/>
                </a:lnTo>
                <a:close/>
                <a:moveTo>
                  <a:pt x="285750" y="96648"/>
                </a:moveTo>
                <a:lnTo>
                  <a:pt x="285545" y="96750"/>
                </a:lnTo>
                <a:lnTo>
                  <a:pt x="284420" y="97159"/>
                </a:lnTo>
                <a:lnTo>
                  <a:pt x="284216" y="97261"/>
                </a:lnTo>
                <a:lnTo>
                  <a:pt x="285239" y="97261"/>
                </a:lnTo>
                <a:lnTo>
                  <a:pt x="285750" y="96648"/>
                </a:lnTo>
                <a:close/>
                <a:moveTo>
                  <a:pt x="285648" y="97057"/>
                </a:moveTo>
                <a:lnTo>
                  <a:pt x="285239" y="97261"/>
                </a:lnTo>
                <a:lnTo>
                  <a:pt x="285545" y="97261"/>
                </a:lnTo>
                <a:lnTo>
                  <a:pt x="285648" y="97057"/>
                </a:lnTo>
                <a:close/>
                <a:moveTo>
                  <a:pt x="284011" y="98080"/>
                </a:moveTo>
                <a:lnTo>
                  <a:pt x="282886" y="98591"/>
                </a:lnTo>
                <a:lnTo>
                  <a:pt x="283807" y="98693"/>
                </a:lnTo>
                <a:lnTo>
                  <a:pt x="284114" y="98386"/>
                </a:lnTo>
                <a:lnTo>
                  <a:pt x="284011" y="98080"/>
                </a:lnTo>
                <a:close/>
                <a:moveTo>
                  <a:pt x="168852" y="92761"/>
                </a:moveTo>
                <a:lnTo>
                  <a:pt x="168136" y="92864"/>
                </a:lnTo>
                <a:lnTo>
                  <a:pt x="168136" y="93682"/>
                </a:lnTo>
                <a:lnTo>
                  <a:pt x="167318" y="94295"/>
                </a:lnTo>
                <a:lnTo>
                  <a:pt x="167318" y="95114"/>
                </a:lnTo>
                <a:lnTo>
                  <a:pt x="166807" y="95420"/>
                </a:lnTo>
                <a:lnTo>
                  <a:pt x="166705" y="95318"/>
                </a:lnTo>
                <a:lnTo>
                  <a:pt x="165886" y="96341"/>
                </a:lnTo>
                <a:lnTo>
                  <a:pt x="165375" y="96239"/>
                </a:lnTo>
                <a:lnTo>
                  <a:pt x="164966" y="96443"/>
                </a:lnTo>
                <a:lnTo>
                  <a:pt x="164761" y="96443"/>
                </a:lnTo>
                <a:lnTo>
                  <a:pt x="164045" y="96955"/>
                </a:lnTo>
                <a:lnTo>
                  <a:pt x="163330" y="105955"/>
                </a:lnTo>
                <a:lnTo>
                  <a:pt x="163943" y="106261"/>
                </a:lnTo>
                <a:lnTo>
                  <a:pt x="165477" y="105852"/>
                </a:lnTo>
                <a:lnTo>
                  <a:pt x="168750" y="96034"/>
                </a:lnTo>
                <a:lnTo>
                  <a:pt x="169159" y="96341"/>
                </a:lnTo>
                <a:lnTo>
                  <a:pt x="169364" y="96136"/>
                </a:lnTo>
                <a:lnTo>
                  <a:pt x="168852" y="92761"/>
                </a:lnTo>
                <a:close/>
                <a:moveTo>
                  <a:pt x="79364" y="112500"/>
                </a:moveTo>
                <a:lnTo>
                  <a:pt x="79057" y="112807"/>
                </a:lnTo>
                <a:lnTo>
                  <a:pt x="79057" y="113011"/>
                </a:lnTo>
                <a:lnTo>
                  <a:pt x="79364" y="112500"/>
                </a:lnTo>
                <a:close/>
                <a:moveTo>
                  <a:pt x="185114" y="3784"/>
                </a:moveTo>
                <a:lnTo>
                  <a:pt x="184091" y="4398"/>
                </a:lnTo>
                <a:lnTo>
                  <a:pt x="184909" y="4705"/>
                </a:lnTo>
                <a:lnTo>
                  <a:pt x="183273" y="4705"/>
                </a:lnTo>
                <a:lnTo>
                  <a:pt x="183989" y="5011"/>
                </a:lnTo>
                <a:lnTo>
                  <a:pt x="184193" y="5318"/>
                </a:lnTo>
                <a:lnTo>
                  <a:pt x="184193" y="5318"/>
                </a:lnTo>
                <a:lnTo>
                  <a:pt x="183784" y="5011"/>
                </a:lnTo>
                <a:lnTo>
                  <a:pt x="180102" y="5114"/>
                </a:lnTo>
                <a:lnTo>
                  <a:pt x="180920" y="5216"/>
                </a:lnTo>
                <a:lnTo>
                  <a:pt x="177341" y="5727"/>
                </a:lnTo>
                <a:lnTo>
                  <a:pt x="177545" y="5932"/>
                </a:lnTo>
                <a:lnTo>
                  <a:pt x="177341" y="6239"/>
                </a:lnTo>
                <a:lnTo>
                  <a:pt x="176830" y="6136"/>
                </a:lnTo>
                <a:lnTo>
                  <a:pt x="177955" y="6443"/>
                </a:lnTo>
                <a:lnTo>
                  <a:pt x="177239" y="6443"/>
                </a:lnTo>
                <a:lnTo>
                  <a:pt x="178568" y="6852"/>
                </a:lnTo>
                <a:lnTo>
                  <a:pt x="178057" y="7057"/>
                </a:lnTo>
                <a:lnTo>
                  <a:pt x="178261" y="6852"/>
                </a:lnTo>
                <a:lnTo>
                  <a:pt x="178261" y="6852"/>
                </a:lnTo>
                <a:lnTo>
                  <a:pt x="174477" y="7057"/>
                </a:lnTo>
                <a:lnTo>
                  <a:pt x="174682" y="7466"/>
                </a:lnTo>
                <a:lnTo>
                  <a:pt x="174989" y="7568"/>
                </a:lnTo>
                <a:lnTo>
                  <a:pt x="175091" y="7773"/>
                </a:lnTo>
                <a:lnTo>
                  <a:pt x="177648" y="8795"/>
                </a:lnTo>
                <a:lnTo>
                  <a:pt x="177852" y="9205"/>
                </a:lnTo>
                <a:lnTo>
                  <a:pt x="178261" y="9511"/>
                </a:lnTo>
                <a:lnTo>
                  <a:pt x="178169" y="9789"/>
                </a:lnTo>
                <a:lnTo>
                  <a:pt x="177852" y="9409"/>
                </a:lnTo>
                <a:lnTo>
                  <a:pt x="177545" y="9716"/>
                </a:lnTo>
                <a:lnTo>
                  <a:pt x="177034" y="8591"/>
                </a:lnTo>
                <a:lnTo>
                  <a:pt x="173352" y="8182"/>
                </a:lnTo>
                <a:lnTo>
                  <a:pt x="173352" y="8182"/>
                </a:lnTo>
                <a:lnTo>
                  <a:pt x="173966" y="8489"/>
                </a:lnTo>
                <a:lnTo>
                  <a:pt x="172636" y="8489"/>
                </a:lnTo>
                <a:lnTo>
                  <a:pt x="175193" y="9205"/>
                </a:lnTo>
                <a:lnTo>
                  <a:pt x="175193" y="9205"/>
                </a:lnTo>
                <a:lnTo>
                  <a:pt x="172432" y="8898"/>
                </a:lnTo>
                <a:lnTo>
                  <a:pt x="172432" y="8693"/>
                </a:lnTo>
                <a:lnTo>
                  <a:pt x="172227" y="8591"/>
                </a:lnTo>
                <a:lnTo>
                  <a:pt x="172227" y="8182"/>
                </a:lnTo>
                <a:lnTo>
                  <a:pt x="171307" y="7670"/>
                </a:lnTo>
                <a:lnTo>
                  <a:pt x="171307" y="7670"/>
                </a:lnTo>
                <a:lnTo>
                  <a:pt x="171716" y="8284"/>
                </a:lnTo>
                <a:lnTo>
                  <a:pt x="171102" y="8898"/>
                </a:lnTo>
                <a:lnTo>
                  <a:pt x="172227" y="9511"/>
                </a:lnTo>
                <a:lnTo>
                  <a:pt x="172330" y="10330"/>
                </a:lnTo>
                <a:lnTo>
                  <a:pt x="174886" y="11148"/>
                </a:lnTo>
                <a:lnTo>
                  <a:pt x="173966" y="11045"/>
                </a:lnTo>
                <a:lnTo>
                  <a:pt x="174170" y="12068"/>
                </a:lnTo>
                <a:lnTo>
                  <a:pt x="173966" y="12375"/>
                </a:lnTo>
                <a:lnTo>
                  <a:pt x="173966" y="12580"/>
                </a:lnTo>
                <a:lnTo>
                  <a:pt x="173250" y="13398"/>
                </a:lnTo>
                <a:lnTo>
                  <a:pt x="170898" y="12886"/>
                </a:lnTo>
                <a:lnTo>
                  <a:pt x="172023" y="12886"/>
                </a:lnTo>
                <a:lnTo>
                  <a:pt x="172125" y="13091"/>
                </a:lnTo>
                <a:lnTo>
                  <a:pt x="172636" y="12989"/>
                </a:lnTo>
                <a:lnTo>
                  <a:pt x="172330" y="12784"/>
                </a:lnTo>
                <a:lnTo>
                  <a:pt x="173045" y="11761"/>
                </a:lnTo>
                <a:lnTo>
                  <a:pt x="173045" y="11352"/>
                </a:lnTo>
                <a:lnTo>
                  <a:pt x="172330" y="11045"/>
                </a:lnTo>
                <a:lnTo>
                  <a:pt x="171307" y="9920"/>
                </a:lnTo>
                <a:lnTo>
                  <a:pt x="171307" y="9716"/>
                </a:lnTo>
                <a:lnTo>
                  <a:pt x="171102" y="9307"/>
                </a:lnTo>
                <a:lnTo>
                  <a:pt x="170284" y="8898"/>
                </a:lnTo>
                <a:lnTo>
                  <a:pt x="170182" y="7875"/>
                </a:lnTo>
                <a:lnTo>
                  <a:pt x="168545" y="7670"/>
                </a:lnTo>
                <a:lnTo>
                  <a:pt x="167727" y="8080"/>
                </a:lnTo>
                <a:lnTo>
                  <a:pt x="167625" y="8795"/>
                </a:lnTo>
                <a:lnTo>
                  <a:pt x="167114" y="9205"/>
                </a:lnTo>
                <a:lnTo>
                  <a:pt x="167727" y="9409"/>
                </a:lnTo>
                <a:lnTo>
                  <a:pt x="168034" y="10432"/>
                </a:lnTo>
                <a:lnTo>
                  <a:pt x="169875" y="10943"/>
                </a:lnTo>
                <a:lnTo>
                  <a:pt x="169568" y="11557"/>
                </a:lnTo>
                <a:lnTo>
                  <a:pt x="164148" y="10227"/>
                </a:lnTo>
                <a:lnTo>
                  <a:pt x="163636" y="10432"/>
                </a:lnTo>
                <a:lnTo>
                  <a:pt x="164352" y="10841"/>
                </a:lnTo>
                <a:lnTo>
                  <a:pt x="163841" y="11250"/>
                </a:lnTo>
                <a:lnTo>
                  <a:pt x="159648" y="11557"/>
                </a:lnTo>
                <a:lnTo>
                  <a:pt x="159648" y="11557"/>
                </a:lnTo>
                <a:lnTo>
                  <a:pt x="159955" y="11455"/>
                </a:lnTo>
                <a:lnTo>
                  <a:pt x="159852" y="11045"/>
                </a:lnTo>
                <a:lnTo>
                  <a:pt x="159750" y="11045"/>
                </a:lnTo>
                <a:lnTo>
                  <a:pt x="158830" y="11250"/>
                </a:lnTo>
                <a:lnTo>
                  <a:pt x="159136" y="11352"/>
                </a:lnTo>
                <a:lnTo>
                  <a:pt x="158830" y="11455"/>
                </a:lnTo>
                <a:lnTo>
                  <a:pt x="158625" y="11352"/>
                </a:lnTo>
                <a:lnTo>
                  <a:pt x="156682" y="11966"/>
                </a:lnTo>
                <a:lnTo>
                  <a:pt x="156886" y="12068"/>
                </a:lnTo>
                <a:lnTo>
                  <a:pt x="155250" y="12886"/>
                </a:lnTo>
                <a:lnTo>
                  <a:pt x="154330" y="12273"/>
                </a:lnTo>
                <a:lnTo>
                  <a:pt x="155352" y="11966"/>
                </a:lnTo>
                <a:lnTo>
                  <a:pt x="152898" y="11250"/>
                </a:lnTo>
                <a:lnTo>
                  <a:pt x="153614" y="11659"/>
                </a:lnTo>
                <a:lnTo>
                  <a:pt x="153614" y="12375"/>
                </a:lnTo>
                <a:lnTo>
                  <a:pt x="154227" y="12784"/>
                </a:lnTo>
                <a:lnTo>
                  <a:pt x="154227" y="13602"/>
                </a:lnTo>
                <a:lnTo>
                  <a:pt x="152795" y="13193"/>
                </a:lnTo>
                <a:lnTo>
                  <a:pt x="151466" y="14011"/>
                </a:lnTo>
                <a:lnTo>
                  <a:pt x="152080" y="14727"/>
                </a:lnTo>
                <a:lnTo>
                  <a:pt x="151568" y="14932"/>
                </a:lnTo>
                <a:lnTo>
                  <a:pt x="149625" y="14318"/>
                </a:lnTo>
                <a:lnTo>
                  <a:pt x="149420" y="14523"/>
                </a:lnTo>
                <a:lnTo>
                  <a:pt x="150545" y="15239"/>
                </a:lnTo>
                <a:lnTo>
                  <a:pt x="150341" y="15545"/>
                </a:lnTo>
                <a:lnTo>
                  <a:pt x="146864" y="13295"/>
                </a:lnTo>
                <a:lnTo>
                  <a:pt x="147068" y="13193"/>
                </a:lnTo>
                <a:lnTo>
                  <a:pt x="145636" y="12580"/>
                </a:lnTo>
                <a:lnTo>
                  <a:pt x="151057" y="13398"/>
                </a:lnTo>
                <a:lnTo>
                  <a:pt x="151977" y="12886"/>
                </a:lnTo>
                <a:lnTo>
                  <a:pt x="151875" y="12375"/>
                </a:lnTo>
                <a:lnTo>
                  <a:pt x="150648" y="11659"/>
                </a:lnTo>
                <a:lnTo>
                  <a:pt x="150750" y="11761"/>
                </a:lnTo>
                <a:lnTo>
                  <a:pt x="150750" y="11761"/>
                </a:lnTo>
                <a:lnTo>
                  <a:pt x="146455" y="10636"/>
                </a:lnTo>
                <a:lnTo>
                  <a:pt x="146045" y="10841"/>
                </a:lnTo>
                <a:lnTo>
                  <a:pt x="145841" y="10636"/>
                </a:lnTo>
                <a:lnTo>
                  <a:pt x="145841" y="10534"/>
                </a:lnTo>
                <a:lnTo>
                  <a:pt x="145227" y="10432"/>
                </a:lnTo>
                <a:lnTo>
                  <a:pt x="145739" y="10330"/>
                </a:lnTo>
                <a:lnTo>
                  <a:pt x="145023" y="10125"/>
                </a:lnTo>
                <a:lnTo>
                  <a:pt x="145023" y="10125"/>
                </a:lnTo>
                <a:lnTo>
                  <a:pt x="145125" y="10227"/>
                </a:lnTo>
                <a:lnTo>
                  <a:pt x="143591" y="10330"/>
                </a:lnTo>
                <a:lnTo>
                  <a:pt x="143489" y="10125"/>
                </a:lnTo>
                <a:lnTo>
                  <a:pt x="142875" y="9920"/>
                </a:lnTo>
                <a:lnTo>
                  <a:pt x="144102" y="9920"/>
                </a:lnTo>
                <a:lnTo>
                  <a:pt x="143080" y="9409"/>
                </a:lnTo>
                <a:lnTo>
                  <a:pt x="142466" y="9920"/>
                </a:lnTo>
                <a:lnTo>
                  <a:pt x="141955" y="9409"/>
                </a:lnTo>
                <a:lnTo>
                  <a:pt x="141443" y="9716"/>
                </a:lnTo>
                <a:lnTo>
                  <a:pt x="141341" y="9511"/>
                </a:lnTo>
                <a:lnTo>
                  <a:pt x="141136" y="9409"/>
                </a:lnTo>
                <a:lnTo>
                  <a:pt x="140727" y="9920"/>
                </a:lnTo>
                <a:lnTo>
                  <a:pt x="140830" y="9409"/>
                </a:lnTo>
                <a:lnTo>
                  <a:pt x="140318" y="9307"/>
                </a:lnTo>
                <a:lnTo>
                  <a:pt x="139398" y="10023"/>
                </a:lnTo>
                <a:lnTo>
                  <a:pt x="138886" y="9716"/>
                </a:lnTo>
                <a:lnTo>
                  <a:pt x="138068" y="9920"/>
                </a:lnTo>
                <a:lnTo>
                  <a:pt x="138477" y="10227"/>
                </a:lnTo>
                <a:lnTo>
                  <a:pt x="137864" y="10125"/>
                </a:lnTo>
                <a:lnTo>
                  <a:pt x="137557" y="10330"/>
                </a:lnTo>
                <a:lnTo>
                  <a:pt x="137761" y="10534"/>
                </a:lnTo>
                <a:lnTo>
                  <a:pt x="137352" y="10636"/>
                </a:lnTo>
                <a:lnTo>
                  <a:pt x="137352" y="10125"/>
                </a:lnTo>
                <a:lnTo>
                  <a:pt x="137045" y="10534"/>
                </a:lnTo>
                <a:lnTo>
                  <a:pt x="136330" y="10534"/>
                </a:lnTo>
                <a:lnTo>
                  <a:pt x="136636" y="10636"/>
                </a:lnTo>
                <a:lnTo>
                  <a:pt x="136125" y="10636"/>
                </a:lnTo>
                <a:lnTo>
                  <a:pt x="136125" y="10841"/>
                </a:lnTo>
                <a:lnTo>
                  <a:pt x="135818" y="10841"/>
                </a:lnTo>
                <a:lnTo>
                  <a:pt x="135716" y="11045"/>
                </a:lnTo>
                <a:lnTo>
                  <a:pt x="135102" y="11352"/>
                </a:lnTo>
                <a:lnTo>
                  <a:pt x="135818" y="11455"/>
                </a:lnTo>
                <a:lnTo>
                  <a:pt x="135307" y="11455"/>
                </a:lnTo>
                <a:lnTo>
                  <a:pt x="135102" y="11761"/>
                </a:lnTo>
                <a:lnTo>
                  <a:pt x="135102" y="11966"/>
                </a:lnTo>
                <a:lnTo>
                  <a:pt x="134795" y="11659"/>
                </a:lnTo>
                <a:lnTo>
                  <a:pt x="134386" y="11761"/>
                </a:lnTo>
                <a:lnTo>
                  <a:pt x="134591" y="11864"/>
                </a:lnTo>
                <a:lnTo>
                  <a:pt x="134080" y="12068"/>
                </a:lnTo>
                <a:lnTo>
                  <a:pt x="134386" y="12068"/>
                </a:lnTo>
                <a:lnTo>
                  <a:pt x="134693" y="12273"/>
                </a:lnTo>
                <a:lnTo>
                  <a:pt x="134693" y="12375"/>
                </a:lnTo>
                <a:lnTo>
                  <a:pt x="133875" y="12477"/>
                </a:lnTo>
                <a:lnTo>
                  <a:pt x="134591" y="12477"/>
                </a:lnTo>
                <a:lnTo>
                  <a:pt x="133364" y="12784"/>
                </a:lnTo>
                <a:lnTo>
                  <a:pt x="133568" y="12886"/>
                </a:lnTo>
                <a:lnTo>
                  <a:pt x="133057" y="13091"/>
                </a:lnTo>
                <a:lnTo>
                  <a:pt x="133670" y="13295"/>
                </a:lnTo>
                <a:lnTo>
                  <a:pt x="132852" y="13500"/>
                </a:lnTo>
                <a:lnTo>
                  <a:pt x="133057" y="13602"/>
                </a:lnTo>
                <a:lnTo>
                  <a:pt x="133057" y="14216"/>
                </a:lnTo>
                <a:lnTo>
                  <a:pt x="132750" y="14420"/>
                </a:lnTo>
                <a:lnTo>
                  <a:pt x="132545" y="14318"/>
                </a:lnTo>
                <a:lnTo>
                  <a:pt x="131932" y="14727"/>
                </a:lnTo>
                <a:lnTo>
                  <a:pt x="132239" y="14625"/>
                </a:lnTo>
                <a:lnTo>
                  <a:pt x="130909" y="15750"/>
                </a:lnTo>
                <a:lnTo>
                  <a:pt x="131114" y="15852"/>
                </a:lnTo>
                <a:lnTo>
                  <a:pt x="131830" y="15545"/>
                </a:lnTo>
                <a:lnTo>
                  <a:pt x="131727" y="15443"/>
                </a:lnTo>
                <a:lnTo>
                  <a:pt x="132136" y="15443"/>
                </a:lnTo>
                <a:lnTo>
                  <a:pt x="131932" y="15545"/>
                </a:lnTo>
                <a:lnTo>
                  <a:pt x="132136" y="15545"/>
                </a:lnTo>
                <a:lnTo>
                  <a:pt x="131727" y="15852"/>
                </a:lnTo>
                <a:lnTo>
                  <a:pt x="130091" y="15955"/>
                </a:lnTo>
                <a:lnTo>
                  <a:pt x="129886" y="16057"/>
                </a:lnTo>
                <a:lnTo>
                  <a:pt x="130193" y="16466"/>
                </a:lnTo>
                <a:lnTo>
                  <a:pt x="128864" y="16568"/>
                </a:lnTo>
                <a:lnTo>
                  <a:pt x="129886" y="16568"/>
                </a:lnTo>
                <a:lnTo>
                  <a:pt x="128785" y="16804"/>
                </a:lnTo>
                <a:lnTo>
                  <a:pt x="128785" y="16804"/>
                </a:lnTo>
                <a:lnTo>
                  <a:pt x="127841" y="17182"/>
                </a:lnTo>
                <a:lnTo>
                  <a:pt x="128966" y="17386"/>
                </a:lnTo>
                <a:lnTo>
                  <a:pt x="127739" y="17386"/>
                </a:lnTo>
                <a:lnTo>
                  <a:pt x="128045" y="18102"/>
                </a:lnTo>
                <a:lnTo>
                  <a:pt x="129477" y="17795"/>
                </a:lnTo>
                <a:lnTo>
                  <a:pt x="129580" y="18000"/>
                </a:lnTo>
                <a:lnTo>
                  <a:pt x="129273" y="18205"/>
                </a:lnTo>
                <a:lnTo>
                  <a:pt x="127739" y="18307"/>
                </a:lnTo>
                <a:lnTo>
                  <a:pt x="128250" y="18511"/>
                </a:lnTo>
                <a:lnTo>
                  <a:pt x="127943" y="18818"/>
                </a:lnTo>
                <a:lnTo>
                  <a:pt x="128250" y="19023"/>
                </a:lnTo>
                <a:lnTo>
                  <a:pt x="127943" y="19227"/>
                </a:lnTo>
                <a:lnTo>
                  <a:pt x="128045" y="19330"/>
                </a:lnTo>
                <a:lnTo>
                  <a:pt x="129170" y="18614"/>
                </a:lnTo>
                <a:lnTo>
                  <a:pt x="128864" y="19023"/>
                </a:lnTo>
                <a:lnTo>
                  <a:pt x="128557" y="19023"/>
                </a:lnTo>
                <a:lnTo>
                  <a:pt x="128659" y="19330"/>
                </a:lnTo>
                <a:lnTo>
                  <a:pt x="127943" y="19841"/>
                </a:lnTo>
                <a:lnTo>
                  <a:pt x="128864" y="19534"/>
                </a:lnTo>
                <a:lnTo>
                  <a:pt x="128557" y="19841"/>
                </a:lnTo>
                <a:lnTo>
                  <a:pt x="128864" y="20045"/>
                </a:lnTo>
                <a:lnTo>
                  <a:pt x="128250" y="20352"/>
                </a:lnTo>
                <a:lnTo>
                  <a:pt x="129068" y="20761"/>
                </a:lnTo>
                <a:lnTo>
                  <a:pt x="128966" y="20864"/>
                </a:lnTo>
                <a:lnTo>
                  <a:pt x="131011" y="20148"/>
                </a:lnTo>
                <a:lnTo>
                  <a:pt x="131114" y="19943"/>
                </a:lnTo>
                <a:lnTo>
                  <a:pt x="131727" y="19841"/>
                </a:lnTo>
                <a:lnTo>
                  <a:pt x="131727" y="19534"/>
                </a:lnTo>
                <a:lnTo>
                  <a:pt x="131830" y="19330"/>
                </a:lnTo>
                <a:lnTo>
                  <a:pt x="132034" y="19841"/>
                </a:lnTo>
                <a:lnTo>
                  <a:pt x="132443" y="20045"/>
                </a:lnTo>
                <a:lnTo>
                  <a:pt x="132443" y="20659"/>
                </a:lnTo>
                <a:lnTo>
                  <a:pt x="133670" y="22295"/>
                </a:lnTo>
                <a:lnTo>
                  <a:pt x="133670" y="22500"/>
                </a:lnTo>
                <a:lnTo>
                  <a:pt x="133773" y="22705"/>
                </a:lnTo>
                <a:lnTo>
                  <a:pt x="133466" y="22705"/>
                </a:lnTo>
                <a:lnTo>
                  <a:pt x="133875" y="23523"/>
                </a:lnTo>
                <a:lnTo>
                  <a:pt x="135000" y="23318"/>
                </a:lnTo>
                <a:lnTo>
                  <a:pt x="135205" y="22909"/>
                </a:lnTo>
                <a:lnTo>
                  <a:pt x="136023" y="22807"/>
                </a:lnTo>
                <a:lnTo>
                  <a:pt x="136432" y="20557"/>
                </a:lnTo>
                <a:lnTo>
                  <a:pt x="136636" y="20557"/>
                </a:lnTo>
                <a:lnTo>
                  <a:pt x="136023" y="20455"/>
                </a:lnTo>
                <a:lnTo>
                  <a:pt x="137761" y="19739"/>
                </a:lnTo>
                <a:lnTo>
                  <a:pt x="137250" y="19739"/>
                </a:lnTo>
                <a:lnTo>
                  <a:pt x="137966" y="19227"/>
                </a:lnTo>
                <a:lnTo>
                  <a:pt x="136636" y="18307"/>
                </a:lnTo>
                <a:lnTo>
                  <a:pt x="136432" y="17489"/>
                </a:lnTo>
                <a:lnTo>
                  <a:pt x="136636" y="17591"/>
                </a:lnTo>
                <a:lnTo>
                  <a:pt x="136636" y="17080"/>
                </a:lnTo>
                <a:lnTo>
                  <a:pt x="136432" y="16773"/>
                </a:lnTo>
                <a:lnTo>
                  <a:pt x="136943" y="16670"/>
                </a:lnTo>
                <a:lnTo>
                  <a:pt x="136841" y="16670"/>
                </a:lnTo>
                <a:lnTo>
                  <a:pt x="136739" y="16466"/>
                </a:lnTo>
                <a:lnTo>
                  <a:pt x="137148" y="16364"/>
                </a:lnTo>
                <a:lnTo>
                  <a:pt x="137045" y="16364"/>
                </a:lnTo>
                <a:lnTo>
                  <a:pt x="137455" y="16159"/>
                </a:lnTo>
                <a:lnTo>
                  <a:pt x="137352" y="16057"/>
                </a:lnTo>
                <a:lnTo>
                  <a:pt x="137864" y="15955"/>
                </a:lnTo>
                <a:lnTo>
                  <a:pt x="137864" y="15852"/>
                </a:lnTo>
                <a:lnTo>
                  <a:pt x="139091" y="15034"/>
                </a:lnTo>
                <a:lnTo>
                  <a:pt x="138784" y="14625"/>
                </a:lnTo>
                <a:lnTo>
                  <a:pt x="138886" y="14216"/>
                </a:lnTo>
                <a:lnTo>
                  <a:pt x="138989" y="14216"/>
                </a:lnTo>
                <a:lnTo>
                  <a:pt x="139193" y="14011"/>
                </a:lnTo>
                <a:lnTo>
                  <a:pt x="139398" y="14011"/>
                </a:lnTo>
                <a:lnTo>
                  <a:pt x="139295" y="13909"/>
                </a:lnTo>
                <a:lnTo>
                  <a:pt x="141034" y="13705"/>
                </a:lnTo>
                <a:lnTo>
                  <a:pt x="141545" y="14011"/>
                </a:lnTo>
                <a:lnTo>
                  <a:pt x="141648" y="14625"/>
                </a:lnTo>
                <a:lnTo>
                  <a:pt x="139807" y="15852"/>
                </a:lnTo>
                <a:lnTo>
                  <a:pt x="139807" y="15955"/>
                </a:lnTo>
                <a:lnTo>
                  <a:pt x="139295" y="16159"/>
                </a:lnTo>
                <a:lnTo>
                  <a:pt x="139602" y="18511"/>
                </a:lnTo>
                <a:lnTo>
                  <a:pt x="140523" y="18716"/>
                </a:lnTo>
                <a:lnTo>
                  <a:pt x="140523" y="18920"/>
                </a:lnTo>
                <a:lnTo>
                  <a:pt x="140727" y="18920"/>
                </a:lnTo>
                <a:lnTo>
                  <a:pt x="140830" y="19330"/>
                </a:lnTo>
                <a:lnTo>
                  <a:pt x="142977" y="18818"/>
                </a:lnTo>
                <a:lnTo>
                  <a:pt x="142875" y="18716"/>
                </a:lnTo>
                <a:lnTo>
                  <a:pt x="143386" y="18511"/>
                </a:lnTo>
                <a:lnTo>
                  <a:pt x="143284" y="18716"/>
                </a:lnTo>
                <a:lnTo>
                  <a:pt x="144731" y="18619"/>
                </a:lnTo>
                <a:lnTo>
                  <a:pt x="144731" y="18619"/>
                </a:lnTo>
                <a:lnTo>
                  <a:pt x="146045" y="19125"/>
                </a:lnTo>
                <a:lnTo>
                  <a:pt x="144920" y="19227"/>
                </a:lnTo>
                <a:lnTo>
                  <a:pt x="144818" y="19432"/>
                </a:lnTo>
                <a:lnTo>
                  <a:pt x="144614" y="19330"/>
                </a:lnTo>
                <a:lnTo>
                  <a:pt x="144511" y="19636"/>
                </a:lnTo>
                <a:lnTo>
                  <a:pt x="141750" y="19739"/>
                </a:lnTo>
                <a:lnTo>
                  <a:pt x="141341" y="20045"/>
                </a:lnTo>
                <a:lnTo>
                  <a:pt x="142261" y="20864"/>
                </a:lnTo>
                <a:lnTo>
                  <a:pt x="142261" y="21784"/>
                </a:lnTo>
                <a:lnTo>
                  <a:pt x="140318" y="21375"/>
                </a:lnTo>
                <a:lnTo>
                  <a:pt x="139909" y="22398"/>
                </a:lnTo>
                <a:lnTo>
                  <a:pt x="140011" y="23318"/>
                </a:lnTo>
                <a:lnTo>
                  <a:pt x="140114" y="23932"/>
                </a:lnTo>
                <a:lnTo>
                  <a:pt x="139807" y="23932"/>
                </a:lnTo>
                <a:lnTo>
                  <a:pt x="140011" y="23318"/>
                </a:lnTo>
                <a:lnTo>
                  <a:pt x="138886" y="24545"/>
                </a:lnTo>
                <a:lnTo>
                  <a:pt x="138375" y="24239"/>
                </a:lnTo>
                <a:lnTo>
                  <a:pt x="134693" y="24750"/>
                </a:lnTo>
                <a:lnTo>
                  <a:pt x="135307" y="25261"/>
                </a:lnTo>
                <a:lnTo>
                  <a:pt x="134795" y="25057"/>
                </a:lnTo>
                <a:lnTo>
                  <a:pt x="134693" y="24750"/>
                </a:lnTo>
                <a:lnTo>
                  <a:pt x="133773" y="24443"/>
                </a:lnTo>
                <a:lnTo>
                  <a:pt x="132852" y="24955"/>
                </a:lnTo>
                <a:lnTo>
                  <a:pt x="131625" y="24443"/>
                </a:lnTo>
                <a:lnTo>
                  <a:pt x="131625" y="24136"/>
                </a:lnTo>
                <a:lnTo>
                  <a:pt x="131318" y="23830"/>
                </a:lnTo>
                <a:lnTo>
                  <a:pt x="131420" y="23420"/>
                </a:lnTo>
                <a:lnTo>
                  <a:pt x="131727" y="23216"/>
                </a:lnTo>
                <a:lnTo>
                  <a:pt x="131625" y="23114"/>
                </a:lnTo>
                <a:lnTo>
                  <a:pt x="132341" y="22500"/>
                </a:lnTo>
                <a:lnTo>
                  <a:pt x="131932" y="22398"/>
                </a:lnTo>
                <a:lnTo>
                  <a:pt x="132034" y="21273"/>
                </a:lnTo>
                <a:lnTo>
                  <a:pt x="132034" y="21273"/>
                </a:lnTo>
                <a:lnTo>
                  <a:pt x="130602" y="21886"/>
                </a:lnTo>
                <a:lnTo>
                  <a:pt x="130602" y="22193"/>
                </a:lnTo>
                <a:lnTo>
                  <a:pt x="131011" y="22295"/>
                </a:lnTo>
                <a:lnTo>
                  <a:pt x="130705" y="22398"/>
                </a:lnTo>
                <a:lnTo>
                  <a:pt x="130295" y="22398"/>
                </a:lnTo>
                <a:lnTo>
                  <a:pt x="130295" y="23318"/>
                </a:lnTo>
                <a:lnTo>
                  <a:pt x="130909" y="24341"/>
                </a:lnTo>
                <a:lnTo>
                  <a:pt x="130807" y="24545"/>
                </a:lnTo>
                <a:lnTo>
                  <a:pt x="131625" y="25261"/>
                </a:lnTo>
                <a:lnTo>
                  <a:pt x="131011" y="25057"/>
                </a:lnTo>
                <a:lnTo>
                  <a:pt x="130705" y="25466"/>
                </a:lnTo>
                <a:lnTo>
                  <a:pt x="128864" y="25466"/>
                </a:lnTo>
                <a:lnTo>
                  <a:pt x="127739" y="26080"/>
                </a:lnTo>
                <a:lnTo>
                  <a:pt x="127432" y="27205"/>
                </a:lnTo>
                <a:lnTo>
                  <a:pt x="127227" y="27205"/>
                </a:lnTo>
                <a:lnTo>
                  <a:pt x="127534" y="27409"/>
                </a:lnTo>
                <a:lnTo>
                  <a:pt x="127534" y="27409"/>
                </a:lnTo>
                <a:lnTo>
                  <a:pt x="126818" y="27307"/>
                </a:lnTo>
                <a:lnTo>
                  <a:pt x="126818" y="27307"/>
                </a:lnTo>
                <a:lnTo>
                  <a:pt x="127432" y="27409"/>
                </a:lnTo>
                <a:lnTo>
                  <a:pt x="125386" y="28023"/>
                </a:lnTo>
                <a:lnTo>
                  <a:pt x="124977" y="28841"/>
                </a:lnTo>
                <a:lnTo>
                  <a:pt x="124261" y="29148"/>
                </a:lnTo>
                <a:lnTo>
                  <a:pt x="124466" y="29352"/>
                </a:lnTo>
                <a:lnTo>
                  <a:pt x="123239" y="29455"/>
                </a:lnTo>
                <a:lnTo>
                  <a:pt x="123136" y="29148"/>
                </a:lnTo>
                <a:lnTo>
                  <a:pt x="122727" y="29352"/>
                </a:lnTo>
                <a:lnTo>
                  <a:pt x="123034" y="30170"/>
                </a:lnTo>
                <a:lnTo>
                  <a:pt x="120375" y="30375"/>
                </a:lnTo>
                <a:lnTo>
                  <a:pt x="120784" y="30477"/>
                </a:lnTo>
                <a:lnTo>
                  <a:pt x="120477" y="30580"/>
                </a:lnTo>
                <a:lnTo>
                  <a:pt x="120682" y="30682"/>
                </a:lnTo>
                <a:lnTo>
                  <a:pt x="120375" y="30784"/>
                </a:lnTo>
                <a:lnTo>
                  <a:pt x="122011" y="31193"/>
                </a:lnTo>
                <a:lnTo>
                  <a:pt x="121909" y="31295"/>
                </a:lnTo>
                <a:lnTo>
                  <a:pt x="122114" y="31295"/>
                </a:lnTo>
                <a:lnTo>
                  <a:pt x="122114" y="31398"/>
                </a:lnTo>
                <a:lnTo>
                  <a:pt x="122727" y="31602"/>
                </a:lnTo>
                <a:lnTo>
                  <a:pt x="122420" y="31705"/>
                </a:lnTo>
                <a:lnTo>
                  <a:pt x="122523" y="32114"/>
                </a:lnTo>
                <a:lnTo>
                  <a:pt x="123239" y="32523"/>
                </a:lnTo>
                <a:lnTo>
                  <a:pt x="123341" y="33136"/>
                </a:lnTo>
                <a:lnTo>
                  <a:pt x="123136" y="33034"/>
                </a:lnTo>
                <a:lnTo>
                  <a:pt x="123750" y="33852"/>
                </a:lnTo>
                <a:lnTo>
                  <a:pt x="123750" y="33852"/>
                </a:lnTo>
                <a:lnTo>
                  <a:pt x="123239" y="33341"/>
                </a:lnTo>
                <a:lnTo>
                  <a:pt x="123136" y="34261"/>
                </a:lnTo>
                <a:lnTo>
                  <a:pt x="123239" y="34159"/>
                </a:lnTo>
                <a:lnTo>
                  <a:pt x="123239" y="34261"/>
                </a:lnTo>
                <a:lnTo>
                  <a:pt x="122830" y="35386"/>
                </a:lnTo>
                <a:lnTo>
                  <a:pt x="117409" y="35284"/>
                </a:lnTo>
                <a:lnTo>
                  <a:pt x="117307" y="35489"/>
                </a:lnTo>
                <a:lnTo>
                  <a:pt x="116898" y="35591"/>
                </a:lnTo>
                <a:lnTo>
                  <a:pt x="116693" y="36307"/>
                </a:lnTo>
                <a:lnTo>
                  <a:pt x="116898" y="36307"/>
                </a:lnTo>
                <a:lnTo>
                  <a:pt x="116898" y="36614"/>
                </a:lnTo>
                <a:lnTo>
                  <a:pt x="117000" y="36614"/>
                </a:lnTo>
                <a:lnTo>
                  <a:pt x="116182" y="40091"/>
                </a:lnTo>
                <a:lnTo>
                  <a:pt x="116795" y="39784"/>
                </a:lnTo>
                <a:lnTo>
                  <a:pt x="116386" y="40295"/>
                </a:lnTo>
                <a:lnTo>
                  <a:pt x="116687" y="40446"/>
                </a:lnTo>
                <a:lnTo>
                  <a:pt x="116687" y="40446"/>
                </a:lnTo>
                <a:lnTo>
                  <a:pt x="116489" y="41932"/>
                </a:lnTo>
                <a:lnTo>
                  <a:pt x="118330" y="41625"/>
                </a:lnTo>
                <a:lnTo>
                  <a:pt x="118739" y="42136"/>
                </a:lnTo>
                <a:lnTo>
                  <a:pt x="118841" y="42034"/>
                </a:lnTo>
                <a:lnTo>
                  <a:pt x="119455" y="42955"/>
                </a:lnTo>
                <a:lnTo>
                  <a:pt x="122420" y="42034"/>
                </a:lnTo>
                <a:lnTo>
                  <a:pt x="122727" y="41625"/>
                </a:lnTo>
                <a:lnTo>
                  <a:pt x="123545" y="41318"/>
                </a:lnTo>
                <a:lnTo>
                  <a:pt x="123852" y="40500"/>
                </a:lnTo>
                <a:lnTo>
                  <a:pt x="124261" y="40193"/>
                </a:lnTo>
                <a:lnTo>
                  <a:pt x="123955" y="39784"/>
                </a:lnTo>
                <a:lnTo>
                  <a:pt x="124773" y="38045"/>
                </a:lnTo>
                <a:lnTo>
                  <a:pt x="126818" y="36920"/>
                </a:lnTo>
                <a:lnTo>
                  <a:pt x="126818" y="35693"/>
                </a:lnTo>
                <a:lnTo>
                  <a:pt x="129682" y="35591"/>
                </a:lnTo>
                <a:lnTo>
                  <a:pt x="131318" y="34466"/>
                </a:lnTo>
                <a:lnTo>
                  <a:pt x="136943" y="38864"/>
                </a:lnTo>
                <a:lnTo>
                  <a:pt x="137250" y="38864"/>
                </a:lnTo>
                <a:lnTo>
                  <a:pt x="137761" y="40091"/>
                </a:lnTo>
                <a:lnTo>
                  <a:pt x="137557" y="40193"/>
                </a:lnTo>
                <a:lnTo>
                  <a:pt x="137352" y="40807"/>
                </a:lnTo>
                <a:lnTo>
                  <a:pt x="137761" y="41011"/>
                </a:lnTo>
                <a:lnTo>
                  <a:pt x="138170" y="39989"/>
                </a:lnTo>
                <a:lnTo>
                  <a:pt x="138580" y="39886"/>
                </a:lnTo>
                <a:lnTo>
                  <a:pt x="138477" y="39375"/>
                </a:lnTo>
                <a:lnTo>
                  <a:pt x="138068" y="39170"/>
                </a:lnTo>
                <a:lnTo>
                  <a:pt x="138375" y="38455"/>
                </a:lnTo>
                <a:lnTo>
                  <a:pt x="139602" y="38966"/>
                </a:lnTo>
                <a:lnTo>
                  <a:pt x="137455" y="37432"/>
                </a:lnTo>
                <a:lnTo>
                  <a:pt x="137557" y="37023"/>
                </a:lnTo>
                <a:lnTo>
                  <a:pt x="136432" y="36818"/>
                </a:lnTo>
                <a:lnTo>
                  <a:pt x="134182" y="34057"/>
                </a:lnTo>
                <a:lnTo>
                  <a:pt x="134284" y="33341"/>
                </a:lnTo>
                <a:lnTo>
                  <a:pt x="135307" y="33239"/>
                </a:lnTo>
                <a:lnTo>
                  <a:pt x="135205" y="33750"/>
                </a:lnTo>
                <a:lnTo>
                  <a:pt x="135716" y="33750"/>
                </a:lnTo>
                <a:lnTo>
                  <a:pt x="135818" y="33545"/>
                </a:lnTo>
                <a:lnTo>
                  <a:pt x="136841" y="34670"/>
                </a:lnTo>
                <a:lnTo>
                  <a:pt x="136534" y="34670"/>
                </a:lnTo>
                <a:lnTo>
                  <a:pt x="138784" y="36102"/>
                </a:lnTo>
                <a:lnTo>
                  <a:pt x="138170" y="35898"/>
                </a:lnTo>
                <a:lnTo>
                  <a:pt x="140420" y="37330"/>
                </a:lnTo>
                <a:lnTo>
                  <a:pt x="140420" y="38557"/>
                </a:lnTo>
                <a:lnTo>
                  <a:pt x="140318" y="38557"/>
                </a:lnTo>
                <a:lnTo>
                  <a:pt x="141955" y="39989"/>
                </a:lnTo>
                <a:lnTo>
                  <a:pt x="141648" y="39989"/>
                </a:lnTo>
                <a:lnTo>
                  <a:pt x="141955" y="40398"/>
                </a:lnTo>
                <a:lnTo>
                  <a:pt x="143080" y="40500"/>
                </a:lnTo>
                <a:lnTo>
                  <a:pt x="143489" y="40807"/>
                </a:lnTo>
                <a:lnTo>
                  <a:pt x="143489" y="40909"/>
                </a:lnTo>
                <a:lnTo>
                  <a:pt x="142159" y="40909"/>
                </a:lnTo>
                <a:lnTo>
                  <a:pt x="142773" y="42239"/>
                </a:lnTo>
                <a:lnTo>
                  <a:pt x="143284" y="42545"/>
                </a:lnTo>
                <a:lnTo>
                  <a:pt x="143898" y="42545"/>
                </a:lnTo>
                <a:lnTo>
                  <a:pt x="143489" y="41318"/>
                </a:lnTo>
                <a:lnTo>
                  <a:pt x="144102" y="41523"/>
                </a:lnTo>
                <a:lnTo>
                  <a:pt x="144102" y="41523"/>
                </a:lnTo>
                <a:lnTo>
                  <a:pt x="143591" y="41011"/>
                </a:lnTo>
                <a:lnTo>
                  <a:pt x="144205" y="41011"/>
                </a:lnTo>
                <a:lnTo>
                  <a:pt x="144409" y="40807"/>
                </a:lnTo>
                <a:lnTo>
                  <a:pt x="143182" y="39989"/>
                </a:lnTo>
                <a:lnTo>
                  <a:pt x="143591" y="39784"/>
                </a:lnTo>
                <a:lnTo>
                  <a:pt x="143386" y="39682"/>
                </a:lnTo>
                <a:lnTo>
                  <a:pt x="143591" y="39580"/>
                </a:lnTo>
                <a:lnTo>
                  <a:pt x="143693" y="39784"/>
                </a:lnTo>
                <a:lnTo>
                  <a:pt x="143591" y="39477"/>
                </a:lnTo>
                <a:lnTo>
                  <a:pt x="143080" y="38761"/>
                </a:lnTo>
                <a:lnTo>
                  <a:pt x="143284" y="38352"/>
                </a:lnTo>
                <a:lnTo>
                  <a:pt x="143740" y="38678"/>
                </a:lnTo>
                <a:lnTo>
                  <a:pt x="143740" y="38678"/>
                </a:lnTo>
                <a:lnTo>
                  <a:pt x="144205" y="38864"/>
                </a:lnTo>
                <a:lnTo>
                  <a:pt x="144102" y="38557"/>
                </a:lnTo>
                <a:lnTo>
                  <a:pt x="144511" y="38761"/>
                </a:lnTo>
                <a:lnTo>
                  <a:pt x="144000" y="38250"/>
                </a:lnTo>
                <a:lnTo>
                  <a:pt x="145636" y="38045"/>
                </a:lnTo>
                <a:lnTo>
                  <a:pt x="145943" y="38250"/>
                </a:lnTo>
                <a:lnTo>
                  <a:pt x="146557" y="38250"/>
                </a:lnTo>
                <a:lnTo>
                  <a:pt x="146045" y="38864"/>
                </a:lnTo>
                <a:lnTo>
                  <a:pt x="146864" y="39989"/>
                </a:lnTo>
                <a:lnTo>
                  <a:pt x="146761" y="40295"/>
                </a:lnTo>
                <a:lnTo>
                  <a:pt x="147068" y="40398"/>
                </a:lnTo>
                <a:lnTo>
                  <a:pt x="146659" y="40602"/>
                </a:lnTo>
                <a:lnTo>
                  <a:pt x="146455" y="40295"/>
                </a:lnTo>
                <a:lnTo>
                  <a:pt x="146352" y="40705"/>
                </a:lnTo>
                <a:lnTo>
                  <a:pt x="146864" y="40807"/>
                </a:lnTo>
                <a:lnTo>
                  <a:pt x="147477" y="41727"/>
                </a:lnTo>
                <a:lnTo>
                  <a:pt x="147375" y="41830"/>
                </a:lnTo>
                <a:lnTo>
                  <a:pt x="147273" y="41932"/>
                </a:lnTo>
                <a:lnTo>
                  <a:pt x="148091" y="41932"/>
                </a:lnTo>
                <a:lnTo>
                  <a:pt x="147477" y="42239"/>
                </a:lnTo>
                <a:lnTo>
                  <a:pt x="147989" y="42239"/>
                </a:lnTo>
                <a:lnTo>
                  <a:pt x="147989" y="42341"/>
                </a:lnTo>
                <a:lnTo>
                  <a:pt x="148602" y="42239"/>
                </a:lnTo>
                <a:lnTo>
                  <a:pt x="149523" y="42852"/>
                </a:lnTo>
                <a:lnTo>
                  <a:pt x="150136" y="42648"/>
                </a:lnTo>
                <a:lnTo>
                  <a:pt x="150341" y="42136"/>
                </a:lnTo>
                <a:lnTo>
                  <a:pt x="152080" y="42955"/>
                </a:lnTo>
                <a:lnTo>
                  <a:pt x="152898" y="42852"/>
                </a:lnTo>
                <a:lnTo>
                  <a:pt x="153511" y="42239"/>
                </a:lnTo>
                <a:lnTo>
                  <a:pt x="154227" y="42443"/>
                </a:lnTo>
                <a:lnTo>
                  <a:pt x="154636" y="42136"/>
                </a:lnTo>
                <a:lnTo>
                  <a:pt x="154023" y="47659"/>
                </a:lnTo>
                <a:lnTo>
                  <a:pt x="152489" y="48068"/>
                </a:lnTo>
                <a:lnTo>
                  <a:pt x="152080" y="47864"/>
                </a:lnTo>
                <a:lnTo>
                  <a:pt x="151773" y="47864"/>
                </a:lnTo>
                <a:lnTo>
                  <a:pt x="151773" y="47761"/>
                </a:lnTo>
                <a:lnTo>
                  <a:pt x="151261" y="47557"/>
                </a:lnTo>
                <a:lnTo>
                  <a:pt x="150648" y="47761"/>
                </a:lnTo>
                <a:lnTo>
                  <a:pt x="150955" y="47557"/>
                </a:lnTo>
                <a:lnTo>
                  <a:pt x="150955" y="47557"/>
                </a:lnTo>
                <a:lnTo>
                  <a:pt x="149114" y="48170"/>
                </a:lnTo>
                <a:lnTo>
                  <a:pt x="146148" y="47659"/>
                </a:lnTo>
                <a:lnTo>
                  <a:pt x="145739" y="47148"/>
                </a:lnTo>
                <a:lnTo>
                  <a:pt x="144102" y="46739"/>
                </a:lnTo>
                <a:lnTo>
                  <a:pt x="144000" y="46432"/>
                </a:lnTo>
                <a:lnTo>
                  <a:pt x="143489" y="46227"/>
                </a:lnTo>
                <a:lnTo>
                  <a:pt x="141955" y="46534"/>
                </a:lnTo>
                <a:lnTo>
                  <a:pt x="141443" y="47250"/>
                </a:lnTo>
                <a:lnTo>
                  <a:pt x="141648" y="48170"/>
                </a:lnTo>
                <a:lnTo>
                  <a:pt x="140114" y="48580"/>
                </a:lnTo>
                <a:lnTo>
                  <a:pt x="133773" y="45818"/>
                </a:lnTo>
                <a:lnTo>
                  <a:pt x="133875" y="45818"/>
                </a:lnTo>
                <a:lnTo>
                  <a:pt x="132750" y="44898"/>
                </a:lnTo>
                <a:lnTo>
                  <a:pt x="133568" y="43670"/>
                </a:lnTo>
                <a:lnTo>
                  <a:pt x="133159" y="43057"/>
                </a:lnTo>
                <a:lnTo>
                  <a:pt x="133466" y="41932"/>
                </a:lnTo>
                <a:lnTo>
                  <a:pt x="132852" y="42136"/>
                </a:lnTo>
                <a:lnTo>
                  <a:pt x="132852" y="41830"/>
                </a:lnTo>
                <a:lnTo>
                  <a:pt x="132545" y="41727"/>
                </a:lnTo>
                <a:lnTo>
                  <a:pt x="132545" y="41625"/>
                </a:lnTo>
                <a:lnTo>
                  <a:pt x="130807" y="42136"/>
                </a:lnTo>
                <a:lnTo>
                  <a:pt x="130295" y="41830"/>
                </a:lnTo>
                <a:lnTo>
                  <a:pt x="122318" y="43977"/>
                </a:lnTo>
                <a:lnTo>
                  <a:pt x="121602" y="43670"/>
                </a:lnTo>
                <a:lnTo>
                  <a:pt x="120477" y="43875"/>
                </a:lnTo>
                <a:lnTo>
                  <a:pt x="119659" y="43057"/>
                </a:lnTo>
                <a:lnTo>
                  <a:pt x="115568" y="48477"/>
                </a:lnTo>
                <a:lnTo>
                  <a:pt x="115773" y="48784"/>
                </a:lnTo>
                <a:lnTo>
                  <a:pt x="114034" y="50932"/>
                </a:lnTo>
                <a:lnTo>
                  <a:pt x="112909" y="51239"/>
                </a:lnTo>
                <a:lnTo>
                  <a:pt x="109943" y="55739"/>
                </a:lnTo>
                <a:lnTo>
                  <a:pt x="109943" y="55739"/>
                </a:lnTo>
                <a:lnTo>
                  <a:pt x="110148" y="55534"/>
                </a:lnTo>
                <a:lnTo>
                  <a:pt x="110148" y="55534"/>
                </a:lnTo>
                <a:lnTo>
                  <a:pt x="108920" y="58602"/>
                </a:lnTo>
                <a:lnTo>
                  <a:pt x="109432" y="58807"/>
                </a:lnTo>
                <a:lnTo>
                  <a:pt x="109432" y="60034"/>
                </a:lnTo>
                <a:lnTo>
                  <a:pt x="109636" y="59932"/>
                </a:lnTo>
                <a:lnTo>
                  <a:pt x="109330" y="63716"/>
                </a:lnTo>
                <a:lnTo>
                  <a:pt x="108409" y="64841"/>
                </a:lnTo>
                <a:lnTo>
                  <a:pt x="109023" y="65659"/>
                </a:lnTo>
                <a:lnTo>
                  <a:pt x="109227" y="65557"/>
                </a:lnTo>
                <a:lnTo>
                  <a:pt x="109227" y="66170"/>
                </a:lnTo>
                <a:lnTo>
                  <a:pt x="110250" y="66170"/>
                </a:lnTo>
                <a:lnTo>
                  <a:pt x="109330" y="66375"/>
                </a:lnTo>
                <a:lnTo>
                  <a:pt x="109227" y="66273"/>
                </a:lnTo>
                <a:lnTo>
                  <a:pt x="109023" y="67091"/>
                </a:lnTo>
                <a:lnTo>
                  <a:pt x="109023" y="67091"/>
                </a:lnTo>
                <a:lnTo>
                  <a:pt x="109227" y="66989"/>
                </a:lnTo>
                <a:lnTo>
                  <a:pt x="109739" y="67909"/>
                </a:lnTo>
                <a:lnTo>
                  <a:pt x="110557" y="67705"/>
                </a:lnTo>
                <a:lnTo>
                  <a:pt x="110557" y="67705"/>
                </a:lnTo>
                <a:lnTo>
                  <a:pt x="110148" y="67909"/>
                </a:lnTo>
                <a:lnTo>
                  <a:pt x="110557" y="68114"/>
                </a:lnTo>
                <a:lnTo>
                  <a:pt x="110148" y="68318"/>
                </a:lnTo>
                <a:lnTo>
                  <a:pt x="110250" y="68318"/>
                </a:lnTo>
                <a:lnTo>
                  <a:pt x="110455" y="68523"/>
                </a:lnTo>
                <a:lnTo>
                  <a:pt x="110352" y="68727"/>
                </a:lnTo>
                <a:lnTo>
                  <a:pt x="110557" y="68625"/>
                </a:lnTo>
                <a:lnTo>
                  <a:pt x="110659" y="68932"/>
                </a:lnTo>
                <a:lnTo>
                  <a:pt x="110864" y="69034"/>
                </a:lnTo>
                <a:lnTo>
                  <a:pt x="110966" y="68932"/>
                </a:lnTo>
                <a:lnTo>
                  <a:pt x="111375" y="69648"/>
                </a:lnTo>
                <a:lnTo>
                  <a:pt x="111784" y="69852"/>
                </a:lnTo>
                <a:lnTo>
                  <a:pt x="111784" y="70261"/>
                </a:lnTo>
                <a:lnTo>
                  <a:pt x="112295" y="70875"/>
                </a:lnTo>
                <a:lnTo>
                  <a:pt x="112193" y="71182"/>
                </a:lnTo>
                <a:lnTo>
                  <a:pt x="112500" y="71182"/>
                </a:lnTo>
                <a:lnTo>
                  <a:pt x="112193" y="71284"/>
                </a:lnTo>
                <a:lnTo>
                  <a:pt x="117511" y="75477"/>
                </a:lnTo>
                <a:lnTo>
                  <a:pt x="119557" y="74761"/>
                </a:lnTo>
                <a:lnTo>
                  <a:pt x="119250" y="74761"/>
                </a:lnTo>
                <a:lnTo>
                  <a:pt x="120477" y="74659"/>
                </a:lnTo>
                <a:lnTo>
                  <a:pt x="119966" y="74659"/>
                </a:lnTo>
                <a:lnTo>
                  <a:pt x="121295" y="74557"/>
                </a:lnTo>
                <a:lnTo>
                  <a:pt x="121398" y="74761"/>
                </a:lnTo>
                <a:lnTo>
                  <a:pt x="127534" y="73227"/>
                </a:lnTo>
                <a:lnTo>
                  <a:pt x="127330" y="73432"/>
                </a:lnTo>
                <a:lnTo>
                  <a:pt x="129170" y="74455"/>
                </a:lnTo>
                <a:lnTo>
                  <a:pt x="129170" y="74761"/>
                </a:lnTo>
                <a:lnTo>
                  <a:pt x="129068" y="74761"/>
                </a:lnTo>
                <a:lnTo>
                  <a:pt x="129886" y="75477"/>
                </a:lnTo>
                <a:lnTo>
                  <a:pt x="130091" y="75477"/>
                </a:lnTo>
                <a:lnTo>
                  <a:pt x="130398" y="75580"/>
                </a:lnTo>
                <a:lnTo>
                  <a:pt x="130295" y="75170"/>
                </a:lnTo>
                <a:lnTo>
                  <a:pt x="130398" y="75477"/>
                </a:lnTo>
                <a:lnTo>
                  <a:pt x="130602" y="75170"/>
                </a:lnTo>
                <a:lnTo>
                  <a:pt x="131420" y="75375"/>
                </a:lnTo>
                <a:lnTo>
                  <a:pt x="131625" y="74966"/>
                </a:lnTo>
                <a:lnTo>
                  <a:pt x="132341" y="75784"/>
                </a:lnTo>
                <a:lnTo>
                  <a:pt x="132955" y="75886"/>
                </a:lnTo>
                <a:lnTo>
                  <a:pt x="132852" y="79466"/>
                </a:lnTo>
                <a:lnTo>
                  <a:pt x="132648" y="79568"/>
                </a:lnTo>
                <a:lnTo>
                  <a:pt x="133261" y="79875"/>
                </a:lnTo>
                <a:lnTo>
                  <a:pt x="133057" y="79977"/>
                </a:lnTo>
                <a:lnTo>
                  <a:pt x="132648" y="79670"/>
                </a:lnTo>
                <a:lnTo>
                  <a:pt x="132443" y="80591"/>
                </a:lnTo>
                <a:lnTo>
                  <a:pt x="132034" y="80693"/>
                </a:lnTo>
                <a:lnTo>
                  <a:pt x="132852" y="81716"/>
                </a:lnTo>
                <a:lnTo>
                  <a:pt x="132852" y="81716"/>
                </a:lnTo>
                <a:lnTo>
                  <a:pt x="132341" y="81409"/>
                </a:lnTo>
                <a:lnTo>
                  <a:pt x="132750" y="82023"/>
                </a:lnTo>
                <a:lnTo>
                  <a:pt x="132648" y="82023"/>
                </a:lnTo>
                <a:lnTo>
                  <a:pt x="133261" y="82636"/>
                </a:lnTo>
                <a:lnTo>
                  <a:pt x="132955" y="82534"/>
                </a:lnTo>
                <a:lnTo>
                  <a:pt x="135205" y="85909"/>
                </a:lnTo>
                <a:lnTo>
                  <a:pt x="136023" y="86114"/>
                </a:lnTo>
                <a:lnTo>
                  <a:pt x="135307" y="86318"/>
                </a:lnTo>
                <a:lnTo>
                  <a:pt x="135920" y="89284"/>
                </a:lnTo>
                <a:lnTo>
                  <a:pt x="136023" y="89182"/>
                </a:lnTo>
                <a:lnTo>
                  <a:pt x="136432" y="92557"/>
                </a:lnTo>
                <a:lnTo>
                  <a:pt x="134795" y="96648"/>
                </a:lnTo>
                <a:lnTo>
                  <a:pt x="137045" y="103602"/>
                </a:lnTo>
                <a:lnTo>
                  <a:pt x="136943" y="103602"/>
                </a:lnTo>
                <a:lnTo>
                  <a:pt x="140011" y="115364"/>
                </a:lnTo>
                <a:lnTo>
                  <a:pt x="146148" y="114955"/>
                </a:lnTo>
                <a:lnTo>
                  <a:pt x="146557" y="114648"/>
                </a:lnTo>
                <a:lnTo>
                  <a:pt x="147068" y="114648"/>
                </a:lnTo>
                <a:lnTo>
                  <a:pt x="152693" y="109125"/>
                </a:lnTo>
                <a:lnTo>
                  <a:pt x="153205" y="106977"/>
                </a:lnTo>
                <a:lnTo>
                  <a:pt x="153102" y="107080"/>
                </a:lnTo>
                <a:lnTo>
                  <a:pt x="153205" y="106875"/>
                </a:lnTo>
                <a:lnTo>
                  <a:pt x="153205" y="106977"/>
                </a:lnTo>
                <a:lnTo>
                  <a:pt x="155659" y="104523"/>
                </a:lnTo>
                <a:lnTo>
                  <a:pt x="155659" y="102784"/>
                </a:lnTo>
                <a:lnTo>
                  <a:pt x="155557" y="103091"/>
                </a:lnTo>
                <a:lnTo>
                  <a:pt x="155045" y="100330"/>
                </a:lnTo>
                <a:lnTo>
                  <a:pt x="160670" y="95932"/>
                </a:lnTo>
                <a:lnTo>
                  <a:pt x="160875" y="91125"/>
                </a:lnTo>
                <a:lnTo>
                  <a:pt x="160057" y="90307"/>
                </a:lnTo>
                <a:lnTo>
                  <a:pt x="159955" y="87136"/>
                </a:lnTo>
                <a:lnTo>
                  <a:pt x="159341" y="86523"/>
                </a:lnTo>
                <a:lnTo>
                  <a:pt x="161284" y="82125"/>
                </a:lnTo>
                <a:lnTo>
                  <a:pt x="161693" y="82023"/>
                </a:lnTo>
                <a:lnTo>
                  <a:pt x="170591" y="69341"/>
                </a:lnTo>
                <a:lnTo>
                  <a:pt x="170386" y="69136"/>
                </a:lnTo>
                <a:lnTo>
                  <a:pt x="170284" y="69341"/>
                </a:lnTo>
                <a:lnTo>
                  <a:pt x="170182" y="67807"/>
                </a:lnTo>
                <a:lnTo>
                  <a:pt x="164557" y="69341"/>
                </a:lnTo>
                <a:lnTo>
                  <a:pt x="162511" y="68114"/>
                </a:lnTo>
                <a:lnTo>
                  <a:pt x="163330" y="67602"/>
                </a:lnTo>
                <a:lnTo>
                  <a:pt x="162920" y="66784"/>
                </a:lnTo>
                <a:lnTo>
                  <a:pt x="162920" y="66886"/>
                </a:lnTo>
                <a:lnTo>
                  <a:pt x="159955" y="64125"/>
                </a:lnTo>
                <a:lnTo>
                  <a:pt x="159955" y="64534"/>
                </a:lnTo>
                <a:lnTo>
                  <a:pt x="157193" y="58295"/>
                </a:lnTo>
                <a:lnTo>
                  <a:pt x="157193" y="58295"/>
                </a:lnTo>
                <a:lnTo>
                  <a:pt x="157295" y="58398"/>
                </a:lnTo>
                <a:lnTo>
                  <a:pt x="156375" y="56761"/>
                </a:lnTo>
                <a:lnTo>
                  <a:pt x="155966" y="56557"/>
                </a:lnTo>
                <a:lnTo>
                  <a:pt x="155659" y="56148"/>
                </a:lnTo>
                <a:lnTo>
                  <a:pt x="155864" y="55432"/>
                </a:lnTo>
                <a:lnTo>
                  <a:pt x="152591" y="49193"/>
                </a:lnTo>
                <a:lnTo>
                  <a:pt x="152591" y="49193"/>
                </a:lnTo>
                <a:lnTo>
                  <a:pt x="153716" y="51136"/>
                </a:lnTo>
                <a:lnTo>
                  <a:pt x="154330" y="50830"/>
                </a:lnTo>
                <a:lnTo>
                  <a:pt x="154739" y="49602"/>
                </a:lnTo>
                <a:lnTo>
                  <a:pt x="154534" y="51136"/>
                </a:lnTo>
                <a:lnTo>
                  <a:pt x="158727" y="56557"/>
                </a:lnTo>
                <a:lnTo>
                  <a:pt x="158625" y="56557"/>
                </a:lnTo>
                <a:lnTo>
                  <a:pt x="162614" y="64330"/>
                </a:lnTo>
                <a:lnTo>
                  <a:pt x="162511" y="64227"/>
                </a:lnTo>
                <a:lnTo>
                  <a:pt x="162511" y="64227"/>
                </a:lnTo>
                <a:lnTo>
                  <a:pt x="163330" y="66989"/>
                </a:lnTo>
                <a:lnTo>
                  <a:pt x="171102" y="63818"/>
                </a:lnTo>
                <a:lnTo>
                  <a:pt x="171102" y="63409"/>
                </a:lnTo>
                <a:lnTo>
                  <a:pt x="173557" y="62489"/>
                </a:lnTo>
                <a:lnTo>
                  <a:pt x="173659" y="61977"/>
                </a:lnTo>
                <a:lnTo>
                  <a:pt x="174580" y="61568"/>
                </a:lnTo>
                <a:lnTo>
                  <a:pt x="174989" y="60750"/>
                </a:lnTo>
                <a:lnTo>
                  <a:pt x="175807" y="60443"/>
                </a:lnTo>
                <a:lnTo>
                  <a:pt x="175705" y="59625"/>
                </a:lnTo>
                <a:lnTo>
                  <a:pt x="176114" y="58807"/>
                </a:lnTo>
                <a:lnTo>
                  <a:pt x="176216" y="59114"/>
                </a:lnTo>
                <a:lnTo>
                  <a:pt x="177341" y="57170"/>
                </a:lnTo>
                <a:lnTo>
                  <a:pt x="174273" y="54920"/>
                </a:lnTo>
                <a:lnTo>
                  <a:pt x="173864" y="52977"/>
                </a:lnTo>
                <a:lnTo>
                  <a:pt x="172330" y="55023"/>
                </a:lnTo>
                <a:lnTo>
                  <a:pt x="170080" y="55330"/>
                </a:lnTo>
                <a:lnTo>
                  <a:pt x="169875" y="55023"/>
                </a:lnTo>
                <a:lnTo>
                  <a:pt x="169568" y="55023"/>
                </a:lnTo>
                <a:lnTo>
                  <a:pt x="169670" y="54818"/>
                </a:lnTo>
                <a:lnTo>
                  <a:pt x="169466" y="54716"/>
                </a:lnTo>
                <a:lnTo>
                  <a:pt x="169670" y="54000"/>
                </a:lnTo>
                <a:lnTo>
                  <a:pt x="169466" y="53284"/>
                </a:lnTo>
                <a:lnTo>
                  <a:pt x="169057" y="53795"/>
                </a:lnTo>
                <a:lnTo>
                  <a:pt x="169057" y="54511"/>
                </a:lnTo>
                <a:lnTo>
                  <a:pt x="168239" y="53182"/>
                </a:lnTo>
                <a:lnTo>
                  <a:pt x="168341" y="53182"/>
                </a:lnTo>
                <a:lnTo>
                  <a:pt x="168239" y="52568"/>
                </a:lnTo>
                <a:lnTo>
                  <a:pt x="168341" y="52568"/>
                </a:lnTo>
                <a:lnTo>
                  <a:pt x="165886" y="49807"/>
                </a:lnTo>
                <a:lnTo>
                  <a:pt x="166193" y="49602"/>
                </a:lnTo>
                <a:lnTo>
                  <a:pt x="165989" y="49193"/>
                </a:lnTo>
                <a:lnTo>
                  <a:pt x="166398" y="49295"/>
                </a:lnTo>
                <a:lnTo>
                  <a:pt x="166807" y="48682"/>
                </a:lnTo>
                <a:lnTo>
                  <a:pt x="166807" y="48784"/>
                </a:lnTo>
                <a:lnTo>
                  <a:pt x="171409" y="52568"/>
                </a:lnTo>
                <a:lnTo>
                  <a:pt x="172943" y="52466"/>
                </a:lnTo>
                <a:lnTo>
                  <a:pt x="173557" y="52057"/>
                </a:lnTo>
                <a:lnTo>
                  <a:pt x="174273" y="52364"/>
                </a:lnTo>
                <a:lnTo>
                  <a:pt x="174580" y="53182"/>
                </a:lnTo>
                <a:lnTo>
                  <a:pt x="177545" y="54000"/>
                </a:lnTo>
                <a:lnTo>
                  <a:pt x="177648" y="53898"/>
                </a:lnTo>
                <a:lnTo>
                  <a:pt x="177750" y="54000"/>
                </a:lnTo>
                <a:lnTo>
                  <a:pt x="182761" y="53898"/>
                </a:lnTo>
                <a:lnTo>
                  <a:pt x="182557" y="53795"/>
                </a:lnTo>
                <a:lnTo>
                  <a:pt x="182557" y="53795"/>
                </a:lnTo>
                <a:lnTo>
                  <a:pt x="182864" y="53898"/>
                </a:lnTo>
                <a:lnTo>
                  <a:pt x="182966" y="53898"/>
                </a:lnTo>
                <a:lnTo>
                  <a:pt x="184091" y="55432"/>
                </a:lnTo>
                <a:lnTo>
                  <a:pt x="184500" y="55636"/>
                </a:lnTo>
                <a:lnTo>
                  <a:pt x="184500" y="55534"/>
                </a:lnTo>
                <a:lnTo>
                  <a:pt x="185114" y="55534"/>
                </a:lnTo>
                <a:lnTo>
                  <a:pt x="184909" y="56045"/>
                </a:lnTo>
                <a:lnTo>
                  <a:pt x="185727" y="56557"/>
                </a:lnTo>
                <a:lnTo>
                  <a:pt x="186750" y="56250"/>
                </a:lnTo>
                <a:lnTo>
                  <a:pt x="185727" y="57068"/>
                </a:lnTo>
                <a:lnTo>
                  <a:pt x="185420" y="57068"/>
                </a:lnTo>
                <a:lnTo>
                  <a:pt x="187568" y="58602"/>
                </a:lnTo>
                <a:lnTo>
                  <a:pt x="188386" y="58193"/>
                </a:lnTo>
                <a:lnTo>
                  <a:pt x="188284" y="57170"/>
                </a:lnTo>
                <a:lnTo>
                  <a:pt x="188898" y="57170"/>
                </a:lnTo>
                <a:lnTo>
                  <a:pt x="188693" y="57682"/>
                </a:lnTo>
                <a:lnTo>
                  <a:pt x="189205" y="57682"/>
                </a:lnTo>
                <a:lnTo>
                  <a:pt x="188795" y="57989"/>
                </a:lnTo>
                <a:lnTo>
                  <a:pt x="188898" y="57989"/>
                </a:lnTo>
                <a:lnTo>
                  <a:pt x="189307" y="60239"/>
                </a:lnTo>
                <a:lnTo>
                  <a:pt x="189205" y="60239"/>
                </a:lnTo>
                <a:lnTo>
                  <a:pt x="189205" y="60545"/>
                </a:lnTo>
                <a:lnTo>
                  <a:pt x="189307" y="60341"/>
                </a:lnTo>
                <a:lnTo>
                  <a:pt x="190636" y="64227"/>
                </a:lnTo>
                <a:lnTo>
                  <a:pt x="190534" y="64227"/>
                </a:lnTo>
                <a:lnTo>
                  <a:pt x="193160" y="69965"/>
                </a:lnTo>
                <a:lnTo>
                  <a:pt x="194216" y="71693"/>
                </a:lnTo>
                <a:lnTo>
                  <a:pt x="195955" y="70568"/>
                </a:lnTo>
                <a:lnTo>
                  <a:pt x="195545" y="70261"/>
                </a:lnTo>
                <a:lnTo>
                  <a:pt x="195852" y="69443"/>
                </a:lnTo>
                <a:lnTo>
                  <a:pt x="196364" y="69239"/>
                </a:lnTo>
                <a:lnTo>
                  <a:pt x="196568" y="66375"/>
                </a:lnTo>
                <a:lnTo>
                  <a:pt x="196466" y="66170"/>
                </a:lnTo>
                <a:lnTo>
                  <a:pt x="196261" y="63920"/>
                </a:lnTo>
                <a:lnTo>
                  <a:pt x="196875" y="63818"/>
                </a:lnTo>
                <a:lnTo>
                  <a:pt x="200455" y="59830"/>
                </a:lnTo>
                <a:lnTo>
                  <a:pt x="200250" y="59932"/>
                </a:lnTo>
                <a:lnTo>
                  <a:pt x="200250" y="59932"/>
                </a:lnTo>
                <a:lnTo>
                  <a:pt x="201580" y="58705"/>
                </a:lnTo>
                <a:lnTo>
                  <a:pt x="201477" y="58091"/>
                </a:lnTo>
                <a:lnTo>
                  <a:pt x="202398" y="57580"/>
                </a:lnTo>
                <a:lnTo>
                  <a:pt x="202295" y="57068"/>
                </a:lnTo>
                <a:lnTo>
                  <a:pt x="202500" y="57580"/>
                </a:lnTo>
                <a:lnTo>
                  <a:pt x="202705" y="57682"/>
                </a:lnTo>
                <a:lnTo>
                  <a:pt x="202909" y="57273"/>
                </a:lnTo>
                <a:lnTo>
                  <a:pt x="203114" y="57886"/>
                </a:lnTo>
                <a:lnTo>
                  <a:pt x="203216" y="57682"/>
                </a:lnTo>
                <a:lnTo>
                  <a:pt x="203420" y="57784"/>
                </a:lnTo>
                <a:lnTo>
                  <a:pt x="203420" y="57784"/>
                </a:lnTo>
                <a:lnTo>
                  <a:pt x="203216" y="57477"/>
                </a:lnTo>
                <a:lnTo>
                  <a:pt x="203318" y="57273"/>
                </a:lnTo>
                <a:lnTo>
                  <a:pt x="203625" y="57682"/>
                </a:lnTo>
                <a:lnTo>
                  <a:pt x="203625" y="57170"/>
                </a:lnTo>
                <a:lnTo>
                  <a:pt x="203830" y="57682"/>
                </a:lnTo>
                <a:lnTo>
                  <a:pt x="204136" y="56966"/>
                </a:lnTo>
                <a:lnTo>
                  <a:pt x="204136" y="57375"/>
                </a:lnTo>
                <a:lnTo>
                  <a:pt x="204341" y="57273"/>
                </a:lnTo>
                <a:lnTo>
                  <a:pt x="204341" y="57580"/>
                </a:lnTo>
                <a:lnTo>
                  <a:pt x="204648" y="57170"/>
                </a:lnTo>
                <a:lnTo>
                  <a:pt x="204545" y="56250"/>
                </a:lnTo>
                <a:lnTo>
                  <a:pt x="204239" y="55943"/>
                </a:lnTo>
                <a:lnTo>
                  <a:pt x="204443" y="55943"/>
                </a:lnTo>
                <a:lnTo>
                  <a:pt x="204443" y="55739"/>
                </a:lnTo>
                <a:lnTo>
                  <a:pt x="205773" y="57068"/>
                </a:lnTo>
                <a:lnTo>
                  <a:pt x="206795" y="59216"/>
                </a:lnTo>
                <a:lnTo>
                  <a:pt x="206795" y="58909"/>
                </a:lnTo>
                <a:lnTo>
                  <a:pt x="207102" y="59011"/>
                </a:lnTo>
                <a:lnTo>
                  <a:pt x="207307" y="59625"/>
                </a:lnTo>
                <a:lnTo>
                  <a:pt x="207307" y="59420"/>
                </a:lnTo>
                <a:lnTo>
                  <a:pt x="207818" y="59523"/>
                </a:lnTo>
                <a:lnTo>
                  <a:pt x="208125" y="60136"/>
                </a:lnTo>
                <a:lnTo>
                  <a:pt x="207716" y="60136"/>
                </a:lnTo>
                <a:lnTo>
                  <a:pt x="208125" y="60648"/>
                </a:lnTo>
                <a:lnTo>
                  <a:pt x="208125" y="60239"/>
                </a:lnTo>
                <a:lnTo>
                  <a:pt x="208432" y="60750"/>
                </a:lnTo>
                <a:lnTo>
                  <a:pt x="208330" y="60750"/>
                </a:lnTo>
                <a:lnTo>
                  <a:pt x="208739" y="63614"/>
                </a:lnTo>
                <a:lnTo>
                  <a:pt x="209148" y="63102"/>
                </a:lnTo>
                <a:lnTo>
                  <a:pt x="209148" y="63716"/>
                </a:lnTo>
                <a:lnTo>
                  <a:pt x="209352" y="63409"/>
                </a:lnTo>
                <a:lnTo>
                  <a:pt x="210170" y="63409"/>
                </a:lnTo>
                <a:lnTo>
                  <a:pt x="210477" y="63205"/>
                </a:lnTo>
                <a:lnTo>
                  <a:pt x="210477" y="62795"/>
                </a:lnTo>
                <a:lnTo>
                  <a:pt x="210886" y="62898"/>
                </a:lnTo>
                <a:lnTo>
                  <a:pt x="210989" y="62182"/>
                </a:lnTo>
                <a:lnTo>
                  <a:pt x="211807" y="63000"/>
                </a:lnTo>
                <a:lnTo>
                  <a:pt x="212318" y="64943"/>
                </a:lnTo>
                <a:lnTo>
                  <a:pt x="212216" y="64943"/>
                </a:lnTo>
                <a:lnTo>
                  <a:pt x="212523" y="65966"/>
                </a:lnTo>
                <a:lnTo>
                  <a:pt x="212625" y="65659"/>
                </a:lnTo>
                <a:lnTo>
                  <a:pt x="213239" y="69750"/>
                </a:lnTo>
                <a:lnTo>
                  <a:pt x="213341" y="69545"/>
                </a:lnTo>
                <a:lnTo>
                  <a:pt x="213136" y="71386"/>
                </a:lnTo>
                <a:lnTo>
                  <a:pt x="218045" y="78545"/>
                </a:lnTo>
                <a:lnTo>
                  <a:pt x="218455" y="78545"/>
                </a:lnTo>
                <a:lnTo>
                  <a:pt x="218557" y="78341"/>
                </a:lnTo>
                <a:lnTo>
                  <a:pt x="218864" y="78341"/>
                </a:lnTo>
                <a:lnTo>
                  <a:pt x="217739" y="74659"/>
                </a:lnTo>
                <a:lnTo>
                  <a:pt x="215182" y="72307"/>
                </a:lnTo>
                <a:lnTo>
                  <a:pt x="215284" y="72614"/>
                </a:lnTo>
                <a:lnTo>
                  <a:pt x="214875" y="72102"/>
                </a:lnTo>
                <a:lnTo>
                  <a:pt x="215182" y="72307"/>
                </a:lnTo>
                <a:lnTo>
                  <a:pt x="214875" y="71284"/>
                </a:lnTo>
                <a:lnTo>
                  <a:pt x="214773" y="71386"/>
                </a:lnTo>
                <a:lnTo>
                  <a:pt x="213852" y="69852"/>
                </a:lnTo>
                <a:lnTo>
                  <a:pt x="214364" y="66580"/>
                </a:lnTo>
                <a:lnTo>
                  <a:pt x="214261" y="66375"/>
                </a:lnTo>
                <a:lnTo>
                  <a:pt x="215080" y="66273"/>
                </a:lnTo>
                <a:lnTo>
                  <a:pt x="215080" y="66784"/>
                </a:lnTo>
                <a:lnTo>
                  <a:pt x="216409" y="67398"/>
                </a:lnTo>
                <a:lnTo>
                  <a:pt x="216409" y="67295"/>
                </a:lnTo>
                <a:lnTo>
                  <a:pt x="216716" y="67602"/>
                </a:lnTo>
                <a:lnTo>
                  <a:pt x="216716" y="67500"/>
                </a:lnTo>
                <a:lnTo>
                  <a:pt x="217023" y="68011"/>
                </a:lnTo>
                <a:lnTo>
                  <a:pt x="217125" y="67909"/>
                </a:lnTo>
                <a:lnTo>
                  <a:pt x="217330" y="68625"/>
                </a:lnTo>
                <a:lnTo>
                  <a:pt x="217636" y="68625"/>
                </a:lnTo>
                <a:lnTo>
                  <a:pt x="217739" y="69034"/>
                </a:lnTo>
                <a:lnTo>
                  <a:pt x="219068" y="69648"/>
                </a:lnTo>
                <a:lnTo>
                  <a:pt x="218966" y="71182"/>
                </a:lnTo>
                <a:lnTo>
                  <a:pt x="218966" y="71182"/>
                </a:lnTo>
                <a:lnTo>
                  <a:pt x="219886" y="70568"/>
                </a:lnTo>
                <a:lnTo>
                  <a:pt x="219886" y="69750"/>
                </a:lnTo>
                <a:lnTo>
                  <a:pt x="220500" y="70159"/>
                </a:lnTo>
                <a:lnTo>
                  <a:pt x="220091" y="69545"/>
                </a:lnTo>
                <a:lnTo>
                  <a:pt x="220602" y="69852"/>
                </a:lnTo>
                <a:lnTo>
                  <a:pt x="220398" y="69443"/>
                </a:lnTo>
                <a:lnTo>
                  <a:pt x="222545" y="68318"/>
                </a:lnTo>
                <a:lnTo>
                  <a:pt x="222737" y="67743"/>
                </a:lnTo>
                <a:lnTo>
                  <a:pt x="222648" y="67295"/>
                </a:lnTo>
                <a:lnTo>
                  <a:pt x="222750" y="67295"/>
                </a:lnTo>
                <a:lnTo>
                  <a:pt x="222750" y="66886"/>
                </a:lnTo>
                <a:lnTo>
                  <a:pt x="222852" y="67091"/>
                </a:lnTo>
                <a:lnTo>
                  <a:pt x="222545" y="65864"/>
                </a:lnTo>
                <a:lnTo>
                  <a:pt x="219375" y="61773"/>
                </a:lnTo>
                <a:lnTo>
                  <a:pt x="219477" y="61773"/>
                </a:lnTo>
                <a:lnTo>
                  <a:pt x="218659" y="60239"/>
                </a:lnTo>
                <a:lnTo>
                  <a:pt x="219170" y="58398"/>
                </a:lnTo>
                <a:lnTo>
                  <a:pt x="219682" y="58500"/>
                </a:lnTo>
                <a:lnTo>
                  <a:pt x="220602" y="57477"/>
                </a:lnTo>
                <a:lnTo>
                  <a:pt x="221216" y="57989"/>
                </a:lnTo>
                <a:lnTo>
                  <a:pt x="221625" y="57682"/>
                </a:lnTo>
                <a:lnTo>
                  <a:pt x="221830" y="57886"/>
                </a:lnTo>
                <a:lnTo>
                  <a:pt x="221830" y="58500"/>
                </a:lnTo>
                <a:lnTo>
                  <a:pt x="222239" y="59011"/>
                </a:lnTo>
                <a:lnTo>
                  <a:pt x="222136" y="59011"/>
                </a:lnTo>
                <a:lnTo>
                  <a:pt x="222545" y="59114"/>
                </a:lnTo>
                <a:lnTo>
                  <a:pt x="222239" y="58500"/>
                </a:lnTo>
                <a:lnTo>
                  <a:pt x="222443" y="58091"/>
                </a:lnTo>
                <a:lnTo>
                  <a:pt x="224080" y="57477"/>
                </a:lnTo>
                <a:lnTo>
                  <a:pt x="224591" y="57477"/>
                </a:lnTo>
                <a:lnTo>
                  <a:pt x="224693" y="57170"/>
                </a:lnTo>
                <a:lnTo>
                  <a:pt x="225102" y="57068"/>
                </a:lnTo>
                <a:lnTo>
                  <a:pt x="224795" y="56455"/>
                </a:lnTo>
                <a:lnTo>
                  <a:pt x="225000" y="56250"/>
                </a:lnTo>
                <a:lnTo>
                  <a:pt x="225716" y="57068"/>
                </a:lnTo>
                <a:lnTo>
                  <a:pt x="226023" y="56659"/>
                </a:lnTo>
                <a:lnTo>
                  <a:pt x="226125" y="56761"/>
                </a:lnTo>
                <a:lnTo>
                  <a:pt x="226534" y="56659"/>
                </a:lnTo>
                <a:lnTo>
                  <a:pt x="226739" y="56659"/>
                </a:lnTo>
                <a:lnTo>
                  <a:pt x="226739" y="56557"/>
                </a:lnTo>
                <a:lnTo>
                  <a:pt x="227352" y="56455"/>
                </a:lnTo>
                <a:lnTo>
                  <a:pt x="227761" y="55739"/>
                </a:lnTo>
                <a:lnTo>
                  <a:pt x="228170" y="55739"/>
                </a:lnTo>
                <a:lnTo>
                  <a:pt x="228375" y="55534"/>
                </a:lnTo>
                <a:lnTo>
                  <a:pt x="228477" y="54920"/>
                </a:lnTo>
                <a:lnTo>
                  <a:pt x="229807" y="54000"/>
                </a:lnTo>
                <a:lnTo>
                  <a:pt x="229705" y="53386"/>
                </a:lnTo>
                <a:lnTo>
                  <a:pt x="229193" y="53182"/>
                </a:lnTo>
                <a:lnTo>
                  <a:pt x="229807" y="52977"/>
                </a:lnTo>
                <a:lnTo>
                  <a:pt x="229398" y="52466"/>
                </a:lnTo>
                <a:lnTo>
                  <a:pt x="229602" y="52466"/>
                </a:lnTo>
                <a:lnTo>
                  <a:pt x="229807" y="52670"/>
                </a:lnTo>
                <a:lnTo>
                  <a:pt x="230318" y="50932"/>
                </a:lnTo>
                <a:lnTo>
                  <a:pt x="230727" y="50932"/>
                </a:lnTo>
                <a:lnTo>
                  <a:pt x="230523" y="50318"/>
                </a:lnTo>
                <a:lnTo>
                  <a:pt x="230625" y="50318"/>
                </a:lnTo>
                <a:lnTo>
                  <a:pt x="230318" y="50114"/>
                </a:lnTo>
                <a:lnTo>
                  <a:pt x="230727" y="50114"/>
                </a:lnTo>
                <a:lnTo>
                  <a:pt x="230625" y="49602"/>
                </a:lnTo>
                <a:lnTo>
                  <a:pt x="230318" y="49705"/>
                </a:lnTo>
                <a:lnTo>
                  <a:pt x="230625" y="49295"/>
                </a:lnTo>
                <a:lnTo>
                  <a:pt x="229807" y="48886"/>
                </a:lnTo>
                <a:lnTo>
                  <a:pt x="229295" y="49091"/>
                </a:lnTo>
                <a:lnTo>
                  <a:pt x="228886" y="48989"/>
                </a:lnTo>
                <a:lnTo>
                  <a:pt x="230011" y="48273"/>
                </a:lnTo>
                <a:lnTo>
                  <a:pt x="229909" y="47966"/>
                </a:lnTo>
                <a:lnTo>
                  <a:pt x="228682" y="47148"/>
                </a:lnTo>
                <a:lnTo>
                  <a:pt x="228170" y="47250"/>
                </a:lnTo>
                <a:lnTo>
                  <a:pt x="228477" y="47045"/>
                </a:lnTo>
                <a:lnTo>
                  <a:pt x="229807" y="47455"/>
                </a:lnTo>
                <a:lnTo>
                  <a:pt x="226227" y="44080"/>
                </a:lnTo>
                <a:lnTo>
                  <a:pt x="226739" y="43057"/>
                </a:lnTo>
                <a:lnTo>
                  <a:pt x="226534" y="42750"/>
                </a:lnTo>
                <a:lnTo>
                  <a:pt x="226534" y="42750"/>
                </a:lnTo>
                <a:lnTo>
                  <a:pt x="226739" y="42955"/>
                </a:lnTo>
                <a:lnTo>
                  <a:pt x="227045" y="42545"/>
                </a:lnTo>
                <a:lnTo>
                  <a:pt x="226943" y="42341"/>
                </a:lnTo>
                <a:lnTo>
                  <a:pt x="228170" y="41932"/>
                </a:lnTo>
                <a:lnTo>
                  <a:pt x="228170" y="41523"/>
                </a:lnTo>
                <a:lnTo>
                  <a:pt x="225920" y="41216"/>
                </a:lnTo>
                <a:lnTo>
                  <a:pt x="225511" y="41830"/>
                </a:lnTo>
                <a:lnTo>
                  <a:pt x="225000" y="41625"/>
                </a:lnTo>
                <a:lnTo>
                  <a:pt x="224898" y="41216"/>
                </a:lnTo>
                <a:lnTo>
                  <a:pt x="223159" y="39989"/>
                </a:lnTo>
                <a:lnTo>
                  <a:pt x="224182" y="39580"/>
                </a:lnTo>
                <a:lnTo>
                  <a:pt x="224284" y="38966"/>
                </a:lnTo>
                <a:lnTo>
                  <a:pt x="224898" y="38659"/>
                </a:lnTo>
                <a:lnTo>
                  <a:pt x="225000" y="38250"/>
                </a:lnTo>
                <a:lnTo>
                  <a:pt x="225614" y="37943"/>
                </a:lnTo>
                <a:lnTo>
                  <a:pt x="226227" y="38557"/>
                </a:lnTo>
                <a:lnTo>
                  <a:pt x="226023" y="39477"/>
                </a:lnTo>
                <a:lnTo>
                  <a:pt x="226432" y="39477"/>
                </a:lnTo>
                <a:lnTo>
                  <a:pt x="226432" y="39784"/>
                </a:lnTo>
                <a:lnTo>
                  <a:pt x="226125" y="39989"/>
                </a:lnTo>
                <a:lnTo>
                  <a:pt x="226534" y="39989"/>
                </a:lnTo>
                <a:lnTo>
                  <a:pt x="226636" y="39886"/>
                </a:lnTo>
                <a:lnTo>
                  <a:pt x="228273" y="38864"/>
                </a:lnTo>
                <a:lnTo>
                  <a:pt x="228682" y="39273"/>
                </a:lnTo>
                <a:lnTo>
                  <a:pt x="228784" y="39068"/>
                </a:lnTo>
                <a:lnTo>
                  <a:pt x="229500" y="39580"/>
                </a:lnTo>
                <a:lnTo>
                  <a:pt x="229602" y="40091"/>
                </a:lnTo>
                <a:lnTo>
                  <a:pt x="229909" y="40193"/>
                </a:lnTo>
                <a:lnTo>
                  <a:pt x="229500" y="40807"/>
                </a:lnTo>
                <a:lnTo>
                  <a:pt x="230011" y="40807"/>
                </a:lnTo>
                <a:lnTo>
                  <a:pt x="229807" y="41011"/>
                </a:lnTo>
                <a:lnTo>
                  <a:pt x="230114" y="41114"/>
                </a:lnTo>
                <a:lnTo>
                  <a:pt x="230216" y="41216"/>
                </a:lnTo>
                <a:lnTo>
                  <a:pt x="230420" y="41114"/>
                </a:lnTo>
                <a:lnTo>
                  <a:pt x="230523" y="40909"/>
                </a:lnTo>
                <a:lnTo>
                  <a:pt x="231955" y="42136"/>
                </a:lnTo>
                <a:lnTo>
                  <a:pt x="231341" y="42136"/>
                </a:lnTo>
                <a:lnTo>
                  <a:pt x="232670" y="44182"/>
                </a:lnTo>
                <a:lnTo>
                  <a:pt x="232568" y="44284"/>
                </a:lnTo>
                <a:lnTo>
                  <a:pt x="232670" y="44386"/>
                </a:lnTo>
                <a:lnTo>
                  <a:pt x="232466" y="44386"/>
                </a:lnTo>
                <a:lnTo>
                  <a:pt x="232875" y="44795"/>
                </a:lnTo>
                <a:lnTo>
                  <a:pt x="233080" y="44591"/>
                </a:lnTo>
                <a:lnTo>
                  <a:pt x="233182" y="44284"/>
                </a:lnTo>
                <a:lnTo>
                  <a:pt x="233489" y="44489"/>
                </a:lnTo>
                <a:lnTo>
                  <a:pt x="233386" y="44284"/>
                </a:lnTo>
                <a:lnTo>
                  <a:pt x="233591" y="44284"/>
                </a:lnTo>
                <a:lnTo>
                  <a:pt x="233693" y="44080"/>
                </a:lnTo>
                <a:lnTo>
                  <a:pt x="234205" y="44182"/>
                </a:lnTo>
                <a:lnTo>
                  <a:pt x="234614" y="43875"/>
                </a:lnTo>
                <a:lnTo>
                  <a:pt x="234614" y="42955"/>
                </a:lnTo>
                <a:lnTo>
                  <a:pt x="231034" y="39170"/>
                </a:lnTo>
                <a:lnTo>
                  <a:pt x="232261" y="38045"/>
                </a:lnTo>
                <a:lnTo>
                  <a:pt x="232057" y="36205"/>
                </a:lnTo>
                <a:lnTo>
                  <a:pt x="232057" y="36205"/>
                </a:lnTo>
                <a:lnTo>
                  <a:pt x="232364" y="36307"/>
                </a:lnTo>
                <a:lnTo>
                  <a:pt x="232670" y="35591"/>
                </a:lnTo>
                <a:lnTo>
                  <a:pt x="232977" y="35591"/>
                </a:lnTo>
                <a:lnTo>
                  <a:pt x="234102" y="36102"/>
                </a:lnTo>
                <a:lnTo>
                  <a:pt x="235739" y="30273"/>
                </a:lnTo>
                <a:lnTo>
                  <a:pt x="232670" y="25773"/>
                </a:lnTo>
                <a:lnTo>
                  <a:pt x="232670" y="25466"/>
                </a:lnTo>
                <a:lnTo>
                  <a:pt x="229909" y="24545"/>
                </a:lnTo>
                <a:lnTo>
                  <a:pt x="230420" y="25159"/>
                </a:lnTo>
                <a:lnTo>
                  <a:pt x="230318" y="25364"/>
                </a:lnTo>
                <a:lnTo>
                  <a:pt x="230114" y="24955"/>
                </a:lnTo>
                <a:lnTo>
                  <a:pt x="230114" y="25159"/>
                </a:lnTo>
                <a:lnTo>
                  <a:pt x="229500" y="25261"/>
                </a:lnTo>
                <a:lnTo>
                  <a:pt x="229602" y="24955"/>
                </a:lnTo>
                <a:lnTo>
                  <a:pt x="228886" y="24648"/>
                </a:lnTo>
                <a:lnTo>
                  <a:pt x="229193" y="25057"/>
                </a:lnTo>
                <a:lnTo>
                  <a:pt x="226841" y="23830"/>
                </a:lnTo>
                <a:lnTo>
                  <a:pt x="228068" y="21068"/>
                </a:lnTo>
                <a:lnTo>
                  <a:pt x="227864" y="20761"/>
                </a:lnTo>
                <a:lnTo>
                  <a:pt x="228170" y="20455"/>
                </a:lnTo>
                <a:lnTo>
                  <a:pt x="228170" y="20045"/>
                </a:lnTo>
                <a:lnTo>
                  <a:pt x="231034" y="19841"/>
                </a:lnTo>
                <a:lnTo>
                  <a:pt x="231034" y="19636"/>
                </a:lnTo>
                <a:lnTo>
                  <a:pt x="232875" y="19841"/>
                </a:lnTo>
                <a:lnTo>
                  <a:pt x="232568" y="19534"/>
                </a:lnTo>
                <a:lnTo>
                  <a:pt x="232875" y="19636"/>
                </a:lnTo>
                <a:lnTo>
                  <a:pt x="232670" y="19432"/>
                </a:lnTo>
                <a:lnTo>
                  <a:pt x="233898" y="19534"/>
                </a:lnTo>
                <a:lnTo>
                  <a:pt x="233795" y="19636"/>
                </a:lnTo>
                <a:lnTo>
                  <a:pt x="235432" y="19841"/>
                </a:lnTo>
                <a:lnTo>
                  <a:pt x="234716" y="19943"/>
                </a:lnTo>
                <a:lnTo>
                  <a:pt x="236250" y="19943"/>
                </a:lnTo>
                <a:lnTo>
                  <a:pt x="236250" y="19841"/>
                </a:lnTo>
                <a:lnTo>
                  <a:pt x="236966" y="19943"/>
                </a:lnTo>
                <a:lnTo>
                  <a:pt x="237068" y="19841"/>
                </a:lnTo>
                <a:lnTo>
                  <a:pt x="237580" y="19841"/>
                </a:lnTo>
                <a:lnTo>
                  <a:pt x="236557" y="19636"/>
                </a:lnTo>
                <a:lnTo>
                  <a:pt x="236148" y="18818"/>
                </a:lnTo>
                <a:lnTo>
                  <a:pt x="236352" y="17489"/>
                </a:lnTo>
                <a:lnTo>
                  <a:pt x="238602" y="17693"/>
                </a:lnTo>
                <a:lnTo>
                  <a:pt x="239011" y="18205"/>
                </a:lnTo>
                <a:lnTo>
                  <a:pt x="239216" y="18102"/>
                </a:lnTo>
                <a:lnTo>
                  <a:pt x="239625" y="18511"/>
                </a:lnTo>
                <a:lnTo>
                  <a:pt x="239932" y="18409"/>
                </a:lnTo>
                <a:lnTo>
                  <a:pt x="240341" y="17591"/>
                </a:lnTo>
                <a:lnTo>
                  <a:pt x="240239" y="17489"/>
                </a:lnTo>
                <a:lnTo>
                  <a:pt x="240648" y="17693"/>
                </a:lnTo>
                <a:lnTo>
                  <a:pt x="239727" y="16773"/>
                </a:lnTo>
                <a:lnTo>
                  <a:pt x="241364" y="16875"/>
                </a:lnTo>
                <a:lnTo>
                  <a:pt x="240648" y="16875"/>
                </a:lnTo>
                <a:lnTo>
                  <a:pt x="241875" y="18307"/>
                </a:lnTo>
                <a:lnTo>
                  <a:pt x="241261" y="18614"/>
                </a:lnTo>
                <a:lnTo>
                  <a:pt x="241261" y="19432"/>
                </a:lnTo>
                <a:lnTo>
                  <a:pt x="241159" y="19534"/>
                </a:lnTo>
                <a:lnTo>
                  <a:pt x="241057" y="20966"/>
                </a:lnTo>
                <a:lnTo>
                  <a:pt x="240648" y="20966"/>
                </a:lnTo>
                <a:lnTo>
                  <a:pt x="240750" y="21170"/>
                </a:lnTo>
                <a:lnTo>
                  <a:pt x="240443" y="21273"/>
                </a:lnTo>
                <a:lnTo>
                  <a:pt x="240852" y="21784"/>
                </a:lnTo>
                <a:lnTo>
                  <a:pt x="240852" y="22398"/>
                </a:lnTo>
                <a:lnTo>
                  <a:pt x="246784" y="27716"/>
                </a:lnTo>
                <a:lnTo>
                  <a:pt x="247091" y="26898"/>
                </a:lnTo>
                <a:lnTo>
                  <a:pt x="246273" y="25773"/>
                </a:lnTo>
                <a:lnTo>
                  <a:pt x="246273" y="25773"/>
                </a:lnTo>
                <a:lnTo>
                  <a:pt x="246580" y="25977"/>
                </a:lnTo>
                <a:lnTo>
                  <a:pt x="247398" y="25773"/>
                </a:lnTo>
                <a:lnTo>
                  <a:pt x="246477" y="24852"/>
                </a:lnTo>
                <a:lnTo>
                  <a:pt x="246580" y="24341"/>
                </a:lnTo>
                <a:lnTo>
                  <a:pt x="247193" y="24341"/>
                </a:lnTo>
                <a:lnTo>
                  <a:pt x="246068" y="22705"/>
                </a:lnTo>
                <a:lnTo>
                  <a:pt x="246170" y="22398"/>
                </a:lnTo>
                <a:lnTo>
                  <a:pt x="246375" y="22807"/>
                </a:lnTo>
                <a:lnTo>
                  <a:pt x="246784" y="22705"/>
                </a:lnTo>
                <a:lnTo>
                  <a:pt x="245045" y="21170"/>
                </a:lnTo>
                <a:lnTo>
                  <a:pt x="244330" y="21068"/>
                </a:lnTo>
                <a:lnTo>
                  <a:pt x="244432" y="21273"/>
                </a:lnTo>
                <a:lnTo>
                  <a:pt x="243614" y="20761"/>
                </a:lnTo>
                <a:lnTo>
                  <a:pt x="243307" y="19943"/>
                </a:lnTo>
                <a:lnTo>
                  <a:pt x="243409" y="19943"/>
                </a:lnTo>
                <a:lnTo>
                  <a:pt x="242898" y="19227"/>
                </a:lnTo>
                <a:lnTo>
                  <a:pt x="244023" y="19227"/>
                </a:lnTo>
                <a:lnTo>
                  <a:pt x="243818" y="19023"/>
                </a:lnTo>
                <a:lnTo>
                  <a:pt x="244330" y="18716"/>
                </a:lnTo>
                <a:lnTo>
                  <a:pt x="244943" y="19227"/>
                </a:lnTo>
                <a:lnTo>
                  <a:pt x="244943" y="18920"/>
                </a:lnTo>
                <a:lnTo>
                  <a:pt x="245250" y="18716"/>
                </a:lnTo>
                <a:lnTo>
                  <a:pt x="247807" y="19125"/>
                </a:lnTo>
                <a:lnTo>
                  <a:pt x="247398" y="18716"/>
                </a:lnTo>
                <a:lnTo>
                  <a:pt x="247909" y="18102"/>
                </a:lnTo>
                <a:lnTo>
                  <a:pt x="247807" y="18000"/>
                </a:lnTo>
                <a:lnTo>
                  <a:pt x="247909" y="17898"/>
                </a:lnTo>
                <a:lnTo>
                  <a:pt x="248011" y="17898"/>
                </a:lnTo>
                <a:lnTo>
                  <a:pt x="247807" y="17693"/>
                </a:lnTo>
                <a:lnTo>
                  <a:pt x="248011" y="17795"/>
                </a:lnTo>
                <a:lnTo>
                  <a:pt x="248011" y="17489"/>
                </a:lnTo>
                <a:lnTo>
                  <a:pt x="249545" y="16773"/>
                </a:lnTo>
                <a:lnTo>
                  <a:pt x="249136" y="16568"/>
                </a:lnTo>
                <a:lnTo>
                  <a:pt x="251182" y="16977"/>
                </a:lnTo>
                <a:lnTo>
                  <a:pt x="251080" y="16670"/>
                </a:lnTo>
                <a:lnTo>
                  <a:pt x="249443" y="15852"/>
                </a:lnTo>
                <a:lnTo>
                  <a:pt x="249443" y="15852"/>
                </a:lnTo>
                <a:lnTo>
                  <a:pt x="249545" y="15955"/>
                </a:lnTo>
                <a:lnTo>
                  <a:pt x="249545" y="15955"/>
                </a:lnTo>
                <a:lnTo>
                  <a:pt x="249136" y="15750"/>
                </a:lnTo>
                <a:lnTo>
                  <a:pt x="249239" y="15750"/>
                </a:lnTo>
                <a:lnTo>
                  <a:pt x="248011" y="15034"/>
                </a:lnTo>
                <a:lnTo>
                  <a:pt x="248114" y="15239"/>
                </a:lnTo>
                <a:lnTo>
                  <a:pt x="245045" y="14830"/>
                </a:lnTo>
                <a:lnTo>
                  <a:pt x="246682" y="14625"/>
                </a:lnTo>
                <a:lnTo>
                  <a:pt x="245761" y="14420"/>
                </a:lnTo>
                <a:lnTo>
                  <a:pt x="248318" y="14420"/>
                </a:lnTo>
                <a:lnTo>
                  <a:pt x="237375" y="10125"/>
                </a:lnTo>
                <a:lnTo>
                  <a:pt x="237477" y="10227"/>
                </a:lnTo>
                <a:lnTo>
                  <a:pt x="235330" y="10023"/>
                </a:lnTo>
                <a:lnTo>
                  <a:pt x="236864" y="11148"/>
                </a:lnTo>
                <a:lnTo>
                  <a:pt x="236864" y="11148"/>
                </a:lnTo>
                <a:lnTo>
                  <a:pt x="234000" y="10330"/>
                </a:lnTo>
                <a:lnTo>
                  <a:pt x="233795" y="10432"/>
                </a:lnTo>
                <a:lnTo>
                  <a:pt x="230523" y="10432"/>
                </a:lnTo>
                <a:lnTo>
                  <a:pt x="231136" y="11352"/>
                </a:lnTo>
                <a:lnTo>
                  <a:pt x="231136" y="11352"/>
                </a:lnTo>
                <a:lnTo>
                  <a:pt x="222034" y="9205"/>
                </a:lnTo>
                <a:lnTo>
                  <a:pt x="222239" y="9205"/>
                </a:lnTo>
                <a:lnTo>
                  <a:pt x="219375" y="8591"/>
                </a:lnTo>
                <a:lnTo>
                  <a:pt x="219886" y="8489"/>
                </a:lnTo>
                <a:lnTo>
                  <a:pt x="217636" y="8080"/>
                </a:lnTo>
                <a:lnTo>
                  <a:pt x="217330" y="8591"/>
                </a:lnTo>
                <a:lnTo>
                  <a:pt x="216614" y="8489"/>
                </a:lnTo>
                <a:lnTo>
                  <a:pt x="217023" y="8489"/>
                </a:lnTo>
                <a:lnTo>
                  <a:pt x="216716" y="8182"/>
                </a:lnTo>
                <a:lnTo>
                  <a:pt x="215693" y="8182"/>
                </a:lnTo>
                <a:lnTo>
                  <a:pt x="216920" y="8080"/>
                </a:lnTo>
                <a:lnTo>
                  <a:pt x="212727" y="7670"/>
                </a:lnTo>
                <a:lnTo>
                  <a:pt x="213341" y="7875"/>
                </a:lnTo>
                <a:lnTo>
                  <a:pt x="212420" y="8080"/>
                </a:lnTo>
                <a:lnTo>
                  <a:pt x="213239" y="8182"/>
                </a:lnTo>
                <a:lnTo>
                  <a:pt x="213034" y="8284"/>
                </a:lnTo>
                <a:lnTo>
                  <a:pt x="212932" y="8386"/>
                </a:lnTo>
                <a:lnTo>
                  <a:pt x="213852" y="8795"/>
                </a:lnTo>
                <a:lnTo>
                  <a:pt x="212830" y="8795"/>
                </a:lnTo>
                <a:lnTo>
                  <a:pt x="213034" y="9000"/>
                </a:lnTo>
                <a:lnTo>
                  <a:pt x="212830" y="9000"/>
                </a:lnTo>
                <a:lnTo>
                  <a:pt x="213034" y="9102"/>
                </a:lnTo>
                <a:lnTo>
                  <a:pt x="210886" y="8693"/>
                </a:lnTo>
                <a:lnTo>
                  <a:pt x="210580" y="8898"/>
                </a:lnTo>
                <a:lnTo>
                  <a:pt x="208739" y="8591"/>
                </a:lnTo>
                <a:lnTo>
                  <a:pt x="209045" y="9000"/>
                </a:lnTo>
                <a:lnTo>
                  <a:pt x="209045" y="9409"/>
                </a:lnTo>
                <a:lnTo>
                  <a:pt x="208534" y="9307"/>
                </a:lnTo>
                <a:lnTo>
                  <a:pt x="206591" y="8693"/>
                </a:lnTo>
                <a:lnTo>
                  <a:pt x="206898" y="8591"/>
                </a:lnTo>
                <a:lnTo>
                  <a:pt x="205057" y="8080"/>
                </a:lnTo>
                <a:lnTo>
                  <a:pt x="206386" y="8284"/>
                </a:lnTo>
                <a:lnTo>
                  <a:pt x="205364" y="7977"/>
                </a:lnTo>
                <a:lnTo>
                  <a:pt x="205773" y="7773"/>
                </a:lnTo>
                <a:lnTo>
                  <a:pt x="201068" y="7057"/>
                </a:lnTo>
                <a:lnTo>
                  <a:pt x="201682" y="7364"/>
                </a:lnTo>
                <a:lnTo>
                  <a:pt x="201170" y="7568"/>
                </a:lnTo>
                <a:lnTo>
                  <a:pt x="201477" y="7670"/>
                </a:lnTo>
                <a:lnTo>
                  <a:pt x="198205" y="7159"/>
                </a:lnTo>
                <a:lnTo>
                  <a:pt x="195034" y="7159"/>
                </a:lnTo>
                <a:lnTo>
                  <a:pt x="195443" y="7261"/>
                </a:lnTo>
                <a:lnTo>
                  <a:pt x="195545" y="7568"/>
                </a:lnTo>
                <a:lnTo>
                  <a:pt x="195955" y="7875"/>
                </a:lnTo>
                <a:lnTo>
                  <a:pt x="195545" y="7670"/>
                </a:lnTo>
                <a:lnTo>
                  <a:pt x="195545" y="7568"/>
                </a:lnTo>
                <a:lnTo>
                  <a:pt x="194830" y="7159"/>
                </a:lnTo>
                <a:lnTo>
                  <a:pt x="194830" y="6955"/>
                </a:lnTo>
                <a:lnTo>
                  <a:pt x="194216" y="6750"/>
                </a:lnTo>
                <a:lnTo>
                  <a:pt x="194011" y="6955"/>
                </a:lnTo>
                <a:lnTo>
                  <a:pt x="193193" y="6750"/>
                </a:lnTo>
                <a:lnTo>
                  <a:pt x="193295" y="6750"/>
                </a:lnTo>
                <a:lnTo>
                  <a:pt x="192989" y="6648"/>
                </a:lnTo>
                <a:lnTo>
                  <a:pt x="193091" y="6750"/>
                </a:lnTo>
                <a:lnTo>
                  <a:pt x="192375" y="6955"/>
                </a:lnTo>
                <a:lnTo>
                  <a:pt x="193193" y="6955"/>
                </a:lnTo>
                <a:lnTo>
                  <a:pt x="190432" y="7773"/>
                </a:lnTo>
                <a:lnTo>
                  <a:pt x="191966" y="6648"/>
                </a:lnTo>
                <a:lnTo>
                  <a:pt x="191966" y="6443"/>
                </a:lnTo>
                <a:lnTo>
                  <a:pt x="193193" y="5830"/>
                </a:lnTo>
                <a:lnTo>
                  <a:pt x="192068" y="5216"/>
                </a:lnTo>
                <a:lnTo>
                  <a:pt x="192068" y="5216"/>
                </a:lnTo>
                <a:lnTo>
                  <a:pt x="192989" y="5523"/>
                </a:lnTo>
                <a:lnTo>
                  <a:pt x="191966" y="4909"/>
                </a:lnTo>
                <a:lnTo>
                  <a:pt x="191966" y="5114"/>
                </a:lnTo>
                <a:lnTo>
                  <a:pt x="188489" y="4602"/>
                </a:lnTo>
                <a:lnTo>
                  <a:pt x="188489" y="4602"/>
                </a:lnTo>
                <a:lnTo>
                  <a:pt x="188591" y="4705"/>
                </a:lnTo>
                <a:lnTo>
                  <a:pt x="187670" y="4705"/>
                </a:lnTo>
                <a:lnTo>
                  <a:pt x="187977" y="4398"/>
                </a:lnTo>
                <a:lnTo>
                  <a:pt x="185830" y="4295"/>
                </a:lnTo>
                <a:lnTo>
                  <a:pt x="186648" y="4091"/>
                </a:lnTo>
                <a:lnTo>
                  <a:pt x="185114" y="3784"/>
                </a:lnTo>
                <a:close/>
                <a:moveTo>
                  <a:pt x="252818" y="91125"/>
                </a:moveTo>
                <a:lnTo>
                  <a:pt x="252307" y="92455"/>
                </a:lnTo>
                <a:lnTo>
                  <a:pt x="252205" y="92352"/>
                </a:lnTo>
                <a:lnTo>
                  <a:pt x="252000" y="92966"/>
                </a:lnTo>
                <a:lnTo>
                  <a:pt x="252102" y="93170"/>
                </a:lnTo>
                <a:lnTo>
                  <a:pt x="250364" y="97875"/>
                </a:lnTo>
                <a:lnTo>
                  <a:pt x="249341" y="98080"/>
                </a:lnTo>
                <a:lnTo>
                  <a:pt x="246375" y="95727"/>
                </a:lnTo>
                <a:lnTo>
                  <a:pt x="246170" y="95011"/>
                </a:lnTo>
                <a:lnTo>
                  <a:pt x="246886" y="93580"/>
                </a:lnTo>
                <a:lnTo>
                  <a:pt x="247091" y="93682"/>
                </a:lnTo>
                <a:lnTo>
                  <a:pt x="247705" y="92761"/>
                </a:lnTo>
                <a:lnTo>
                  <a:pt x="247193" y="92455"/>
                </a:lnTo>
                <a:lnTo>
                  <a:pt x="247091" y="92864"/>
                </a:lnTo>
                <a:lnTo>
                  <a:pt x="246784" y="92352"/>
                </a:lnTo>
                <a:lnTo>
                  <a:pt x="246886" y="92148"/>
                </a:lnTo>
                <a:lnTo>
                  <a:pt x="246886" y="92148"/>
                </a:lnTo>
                <a:lnTo>
                  <a:pt x="246170" y="92557"/>
                </a:lnTo>
                <a:lnTo>
                  <a:pt x="244227" y="91841"/>
                </a:lnTo>
                <a:lnTo>
                  <a:pt x="244023" y="91841"/>
                </a:lnTo>
                <a:lnTo>
                  <a:pt x="243716" y="91534"/>
                </a:lnTo>
                <a:lnTo>
                  <a:pt x="243307" y="91534"/>
                </a:lnTo>
                <a:lnTo>
                  <a:pt x="243818" y="91841"/>
                </a:lnTo>
                <a:lnTo>
                  <a:pt x="243920" y="92455"/>
                </a:lnTo>
                <a:lnTo>
                  <a:pt x="243614" y="92659"/>
                </a:lnTo>
                <a:lnTo>
                  <a:pt x="242591" y="92455"/>
                </a:lnTo>
                <a:lnTo>
                  <a:pt x="242182" y="92966"/>
                </a:lnTo>
                <a:lnTo>
                  <a:pt x="241977" y="92864"/>
                </a:lnTo>
                <a:lnTo>
                  <a:pt x="241977" y="93068"/>
                </a:lnTo>
                <a:lnTo>
                  <a:pt x="241773" y="93068"/>
                </a:lnTo>
                <a:lnTo>
                  <a:pt x="241466" y="93375"/>
                </a:lnTo>
                <a:lnTo>
                  <a:pt x="241466" y="93784"/>
                </a:lnTo>
                <a:lnTo>
                  <a:pt x="241159" y="93989"/>
                </a:lnTo>
                <a:lnTo>
                  <a:pt x="240852" y="95011"/>
                </a:lnTo>
                <a:lnTo>
                  <a:pt x="240955" y="95318"/>
                </a:lnTo>
                <a:lnTo>
                  <a:pt x="240750" y="95625"/>
                </a:lnTo>
                <a:lnTo>
                  <a:pt x="239420" y="95727"/>
                </a:lnTo>
                <a:lnTo>
                  <a:pt x="239318" y="95727"/>
                </a:lnTo>
                <a:lnTo>
                  <a:pt x="239318" y="95011"/>
                </a:lnTo>
                <a:lnTo>
                  <a:pt x="238500" y="94193"/>
                </a:lnTo>
                <a:lnTo>
                  <a:pt x="238295" y="94500"/>
                </a:lnTo>
                <a:lnTo>
                  <a:pt x="237784" y="94602"/>
                </a:lnTo>
                <a:lnTo>
                  <a:pt x="237375" y="95114"/>
                </a:lnTo>
                <a:lnTo>
                  <a:pt x="237273" y="95011"/>
                </a:lnTo>
                <a:lnTo>
                  <a:pt x="237273" y="94705"/>
                </a:lnTo>
                <a:lnTo>
                  <a:pt x="236557" y="95932"/>
                </a:lnTo>
                <a:lnTo>
                  <a:pt x="236250" y="95727"/>
                </a:lnTo>
                <a:lnTo>
                  <a:pt x="235943" y="96443"/>
                </a:lnTo>
                <a:lnTo>
                  <a:pt x="236148" y="96341"/>
                </a:lnTo>
                <a:lnTo>
                  <a:pt x="236045" y="96545"/>
                </a:lnTo>
                <a:lnTo>
                  <a:pt x="235841" y="96648"/>
                </a:lnTo>
                <a:lnTo>
                  <a:pt x="236148" y="96955"/>
                </a:lnTo>
                <a:lnTo>
                  <a:pt x="235023" y="97057"/>
                </a:lnTo>
                <a:lnTo>
                  <a:pt x="235125" y="97670"/>
                </a:lnTo>
                <a:lnTo>
                  <a:pt x="234818" y="98080"/>
                </a:lnTo>
                <a:lnTo>
                  <a:pt x="234614" y="97364"/>
                </a:lnTo>
                <a:lnTo>
                  <a:pt x="234307" y="97159"/>
                </a:lnTo>
                <a:lnTo>
                  <a:pt x="233795" y="97568"/>
                </a:lnTo>
                <a:lnTo>
                  <a:pt x="233489" y="98795"/>
                </a:lnTo>
                <a:lnTo>
                  <a:pt x="225511" y="103193"/>
                </a:lnTo>
                <a:lnTo>
                  <a:pt x="225614" y="102477"/>
                </a:lnTo>
                <a:lnTo>
                  <a:pt x="224591" y="105034"/>
                </a:lnTo>
                <a:lnTo>
                  <a:pt x="224795" y="106466"/>
                </a:lnTo>
                <a:lnTo>
                  <a:pt x="224386" y="106977"/>
                </a:lnTo>
                <a:lnTo>
                  <a:pt x="224386" y="107386"/>
                </a:lnTo>
                <a:lnTo>
                  <a:pt x="224080" y="106875"/>
                </a:lnTo>
                <a:lnTo>
                  <a:pt x="223977" y="106977"/>
                </a:lnTo>
                <a:lnTo>
                  <a:pt x="223875" y="106977"/>
                </a:lnTo>
                <a:lnTo>
                  <a:pt x="224284" y="113318"/>
                </a:lnTo>
                <a:lnTo>
                  <a:pt x="222955" y="115261"/>
                </a:lnTo>
                <a:lnTo>
                  <a:pt x="223159" y="115364"/>
                </a:lnTo>
                <a:lnTo>
                  <a:pt x="223568" y="115773"/>
                </a:lnTo>
                <a:lnTo>
                  <a:pt x="228989" y="114852"/>
                </a:lnTo>
                <a:lnTo>
                  <a:pt x="229193" y="114955"/>
                </a:lnTo>
                <a:lnTo>
                  <a:pt x="237068" y="112500"/>
                </a:lnTo>
                <a:lnTo>
                  <a:pt x="239932" y="113216"/>
                </a:lnTo>
                <a:lnTo>
                  <a:pt x="240136" y="113523"/>
                </a:lnTo>
                <a:lnTo>
                  <a:pt x="240034" y="113727"/>
                </a:lnTo>
                <a:lnTo>
                  <a:pt x="240341" y="115364"/>
                </a:lnTo>
                <a:lnTo>
                  <a:pt x="240034" y="115568"/>
                </a:lnTo>
                <a:lnTo>
                  <a:pt x="240341" y="115977"/>
                </a:lnTo>
                <a:lnTo>
                  <a:pt x="240648" y="115977"/>
                </a:lnTo>
                <a:lnTo>
                  <a:pt x="240648" y="115670"/>
                </a:lnTo>
                <a:lnTo>
                  <a:pt x="243205" y="113523"/>
                </a:lnTo>
                <a:lnTo>
                  <a:pt x="241261" y="116284"/>
                </a:lnTo>
                <a:lnTo>
                  <a:pt x="242795" y="115159"/>
                </a:lnTo>
                <a:lnTo>
                  <a:pt x="242795" y="115977"/>
                </a:lnTo>
                <a:lnTo>
                  <a:pt x="242182" y="116693"/>
                </a:lnTo>
                <a:lnTo>
                  <a:pt x="242182" y="116693"/>
                </a:lnTo>
                <a:lnTo>
                  <a:pt x="242898" y="116489"/>
                </a:lnTo>
                <a:lnTo>
                  <a:pt x="243000" y="116591"/>
                </a:lnTo>
                <a:lnTo>
                  <a:pt x="243102" y="116591"/>
                </a:lnTo>
                <a:lnTo>
                  <a:pt x="243102" y="116693"/>
                </a:lnTo>
                <a:lnTo>
                  <a:pt x="243000" y="116591"/>
                </a:lnTo>
                <a:lnTo>
                  <a:pt x="242898" y="116591"/>
                </a:lnTo>
                <a:lnTo>
                  <a:pt x="243000" y="119148"/>
                </a:lnTo>
                <a:lnTo>
                  <a:pt x="244739" y="119864"/>
                </a:lnTo>
                <a:lnTo>
                  <a:pt x="246273" y="119352"/>
                </a:lnTo>
                <a:lnTo>
                  <a:pt x="246170" y="119352"/>
                </a:lnTo>
                <a:lnTo>
                  <a:pt x="246784" y="119148"/>
                </a:lnTo>
                <a:lnTo>
                  <a:pt x="246784" y="119148"/>
                </a:lnTo>
                <a:lnTo>
                  <a:pt x="246273" y="119557"/>
                </a:lnTo>
                <a:lnTo>
                  <a:pt x="246989" y="119557"/>
                </a:lnTo>
                <a:lnTo>
                  <a:pt x="246784" y="119761"/>
                </a:lnTo>
                <a:lnTo>
                  <a:pt x="247193" y="120375"/>
                </a:lnTo>
                <a:lnTo>
                  <a:pt x="247500" y="120068"/>
                </a:lnTo>
                <a:lnTo>
                  <a:pt x="247295" y="120068"/>
                </a:lnTo>
                <a:lnTo>
                  <a:pt x="254148" y="115057"/>
                </a:lnTo>
                <a:lnTo>
                  <a:pt x="254045" y="114955"/>
                </a:lnTo>
                <a:lnTo>
                  <a:pt x="258648" y="109432"/>
                </a:lnTo>
                <a:lnTo>
                  <a:pt x="259261" y="106773"/>
                </a:lnTo>
                <a:lnTo>
                  <a:pt x="258648" y="104932"/>
                </a:lnTo>
                <a:lnTo>
                  <a:pt x="258034" y="104420"/>
                </a:lnTo>
                <a:lnTo>
                  <a:pt x="257932" y="103193"/>
                </a:lnTo>
                <a:lnTo>
                  <a:pt x="257318" y="103193"/>
                </a:lnTo>
                <a:lnTo>
                  <a:pt x="257318" y="103091"/>
                </a:lnTo>
                <a:lnTo>
                  <a:pt x="257114" y="103091"/>
                </a:lnTo>
                <a:lnTo>
                  <a:pt x="256909" y="101148"/>
                </a:lnTo>
                <a:lnTo>
                  <a:pt x="254966" y="99614"/>
                </a:lnTo>
                <a:lnTo>
                  <a:pt x="254761" y="95318"/>
                </a:lnTo>
                <a:lnTo>
                  <a:pt x="254250" y="94807"/>
                </a:lnTo>
                <a:lnTo>
                  <a:pt x="253739" y="94909"/>
                </a:lnTo>
                <a:lnTo>
                  <a:pt x="252920" y="91227"/>
                </a:lnTo>
                <a:lnTo>
                  <a:pt x="252818" y="91125"/>
                </a:lnTo>
                <a:close/>
                <a:moveTo>
                  <a:pt x="272352" y="115466"/>
                </a:moveTo>
                <a:lnTo>
                  <a:pt x="272352" y="116591"/>
                </a:lnTo>
                <a:lnTo>
                  <a:pt x="272659" y="116386"/>
                </a:lnTo>
                <a:lnTo>
                  <a:pt x="272352" y="116693"/>
                </a:lnTo>
                <a:lnTo>
                  <a:pt x="272352" y="117511"/>
                </a:lnTo>
                <a:lnTo>
                  <a:pt x="272557" y="117000"/>
                </a:lnTo>
                <a:lnTo>
                  <a:pt x="272557" y="117307"/>
                </a:lnTo>
                <a:lnTo>
                  <a:pt x="272659" y="117205"/>
                </a:lnTo>
                <a:lnTo>
                  <a:pt x="272455" y="117716"/>
                </a:lnTo>
                <a:lnTo>
                  <a:pt x="272352" y="117614"/>
                </a:lnTo>
                <a:lnTo>
                  <a:pt x="272352" y="118125"/>
                </a:lnTo>
                <a:lnTo>
                  <a:pt x="272659" y="118227"/>
                </a:lnTo>
                <a:lnTo>
                  <a:pt x="272352" y="118330"/>
                </a:lnTo>
                <a:lnTo>
                  <a:pt x="272352" y="118227"/>
                </a:lnTo>
                <a:lnTo>
                  <a:pt x="270920" y="120170"/>
                </a:lnTo>
                <a:lnTo>
                  <a:pt x="270205" y="120477"/>
                </a:lnTo>
                <a:lnTo>
                  <a:pt x="270716" y="121398"/>
                </a:lnTo>
                <a:lnTo>
                  <a:pt x="269386" y="122523"/>
                </a:lnTo>
                <a:lnTo>
                  <a:pt x="269591" y="122420"/>
                </a:lnTo>
                <a:lnTo>
                  <a:pt x="269489" y="122625"/>
                </a:lnTo>
                <a:lnTo>
                  <a:pt x="270102" y="122625"/>
                </a:lnTo>
                <a:lnTo>
                  <a:pt x="275216" y="118739"/>
                </a:lnTo>
                <a:lnTo>
                  <a:pt x="274091" y="119148"/>
                </a:lnTo>
                <a:lnTo>
                  <a:pt x="273273" y="118739"/>
                </a:lnTo>
                <a:lnTo>
                  <a:pt x="273580" y="117818"/>
                </a:lnTo>
                <a:lnTo>
                  <a:pt x="273477" y="117818"/>
                </a:lnTo>
                <a:lnTo>
                  <a:pt x="273477" y="117614"/>
                </a:lnTo>
                <a:lnTo>
                  <a:pt x="273170" y="118330"/>
                </a:lnTo>
                <a:lnTo>
                  <a:pt x="272659" y="117920"/>
                </a:lnTo>
                <a:lnTo>
                  <a:pt x="273273" y="116284"/>
                </a:lnTo>
                <a:lnTo>
                  <a:pt x="273068" y="116386"/>
                </a:lnTo>
                <a:lnTo>
                  <a:pt x="272761" y="115875"/>
                </a:lnTo>
                <a:lnTo>
                  <a:pt x="272557" y="115977"/>
                </a:lnTo>
                <a:lnTo>
                  <a:pt x="272557" y="115977"/>
                </a:lnTo>
                <a:lnTo>
                  <a:pt x="272659" y="115466"/>
                </a:lnTo>
                <a:close/>
                <a:moveTo>
                  <a:pt x="246959" y="123166"/>
                </a:moveTo>
                <a:lnTo>
                  <a:pt x="246901" y="123224"/>
                </a:lnTo>
                <a:lnTo>
                  <a:pt x="246901" y="123224"/>
                </a:lnTo>
                <a:lnTo>
                  <a:pt x="246959" y="123166"/>
                </a:lnTo>
                <a:close/>
                <a:moveTo>
                  <a:pt x="246901" y="123224"/>
                </a:moveTo>
                <a:lnTo>
                  <a:pt x="246886" y="123239"/>
                </a:lnTo>
                <a:lnTo>
                  <a:pt x="246784" y="123443"/>
                </a:lnTo>
                <a:lnTo>
                  <a:pt x="246784" y="123443"/>
                </a:lnTo>
                <a:lnTo>
                  <a:pt x="246901" y="123224"/>
                </a:lnTo>
                <a:close/>
                <a:moveTo>
                  <a:pt x="244841" y="121807"/>
                </a:moveTo>
                <a:lnTo>
                  <a:pt x="244330" y="123341"/>
                </a:lnTo>
                <a:lnTo>
                  <a:pt x="244432" y="123341"/>
                </a:lnTo>
                <a:lnTo>
                  <a:pt x="244330" y="123648"/>
                </a:lnTo>
                <a:lnTo>
                  <a:pt x="244227" y="123443"/>
                </a:lnTo>
                <a:lnTo>
                  <a:pt x="244330" y="124466"/>
                </a:lnTo>
                <a:lnTo>
                  <a:pt x="244023" y="124670"/>
                </a:lnTo>
                <a:lnTo>
                  <a:pt x="244739" y="124670"/>
                </a:lnTo>
                <a:lnTo>
                  <a:pt x="245659" y="123955"/>
                </a:lnTo>
                <a:lnTo>
                  <a:pt x="245557" y="124159"/>
                </a:lnTo>
                <a:lnTo>
                  <a:pt x="245557" y="124159"/>
                </a:lnTo>
                <a:lnTo>
                  <a:pt x="245966" y="124057"/>
                </a:lnTo>
                <a:lnTo>
                  <a:pt x="245761" y="124364"/>
                </a:lnTo>
                <a:lnTo>
                  <a:pt x="246901" y="123224"/>
                </a:lnTo>
                <a:lnTo>
                  <a:pt x="247602" y="121909"/>
                </a:lnTo>
                <a:lnTo>
                  <a:pt x="246375" y="122318"/>
                </a:lnTo>
                <a:lnTo>
                  <a:pt x="244841" y="121807"/>
                </a:lnTo>
                <a:close/>
                <a:moveTo>
                  <a:pt x="265623" y="124957"/>
                </a:moveTo>
                <a:lnTo>
                  <a:pt x="265500" y="124977"/>
                </a:lnTo>
                <a:lnTo>
                  <a:pt x="265705" y="124977"/>
                </a:lnTo>
                <a:lnTo>
                  <a:pt x="265623" y="124957"/>
                </a:lnTo>
                <a:close/>
                <a:moveTo>
                  <a:pt x="268568" y="121705"/>
                </a:moveTo>
                <a:lnTo>
                  <a:pt x="265091" y="124057"/>
                </a:lnTo>
                <a:lnTo>
                  <a:pt x="265193" y="123852"/>
                </a:lnTo>
                <a:lnTo>
                  <a:pt x="265193" y="123852"/>
                </a:lnTo>
                <a:lnTo>
                  <a:pt x="264784" y="124159"/>
                </a:lnTo>
                <a:lnTo>
                  <a:pt x="264580" y="124261"/>
                </a:lnTo>
                <a:lnTo>
                  <a:pt x="264375" y="124261"/>
                </a:lnTo>
                <a:lnTo>
                  <a:pt x="264375" y="124364"/>
                </a:lnTo>
                <a:lnTo>
                  <a:pt x="260489" y="126102"/>
                </a:lnTo>
                <a:lnTo>
                  <a:pt x="260489" y="126102"/>
                </a:lnTo>
                <a:lnTo>
                  <a:pt x="260591" y="126000"/>
                </a:lnTo>
                <a:lnTo>
                  <a:pt x="259466" y="126818"/>
                </a:lnTo>
                <a:lnTo>
                  <a:pt x="259670" y="126818"/>
                </a:lnTo>
                <a:lnTo>
                  <a:pt x="259364" y="126920"/>
                </a:lnTo>
                <a:lnTo>
                  <a:pt x="259568" y="126920"/>
                </a:lnTo>
                <a:lnTo>
                  <a:pt x="259063" y="127173"/>
                </a:lnTo>
                <a:lnTo>
                  <a:pt x="259063" y="127173"/>
                </a:lnTo>
                <a:lnTo>
                  <a:pt x="259159" y="127125"/>
                </a:lnTo>
                <a:lnTo>
                  <a:pt x="258955" y="127330"/>
                </a:lnTo>
                <a:lnTo>
                  <a:pt x="259261" y="127227"/>
                </a:lnTo>
                <a:lnTo>
                  <a:pt x="258955" y="127432"/>
                </a:lnTo>
                <a:lnTo>
                  <a:pt x="259670" y="127636"/>
                </a:lnTo>
                <a:lnTo>
                  <a:pt x="259875" y="127841"/>
                </a:lnTo>
                <a:lnTo>
                  <a:pt x="265295" y="124875"/>
                </a:lnTo>
                <a:lnTo>
                  <a:pt x="265623" y="124957"/>
                </a:lnTo>
                <a:lnTo>
                  <a:pt x="265623" y="124957"/>
                </a:lnTo>
                <a:lnTo>
                  <a:pt x="266114" y="124875"/>
                </a:lnTo>
                <a:lnTo>
                  <a:pt x="266011" y="124670"/>
                </a:lnTo>
                <a:lnTo>
                  <a:pt x="265909" y="124670"/>
                </a:lnTo>
                <a:lnTo>
                  <a:pt x="269284" y="122318"/>
                </a:lnTo>
                <a:lnTo>
                  <a:pt x="268875" y="122420"/>
                </a:lnTo>
                <a:lnTo>
                  <a:pt x="268875" y="122420"/>
                </a:lnTo>
                <a:lnTo>
                  <a:pt x="269080" y="122318"/>
                </a:lnTo>
                <a:lnTo>
                  <a:pt x="269284" y="122216"/>
                </a:lnTo>
                <a:lnTo>
                  <a:pt x="269284" y="122216"/>
                </a:lnTo>
                <a:lnTo>
                  <a:pt x="268670" y="122420"/>
                </a:lnTo>
                <a:lnTo>
                  <a:pt x="269080" y="122114"/>
                </a:lnTo>
                <a:lnTo>
                  <a:pt x="268159" y="122420"/>
                </a:lnTo>
                <a:lnTo>
                  <a:pt x="268261" y="122011"/>
                </a:lnTo>
                <a:lnTo>
                  <a:pt x="268568" y="121705"/>
                </a:lnTo>
                <a:close/>
                <a:moveTo>
                  <a:pt x="76909" y="132648"/>
                </a:moveTo>
                <a:lnTo>
                  <a:pt x="77216" y="132852"/>
                </a:lnTo>
                <a:lnTo>
                  <a:pt x="77011" y="132955"/>
                </a:lnTo>
                <a:lnTo>
                  <a:pt x="77216" y="133057"/>
                </a:lnTo>
                <a:lnTo>
                  <a:pt x="76807" y="133261"/>
                </a:lnTo>
                <a:lnTo>
                  <a:pt x="77625" y="133057"/>
                </a:lnTo>
                <a:lnTo>
                  <a:pt x="77830" y="132750"/>
                </a:lnTo>
                <a:lnTo>
                  <a:pt x="76909" y="132648"/>
                </a:lnTo>
                <a:close/>
                <a:moveTo>
                  <a:pt x="78136" y="132545"/>
                </a:moveTo>
                <a:lnTo>
                  <a:pt x="78136" y="133261"/>
                </a:lnTo>
                <a:lnTo>
                  <a:pt x="78648" y="133364"/>
                </a:lnTo>
                <a:lnTo>
                  <a:pt x="78545" y="133159"/>
                </a:lnTo>
                <a:lnTo>
                  <a:pt x="78852" y="133057"/>
                </a:lnTo>
                <a:lnTo>
                  <a:pt x="78955" y="132852"/>
                </a:lnTo>
                <a:lnTo>
                  <a:pt x="79057" y="132750"/>
                </a:lnTo>
                <a:lnTo>
                  <a:pt x="78750" y="132852"/>
                </a:lnTo>
                <a:lnTo>
                  <a:pt x="78443" y="132648"/>
                </a:lnTo>
                <a:lnTo>
                  <a:pt x="78545" y="132648"/>
                </a:lnTo>
                <a:lnTo>
                  <a:pt x="78136" y="132545"/>
                </a:lnTo>
                <a:close/>
                <a:moveTo>
                  <a:pt x="78136" y="133261"/>
                </a:moveTo>
                <a:lnTo>
                  <a:pt x="78136" y="133568"/>
                </a:lnTo>
                <a:lnTo>
                  <a:pt x="78341" y="133364"/>
                </a:lnTo>
                <a:lnTo>
                  <a:pt x="78136" y="133261"/>
                </a:lnTo>
                <a:close/>
                <a:moveTo>
                  <a:pt x="68830" y="133875"/>
                </a:moveTo>
                <a:lnTo>
                  <a:pt x="67970" y="133970"/>
                </a:lnTo>
                <a:lnTo>
                  <a:pt x="67970" y="133970"/>
                </a:lnTo>
                <a:lnTo>
                  <a:pt x="68114" y="133875"/>
                </a:lnTo>
                <a:close/>
                <a:moveTo>
                  <a:pt x="63920" y="8386"/>
                </a:moveTo>
                <a:lnTo>
                  <a:pt x="62795" y="8795"/>
                </a:lnTo>
                <a:lnTo>
                  <a:pt x="63000" y="8795"/>
                </a:lnTo>
                <a:lnTo>
                  <a:pt x="62182" y="9000"/>
                </a:lnTo>
                <a:lnTo>
                  <a:pt x="61568" y="10330"/>
                </a:lnTo>
                <a:lnTo>
                  <a:pt x="62693" y="10534"/>
                </a:lnTo>
                <a:lnTo>
                  <a:pt x="62693" y="10636"/>
                </a:lnTo>
                <a:lnTo>
                  <a:pt x="62386" y="10739"/>
                </a:lnTo>
                <a:lnTo>
                  <a:pt x="62591" y="10636"/>
                </a:lnTo>
                <a:lnTo>
                  <a:pt x="61977" y="10841"/>
                </a:lnTo>
                <a:lnTo>
                  <a:pt x="62080" y="10841"/>
                </a:lnTo>
                <a:lnTo>
                  <a:pt x="61568" y="11148"/>
                </a:lnTo>
                <a:lnTo>
                  <a:pt x="62182" y="11250"/>
                </a:lnTo>
                <a:lnTo>
                  <a:pt x="60136" y="12068"/>
                </a:lnTo>
                <a:lnTo>
                  <a:pt x="59727" y="12784"/>
                </a:lnTo>
                <a:lnTo>
                  <a:pt x="59216" y="12784"/>
                </a:lnTo>
                <a:lnTo>
                  <a:pt x="59216" y="13091"/>
                </a:lnTo>
                <a:lnTo>
                  <a:pt x="59114" y="12682"/>
                </a:lnTo>
                <a:lnTo>
                  <a:pt x="59420" y="12682"/>
                </a:lnTo>
                <a:lnTo>
                  <a:pt x="59727" y="12477"/>
                </a:lnTo>
                <a:lnTo>
                  <a:pt x="59420" y="12477"/>
                </a:lnTo>
                <a:lnTo>
                  <a:pt x="60239" y="11557"/>
                </a:lnTo>
                <a:lnTo>
                  <a:pt x="59523" y="11761"/>
                </a:lnTo>
                <a:lnTo>
                  <a:pt x="59523" y="11761"/>
                </a:lnTo>
                <a:lnTo>
                  <a:pt x="59932" y="11557"/>
                </a:lnTo>
                <a:lnTo>
                  <a:pt x="59523" y="11557"/>
                </a:lnTo>
                <a:lnTo>
                  <a:pt x="59420" y="11352"/>
                </a:lnTo>
                <a:lnTo>
                  <a:pt x="58602" y="11455"/>
                </a:lnTo>
                <a:lnTo>
                  <a:pt x="58500" y="11864"/>
                </a:lnTo>
                <a:lnTo>
                  <a:pt x="59114" y="11966"/>
                </a:lnTo>
                <a:lnTo>
                  <a:pt x="58500" y="12068"/>
                </a:lnTo>
                <a:lnTo>
                  <a:pt x="58295" y="11761"/>
                </a:lnTo>
                <a:lnTo>
                  <a:pt x="58295" y="11966"/>
                </a:lnTo>
                <a:lnTo>
                  <a:pt x="54307" y="11557"/>
                </a:lnTo>
                <a:lnTo>
                  <a:pt x="53795" y="11045"/>
                </a:lnTo>
                <a:lnTo>
                  <a:pt x="51750" y="11557"/>
                </a:lnTo>
                <a:lnTo>
                  <a:pt x="54000" y="11250"/>
                </a:lnTo>
                <a:lnTo>
                  <a:pt x="54000" y="11250"/>
                </a:lnTo>
                <a:lnTo>
                  <a:pt x="52057" y="11966"/>
                </a:lnTo>
                <a:lnTo>
                  <a:pt x="51239" y="13193"/>
                </a:lnTo>
                <a:lnTo>
                  <a:pt x="50932" y="12068"/>
                </a:lnTo>
                <a:lnTo>
                  <a:pt x="50727" y="11966"/>
                </a:lnTo>
                <a:lnTo>
                  <a:pt x="50625" y="11864"/>
                </a:lnTo>
                <a:lnTo>
                  <a:pt x="46943" y="11864"/>
                </a:lnTo>
                <a:lnTo>
                  <a:pt x="48375" y="11455"/>
                </a:lnTo>
                <a:lnTo>
                  <a:pt x="42341" y="10636"/>
                </a:lnTo>
                <a:lnTo>
                  <a:pt x="42852" y="10330"/>
                </a:lnTo>
                <a:lnTo>
                  <a:pt x="43057" y="9920"/>
                </a:lnTo>
                <a:lnTo>
                  <a:pt x="42545" y="10023"/>
                </a:lnTo>
                <a:lnTo>
                  <a:pt x="42750" y="10125"/>
                </a:lnTo>
                <a:lnTo>
                  <a:pt x="41420" y="10636"/>
                </a:lnTo>
                <a:lnTo>
                  <a:pt x="41420" y="9920"/>
                </a:lnTo>
                <a:lnTo>
                  <a:pt x="40909" y="9716"/>
                </a:lnTo>
                <a:lnTo>
                  <a:pt x="40909" y="9716"/>
                </a:lnTo>
                <a:lnTo>
                  <a:pt x="41011" y="9818"/>
                </a:lnTo>
                <a:lnTo>
                  <a:pt x="41114" y="9818"/>
                </a:lnTo>
                <a:lnTo>
                  <a:pt x="39580" y="10330"/>
                </a:lnTo>
                <a:lnTo>
                  <a:pt x="39989" y="10125"/>
                </a:lnTo>
                <a:lnTo>
                  <a:pt x="37841" y="10739"/>
                </a:lnTo>
                <a:lnTo>
                  <a:pt x="38045" y="10534"/>
                </a:lnTo>
                <a:lnTo>
                  <a:pt x="37739" y="10636"/>
                </a:lnTo>
                <a:lnTo>
                  <a:pt x="37841" y="10636"/>
                </a:lnTo>
                <a:lnTo>
                  <a:pt x="36409" y="11045"/>
                </a:lnTo>
                <a:lnTo>
                  <a:pt x="36102" y="11045"/>
                </a:lnTo>
                <a:lnTo>
                  <a:pt x="35898" y="11148"/>
                </a:lnTo>
                <a:lnTo>
                  <a:pt x="35898" y="11045"/>
                </a:lnTo>
                <a:lnTo>
                  <a:pt x="36102" y="11045"/>
                </a:lnTo>
                <a:lnTo>
                  <a:pt x="39682" y="9920"/>
                </a:lnTo>
                <a:lnTo>
                  <a:pt x="37330" y="10330"/>
                </a:lnTo>
                <a:lnTo>
                  <a:pt x="37432" y="10330"/>
                </a:lnTo>
                <a:lnTo>
                  <a:pt x="35795" y="10739"/>
                </a:lnTo>
                <a:lnTo>
                  <a:pt x="36307" y="10534"/>
                </a:lnTo>
                <a:lnTo>
                  <a:pt x="34466" y="10841"/>
                </a:lnTo>
                <a:lnTo>
                  <a:pt x="34670" y="10943"/>
                </a:lnTo>
                <a:lnTo>
                  <a:pt x="34364" y="11045"/>
                </a:lnTo>
                <a:lnTo>
                  <a:pt x="34568" y="11148"/>
                </a:lnTo>
                <a:lnTo>
                  <a:pt x="25466" y="9716"/>
                </a:lnTo>
                <a:lnTo>
                  <a:pt x="25773" y="9614"/>
                </a:lnTo>
                <a:lnTo>
                  <a:pt x="25466" y="9614"/>
                </a:lnTo>
                <a:lnTo>
                  <a:pt x="25466" y="9511"/>
                </a:lnTo>
                <a:lnTo>
                  <a:pt x="25364" y="9511"/>
                </a:lnTo>
                <a:lnTo>
                  <a:pt x="25773" y="9409"/>
                </a:lnTo>
                <a:lnTo>
                  <a:pt x="24239" y="9307"/>
                </a:lnTo>
                <a:lnTo>
                  <a:pt x="24341" y="9205"/>
                </a:lnTo>
                <a:lnTo>
                  <a:pt x="23318" y="9409"/>
                </a:lnTo>
                <a:lnTo>
                  <a:pt x="23318" y="9307"/>
                </a:lnTo>
                <a:lnTo>
                  <a:pt x="24034" y="9102"/>
                </a:lnTo>
                <a:lnTo>
                  <a:pt x="23625" y="9000"/>
                </a:lnTo>
                <a:lnTo>
                  <a:pt x="23727" y="8898"/>
                </a:lnTo>
                <a:lnTo>
                  <a:pt x="23727" y="8898"/>
                </a:lnTo>
                <a:lnTo>
                  <a:pt x="21068" y="9409"/>
                </a:lnTo>
                <a:lnTo>
                  <a:pt x="21068" y="9409"/>
                </a:lnTo>
                <a:lnTo>
                  <a:pt x="21273" y="9307"/>
                </a:lnTo>
                <a:lnTo>
                  <a:pt x="20455" y="9511"/>
                </a:lnTo>
                <a:lnTo>
                  <a:pt x="20761" y="9614"/>
                </a:lnTo>
                <a:lnTo>
                  <a:pt x="20148" y="9818"/>
                </a:lnTo>
                <a:lnTo>
                  <a:pt x="20045" y="9818"/>
                </a:lnTo>
                <a:lnTo>
                  <a:pt x="20455" y="9614"/>
                </a:lnTo>
                <a:lnTo>
                  <a:pt x="18637" y="9901"/>
                </a:lnTo>
                <a:lnTo>
                  <a:pt x="18637" y="9901"/>
                </a:lnTo>
                <a:lnTo>
                  <a:pt x="13295" y="11455"/>
                </a:lnTo>
                <a:lnTo>
                  <a:pt x="13398" y="11455"/>
                </a:lnTo>
                <a:lnTo>
                  <a:pt x="13193" y="11557"/>
                </a:lnTo>
                <a:lnTo>
                  <a:pt x="14011" y="12273"/>
                </a:lnTo>
                <a:lnTo>
                  <a:pt x="13909" y="12682"/>
                </a:lnTo>
                <a:lnTo>
                  <a:pt x="14625" y="12580"/>
                </a:lnTo>
                <a:lnTo>
                  <a:pt x="14625" y="12580"/>
                </a:lnTo>
                <a:lnTo>
                  <a:pt x="14523" y="12682"/>
                </a:lnTo>
                <a:lnTo>
                  <a:pt x="14932" y="12682"/>
                </a:lnTo>
                <a:lnTo>
                  <a:pt x="14523" y="12989"/>
                </a:lnTo>
                <a:lnTo>
                  <a:pt x="15341" y="13091"/>
                </a:lnTo>
                <a:lnTo>
                  <a:pt x="14727" y="13193"/>
                </a:lnTo>
                <a:lnTo>
                  <a:pt x="14523" y="12989"/>
                </a:lnTo>
                <a:lnTo>
                  <a:pt x="14420" y="12886"/>
                </a:lnTo>
                <a:lnTo>
                  <a:pt x="14420" y="12784"/>
                </a:lnTo>
                <a:lnTo>
                  <a:pt x="14114" y="12989"/>
                </a:lnTo>
                <a:lnTo>
                  <a:pt x="14114" y="13295"/>
                </a:lnTo>
                <a:lnTo>
                  <a:pt x="14523" y="13295"/>
                </a:lnTo>
                <a:lnTo>
                  <a:pt x="14420" y="13398"/>
                </a:lnTo>
                <a:lnTo>
                  <a:pt x="12375" y="13398"/>
                </a:lnTo>
                <a:lnTo>
                  <a:pt x="12886" y="13091"/>
                </a:lnTo>
                <a:lnTo>
                  <a:pt x="11250" y="13398"/>
                </a:lnTo>
                <a:lnTo>
                  <a:pt x="11352" y="13398"/>
                </a:lnTo>
                <a:lnTo>
                  <a:pt x="9205" y="13909"/>
                </a:lnTo>
                <a:lnTo>
                  <a:pt x="9818" y="14216"/>
                </a:lnTo>
                <a:lnTo>
                  <a:pt x="9102" y="14318"/>
                </a:lnTo>
                <a:lnTo>
                  <a:pt x="9205" y="14523"/>
                </a:lnTo>
                <a:lnTo>
                  <a:pt x="9102" y="14932"/>
                </a:lnTo>
                <a:lnTo>
                  <a:pt x="11045" y="14932"/>
                </a:lnTo>
                <a:lnTo>
                  <a:pt x="11045" y="15034"/>
                </a:lnTo>
                <a:lnTo>
                  <a:pt x="12580" y="14625"/>
                </a:lnTo>
                <a:lnTo>
                  <a:pt x="12784" y="14830"/>
                </a:lnTo>
                <a:lnTo>
                  <a:pt x="12068" y="15034"/>
                </a:lnTo>
                <a:lnTo>
                  <a:pt x="11659" y="15648"/>
                </a:lnTo>
                <a:lnTo>
                  <a:pt x="10534" y="15852"/>
                </a:lnTo>
                <a:lnTo>
                  <a:pt x="8795" y="16261"/>
                </a:lnTo>
                <a:lnTo>
                  <a:pt x="8489" y="16159"/>
                </a:lnTo>
                <a:lnTo>
                  <a:pt x="7745" y="16624"/>
                </a:lnTo>
                <a:lnTo>
                  <a:pt x="7745" y="16624"/>
                </a:lnTo>
                <a:lnTo>
                  <a:pt x="5727" y="17489"/>
                </a:lnTo>
                <a:lnTo>
                  <a:pt x="5830" y="17489"/>
                </a:lnTo>
                <a:lnTo>
                  <a:pt x="5420" y="17693"/>
                </a:lnTo>
                <a:lnTo>
                  <a:pt x="5625" y="17693"/>
                </a:lnTo>
                <a:lnTo>
                  <a:pt x="5318" y="17898"/>
                </a:lnTo>
                <a:lnTo>
                  <a:pt x="5420" y="17898"/>
                </a:lnTo>
                <a:lnTo>
                  <a:pt x="5318" y="18102"/>
                </a:lnTo>
                <a:lnTo>
                  <a:pt x="5318" y="18102"/>
                </a:lnTo>
                <a:lnTo>
                  <a:pt x="5727" y="17898"/>
                </a:lnTo>
                <a:lnTo>
                  <a:pt x="5625" y="18000"/>
                </a:lnTo>
                <a:lnTo>
                  <a:pt x="5727" y="18000"/>
                </a:lnTo>
                <a:lnTo>
                  <a:pt x="5625" y="18102"/>
                </a:lnTo>
                <a:lnTo>
                  <a:pt x="5830" y="18102"/>
                </a:lnTo>
                <a:lnTo>
                  <a:pt x="5420" y="18205"/>
                </a:lnTo>
                <a:lnTo>
                  <a:pt x="6545" y="18307"/>
                </a:lnTo>
                <a:lnTo>
                  <a:pt x="6239" y="18307"/>
                </a:lnTo>
                <a:lnTo>
                  <a:pt x="6443" y="18409"/>
                </a:lnTo>
                <a:lnTo>
                  <a:pt x="6034" y="18614"/>
                </a:lnTo>
                <a:lnTo>
                  <a:pt x="6034" y="18614"/>
                </a:lnTo>
                <a:lnTo>
                  <a:pt x="6136" y="18409"/>
                </a:lnTo>
                <a:lnTo>
                  <a:pt x="5625" y="18511"/>
                </a:lnTo>
                <a:lnTo>
                  <a:pt x="5625" y="18307"/>
                </a:lnTo>
                <a:lnTo>
                  <a:pt x="4807" y="18614"/>
                </a:lnTo>
                <a:lnTo>
                  <a:pt x="5011" y="18614"/>
                </a:lnTo>
                <a:lnTo>
                  <a:pt x="5011" y="19227"/>
                </a:lnTo>
                <a:lnTo>
                  <a:pt x="7466" y="18511"/>
                </a:lnTo>
                <a:lnTo>
                  <a:pt x="7466" y="18511"/>
                </a:lnTo>
                <a:lnTo>
                  <a:pt x="5727" y="19943"/>
                </a:lnTo>
                <a:lnTo>
                  <a:pt x="5932" y="19943"/>
                </a:lnTo>
                <a:lnTo>
                  <a:pt x="5011" y="20352"/>
                </a:lnTo>
                <a:lnTo>
                  <a:pt x="6750" y="20045"/>
                </a:lnTo>
                <a:lnTo>
                  <a:pt x="7159" y="20352"/>
                </a:lnTo>
                <a:lnTo>
                  <a:pt x="8386" y="20045"/>
                </a:lnTo>
                <a:lnTo>
                  <a:pt x="8386" y="20045"/>
                </a:lnTo>
                <a:lnTo>
                  <a:pt x="7875" y="20352"/>
                </a:lnTo>
                <a:lnTo>
                  <a:pt x="7875" y="20352"/>
                </a:lnTo>
                <a:lnTo>
                  <a:pt x="9511" y="19943"/>
                </a:lnTo>
                <a:lnTo>
                  <a:pt x="8080" y="20761"/>
                </a:lnTo>
                <a:lnTo>
                  <a:pt x="8182" y="20864"/>
                </a:lnTo>
                <a:lnTo>
                  <a:pt x="5523" y="22193"/>
                </a:lnTo>
                <a:lnTo>
                  <a:pt x="5523" y="22091"/>
                </a:lnTo>
                <a:lnTo>
                  <a:pt x="3375" y="22909"/>
                </a:lnTo>
                <a:lnTo>
                  <a:pt x="3375" y="23114"/>
                </a:lnTo>
                <a:lnTo>
                  <a:pt x="3170" y="23011"/>
                </a:lnTo>
                <a:lnTo>
                  <a:pt x="2966" y="23114"/>
                </a:lnTo>
                <a:lnTo>
                  <a:pt x="2966" y="23114"/>
                </a:lnTo>
                <a:lnTo>
                  <a:pt x="3170" y="22909"/>
                </a:lnTo>
                <a:lnTo>
                  <a:pt x="2864" y="23011"/>
                </a:lnTo>
                <a:lnTo>
                  <a:pt x="2864" y="23011"/>
                </a:lnTo>
                <a:lnTo>
                  <a:pt x="2966" y="22909"/>
                </a:lnTo>
                <a:lnTo>
                  <a:pt x="1120" y="23634"/>
                </a:lnTo>
                <a:lnTo>
                  <a:pt x="1120" y="23634"/>
                </a:lnTo>
                <a:lnTo>
                  <a:pt x="1023" y="23830"/>
                </a:lnTo>
                <a:lnTo>
                  <a:pt x="2276" y="23472"/>
                </a:lnTo>
                <a:lnTo>
                  <a:pt x="2276" y="23472"/>
                </a:lnTo>
                <a:lnTo>
                  <a:pt x="3886" y="23114"/>
                </a:lnTo>
                <a:lnTo>
                  <a:pt x="3682" y="23318"/>
                </a:lnTo>
                <a:lnTo>
                  <a:pt x="5069" y="22823"/>
                </a:lnTo>
                <a:lnTo>
                  <a:pt x="5069" y="22823"/>
                </a:lnTo>
                <a:lnTo>
                  <a:pt x="5216" y="22602"/>
                </a:lnTo>
                <a:lnTo>
                  <a:pt x="5932" y="22398"/>
                </a:lnTo>
                <a:lnTo>
                  <a:pt x="5830" y="22398"/>
                </a:lnTo>
                <a:lnTo>
                  <a:pt x="10534" y="20761"/>
                </a:lnTo>
                <a:lnTo>
                  <a:pt x="10432" y="20761"/>
                </a:lnTo>
                <a:lnTo>
                  <a:pt x="11352" y="20352"/>
                </a:lnTo>
                <a:lnTo>
                  <a:pt x="11455" y="19943"/>
                </a:lnTo>
                <a:lnTo>
                  <a:pt x="12580" y="19330"/>
                </a:lnTo>
                <a:lnTo>
                  <a:pt x="12580" y="19432"/>
                </a:lnTo>
                <a:lnTo>
                  <a:pt x="12886" y="19330"/>
                </a:lnTo>
                <a:lnTo>
                  <a:pt x="12886" y="19227"/>
                </a:lnTo>
                <a:lnTo>
                  <a:pt x="17386" y="17693"/>
                </a:lnTo>
                <a:lnTo>
                  <a:pt x="16568" y="18102"/>
                </a:lnTo>
                <a:lnTo>
                  <a:pt x="16875" y="18205"/>
                </a:lnTo>
                <a:lnTo>
                  <a:pt x="16875" y="18307"/>
                </a:lnTo>
                <a:lnTo>
                  <a:pt x="14011" y="19125"/>
                </a:lnTo>
                <a:lnTo>
                  <a:pt x="14318" y="19330"/>
                </a:lnTo>
                <a:lnTo>
                  <a:pt x="13193" y="19841"/>
                </a:lnTo>
                <a:lnTo>
                  <a:pt x="15443" y="19227"/>
                </a:lnTo>
                <a:lnTo>
                  <a:pt x="15443" y="19227"/>
                </a:lnTo>
                <a:lnTo>
                  <a:pt x="15341" y="19330"/>
                </a:lnTo>
                <a:lnTo>
                  <a:pt x="15852" y="19023"/>
                </a:lnTo>
                <a:lnTo>
                  <a:pt x="15852" y="19125"/>
                </a:lnTo>
                <a:lnTo>
                  <a:pt x="17284" y="18614"/>
                </a:lnTo>
                <a:lnTo>
                  <a:pt x="16875" y="18614"/>
                </a:lnTo>
                <a:lnTo>
                  <a:pt x="17284" y="18409"/>
                </a:lnTo>
                <a:lnTo>
                  <a:pt x="17182" y="18409"/>
                </a:lnTo>
                <a:lnTo>
                  <a:pt x="17554" y="18186"/>
                </a:lnTo>
                <a:lnTo>
                  <a:pt x="17554" y="18186"/>
                </a:lnTo>
                <a:lnTo>
                  <a:pt x="18205" y="18000"/>
                </a:lnTo>
                <a:lnTo>
                  <a:pt x="18205" y="18000"/>
                </a:lnTo>
                <a:lnTo>
                  <a:pt x="17795" y="18307"/>
                </a:lnTo>
                <a:lnTo>
                  <a:pt x="19125" y="18102"/>
                </a:lnTo>
                <a:lnTo>
                  <a:pt x="18614" y="18409"/>
                </a:lnTo>
                <a:lnTo>
                  <a:pt x="18818" y="18409"/>
                </a:lnTo>
                <a:lnTo>
                  <a:pt x="18818" y="18511"/>
                </a:lnTo>
                <a:lnTo>
                  <a:pt x="19125" y="18511"/>
                </a:lnTo>
                <a:lnTo>
                  <a:pt x="18818" y="18716"/>
                </a:lnTo>
                <a:lnTo>
                  <a:pt x="19227" y="18716"/>
                </a:lnTo>
                <a:lnTo>
                  <a:pt x="19841" y="18511"/>
                </a:lnTo>
                <a:lnTo>
                  <a:pt x="19432" y="18920"/>
                </a:lnTo>
                <a:lnTo>
                  <a:pt x="19636" y="19125"/>
                </a:lnTo>
                <a:lnTo>
                  <a:pt x="21682" y="19023"/>
                </a:lnTo>
                <a:lnTo>
                  <a:pt x="21682" y="19023"/>
                </a:lnTo>
                <a:lnTo>
                  <a:pt x="21477" y="19227"/>
                </a:lnTo>
                <a:lnTo>
                  <a:pt x="23216" y="19227"/>
                </a:lnTo>
                <a:lnTo>
                  <a:pt x="22295" y="19534"/>
                </a:lnTo>
                <a:lnTo>
                  <a:pt x="22909" y="19943"/>
                </a:lnTo>
                <a:lnTo>
                  <a:pt x="22807" y="19943"/>
                </a:lnTo>
                <a:lnTo>
                  <a:pt x="23216" y="20659"/>
                </a:lnTo>
                <a:lnTo>
                  <a:pt x="23830" y="20659"/>
                </a:lnTo>
                <a:lnTo>
                  <a:pt x="23830" y="20455"/>
                </a:lnTo>
                <a:lnTo>
                  <a:pt x="24034" y="20352"/>
                </a:lnTo>
                <a:lnTo>
                  <a:pt x="23625" y="20148"/>
                </a:lnTo>
                <a:lnTo>
                  <a:pt x="24545" y="20045"/>
                </a:lnTo>
                <a:lnTo>
                  <a:pt x="24443" y="20148"/>
                </a:lnTo>
                <a:lnTo>
                  <a:pt x="24648" y="20148"/>
                </a:lnTo>
                <a:lnTo>
                  <a:pt x="24136" y="20659"/>
                </a:lnTo>
                <a:lnTo>
                  <a:pt x="24545" y="20761"/>
                </a:lnTo>
                <a:lnTo>
                  <a:pt x="25466" y="19636"/>
                </a:lnTo>
                <a:lnTo>
                  <a:pt x="24955" y="20557"/>
                </a:lnTo>
                <a:lnTo>
                  <a:pt x="25159" y="20761"/>
                </a:lnTo>
                <a:lnTo>
                  <a:pt x="25670" y="20557"/>
                </a:lnTo>
                <a:lnTo>
                  <a:pt x="25159" y="20966"/>
                </a:lnTo>
                <a:lnTo>
                  <a:pt x="25568" y="21170"/>
                </a:lnTo>
                <a:lnTo>
                  <a:pt x="24750" y="21784"/>
                </a:lnTo>
                <a:lnTo>
                  <a:pt x="25159" y="21886"/>
                </a:lnTo>
                <a:lnTo>
                  <a:pt x="25159" y="22193"/>
                </a:lnTo>
                <a:lnTo>
                  <a:pt x="25057" y="22295"/>
                </a:lnTo>
                <a:lnTo>
                  <a:pt x="25364" y="22705"/>
                </a:lnTo>
                <a:lnTo>
                  <a:pt x="24648" y="23114"/>
                </a:lnTo>
                <a:lnTo>
                  <a:pt x="24545" y="23420"/>
                </a:lnTo>
                <a:lnTo>
                  <a:pt x="25670" y="22807"/>
                </a:lnTo>
                <a:lnTo>
                  <a:pt x="24750" y="24136"/>
                </a:lnTo>
                <a:lnTo>
                  <a:pt x="26284" y="23011"/>
                </a:lnTo>
                <a:lnTo>
                  <a:pt x="26284" y="23011"/>
                </a:lnTo>
                <a:lnTo>
                  <a:pt x="25568" y="23830"/>
                </a:lnTo>
                <a:lnTo>
                  <a:pt x="25568" y="23830"/>
                </a:lnTo>
                <a:lnTo>
                  <a:pt x="26182" y="23318"/>
                </a:lnTo>
                <a:lnTo>
                  <a:pt x="26182" y="23495"/>
                </a:lnTo>
                <a:lnTo>
                  <a:pt x="26182" y="23495"/>
                </a:lnTo>
                <a:lnTo>
                  <a:pt x="24750" y="24545"/>
                </a:lnTo>
                <a:lnTo>
                  <a:pt x="25159" y="24648"/>
                </a:lnTo>
                <a:lnTo>
                  <a:pt x="24443" y="25364"/>
                </a:lnTo>
                <a:lnTo>
                  <a:pt x="24443" y="25568"/>
                </a:lnTo>
                <a:lnTo>
                  <a:pt x="25261" y="25261"/>
                </a:lnTo>
                <a:lnTo>
                  <a:pt x="25364" y="25159"/>
                </a:lnTo>
                <a:lnTo>
                  <a:pt x="25773" y="25057"/>
                </a:lnTo>
                <a:lnTo>
                  <a:pt x="25364" y="25261"/>
                </a:lnTo>
                <a:lnTo>
                  <a:pt x="25773" y="25568"/>
                </a:lnTo>
                <a:lnTo>
                  <a:pt x="25261" y="25261"/>
                </a:lnTo>
                <a:lnTo>
                  <a:pt x="24955" y="25466"/>
                </a:lnTo>
                <a:lnTo>
                  <a:pt x="25364" y="25977"/>
                </a:lnTo>
                <a:lnTo>
                  <a:pt x="24750" y="26489"/>
                </a:lnTo>
                <a:lnTo>
                  <a:pt x="24750" y="26489"/>
                </a:lnTo>
                <a:lnTo>
                  <a:pt x="25159" y="26284"/>
                </a:lnTo>
                <a:lnTo>
                  <a:pt x="24545" y="26693"/>
                </a:lnTo>
                <a:lnTo>
                  <a:pt x="24443" y="27000"/>
                </a:lnTo>
                <a:lnTo>
                  <a:pt x="26080" y="25977"/>
                </a:lnTo>
                <a:lnTo>
                  <a:pt x="25670" y="26386"/>
                </a:lnTo>
                <a:lnTo>
                  <a:pt x="25773" y="26795"/>
                </a:lnTo>
                <a:lnTo>
                  <a:pt x="25568" y="26489"/>
                </a:lnTo>
                <a:lnTo>
                  <a:pt x="24852" y="26795"/>
                </a:lnTo>
                <a:lnTo>
                  <a:pt x="24955" y="26795"/>
                </a:lnTo>
                <a:lnTo>
                  <a:pt x="24545" y="27307"/>
                </a:lnTo>
                <a:lnTo>
                  <a:pt x="25466" y="27102"/>
                </a:lnTo>
                <a:lnTo>
                  <a:pt x="24341" y="27614"/>
                </a:lnTo>
                <a:lnTo>
                  <a:pt x="25159" y="27818"/>
                </a:lnTo>
                <a:lnTo>
                  <a:pt x="25057" y="27920"/>
                </a:lnTo>
                <a:lnTo>
                  <a:pt x="25159" y="28023"/>
                </a:lnTo>
                <a:lnTo>
                  <a:pt x="24852" y="28125"/>
                </a:lnTo>
                <a:lnTo>
                  <a:pt x="25364" y="28125"/>
                </a:lnTo>
                <a:lnTo>
                  <a:pt x="24852" y="28227"/>
                </a:lnTo>
                <a:lnTo>
                  <a:pt x="25977" y="28227"/>
                </a:lnTo>
                <a:lnTo>
                  <a:pt x="26284" y="27920"/>
                </a:lnTo>
                <a:lnTo>
                  <a:pt x="25773" y="28841"/>
                </a:lnTo>
                <a:lnTo>
                  <a:pt x="26591" y="28636"/>
                </a:lnTo>
                <a:lnTo>
                  <a:pt x="26489" y="29148"/>
                </a:lnTo>
                <a:lnTo>
                  <a:pt x="26182" y="29352"/>
                </a:lnTo>
                <a:lnTo>
                  <a:pt x="26182" y="29352"/>
                </a:lnTo>
                <a:lnTo>
                  <a:pt x="26795" y="29148"/>
                </a:lnTo>
                <a:lnTo>
                  <a:pt x="26489" y="29455"/>
                </a:lnTo>
                <a:lnTo>
                  <a:pt x="26898" y="29455"/>
                </a:lnTo>
                <a:lnTo>
                  <a:pt x="26489" y="29659"/>
                </a:lnTo>
                <a:lnTo>
                  <a:pt x="26489" y="29864"/>
                </a:lnTo>
                <a:lnTo>
                  <a:pt x="26591" y="30068"/>
                </a:lnTo>
                <a:lnTo>
                  <a:pt x="26693" y="30068"/>
                </a:lnTo>
                <a:lnTo>
                  <a:pt x="26386" y="30375"/>
                </a:lnTo>
                <a:lnTo>
                  <a:pt x="26386" y="30682"/>
                </a:lnTo>
                <a:lnTo>
                  <a:pt x="26489" y="30682"/>
                </a:lnTo>
                <a:lnTo>
                  <a:pt x="26386" y="30784"/>
                </a:lnTo>
                <a:lnTo>
                  <a:pt x="26386" y="30682"/>
                </a:lnTo>
                <a:lnTo>
                  <a:pt x="26080" y="31295"/>
                </a:lnTo>
                <a:lnTo>
                  <a:pt x="25670" y="31500"/>
                </a:lnTo>
                <a:lnTo>
                  <a:pt x="25568" y="31602"/>
                </a:lnTo>
                <a:lnTo>
                  <a:pt x="25568" y="31500"/>
                </a:lnTo>
                <a:lnTo>
                  <a:pt x="25670" y="31500"/>
                </a:lnTo>
                <a:lnTo>
                  <a:pt x="26182" y="30886"/>
                </a:lnTo>
                <a:lnTo>
                  <a:pt x="26182" y="30886"/>
                </a:lnTo>
                <a:lnTo>
                  <a:pt x="25466" y="31398"/>
                </a:lnTo>
                <a:lnTo>
                  <a:pt x="25875" y="30989"/>
                </a:lnTo>
                <a:lnTo>
                  <a:pt x="25875" y="31091"/>
                </a:lnTo>
                <a:lnTo>
                  <a:pt x="26182" y="30682"/>
                </a:lnTo>
                <a:lnTo>
                  <a:pt x="24852" y="30477"/>
                </a:lnTo>
                <a:lnTo>
                  <a:pt x="24341" y="31909"/>
                </a:lnTo>
                <a:lnTo>
                  <a:pt x="24545" y="31909"/>
                </a:lnTo>
                <a:lnTo>
                  <a:pt x="24136" y="32420"/>
                </a:lnTo>
                <a:lnTo>
                  <a:pt x="24136" y="32216"/>
                </a:lnTo>
                <a:lnTo>
                  <a:pt x="23932" y="32523"/>
                </a:lnTo>
                <a:lnTo>
                  <a:pt x="24545" y="32727"/>
                </a:lnTo>
                <a:lnTo>
                  <a:pt x="24034" y="32625"/>
                </a:lnTo>
                <a:lnTo>
                  <a:pt x="21989" y="35489"/>
                </a:lnTo>
                <a:lnTo>
                  <a:pt x="22091" y="35489"/>
                </a:lnTo>
                <a:lnTo>
                  <a:pt x="20557" y="38250"/>
                </a:lnTo>
                <a:lnTo>
                  <a:pt x="20557" y="38148"/>
                </a:lnTo>
                <a:lnTo>
                  <a:pt x="20250" y="38659"/>
                </a:lnTo>
                <a:lnTo>
                  <a:pt x="20348" y="40709"/>
                </a:lnTo>
                <a:lnTo>
                  <a:pt x="20348" y="40709"/>
                </a:lnTo>
                <a:lnTo>
                  <a:pt x="20148" y="40909"/>
                </a:lnTo>
                <a:lnTo>
                  <a:pt x="20455" y="41011"/>
                </a:lnTo>
                <a:lnTo>
                  <a:pt x="20761" y="40807"/>
                </a:lnTo>
                <a:lnTo>
                  <a:pt x="21477" y="40807"/>
                </a:lnTo>
                <a:lnTo>
                  <a:pt x="20761" y="40909"/>
                </a:lnTo>
                <a:lnTo>
                  <a:pt x="20761" y="41420"/>
                </a:lnTo>
                <a:lnTo>
                  <a:pt x="20557" y="41114"/>
                </a:lnTo>
                <a:lnTo>
                  <a:pt x="20352" y="41727"/>
                </a:lnTo>
                <a:lnTo>
                  <a:pt x="20557" y="42341"/>
                </a:lnTo>
                <a:lnTo>
                  <a:pt x="20352" y="42648"/>
                </a:lnTo>
                <a:lnTo>
                  <a:pt x="20864" y="43875"/>
                </a:lnTo>
                <a:lnTo>
                  <a:pt x="20761" y="44284"/>
                </a:lnTo>
                <a:lnTo>
                  <a:pt x="21068" y="44591"/>
                </a:lnTo>
                <a:lnTo>
                  <a:pt x="21477" y="44693"/>
                </a:lnTo>
                <a:lnTo>
                  <a:pt x="23011" y="47250"/>
                </a:lnTo>
                <a:lnTo>
                  <a:pt x="22909" y="47455"/>
                </a:lnTo>
                <a:lnTo>
                  <a:pt x="23216" y="49295"/>
                </a:lnTo>
                <a:lnTo>
                  <a:pt x="23932" y="50114"/>
                </a:lnTo>
                <a:lnTo>
                  <a:pt x="23932" y="51341"/>
                </a:lnTo>
                <a:lnTo>
                  <a:pt x="24034" y="51341"/>
                </a:lnTo>
                <a:lnTo>
                  <a:pt x="24034" y="51545"/>
                </a:lnTo>
                <a:lnTo>
                  <a:pt x="23830" y="51341"/>
                </a:lnTo>
                <a:lnTo>
                  <a:pt x="23216" y="51443"/>
                </a:lnTo>
                <a:lnTo>
                  <a:pt x="23830" y="52159"/>
                </a:lnTo>
                <a:lnTo>
                  <a:pt x="24648" y="52364"/>
                </a:lnTo>
                <a:lnTo>
                  <a:pt x="25261" y="54818"/>
                </a:lnTo>
                <a:lnTo>
                  <a:pt x="26795" y="56455"/>
                </a:lnTo>
                <a:lnTo>
                  <a:pt x="26898" y="55432"/>
                </a:lnTo>
                <a:lnTo>
                  <a:pt x="26386" y="55227"/>
                </a:lnTo>
                <a:lnTo>
                  <a:pt x="25773" y="52364"/>
                </a:lnTo>
                <a:lnTo>
                  <a:pt x="25773" y="52670"/>
                </a:lnTo>
                <a:lnTo>
                  <a:pt x="25261" y="50830"/>
                </a:lnTo>
                <a:lnTo>
                  <a:pt x="25057" y="50727"/>
                </a:lnTo>
                <a:lnTo>
                  <a:pt x="24341" y="48068"/>
                </a:lnTo>
                <a:lnTo>
                  <a:pt x="24545" y="47250"/>
                </a:lnTo>
                <a:lnTo>
                  <a:pt x="25159" y="47659"/>
                </a:lnTo>
                <a:lnTo>
                  <a:pt x="25364" y="47557"/>
                </a:lnTo>
                <a:lnTo>
                  <a:pt x="25466" y="47761"/>
                </a:lnTo>
                <a:lnTo>
                  <a:pt x="25875" y="47966"/>
                </a:lnTo>
                <a:lnTo>
                  <a:pt x="26591" y="51034"/>
                </a:lnTo>
                <a:lnTo>
                  <a:pt x="27205" y="51341"/>
                </a:lnTo>
                <a:lnTo>
                  <a:pt x="27000" y="51852"/>
                </a:lnTo>
                <a:lnTo>
                  <a:pt x="28023" y="53080"/>
                </a:lnTo>
                <a:lnTo>
                  <a:pt x="27920" y="52977"/>
                </a:lnTo>
                <a:lnTo>
                  <a:pt x="28125" y="53591"/>
                </a:lnTo>
                <a:lnTo>
                  <a:pt x="27920" y="53795"/>
                </a:lnTo>
                <a:lnTo>
                  <a:pt x="28636" y="54307"/>
                </a:lnTo>
                <a:lnTo>
                  <a:pt x="28432" y="54205"/>
                </a:lnTo>
                <a:lnTo>
                  <a:pt x="29045" y="54920"/>
                </a:lnTo>
                <a:lnTo>
                  <a:pt x="28841" y="54920"/>
                </a:lnTo>
                <a:lnTo>
                  <a:pt x="29761" y="56148"/>
                </a:lnTo>
                <a:lnTo>
                  <a:pt x="30477" y="58091"/>
                </a:lnTo>
                <a:lnTo>
                  <a:pt x="29966" y="59216"/>
                </a:lnTo>
                <a:lnTo>
                  <a:pt x="37534" y="63920"/>
                </a:lnTo>
                <a:lnTo>
                  <a:pt x="39068" y="63307"/>
                </a:lnTo>
                <a:lnTo>
                  <a:pt x="39170" y="63307"/>
                </a:lnTo>
                <a:lnTo>
                  <a:pt x="39784" y="63614"/>
                </a:lnTo>
                <a:lnTo>
                  <a:pt x="39784" y="63614"/>
                </a:lnTo>
                <a:lnTo>
                  <a:pt x="39375" y="63307"/>
                </a:lnTo>
                <a:lnTo>
                  <a:pt x="39375" y="63307"/>
                </a:lnTo>
                <a:lnTo>
                  <a:pt x="44284" y="66375"/>
                </a:lnTo>
                <a:lnTo>
                  <a:pt x="45000" y="66273"/>
                </a:lnTo>
                <a:lnTo>
                  <a:pt x="45409" y="66682"/>
                </a:lnTo>
                <a:lnTo>
                  <a:pt x="45307" y="66989"/>
                </a:lnTo>
                <a:lnTo>
                  <a:pt x="46534" y="68830"/>
                </a:lnTo>
                <a:lnTo>
                  <a:pt x="46534" y="69443"/>
                </a:lnTo>
                <a:lnTo>
                  <a:pt x="47148" y="70159"/>
                </a:lnTo>
                <a:lnTo>
                  <a:pt x="47352" y="69852"/>
                </a:lnTo>
                <a:lnTo>
                  <a:pt x="47045" y="69443"/>
                </a:lnTo>
                <a:lnTo>
                  <a:pt x="47045" y="69443"/>
                </a:lnTo>
                <a:lnTo>
                  <a:pt x="48784" y="71386"/>
                </a:lnTo>
                <a:lnTo>
                  <a:pt x="48784" y="71386"/>
                </a:lnTo>
                <a:lnTo>
                  <a:pt x="48580" y="71080"/>
                </a:lnTo>
                <a:lnTo>
                  <a:pt x="49091" y="71693"/>
                </a:lnTo>
                <a:lnTo>
                  <a:pt x="49705" y="71489"/>
                </a:lnTo>
                <a:lnTo>
                  <a:pt x="50625" y="72205"/>
                </a:lnTo>
                <a:lnTo>
                  <a:pt x="50727" y="71898"/>
                </a:lnTo>
                <a:lnTo>
                  <a:pt x="51136" y="72614"/>
                </a:lnTo>
                <a:lnTo>
                  <a:pt x="51648" y="72307"/>
                </a:lnTo>
                <a:lnTo>
                  <a:pt x="51341" y="71693"/>
                </a:lnTo>
                <a:lnTo>
                  <a:pt x="52670" y="70773"/>
                </a:lnTo>
                <a:lnTo>
                  <a:pt x="53182" y="71489"/>
                </a:lnTo>
                <a:lnTo>
                  <a:pt x="53182" y="71284"/>
                </a:lnTo>
                <a:lnTo>
                  <a:pt x="53386" y="71386"/>
                </a:lnTo>
                <a:lnTo>
                  <a:pt x="53489" y="71284"/>
                </a:lnTo>
                <a:lnTo>
                  <a:pt x="53693" y="71693"/>
                </a:lnTo>
                <a:lnTo>
                  <a:pt x="53386" y="71386"/>
                </a:lnTo>
                <a:lnTo>
                  <a:pt x="53182" y="71795"/>
                </a:lnTo>
                <a:lnTo>
                  <a:pt x="53795" y="75682"/>
                </a:lnTo>
                <a:lnTo>
                  <a:pt x="53898" y="75682"/>
                </a:lnTo>
                <a:lnTo>
                  <a:pt x="53898" y="75989"/>
                </a:lnTo>
                <a:lnTo>
                  <a:pt x="54000" y="75886"/>
                </a:lnTo>
                <a:lnTo>
                  <a:pt x="54205" y="75989"/>
                </a:lnTo>
                <a:lnTo>
                  <a:pt x="53489" y="77216"/>
                </a:lnTo>
                <a:lnTo>
                  <a:pt x="52977" y="77523"/>
                </a:lnTo>
                <a:lnTo>
                  <a:pt x="52773" y="78239"/>
                </a:lnTo>
                <a:lnTo>
                  <a:pt x="52364" y="78341"/>
                </a:lnTo>
                <a:lnTo>
                  <a:pt x="52568" y="78750"/>
                </a:lnTo>
                <a:lnTo>
                  <a:pt x="51648" y="79159"/>
                </a:lnTo>
                <a:lnTo>
                  <a:pt x="51239" y="80693"/>
                </a:lnTo>
                <a:lnTo>
                  <a:pt x="51034" y="80591"/>
                </a:lnTo>
                <a:lnTo>
                  <a:pt x="50727" y="81307"/>
                </a:lnTo>
                <a:lnTo>
                  <a:pt x="50727" y="82227"/>
                </a:lnTo>
                <a:lnTo>
                  <a:pt x="51034" y="82739"/>
                </a:lnTo>
                <a:lnTo>
                  <a:pt x="51545" y="82432"/>
                </a:lnTo>
                <a:lnTo>
                  <a:pt x="51648" y="82125"/>
                </a:lnTo>
                <a:lnTo>
                  <a:pt x="51750" y="82841"/>
                </a:lnTo>
                <a:lnTo>
                  <a:pt x="50318" y="84886"/>
                </a:lnTo>
                <a:lnTo>
                  <a:pt x="50830" y="85909"/>
                </a:lnTo>
                <a:lnTo>
                  <a:pt x="50625" y="86011"/>
                </a:lnTo>
                <a:lnTo>
                  <a:pt x="60852" y="98693"/>
                </a:lnTo>
                <a:lnTo>
                  <a:pt x="61977" y="118125"/>
                </a:lnTo>
                <a:lnTo>
                  <a:pt x="61670" y="118330"/>
                </a:lnTo>
                <a:lnTo>
                  <a:pt x="63102" y="122932"/>
                </a:lnTo>
                <a:lnTo>
                  <a:pt x="64125" y="122625"/>
                </a:lnTo>
                <a:lnTo>
                  <a:pt x="63818" y="123136"/>
                </a:lnTo>
                <a:lnTo>
                  <a:pt x="64125" y="123136"/>
                </a:lnTo>
                <a:lnTo>
                  <a:pt x="64330" y="123648"/>
                </a:lnTo>
                <a:lnTo>
                  <a:pt x="64023" y="123648"/>
                </a:lnTo>
                <a:lnTo>
                  <a:pt x="64227" y="125284"/>
                </a:lnTo>
                <a:lnTo>
                  <a:pt x="64636" y="125489"/>
                </a:lnTo>
                <a:lnTo>
                  <a:pt x="64534" y="126511"/>
                </a:lnTo>
                <a:lnTo>
                  <a:pt x="64943" y="126716"/>
                </a:lnTo>
                <a:lnTo>
                  <a:pt x="64330" y="126716"/>
                </a:lnTo>
                <a:lnTo>
                  <a:pt x="64636" y="127432"/>
                </a:lnTo>
                <a:lnTo>
                  <a:pt x="64534" y="127739"/>
                </a:lnTo>
                <a:lnTo>
                  <a:pt x="64330" y="127023"/>
                </a:lnTo>
                <a:lnTo>
                  <a:pt x="64023" y="127432"/>
                </a:lnTo>
                <a:lnTo>
                  <a:pt x="64023" y="127432"/>
                </a:lnTo>
                <a:lnTo>
                  <a:pt x="64227" y="127023"/>
                </a:lnTo>
                <a:lnTo>
                  <a:pt x="64023" y="126614"/>
                </a:lnTo>
                <a:lnTo>
                  <a:pt x="64023" y="127023"/>
                </a:lnTo>
                <a:lnTo>
                  <a:pt x="63409" y="127125"/>
                </a:lnTo>
                <a:lnTo>
                  <a:pt x="63614" y="127432"/>
                </a:lnTo>
                <a:lnTo>
                  <a:pt x="63205" y="127943"/>
                </a:lnTo>
                <a:lnTo>
                  <a:pt x="63205" y="127943"/>
                </a:lnTo>
                <a:lnTo>
                  <a:pt x="63716" y="127739"/>
                </a:lnTo>
                <a:lnTo>
                  <a:pt x="64227" y="128148"/>
                </a:lnTo>
                <a:lnTo>
                  <a:pt x="64227" y="128045"/>
                </a:lnTo>
                <a:lnTo>
                  <a:pt x="64534" y="128250"/>
                </a:lnTo>
                <a:lnTo>
                  <a:pt x="64534" y="128455"/>
                </a:lnTo>
                <a:lnTo>
                  <a:pt x="64432" y="128659"/>
                </a:lnTo>
                <a:lnTo>
                  <a:pt x="64636" y="129068"/>
                </a:lnTo>
                <a:lnTo>
                  <a:pt x="65148" y="128864"/>
                </a:lnTo>
                <a:lnTo>
                  <a:pt x="65557" y="129477"/>
                </a:lnTo>
                <a:lnTo>
                  <a:pt x="64534" y="129273"/>
                </a:lnTo>
                <a:lnTo>
                  <a:pt x="65148" y="129682"/>
                </a:lnTo>
                <a:lnTo>
                  <a:pt x="65455" y="130705"/>
                </a:lnTo>
                <a:lnTo>
                  <a:pt x="65352" y="130295"/>
                </a:lnTo>
                <a:lnTo>
                  <a:pt x="65455" y="130295"/>
                </a:lnTo>
                <a:lnTo>
                  <a:pt x="65864" y="131216"/>
                </a:lnTo>
                <a:lnTo>
                  <a:pt x="65352" y="131420"/>
                </a:lnTo>
                <a:lnTo>
                  <a:pt x="66068" y="131727"/>
                </a:lnTo>
                <a:lnTo>
                  <a:pt x="65864" y="131727"/>
                </a:lnTo>
                <a:lnTo>
                  <a:pt x="66170" y="132034"/>
                </a:lnTo>
                <a:lnTo>
                  <a:pt x="66273" y="131727"/>
                </a:lnTo>
                <a:lnTo>
                  <a:pt x="66375" y="131932"/>
                </a:lnTo>
                <a:lnTo>
                  <a:pt x="66375" y="132239"/>
                </a:lnTo>
                <a:lnTo>
                  <a:pt x="66170" y="132034"/>
                </a:lnTo>
                <a:lnTo>
                  <a:pt x="65557" y="131625"/>
                </a:lnTo>
                <a:lnTo>
                  <a:pt x="65250" y="131932"/>
                </a:lnTo>
                <a:lnTo>
                  <a:pt x="67193" y="133261"/>
                </a:lnTo>
                <a:lnTo>
                  <a:pt x="67398" y="133159"/>
                </a:lnTo>
                <a:lnTo>
                  <a:pt x="67091" y="132750"/>
                </a:lnTo>
                <a:lnTo>
                  <a:pt x="67705" y="133057"/>
                </a:lnTo>
                <a:lnTo>
                  <a:pt x="67398" y="133159"/>
                </a:lnTo>
                <a:lnTo>
                  <a:pt x="67500" y="133261"/>
                </a:lnTo>
                <a:lnTo>
                  <a:pt x="67602" y="133159"/>
                </a:lnTo>
                <a:lnTo>
                  <a:pt x="67807" y="133568"/>
                </a:lnTo>
                <a:lnTo>
                  <a:pt x="67807" y="133568"/>
                </a:lnTo>
                <a:lnTo>
                  <a:pt x="67500" y="133261"/>
                </a:lnTo>
                <a:lnTo>
                  <a:pt x="67295" y="133364"/>
                </a:lnTo>
                <a:lnTo>
                  <a:pt x="66477" y="133364"/>
                </a:lnTo>
                <a:lnTo>
                  <a:pt x="66886" y="133773"/>
                </a:lnTo>
                <a:lnTo>
                  <a:pt x="67500" y="133670"/>
                </a:lnTo>
                <a:lnTo>
                  <a:pt x="67295" y="134080"/>
                </a:lnTo>
                <a:lnTo>
                  <a:pt x="67705" y="134284"/>
                </a:lnTo>
                <a:lnTo>
                  <a:pt x="67807" y="134080"/>
                </a:lnTo>
                <a:lnTo>
                  <a:pt x="67926" y="134000"/>
                </a:lnTo>
                <a:lnTo>
                  <a:pt x="67926" y="134000"/>
                </a:lnTo>
                <a:lnTo>
                  <a:pt x="68420" y="134693"/>
                </a:lnTo>
                <a:lnTo>
                  <a:pt x="69136" y="133977"/>
                </a:lnTo>
                <a:lnTo>
                  <a:pt x="69136" y="134284"/>
                </a:lnTo>
                <a:lnTo>
                  <a:pt x="68932" y="134489"/>
                </a:lnTo>
                <a:lnTo>
                  <a:pt x="68932" y="134693"/>
                </a:lnTo>
                <a:lnTo>
                  <a:pt x="68727" y="134795"/>
                </a:lnTo>
                <a:lnTo>
                  <a:pt x="69750" y="134795"/>
                </a:lnTo>
                <a:lnTo>
                  <a:pt x="69545" y="134182"/>
                </a:lnTo>
                <a:lnTo>
                  <a:pt x="69767" y="133988"/>
                </a:lnTo>
                <a:lnTo>
                  <a:pt x="69767" y="133988"/>
                </a:lnTo>
                <a:lnTo>
                  <a:pt x="70057" y="134182"/>
                </a:lnTo>
                <a:lnTo>
                  <a:pt x="69852" y="134284"/>
                </a:lnTo>
                <a:lnTo>
                  <a:pt x="70568" y="134591"/>
                </a:lnTo>
                <a:lnTo>
                  <a:pt x="70364" y="135000"/>
                </a:lnTo>
                <a:lnTo>
                  <a:pt x="71489" y="135614"/>
                </a:lnTo>
                <a:lnTo>
                  <a:pt x="71386" y="135716"/>
                </a:lnTo>
                <a:lnTo>
                  <a:pt x="70159" y="135205"/>
                </a:lnTo>
                <a:lnTo>
                  <a:pt x="70364" y="135205"/>
                </a:lnTo>
                <a:lnTo>
                  <a:pt x="70057" y="135000"/>
                </a:lnTo>
                <a:lnTo>
                  <a:pt x="69955" y="135102"/>
                </a:lnTo>
                <a:lnTo>
                  <a:pt x="70568" y="135716"/>
                </a:lnTo>
                <a:lnTo>
                  <a:pt x="70057" y="135511"/>
                </a:lnTo>
                <a:lnTo>
                  <a:pt x="69443" y="135716"/>
                </a:lnTo>
                <a:lnTo>
                  <a:pt x="69545" y="135818"/>
                </a:lnTo>
                <a:lnTo>
                  <a:pt x="73943" y="136125"/>
                </a:lnTo>
                <a:lnTo>
                  <a:pt x="74557" y="135818"/>
                </a:lnTo>
                <a:lnTo>
                  <a:pt x="71489" y="134489"/>
                </a:lnTo>
                <a:lnTo>
                  <a:pt x="71591" y="134284"/>
                </a:lnTo>
                <a:lnTo>
                  <a:pt x="71080" y="133875"/>
                </a:lnTo>
                <a:lnTo>
                  <a:pt x="69782" y="133975"/>
                </a:lnTo>
                <a:lnTo>
                  <a:pt x="69782" y="133975"/>
                </a:lnTo>
                <a:lnTo>
                  <a:pt x="70364" y="133466"/>
                </a:lnTo>
                <a:lnTo>
                  <a:pt x="71080" y="133568"/>
                </a:lnTo>
                <a:lnTo>
                  <a:pt x="71080" y="133568"/>
                </a:lnTo>
                <a:lnTo>
                  <a:pt x="70057" y="132852"/>
                </a:lnTo>
                <a:lnTo>
                  <a:pt x="70364" y="132750"/>
                </a:lnTo>
                <a:lnTo>
                  <a:pt x="69852" y="132341"/>
                </a:lnTo>
                <a:lnTo>
                  <a:pt x="70159" y="131318"/>
                </a:lnTo>
                <a:lnTo>
                  <a:pt x="69750" y="131216"/>
                </a:lnTo>
                <a:lnTo>
                  <a:pt x="69955" y="131216"/>
                </a:lnTo>
                <a:lnTo>
                  <a:pt x="69955" y="131011"/>
                </a:lnTo>
                <a:lnTo>
                  <a:pt x="70670" y="131216"/>
                </a:lnTo>
                <a:lnTo>
                  <a:pt x="70670" y="131216"/>
                </a:lnTo>
                <a:lnTo>
                  <a:pt x="70466" y="130500"/>
                </a:lnTo>
                <a:lnTo>
                  <a:pt x="71591" y="129170"/>
                </a:lnTo>
                <a:lnTo>
                  <a:pt x="71182" y="129068"/>
                </a:lnTo>
                <a:lnTo>
                  <a:pt x="71284" y="128455"/>
                </a:lnTo>
                <a:lnTo>
                  <a:pt x="69443" y="127330"/>
                </a:lnTo>
                <a:lnTo>
                  <a:pt x="69852" y="126409"/>
                </a:lnTo>
                <a:lnTo>
                  <a:pt x="70159" y="126205"/>
                </a:lnTo>
                <a:lnTo>
                  <a:pt x="70670" y="126205"/>
                </a:lnTo>
                <a:lnTo>
                  <a:pt x="70568" y="124670"/>
                </a:lnTo>
                <a:lnTo>
                  <a:pt x="71182" y="124159"/>
                </a:lnTo>
                <a:lnTo>
                  <a:pt x="70568" y="123852"/>
                </a:lnTo>
                <a:lnTo>
                  <a:pt x="70977" y="123750"/>
                </a:lnTo>
                <a:lnTo>
                  <a:pt x="71284" y="124057"/>
                </a:lnTo>
                <a:lnTo>
                  <a:pt x="71284" y="124057"/>
                </a:lnTo>
                <a:lnTo>
                  <a:pt x="70977" y="123443"/>
                </a:lnTo>
                <a:lnTo>
                  <a:pt x="70773" y="123545"/>
                </a:lnTo>
                <a:lnTo>
                  <a:pt x="70364" y="123239"/>
                </a:lnTo>
                <a:lnTo>
                  <a:pt x="69955" y="122318"/>
                </a:lnTo>
                <a:lnTo>
                  <a:pt x="70057" y="122011"/>
                </a:lnTo>
                <a:lnTo>
                  <a:pt x="71182" y="122318"/>
                </a:lnTo>
                <a:lnTo>
                  <a:pt x="72205" y="122011"/>
                </a:lnTo>
                <a:lnTo>
                  <a:pt x="72000" y="121193"/>
                </a:lnTo>
                <a:lnTo>
                  <a:pt x="72102" y="120886"/>
                </a:lnTo>
                <a:lnTo>
                  <a:pt x="71898" y="120580"/>
                </a:lnTo>
                <a:lnTo>
                  <a:pt x="72000" y="120580"/>
                </a:lnTo>
                <a:lnTo>
                  <a:pt x="71693" y="120170"/>
                </a:lnTo>
                <a:lnTo>
                  <a:pt x="75477" y="119250"/>
                </a:lnTo>
                <a:lnTo>
                  <a:pt x="75886" y="117716"/>
                </a:lnTo>
                <a:lnTo>
                  <a:pt x="73739" y="114545"/>
                </a:lnTo>
                <a:lnTo>
                  <a:pt x="73739" y="114034"/>
                </a:lnTo>
                <a:lnTo>
                  <a:pt x="73943" y="114034"/>
                </a:lnTo>
                <a:lnTo>
                  <a:pt x="73841" y="113420"/>
                </a:lnTo>
                <a:lnTo>
                  <a:pt x="74045" y="113932"/>
                </a:lnTo>
                <a:lnTo>
                  <a:pt x="73841" y="114341"/>
                </a:lnTo>
                <a:lnTo>
                  <a:pt x="74557" y="115466"/>
                </a:lnTo>
                <a:lnTo>
                  <a:pt x="77216" y="115875"/>
                </a:lnTo>
                <a:lnTo>
                  <a:pt x="79466" y="111580"/>
                </a:lnTo>
                <a:lnTo>
                  <a:pt x="79568" y="111682"/>
                </a:lnTo>
                <a:lnTo>
                  <a:pt x="79568" y="111273"/>
                </a:lnTo>
                <a:lnTo>
                  <a:pt x="79466" y="110966"/>
                </a:lnTo>
                <a:lnTo>
                  <a:pt x="79773" y="111273"/>
                </a:lnTo>
                <a:lnTo>
                  <a:pt x="79875" y="111273"/>
                </a:lnTo>
                <a:lnTo>
                  <a:pt x="79364" y="112500"/>
                </a:lnTo>
                <a:lnTo>
                  <a:pt x="79773" y="112193"/>
                </a:lnTo>
                <a:lnTo>
                  <a:pt x="80080" y="111170"/>
                </a:lnTo>
                <a:lnTo>
                  <a:pt x="79875" y="111273"/>
                </a:lnTo>
                <a:lnTo>
                  <a:pt x="79875" y="111273"/>
                </a:lnTo>
                <a:lnTo>
                  <a:pt x="81409" y="107898"/>
                </a:lnTo>
                <a:lnTo>
                  <a:pt x="81102" y="106159"/>
                </a:lnTo>
                <a:lnTo>
                  <a:pt x="81614" y="106057"/>
                </a:lnTo>
                <a:lnTo>
                  <a:pt x="81511" y="106159"/>
                </a:lnTo>
                <a:lnTo>
                  <a:pt x="85398" y="103705"/>
                </a:lnTo>
                <a:lnTo>
                  <a:pt x="85807" y="103602"/>
                </a:lnTo>
                <a:lnTo>
                  <a:pt x="85909" y="103398"/>
                </a:lnTo>
                <a:lnTo>
                  <a:pt x="86114" y="103705"/>
                </a:lnTo>
                <a:lnTo>
                  <a:pt x="86830" y="103602"/>
                </a:lnTo>
                <a:lnTo>
                  <a:pt x="86932" y="103091"/>
                </a:lnTo>
                <a:lnTo>
                  <a:pt x="87750" y="102580"/>
                </a:lnTo>
                <a:lnTo>
                  <a:pt x="89080" y="94398"/>
                </a:lnTo>
                <a:lnTo>
                  <a:pt x="89080" y="93170"/>
                </a:lnTo>
                <a:lnTo>
                  <a:pt x="89284" y="93068"/>
                </a:lnTo>
                <a:lnTo>
                  <a:pt x="89489" y="93375"/>
                </a:lnTo>
                <a:lnTo>
                  <a:pt x="90409" y="91534"/>
                </a:lnTo>
                <a:lnTo>
                  <a:pt x="90409" y="91739"/>
                </a:lnTo>
                <a:lnTo>
                  <a:pt x="92557" y="87136"/>
                </a:lnTo>
                <a:lnTo>
                  <a:pt x="91943" y="85398"/>
                </a:lnTo>
                <a:lnTo>
                  <a:pt x="84273" y="82739"/>
                </a:lnTo>
                <a:lnTo>
                  <a:pt x="84068" y="82943"/>
                </a:lnTo>
                <a:lnTo>
                  <a:pt x="83966" y="82534"/>
                </a:lnTo>
                <a:lnTo>
                  <a:pt x="83557" y="83352"/>
                </a:lnTo>
                <a:lnTo>
                  <a:pt x="83557" y="83352"/>
                </a:lnTo>
                <a:lnTo>
                  <a:pt x="83659" y="82636"/>
                </a:lnTo>
                <a:lnTo>
                  <a:pt x="83557" y="82330"/>
                </a:lnTo>
                <a:lnTo>
                  <a:pt x="83557" y="81818"/>
                </a:lnTo>
                <a:lnTo>
                  <a:pt x="80591" y="80795"/>
                </a:lnTo>
                <a:lnTo>
                  <a:pt x="79057" y="82739"/>
                </a:lnTo>
                <a:lnTo>
                  <a:pt x="79364" y="81818"/>
                </a:lnTo>
                <a:lnTo>
                  <a:pt x="78341" y="82125"/>
                </a:lnTo>
                <a:lnTo>
                  <a:pt x="77932" y="81307"/>
                </a:lnTo>
                <a:lnTo>
                  <a:pt x="77625" y="81205"/>
                </a:lnTo>
                <a:lnTo>
                  <a:pt x="77011" y="81614"/>
                </a:lnTo>
                <a:lnTo>
                  <a:pt x="76295" y="81614"/>
                </a:lnTo>
                <a:lnTo>
                  <a:pt x="78852" y="78750"/>
                </a:lnTo>
                <a:lnTo>
                  <a:pt x="77216" y="75375"/>
                </a:lnTo>
                <a:lnTo>
                  <a:pt x="77011" y="75580"/>
                </a:lnTo>
                <a:lnTo>
                  <a:pt x="76807" y="75068"/>
                </a:lnTo>
                <a:lnTo>
                  <a:pt x="76705" y="75170"/>
                </a:lnTo>
                <a:lnTo>
                  <a:pt x="75273" y="74148"/>
                </a:lnTo>
                <a:lnTo>
                  <a:pt x="75068" y="74557"/>
                </a:lnTo>
                <a:lnTo>
                  <a:pt x="74455" y="73841"/>
                </a:lnTo>
                <a:lnTo>
                  <a:pt x="73432" y="74148"/>
                </a:lnTo>
                <a:lnTo>
                  <a:pt x="72614" y="73943"/>
                </a:lnTo>
                <a:lnTo>
                  <a:pt x="72307" y="74352"/>
                </a:lnTo>
                <a:lnTo>
                  <a:pt x="72307" y="73739"/>
                </a:lnTo>
                <a:lnTo>
                  <a:pt x="71284" y="72920"/>
                </a:lnTo>
                <a:lnTo>
                  <a:pt x="70977" y="73432"/>
                </a:lnTo>
                <a:lnTo>
                  <a:pt x="70977" y="73432"/>
                </a:lnTo>
                <a:lnTo>
                  <a:pt x="71080" y="72307"/>
                </a:lnTo>
                <a:lnTo>
                  <a:pt x="69852" y="71284"/>
                </a:lnTo>
                <a:lnTo>
                  <a:pt x="68420" y="71182"/>
                </a:lnTo>
                <a:lnTo>
                  <a:pt x="68830" y="70875"/>
                </a:lnTo>
                <a:lnTo>
                  <a:pt x="69034" y="70568"/>
                </a:lnTo>
                <a:lnTo>
                  <a:pt x="68932" y="70159"/>
                </a:lnTo>
                <a:lnTo>
                  <a:pt x="68420" y="69852"/>
                </a:lnTo>
                <a:lnTo>
                  <a:pt x="68318" y="69955"/>
                </a:lnTo>
                <a:lnTo>
                  <a:pt x="68318" y="70159"/>
                </a:lnTo>
                <a:lnTo>
                  <a:pt x="67909" y="69852"/>
                </a:lnTo>
                <a:lnTo>
                  <a:pt x="67807" y="69955"/>
                </a:lnTo>
                <a:lnTo>
                  <a:pt x="67602" y="69545"/>
                </a:lnTo>
                <a:lnTo>
                  <a:pt x="67398" y="69648"/>
                </a:lnTo>
                <a:lnTo>
                  <a:pt x="67295" y="69239"/>
                </a:lnTo>
                <a:lnTo>
                  <a:pt x="68216" y="69034"/>
                </a:lnTo>
                <a:lnTo>
                  <a:pt x="66068" y="69136"/>
                </a:lnTo>
                <a:lnTo>
                  <a:pt x="66068" y="69239"/>
                </a:lnTo>
                <a:lnTo>
                  <a:pt x="66580" y="69239"/>
                </a:lnTo>
                <a:lnTo>
                  <a:pt x="65045" y="69648"/>
                </a:lnTo>
                <a:lnTo>
                  <a:pt x="64636" y="69443"/>
                </a:lnTo>
                <a:lnTo>
                  <a:pt x="64432" y="69136"/>
                </a:lnTo>
                <a:lnTo>
                  <a:pt x="62489" y="69136"/>
                </a:lnTo>
                <a:lnTo>
                  <a:pt x="62284" y="68523"/>
                </a:lnTo>
                <a:lnTo>
                  <a:pt x="61466" y="68216"/>
                </a:lnTo>
                <a:lnTo>
                  <a:pt x="61159" y="67705"/>
                </a:lnTo>
                <a:lnTo>
                  <a:pt x="60750" y="67705"/>
                </a:lnTo>
                <a:lnTo>
                  <a:pt x="61159" y="68114"/>
                </a:lnTo>
                <a:lnTo>
                  <a:pt x="59727" y="68727"/>
                </a:lnTo>
                <a:lnTo>
                  <a:pt x="59523" y="69239"/>
                </a:lnTo>
                <a:lnTo>
                  <a:pt x="59932" y="70057"/>
                </a:lnTo>
                <a:lnTo>
                  <a:pt x="59625" y="70670"/>
                </a:lnTo>
                <a:lnTo>
                  <a:pt x="59216" y="70364"/>
                </a:lnTo>
                <a:lnTo>
                  <a:pt x="59114" y="69648"/>
                </a:lnTo>
                <a:lnTo>
                  <a:pt x="59420" y="69239"/>
                </a:lnTo>
                <a:lnTo>
                  <a:pt x="59318" y="68727"/>
                </a:lnTo>
                <a:lnTo>
                  <a:pt x="59420" y="68727"/>
                </a:lnTo>
                <a:lnTo>
                  <a:pt x="59216" y="68114"/>
                </a:lnTo>
                <a:lnTo>
                  <a:pt x="59830" y="67807"/>
                </a:lnTo>
                <a:lnTo>
                  <a:pt x="59625" y="67295"/>
                </a:lnTo>
                <a:lnTo>
                  <a:pt x="56966" y="68932"/>
                </a:lnTo>
                <a:lnTo>
                  <a:pt x="56966" y="68727"/>
                </a:lnTo>
                <a:lnTo>
                  <a:pt x="56557" y="68625"/>
                </a:lnTo>
                <a:lnTo>
                  <a:pt x="55739" y="69648"/>
                </a:lnTo>
                <a:lnTo>
                  <a:pt x="55841" y="69545"/>
                </a:lnTo>
                <a:lnTo>
                  <a:pt x="55534" y="70364"/>
                </a:lnTo>
                <a:lnTo>
                  <a:pt x="54614" y="71182"/>
                </a:lnTo>
                <a:lnTo>
                  <a:pt x="54511" y="71898"/>
                </a:lnTo>
                <a:lnTo>
                  <a:pt x="52977" y="70364"/>
                </a:lnTo>
                <a:lnTo>
                  <a:pt x="52057" y="70261"/>
                </a:lnTo>
                <a:lnTo>
                  <a:pt x="51034" y="70875"/>
                </a:lnTo>
                <a:lnTo>
                  <a:pt x="50011" y="70670"/>
                </a:lnTo>
                <a:lnTo>
                  <a:pt x="50011" y="70670"/>
                </a:lnTo>
                <a:lnTo>
                  <a:pt x="50114" y="70875"/>
                </a:lnTo>
                <a:lnTo>
                  <a:pt x="48375" y="68420"/>
                </a:lnTo>
                <a:lnTo>
                  <a:pt x="48580" y="67602"/>
                </a:lnTo>
                <a:lnTo>
                  <a:pt x="48682" y="67705"/>
                </a:lnTo>
                <a:lnTo>
                  <a:pt x="48784" y="66989"/>
                </a:lnTo>
                <a:lnTo>
                  <a:pt x="48784" y="67193"/>
                </a:lnTo>
                <a:lnTo>
                  <a:pt x="49193" y="64739"/>
                </a:lnTo>
                <a:lnTo>
                  <a:pt x="48989" y="64330"/>
                </a:lnTo>
                <a:lnTo>
                  <a:pt x="48580" y="64125"/>
                </a:lnTo>
                <a:lnTo>
                  <a:pt x="48886" y="64227"/>
                </a:lnTo>
                <a:lnTo>
                  <a:pt x="48273" y="63716"/>
                </a:lnTo>
                <a:lnTo>
                  <a:pt x="44284" y="63614"/>
                </a:lnTo>
                <a:lnTo>
                  <a:pt x="45000" y="62795"/>
                </a:lnTo>
                <a:lnTo>
                  <a:pt x="45102" y="61159"/>
                </a:lnTo>
                <a:lnTo>
                  <a:pt x="45409" y="60648"/>
                </a:lnTo>
                <a:lnTo>
                  <a:pt x="45511" y="61261"/>
                </a:lnTo>
                <a:lnTo>
                  <a:pt x="46023" y="60136"/>
                </a:lnTo>
                <a:lnTo>
                  <a:pt x="45818" y="60239"/>
                </a:lnTo>
                <a:lnTo>
                  <a:pt x="46125" y="59932"/>
                </a:lnTo>
                <a:lnTo>
                  <a:pt x="46125" y="59625"/>
                </a:lnTo>
                <a:lnTo>
                  <a:pt x="46534" y="58807"/>
                </a:lnTo>
                <a:lnTo>
                  <a:pt x="46432" y="57989"/>
                </a:lnTo>
                <a:lnTo>
                  <a:pt x="43875" y="58295"/>
                </a:lnTo>
                <a:lnTo>
                  <a:pt x="42955" y="60239"/>
                </a:lnTo>
                <a:lnTo>
                  <a:pt x="42341" y="60648"/>
                </a:lnTo>
                <a:lnTo>
                  <a:pt x="42545" y="60648"/>
                </a:lnTo>
                <a:lnTo>
                  <a:pt x="42443" y="60955"/>
                </a:lnTo>
                <a:lnTo>
                  <a:pt x="39477" y="61261"/>
                </a:lnTo>
                <a:lnTo>
                  <a:pt x="38557" y="60750"/>
                </a:lnTo>
                <a:lnTo>
                  <a:pt x="38557" y="60750"/>
                </a:lnTo>
                <a:lnTo>
                  <a:pt x="38659" y="60852"/>
                </a:lnTo>
                <a:lnTo>
                  <a:pt x="38659" y="60852"/>
                </a:lnTo>
                <a:lnTo>
                  <a:pt x="38352" y="60648"/>
                </a:lnTo>
                <a:lnTo>
                  <a:pt x="38352" y="60648"/>
                </a:lnTo>
                <a:lnTo>
                  <a:pt x="38557" y="60750"/>
                </a:lnTo>
                <a:lnTo>
                  <a:pt x="37432" y="57989"/>
                </a:lnTo>
                <a:lnTo>
                  <a:pt x="37432" y="58193"/>
                </a:lnTo>
                <a:lnTo>
                  <a:pt x="37227" y="57375"/>
                </a:lnTo>
                <a:lnTo>
                  <a:pt x="37432" y="57989"/>
                </a:lnTo>
                <a:lnTo>
                  <a:pt x="38455" y="52159"/>
                </a:lnTo>
                <a:lnTo>
                  <a:pt x="38250" y="51750"/>
                </a:lnTo>
                <a:lnTo>
                  <a:pt x="38761" y="51545"/>
                </a:lnTo>
                <a:lnTo>
                  <a:pt x="38761" y="51341"/>
                </a:lnTo>
                <a:lnTo>
                  <a:pt x="39068" y="51136"/>
                </a:lnTo>
                <a:lnTo>
                  <a:pt x="38966" y="51136"/>
                </a:lnTo>
                <a:lnTo>
                  <a:pt x="39170" y="51034"/>
                </a:lnTo>
                <a:lnTo>
                  <a:pt x="39375" y="50830"/>
                </a:lnTo>
                <a:lnTo>
                  <a:pt x="39682" y="50727"/>
                </a:lnTo>
                <a:lnTo>
                  <a:pt x="39580" y="50523"/>
                </a:lnTo>
                <a:lnTo>
                  <a:pt x="40091" y="50625"/>
                </a:lnTo>
                <a:lnTo>
                  <a:pt x="41216" y="49909"/>
                </a:lnTo>
                <a:lnTo>
                  <a:pt x="41216" y="49705"/>
                </a:lnTo>
                <a:lnTo>
                  <a:pt x="41420" y="49398"/>
                </a:lnTo>
                <a:lnTo>
                  <a:pt x="41420" y="49602"/>
                </a:lnTo>
                <a:lnTo>
                  <a:pt x="41625" y="49602"/>
                </a:lnTo>
                <a:lnTo>
                  <a:pt x="41318" y="49807"/>
                </a:lnTo>
                <a:lnTo>
                  <a:pt x="42341" y="49193"/>
                </a:lnTo>
                <a:lnTo>
                  <a:pt x="43773" y="49602"/>
                </a:lnTo>
                <a:lnTo>
                  <a:pt x="43977" y="49398"/>
                </a:lnTo>
                <a:lnTo>
                  <a:pt x="44489" y="49602"/>
                </a:lnTo>
                <a:lnTo>
                  <a:pt x="44489" y="49909"/>
                </a:lnTo>
                <a:lnTo>
                  <a:pt x="44386" y="49909"/>
                </a:lnTo>
                <a:lnTo>
                  <a:pt x="45205" y="50114"/>
                </a:lnTo>
                <a:lnTo>
                  <a:pt x="45409" y="49705"/>
                </a:lnTo>
                <a:lnTo>
                  <a:pt x="45920" y="50216"/>
                </a:lnTo>
                <a:lnTo>
                  <a:pt x="46125" y="50216"/>
                </a:lnTo>
                <a:lnTo>
                  <a:pt x="45818" y="49705"/>
                </a:lnTo>
                <a:lnTo>
                  <a:pt x="46227" y="49091"/>
                </a:lnTo>
                <a:lnTo>
                  <a:pt x="46227" y="49091"/>
                </a:lnTo>
                <a:lnTo>
                  <a:pt x="45920" y="49295"/>
                </a:lnTo>
                <a:lnTo>
                  <a:pt x="46023" y="48989"/>
                </a:lnTo>
                <a:lnTo>
                  <a:pt x="45307" y="49091"/>
                </a:lnTo>
                <a:lnTo>
                  <a:pt x="47557" y="48477"/>
                </a:lnTo>
                <a:lnTo>
                  <a:pt x="47557" y="48477"/>
                </a:lnTo>
                <a:lnTo>
                  <a:pt x="47455" y="48989"/>
                </a:lnTo>
                <a:lnTo>
                  <a:pt x="47966" y="48784"/>
                </a:lnTo>
                <a:lnTo>
                  <a:pt x="47966" y="48886"/>
                </a:lnTo>
                <a:lnTo>
                  <a:pt x="48477" y="48580"/>
                </a:lnTo>
                <a:lnTo>
                  <a:pt x="48477" y="48580"/>
                </a:lnTo>
                <a:lnTo>
                  <a:pt x="48170" y="48886"/>
                </a:lnTo>
                <a:lnTo>
                  <a:pt x="48886" y="48784"/>
                </a:lnTo>
                <a:lnTo>
                  <a:pt x="49602" y="48886"/>
                </a:lnTo>
                <a:lnTo>
                  <a:pt x="49500" y="49091"/>
                </a:lnTo>
                <a:lnTo>
                  <a:pt x="49655" y="49401"/>
                </a:lnTo>
                <a:lnTo>
                  <a:pt x="49655" y="49401"/>
                </a:lnTo>
                <a:lnTo>
                  <a:pt x="51239" y="49500"/>
                </a:lnTo>
                <a:lnTo>
                  <a:pt x="51750" y="50216"/>
                </a:lnTo>
                <a:lnTo>
                  <a:pt x="51443" y="51545"/>
                </a:lnTo>
                <a:lnTo>
                  <a:pt x="51648" y="51239"/>
                </a:lnTo>
                <a:lnTo>
                  <a:pt x="51852" y="51341"/>
                </a:lnTo>
                <a:lnTo>
                  <a:pt x="51443" y="51750"/>
                </a:lnTo>
                <a:lnTo>
                  <a:pt x="52670" y="54102"/>
                </a:lnTo>
                <a:lnTo>
                  <a:pt x="52875" y="54102"/>
                </a:lnTo>
                <a:lnTo>
                  <a:pt x="53485" y="53390"/>
                </a:lnTo>
                <a:lnTo>
                  <a:pt x="53485" y="53390"/>
                </a:lnTo>
                <a:lnTo>
                  <a:pt x="53403" y="50915"/>
                </a:lnTo>
                <a:lnTo>
                  <a:pt x="53591" y="50727"/>
                </a:lnTo>
                <a:lnTo>
                  <a:pt x="53489" y="47761"/>
                </a:lnTo>
                <a:lnTo>
                  <a:pt x="53693" y="47659"/>
                </a:lnTo>
                <a:lnTo>
                  <a:pt x="54307" y="46636"/>
                </a:lnTo>
                <a:lnTo>
                  <a:pt x="54307" y="46841"/>
                </a:lnTo>
                <a:lnTo>
                  <a:pt x="54409" y="46739"/>
                </a:lnTo>
                <a:lnTo>
                  <a:pt x="54409" y="46636"/>
                </a:lnTo>
                <a:lnTo>
                  <a:pt x="55841" y="45716"/>
                </a:lnTo>
                <a:lnTo>
                  <a:pt x="55841" y="45818"/>
                </a:lnTo>
                <a:lnTo>
                  <a:pt x="57170" y="44898"/>
                </a:lnTo>
                <a:lnTo>
                  <a:pt x="57170" y="45102"/>
                </a:lnTo>
                <a:lnTo>
                  <a:pt x="57784" y="44284"/>
                </a:lnTo>
                <a:lnTo>
                  <a:pt x="58705" y="44080"/>
                </a:lnTo>
                <a:lnTo>
                  <a:pt x="58193" y="43875"/>
                </a:lnTo>
                <a:lnTo>
                  <a:pt x="58602" y="43875"/>
                </a:lnTo>
                <a:lnTo>
                  <a:pt x="58295" y="43466"/>
                </a:lnTo>
                <a:lnTo>
                  <a:pt x="59420" y="43364"/>
                </a:lnTo>
                <a:lnTo>
                  <a:pt x="59523" y="43057"/>
                </a:lnTo>
                <a:lnTo>
                  <a:pt x="59523" y="43057"/>
                </a:lnTo>
                <a:lnTo>
                  <a:pt x="59216" y="43364"/>
                </a:lnTo>
                <a:lnTo>
                  <a:pt x="58705" y="43057"/>
                </a:lnTo>
                <a:lnTo>
                  <a:pt x="58807" y="42750"/>
                </a:lnTo>
                <a:lnTo>
                  <a:pt x="59216" y="42852"/>
                </a:lnTo>
                <a:lnTo>
                  <a:pt x="59318" y="42750"/>
                </a:lnTo>
                <a:lnTo>
                  <a:pt x="59523" y="42852"/>
                </a:lnTo>
                <a:lnTo>
                  <a:pt x="59523" y="42545"/>
                </a:lnTo>
                <a:lnTo>
                  <a:pt x="59420" y="42034"/>
                </a:lnTo>
                <a:lnTo>
                  <a:pt x="59216" y="41932"/>
                </a:lnTo>
                <a:lnTo>
                  <a:pt x="58705" y="41625"/>
                </a:lnTo>
                <a:lnTo>
                  <a:pt x="59114" y="41727"/>
                </a:lnTo>
                <a:lnTo>
                  <a:pt x="59216" y="41932"/>
                </a:lnTo>
                <a:lnTo>
                  <a:pt x="59216" y="41932"/>
                </a:lnTo>
                <a:lnTo>
                  <a:pt x="59114" y="41420"/>
                </a:lnTo>
                <a:lnTo>
                  <a:pt x="59420" y="41420"/>
                </a:lnTo>
                <a:lnTo>
                  <a:pt x="59523" y="41318"/>
                </a:lnTo>
                <a:lnTo>
                  <a:pt x="59011" y="40705"/>
                </a:lnTo>
                <a:lnTo>
                  <a:pt x="59523" y="41216"/>
                </a:lnTo>
                <a:lnTo>
                  <a:pt x="59523" y="40807"/>
                </a:lnTo>
                <a:lnTo>
                  <a:pt x="58909" y="40500"/>
                </a:lnTo>
                <a:lnTo>
                  <a:pt x="59318" y="39989"/>
                </a:lnTo>
                <a:lnTo>
                  <a:pt x="59011" y="40500"/>
                </a:lnTo>
                <a:lnTo>
                  <a:pt x="59216" y="40398"/>
                </a:lnTo>
                <a:lnTo>
                  <a:pt x="59216" y="40602"/>
                </a:lnTo>
                <a:lnTo>
                  <a:pt x="59318" y="40500"/>
                </a:lnTo>
                <a:lnTo>
                  <a:pt x="59625" y="40807"/>
                </a:lnTo>
                <a:lnTo>
                  <a:pt x="59523" y="40295"/>
                </a:lnTo>
                <a:lnTo>
                  <a:pt x="59727" y="40500"/>
                </a:lnTo>
                <a:lnTo>
                  <a:pt x="59830" y="39580"/>
                </a:lnTo>
                <a:lnTo>
                  <a:pt x="60034" y="39477"/>
                </a:lnTo>
                <a:lnTo>
                  <a:pt x="60034" y="39580"/>
                </a:lnTo>
                <a:lnTo>
                  <a:pt x="60136" y="39375"/>
                </a:lnTo>
                <a:lnTo>
                  <a:pt x="60136" y="39477"/>
                </a:lnTo>
                <a:lnTo>
                  <a:pt x="60443" y="39273"/>
                </a:lnTo>
                <a:lnTo>
                  <a:pt x="60443" y="39375"/>
                </a:lnTo>
                <a:lnTo>
                  <a:pt x="60341" y="39477"/>
                </a:lnTo>
                <a:lnTo>
                  <a:pt x="60443" y="39477"/>
                </a:lnTo>
                <a:lnTo>
                  <a:pt x="60034" y="39784"/>
                </a:lnTo>
                <a:lnTo>
                  <a:pt x="60136" y="39784"/>
                </a:lnTo>
                <a:lnTo>
                  <a:pt x="59830" y="40193"/>
                </a:lnTo>
                <a:lnTo>
                  <a:pt x="60136" y="40295"/>
                </a:lnTo>
                <a:lnTo>
                  <a:pt x="60136" y="40500"/>
                </a:lnTo>
                <a:lnTo>
                  <a:pt x="60034" y="40705"/>
                </a:lnTo>
                <a:lnTo>
                  <a:pt x="60034" y="40909"/>
                </a:lnTo>
                <a:lnTo>
                  <a:pt x="60136" y="40909"/>
                </a:lnTo>
                <a:lnTo>
                  <a:pt x="59727" y="41830"/>
                </a:lnTo>
                <a:lnTo>
                  <a:pt x="60750" y="40500"/>
                </a:lnTo>
                <a:lnTo>
                  <a:pt x="60750" y="39375"/>
                </a:lnTo>
                <a:lnTo>
                  <a:pt x="61057" y="39886"/>
                </a:lnTo>
                <a:lnTo>
                  <a:pt x="62182" y="38864"/>
                </a:lnTo>
                <a:lnTo>
                  <a:pt x="62386" y="38455"/>
                </a:lnTo>
                <a:lnTo>
                  <a:pt x="62284" y="38250"/>
                </a:lnTo>
                <a:lnTo>
                  <a:pt x="62591" y="37636"/>
                </a:lnTo>
                <a:lnTo>
                  <a:pt x="62489" y="38148"/>
                </a:lnTo>
                <a:lnTo>
                  <a:pt x="64943" y="37125"/>
                </a:lnTo>
                <a:lnTo>
                  <a:pt x="65045" y="37227"/>
                </a:lnTo>
                <a:lnTo>
                  <a:pt x="65148" y="37125"/>
                </a:lnTo>
                <a:lnTo>
                  <a:pt x="65148" y="37125"/>
                </a:lnTo>
                <a:lnTo>
                  <a:pt x="65045" y="37432"/>
                </a:lnTo>
                <a:lnTo>
                  <a:pt x="65557" y="37227"/>
                </a:lnTo>
                <a:lnTo>
                  <a:pt x="65557" y="37227"/>
                </a:lnTo>
                <a:lnTo>
                  <a:pt x="65455" y="37330"/>
                </a:lnTo>
                <a:lnTo>
                  <a:pt x="66068" y="37227"/>
                </a:lnTo>
                <a:lnTo>
                  <a:pt x="65966" y="36818"/>
                </a:lnTo>
                <a:lnTo>
                  <a:pt x="65761" y="37125"/>
                </a:lnTo>
                <a:lnTo>
                  <a:pt x="65455" y="36614"/>
                </a:lnTo>
                <a:lnTo>
                  <a:pt x="66784" y="35080"/>
                </a:lnTo>
                <a:lnTo>
                  <a:pt x="66886" y="35182"/>
                </a:lnTo>
                <a:lnTo>
                  <a:pt x="66989" y="34977"/>
                </a:lnTo>
                <a:lnTo>
                  <a:pt x="66989" y="35080"/>
                </a:lnTo>
                <a:lnTo>
                  <a:pt x="67091" y="34875"/>
                </a:lnTo>
                <a:lnTo>
                  <a:pt x="67091" y="35080"/>
                </a:lnTo>
                <a:lnTo>
                  <a:pt x="67193" y="34977"/>
                </a:lnTo>
                <a:lnTo>
                  <a:pt x="68011" y="34364"/>
                </a:lnTo>
                <a:lnTo>
                  <a:pt x="68011" y="34466"/>
                </a:lnTo>
                <a:lnTo>
                  <a:pt x="67909" y="34568"/>
                </a:lnTo>
                <a:lnTo>
                  <a:pt x="68114" y="34670"/>
                </a:lnTo>
                <a:lnTo>
                  <a:pt x="68216" y="34364"/>
                </a:lnTo>
                <a:lnTo>
                  <a:pt x="68523" y="34568"/>
                </a:lnTo>
                <a:lnTo>
                  <a:pt x="69136" y="34261"/>
                </a:lnTo>
                <a:lnTo>
                  <a:pt x="69545" y="33648"/>
                </a:lnTo>
                <a:lnTo>
                  <a:pt x="70568" y="33443"/>
                </a:lnTo>
                <a:lnTo>
                  <a:pt x="70466" y="33545"/>
                </a:lnTo>
                <a:lnTo>
                  <a:pt x="71795" y="32932"/>
                </a:lnTo>
                <a:lnTo>
                  <a:pt x="72102" y="33034"/>
                </a:lnTo>
                <a:lnTo>
                  <a:pt x="71386" y="33443"/>
                </a:lnTo>
                <a:lnTo>
                  <a:pt x="72716" y="33443"/>
                </a:lnTo>
                <a:lnTo>
                  <a:pt x="71898" y="33852"/>
                </a:lnTo>
                <a:lnTo>
                  <a:pt x="71898" y="33545"/>
                </a:lnTo>
                <a:lnTo>
                  <a:pt x="71795" y="33545"/>
                </a:lnTo>
                <a:lnTo>
                  <a:pt x="70568" y="34261"/>
                </a:lnTo>
                <a:lnTo>
                  <a:pt x="70568" y="34261"/>
                </a:lnTo>
                <a:lnTo>
                  <a:pt x="70364" y="34364"/>
                </a:lnTo>
                <a:lnTo>
                  <a:pt x="69955" y="35182"/>
                </a:lnTo>
                <a:lnTo>
                  <a:pt x="70261" y="35386"/>
                </a:lnTo>
                <a:lnTo>
                  <a:pt x="71795" y="34364"/>
                </a:lnTo>
                <a:lnTo>
                  <a:pt x="71795" y="34466"/>
                </a:lnTo>
                <a:lnTo>
                  <a:pt x="71898" y="34261"/>
                </a:lnTo>
                <a:lnTo>
                  <a:pt x="74250" y="33648"/>
                </a:lnTo>
                <a:lnTo>
                  <a:pt x="74250" y="33443"/>
                </a:lnTo>
                <a:lnTo>
                  <a:pt x="74250" y="33136"/>
                </a:lnTo>
                <a:lnTo>
                  <a:pt x="73943" y="32932"/>
                </a:lnTo>
                <a:lnTo>
                  <a:pt x="73227" y="33239"/>
                </a:lnTo>
                <a:lnTo>
                  <a:pt x="73330" y="33136"/>
                </a:lnTo>
                <a:lnTo>
                  <a:pt x="72307" y="32830"/>
                </a:lnTo>
                <a:lnTo>
                  <a:pt x="72511" y="32727"/>
                </a:lnTo>
                <a:lnTo>
                  <a:pt x="72000" y="32420"/>
                </a:lnTo>
                <a:lnTo>
                  <a:pt x="72000" y="31807"/>
                </a:lnTo>
                <a:lnTo>
                  <a:pt x="71693" y="31705"/>
                </a:lnTo>
                <a:lnTo>
                  <a:pt x="72409" y="31091"/>
                </a:lnTo>
                <a:lnTo>
                  <a:pt x="72146" y="31003"/>
                </a:lnTo>
                <a:lnTo>
                  <a:pt x="72146" y="31003"/>
                </a:lnTo>
                <a:lnTo>
                  <a:pt x="71795" y="31091"/>
                </a:lnTo>
                <a:lnTo>
                  <a:pt x="70875" y="30784"/>
                </a:lnTo>
                <a:lnTo>
                  <a:pt x="72102" y="30784"/>
                </a:lnTo>
                <a:lnTo>
                  <a:pt x="72818" y="29966"/>
                </a:lnTo>
                <a:lnTo>
                  <a:pt x="70568" y="29966"/>
                </a:lnTo>
                <a:lnTo>
                  <a:pt x="63307" y="33852"/>
                </a:lnTo>
                <a:lnTo>
                  <a:pt x="63307" y="33852"/>
                </a:lnTo>
                <a:lnTo>
                  <a:pt x="68114" y="31091"/>
                </a:lnTo>
                <a:lnTo>
                  <a:pt x="67602" y="30375"/>
                </a:lnTo>
                <a:lnTo>
                  <a:pt x="79977" y="27205"/>
                </a:lnTo>
                <a:lnTo>
                  <a:pt x="80795" y="26489"/>
                </a:lnTo>
                <a:lnTo>
                  <a:pt x="80591" y="26284"/>
                </a:lnTo>
                <a:lnTo>
                  <a:pt x="81000" y="26080"/>
                </a:lnTo>
                <a:lnTo>
                  <a:pt x="81205" y="25466"/>
                </a:lnTo>
                <a:lnTo>
                  <a:pt x="80898" y="25159"/>
                </a:lnTo>
                <a:lnTo>
                  <a:pt x="80080" y="25364"/>
                </a:lnTo>
                <a:lnTo>
                  <a:pt x="79977" y="25261"/>
                </a:lnTo>
                <a:lnTo>
                  <a:pt x="80386" y="24852"/>
                </a:lnTo>
                <a:lnTo>
                  <a:pt x="79875" y="24750"/>
                </a:lnTo>
                <a:lnTo>
                  <a:pt x="77727" y="25568"/>
                </a:lnTo>
                <a:lnTo>
                  <a:pt x="78034" y="25364"/>
                </a:lnTo>
                <a:lnTo>
                  <a:pt x="77830" y="25261"/>
                </a:lnTo>
                <a:lnTo>
                  <a:pt x="80182" y="24545"/>
                </a:lnTo>
                <a:lnTo>
                  <a:pt x="80182" y="24034"/>
                </a:lnTo>
                <a:lnTo>
                  <a:pt x="79773" y="24136"/>
                </a:lnTo>
                <a:lnTo>
                  <a:pt x="79261" y="23727"/>
                </a:lnTo>
                <a:lnTo>
                  <a:pt x="78648" y="24034"/>
                </a:lnTo>
                <a:lnTo>
                  <a:pt x="79159" y="23727"/>
                </a:lnTo>
                <a:lnTo>
                  <a:pt x="78852" y="23625"/>
                </a:lnTo>
                <a:lnTo>
                  <a:pt x="78239" y="23830"/>
                </a:lnTo>
                <a:lnTo>
                  <a:pt x="78648" y="23523"/>
                </a:lnTo>
                <a:lnTo>
                  <a:pt x="78648" y="23114"/>
                </a:lnTo>
                <a:lnTo>
                  <a:pt x="78545" y="23216"/>
                </a:lnTo>
                <a:lnTo>
                  <a:pt x="78443" y="23011"/>
                </a:lnTo>
                <a:lnTo>
                  <a:pt x="77932" y="22909"/>
                </a:lnTo>
                <a:lnTo>
                  <a:pt x="78136" y="22705"/>
                </a:lnTo>
                <a:lnTo>
                  <a:pt x="77830" y="22705"/>
                </a:lnTo>
                <a:lnTo>
                  <a:pt x="78136" y="22602"/>
                </a:lnTo>
                <a:lnTo>
                  <a:pt x="77727" y="22500"/>
                </a:lnTo>
                <a:lnTo>
                  <a:pt x="77932" y="22398"/>
                </a:lnTo>
                <a:lnTo>
                  <a:pt x="77523" y="22193"/>
                </a:lnTo>
                <a:lnTo>
                  <a:pt x="78341" y="22091"/>
                </a:lnTo>
                <a:lnTo>
                  <a:pt x="77727" y="21477"/>
                </a:lnTo>
                <a:lnTo>
                  <a:pt x="78341" y="21170"/>
                </a:lnTo>
                <a:lnTo>
                  <a:pt x="78034" y="20864"/>
                </a:lnTo>
                <a:lnTo>
                  <a:pt x="77420" y="20966"/>
                </a:lnTo>
                <a:lnTo>
                  <a:pt x="77420" y="20966"/>
                </a:lnTo>
                <a:lnTo>
                  <a:pt x="78136" y="20557"/>
                </a:lnTo>
                <a:lnTo>
                  <a:pt x="77318" y="20659"/>
                </a:lnTo>
                <a:lnTo>
                  <a:pt x="77318" y="20659"/>
                </a:lnTo>
                <a:lnTo>
                  <a:pt x="77932" y="20455"/>
                </a:lnTo>
                <a:lnTo>
                  <a:pt x="77727" y="20148"/>
                </a:lnTo>
                <a:lnTo>
                  <a:pt x="77932" y="20045"/>
                </a:lnTo>
                <a:lnTo>
                  <a:pt x="77318" y="20045"/>
                </a:lnTo>
                <a:lnTo>
                  <a:pt x="77727" y="19943"/>
                </a:lnTo>
                <a:lnTo>
                  <a:pt x="77523" y="19636"/>
                </a:lnTo>
                <a:lnTo>
                  <a:pt x="77727" y="19534"/>
                </a:lnTo>
                <a:lnTo>
                  <a:pt x="77625" y="19330"/>
                </a:lnTo>
                <a:lnTo>
                  <a:pt x="77420" y="19330"/>
                </a:lnTo>
                <a:lnTo>
                  <a:pt x="77216" y="19125"/>
                </a:lnTo>
                <a:lnTo>
                  <a:pt x="77216" y="18818"/>
                </a:lnTo>
                <a:lnTo>
                  <a:pt x="76705" y="19739"/>
                </a:lnTo>
                <a:lnTo>
                  <a:pt x="76398" y="19739"/>
                </a:lnTo>
                <a:lnTo>
                  <a:pt x="76295" y="20045"/>
                </a:lnTo>
                <a:lnTo>
                  <a:pt x="75580" y="20557"/>
                </a:lnTo>
                <a:lnTo>
                  <a:pt x="75477" y="20250"/>
                </a:lnTo>
                <a:lnTo>
                  <a:pt x="74148" y="21068"/>
                </a:lnTo>
                <a:lnTo>
                  <a:pt x="74250" y="20659"/>
                </a:lnTo>
                <a:lnTo>
                  <a:pt x="73943" y="20864"/>
                </a:lnTo>
                <a:lnTo>
                  <a:pt x="73841" y="20761"/>
                </a:lnTo>
                <a:lnTo>
                  <a:pt x="73739" y="20761"/>
                </a:lnTo>
                <a:lnTo>
                  <a:pt x="73943" y="20250"/>
                </a:lnTo>
                <a:lnTo>
                  <a:pt x="72716" y="20250"/>
                </a:lnTo>
                <a:lnTo>
                  <a:pt x="73534" y="19739"/>
                </a:lnTo>
                <a:lnTo>
                  <a:pt x="73330" y="19739"/>
                </a:lnTo>
                <a:lnTo>
                  <a:pt x="73534" y="19330"/>
                </a:lnTo>
                <a:lnTo>
                  <a:pt x="72920" y="19125"/>
                </a:lnTo>
                <a:lnTo>
                  <a:pt x="73636" y="19023"/>
                </a:lnTo>
                <a:lnTo>
                  <a:pt x="74148" y="18102"/>
                </a:lnTo>
                <a:lnTo>
                  <a:pt x="74148" y="18102"/>
                </a:lnTo>
                <a:lnTo>
                  <a:pt x="73841" y="18307"/>
                </a:lnTo>
                <a:lnTo>
                  <a:pt x="72716" y="17795"/>
                </a:lnTo>
                <a:lnTo>
                  <a:pt x="73023" y="17591"/>
                </a:lnTo>
                <a:lnTo>
                  <a:pt x="72511" y="17591"/>
                </a:lnTo>
                <a:lnTo>
                  <a:pt x="72000" y="16875"/>
                </a:lnTo>
                <a:lnTo>
                  <a:pt x="70364" y="17080"/>
                </a:lnTo>
                <a:lnTo>
                  <a:pt x="70466" y="16977"/>
                </a:lnTo>
                <a:lnTo>
                  <a:pt x="68932" y="16875"/>
                </a:lnTo>
                <a:lnTo>
                  <a:pt x="68727" y="17693"/>
                </a:lnTo>
                <a:lnTo>
                  <a:pt x="67909" y="18307"/>
                </a:lnTo>
                <a:lnTo>
                  <a:pt x="68318" y="18307"/>
                </a:lnTo>
                <a:lnTo>
                  <a:pt x="67909" y="19023"/>
                </a:lnTo>
                <a:lnTo>
                  <a:pt x="68114" y="19125"/>
                </a:lnTo>
                <a:lnTo>
                  <a:pt x="66580" y="20250"/>
                </a:lnTo>
                <a:lnTo>
                  <a:pt x="67193" y="21784"/>
                </a:lnTo>
                <a:lnTo>
                  <a:pt x="63511" y="24239"/>
                </a:lnTo>
                <a:lnTo>
                  <a:pt x="63716" y="24750"/>
                </a:lnTo>
                <a:lnTo>
                  <a:pt x="63614" y="24750"/>
                </a:lnTo>
                <a:lnTo>
                  <a:pt x="63716" y="25057"/>
                </a:lnTo>
                <a:lnTo>
                  <a:pt x="63307" y="26591"/>
                </a:lnTo>
                <a:lnTo>
                  <a:pt x="62693" y="27000"/>
                </a:lnTo>
                <a:lnTo>
                  <a:pt x="62795" y="27307"/>
                </a:lnTo>
                <a:lnTo>
                  <a:pt x="62489" y="27614"/>
                </a:lnTo>
                <a:lnTo>
                  <a:pt x="62386" y="27205"/>
                </a:lnTo>
                <a:lnTo>
                  <a:pt x="61977" y="27511"/>
                </a:lnTo>
                <a:lnTo>
                  <a:pt x="61977" y="28023"/>
                </a:lnTo>
                <a:lnTo>
                  <a:pt x="60955" y="27716"/>
                </a:lnTo>
                <a:lnTo>
                  <a:pt x="61364" y="27000"/>
                </a:lnTo>
                <a:lnTo>
                  <a:pt x="60648" y="26591"/>
                </a:lnTo>
                <a:lnTo>
                  <a:pt x="61466" y="24341"/>
                </a:lnTo>
                <a:lnTo>
                  <a:pt x="60852" y="23625"/>
                </a:lnTo>
                <a:lnTo>
                  <a:pt x="59420" y="23830"/>
                </a:lnTo>
                <a:lnTo>
                  <a:pt x="59216" y="23216"/>
                </a:lnTo>
                <a:lnTo>
                  <a:pt x="57682" y="22091"/>
                </a:lnTo>
                <a:lnTo>
                  <a:pt x="55227" y="21989"/>
                </a:lnTo>
                <a:lnTo>
                  <a:pt x="55330" y="21886"/>
                </a:lnTo>
                <a:lnTo>
                  <a:pt x="54920" y="22091"/>
                </a:lnTo>
                <a:lnTo>
                  <a:pt x="55636" y="20761"/>
                </a:lnTo>
                <a:lnTo>
                  <a:pt x="55534" y="20250"/>
                </a:lnTo>
                <a:lnTo>
                  <a:pt x="54614" y="20761"/>
                </a:lnTo>
                <a:lnTo>
                  <a:pt x="54920" y="20352"/>
                </a:lnTo>
                <a:lnTo>
                  <a:pt x="54716" y="20045"/>
                </a:lnTo>
                <a:lnTo>
                  <a:pt x="57580" y="17489"/>
                </a:lnTo>
                <a:lnTo>
                  <a:pt x="57580" y="17284"/>
                </a:lnTo>
                <a:lnTo>
                  <a:pt x="58091" y="16875"/>
                </a:lnTo>
                <a:lnTo>
                  <a:pt x="58398" y="17080"/>
                </a:lnTo>
                <a:lnTo>
                  <a:pt x="58398" y="16875"/>
                </a:lnTo>
                <a:lnTo>
                  <a:pt x="59114" y="16670"/>
                </a:lnTo>
                <a:lnTo>
                  <a:pt x="59216" y="16466"/>
                </a:lnTo>
                <a:lnTo>
                  <a:pt x="60136" y="16364"/>
                </a:lnTo>
                <a:lnTo>
                  <a:pt x="60239" y="15852"/>
                </a:lnTo>
                <a:lnTo>
                  <a:pt x="59830" y="15648"/>
                </a:lnTo>
                <a:lnTo>
                  <a:pt x="59420" y="15852"/>
                </a:lnTo>
                <a:lnTo>
                  <a:pt x="59727" y="15648"/>
                </a:lnTo>
                <a:lnTo>
                  <a:pt x="59011" y="15443"/>
                </a:lnTo>
                <a:lnTo>
                  <a:pt x="58909" y="15239"/>
                </a:lnTo>
                <a:lnTo>
                  <a:pt x="59932" y="15545"/>
                </a:lnTo>
                <a:lnTo>
                  <a:pt x="59932" y="15648"/>
                </a:lnTo>
                <a:lnTo>
                  <a:pt x="64227" y="14318"/>
                </a:lnTo>
                <a:lnTo>
                  <a:pt x="61670" y="13602"/>
                </a:lnTo>
                <a:lnTo>
                  <a:pt x="62693" y="13705"/>
                </a:lnTo>
                <a:lnTo>
                  <a:pt x="64330" y="14114"/>
                </a:lnTo>
                <a:lnTo>
                  <a:pt x="65455" y="13602"/>
                </a:lnTo>
                <a:lnTo>
                  <a:pt x="65250" y="13193"/>
                </a:lnTo>
                <a:lnTo>
                  <a:pt x="66170" y="13091"/>
                </a:lnTo>
                <a:lnTo>
                  <a:pt x="66375" y="13398"/>
                </a:lnTo>
                <a:lnTo>
                  <a:pt x="66784" y="13295"/>
                </a:lnTo>
                <a:lnTo>
                  <a:pt x="67091" y="13091"/>
                </a:lnTo>
                <a:lnTo>
                  <a:pt x="66580" y="12784"/>
                </a:lnTo>
                <a:lnTo>
                  <a:pt x="66580" y="12784"/>
                </a:lnTo>
                <a:lnTo>
                  <a:pt x="67091" y="12886"/>
                </a:lnTo>
                <a:lnTo>
                  <a:pt x="67398" y="13295"/>
                </a:lnTo>
                <a:lnTo>
                  <a:pt x="69545" y="12273"/>
                </a:lnTo>
                <a:lnTo>
                  <a:pt x="69443" y="11659"/>
                </a:lnTo>
                <a:lnTo>
                  <a:pt x="69955" y="11045"/>
                </a:lnTo>
                <a:lnTo>
                  <a:pt x="70568" y="10841"/>
                </a:lnTo>
                <a:lnTo>
                  <a:pt x="69955" y="10739"/>
                </a:lnTo>
                <a:lnTo>
                  <a:pt x="69852" y="10534"/>
                </a:lnTo>
                <a:lnTo>
                  <a:pt x="70159" y="10432"/>
                </a:lnTo>
                <a:lnTo>
                  <a:pt x="68216" y="10227"/>
                </a:lnTo>
                <a:lnTo>
                  <a:pt x="67909" y="10739"/>
                </a:lnTo>
                <a:lnTo>
                  <a:pt x="68114" y="10943"/>
                </a:lnTo>
                <a:lnTo>
                  <a:pt x="67807" y="11045"/>
                </a:lnTo>
                <a:lnTo>
                  <a:pt x="68011" y="11148"/>
                </a:lnTo>
                <a:lnTo>
                  <a:pt x="65352" y="12580"/>
                </a:lnTo>
                <a:lnTo>
                  <a:pt x="65148" y="11761"/>
                </a:lnTo>
                <a:lnTo>
                  <a:pt x="65352" y="11557"/>
                </a:lnTo>
                <a:lnTo>
                  <a:pt x="65455" y="11557"/>
                </a:lnTo>
                <a:lnTo>
                  <a:pt x="65864" y="11045"/>
                </a:lnTo>
                <a:lnTo>
                  <a:pt x="64841" y="11045"/>
                </a:lnTo>
                <a:lnTo>
                  <a:pt x="64023" y="11557"/>
                </a:lnTo>
                <a:lnTo>
                  <a:pt x="64023" y="11557"/>
                </a:lnTo>
                <a:lnTo>
                  <a:pt x="64125" y="10739"/>
                </a:lnTo>
                <a:lnTo>
                  <a:pt x="64739" y="10534"/>
                </a:lnTo>
                <a:lnTo>
                  <a:pt x="64125" y="10534"/>
                </a:lnTo>
                <a:lnTo>
                  <a:pt x="64432" y="10432"/>
                </a:lnTo>
                <a:lnTo>
                  <a:pt x="63307" y="10330"/>
                </a:lnTo>
                <a:lnTo>
                  <a:pt x="64125" y="10023"/>
                </a:lnTo>
                <a:lnTo>
                  <a:pt x="63818" y="10023"/>
                </a:lnTo>
                <a:lnTo>
                  <a:pt x="64330" y="9920"/>
                </a:lnTo>
                <a:lnTo>
                  <a:pt x="64125" y="9409"/>
                </a:lnTo>
                <a:lnTo>
                  <a:pt x="64432" y="9000"/>
                </a:lnTo>
                <a:lnTo>
                  <a:pt x="64227" y="8591"/>
                </a:lnTo>
                <a:lnTo>
                  <a:pt x="63920" y="8386"/>
                </a:lnTo>
                <a:close/>
              </a:path>
            </a:pathLst>
          </a:custGeom>
          <a:solidFill>
            <a:srgbClr val="A5A5A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grpSp>
        <p:nvGrpSpPr>
          <p:cNvPr id="816" name="Google Shape;816;p66"/>
          <p:cNvGrpSpPr/>
          <p:nvPr/>
        </p:nvGrpSpPr>
        <p:grpSpPr>
          <a:xfrm>
            <a:off x="10842867" y="1229337"/>
            <a:ext cx="790375" cy="667855"/>
            <a:chOff x="3918650" y="293075"/>
            <a:chExt cx="488500" cy="412775"/>
          </a:xfrm>
        </p:grpSpPr>
        <p:sp>
          <p:nvSpPr>
            <p:cNvPr id="817" name="Google Shape;817;p66"/>
            <p:cNvSpPr/>
            <p:nvPr/>
          </p:nvSpPr>
          <p:spPr>
            <a:xfrm>
              <a:off x="4085350" y="293675"/>
              <a:ext cx="154500" cy="412175"/>
            </a:xfrm>
            <a:custGeom>
              <a:rect b="b" l="l" r="r" t="t"/>
              <a:pathLst>
                <a:path extrusionOk="0" h="16487" w="6180">
                  <a:moveTo>
                    <a:pt x="709" y="5496"/>
                  </a:moveTo>
                  <a:lnTo>
                    <a:pt x="806" y="5520"/>
                  </a:lnTo>
                  <a:lnTo>
                    <a:pt x="1050" y="5667"/>
                  </a:lnTo>
                  <a:lnTo>
                    <a:pt x="1270" y="5813"/>
                  </a:lnTo>
                  <a:lnTo>
                    <a:pt x="1344" y="5886"/>
                  </a:lnTo>
                  <a:lnTo>
                    <a:pt x="1368" y="5984"/>
                  </a:lnTo>
                  <a:lnTo>
                    <a:pt x="1344" y="6082"/>
                  </a:lnTo>
                  <a:lnTo>
                    <a:pt x="1319" y="6155"/>
                  </a:lnTo>
                  <a:lnTo>
                    <a:pt x="1221" y="6228"/>
                  </a:lnTo>
                  <a:lnTo>
                    <a:pt x="1124" y="6253"/>
                  </a:lnTo>
                  <a:lnTo>
                    <a:pt x="1050" y="6228"/>
                  </a:lnTo>
                  <a:lnTo>
                    <a:pt x="977" y="6204"/>
                  </a:lnTo>
                  <a:lnTo>
                    <a:pt x="782" y="6082"/>
                  </a:lnTo>
                  <a:lnTo>
                    <a:pt x="586" y="5960"/>
                  </a:lnTo>
                  <a:lnTo>
                    <a:pt x="513" y="5911"/>
                  </a:lnTo>
                  <a:lnTo>
                    <a:pt x="464" y="5838"/>
                  </a:lnTo>
                  <a:lnTo>
                    <a:pt x="464" y="5740"/>
                  </a:lnTo>
                  <a:lnTo>
                    <a:pt x="489" y="5642"/>
                  </a:lnTo>
                  <a:lnTo>
                    <a:pt x="538" y="5569"/>
                  </a:lnTo>
                  <a:lnTo>
                    <a:pt x="611" y="5520"/>
                  </a:lnTo>
                  <a:lnTo>
                    <a:pt x="709" y="5496"/>
                  </a:lnTo>
                  <a:close/>
                  <a:moveTo>
                    <a:pt x="1685" y="6351"/>
                  </a:moveTo>
                  <a:lnTo>
                    <a:pt x="1783" y="6375"/>
                  </a:lnTo>
                  <a:lnTo>
                    <a:pt x="1856" y="6448"/>
                  </a:lnTo>
                  <a:lnTo>
                    <a:pt x="2003" y="6668"/>
                  </a:lnTo>
                  <a:lnTo>
                    <a:pt x="2125" y="6888"/>
                  </a:lnTo>
                  <a:lnTo>
                    <a:pt x="2150" y="6986"/>
                  </a:lnTo>
                  <a:lnTo>
                    <a:pt x="2150" y="7083"/>
                  </a:lnTo>
                  <a:lnTo>
                    <a:pt x="2101" y="7156"/>
                  </a:lnTo>
                  <a:lnTo>
                    <a:pt x="2027" y="7230"/>
                  </a:lnTo>
                  <a:lnTo>
                    <a:pt x="1979" y="7254"/>
                  </a:lnTo>
                  <a:lnTo>
                    <a:pt x="1856" y="7254"/>
                  </a:lnTo>
                  <a:lnTo>
                    <a:pt x="1783" y="7230"/>
                  </a:lnTo>
                  <a:lnTo>
                    <a:pt x="1734" y="7181"/>
                  </a:lnTo>
                  <a:lnTo>
                    <a:pt x="1685" y="7132"/>
                  </a:lnTo>
                  <a:lnTo>
                    <a:pt x="1441" y="6741"/>
                  </a:lnTo>
                  <a:lnTo>
                    <a:pt x="1417" y="6644"/>
                  </a:lnTo>
                  <a:lnTo>
                    <a:pt x="1417" y="6546"/>
                  </a:lnTo>
                  <a:lnTo>
                    <a:pt x="1441" y="6448"/>
                  </a:lnTo>
                  <a:lnTo>
                    <a:pt x="1515" y="6399"/>
                  </a:lnTo>
                  <a:lnTo>
                    <a:pt x="1612" y="6351"/>
                  </a:lnTo>
                  <a:close/>
                  <a:moveTo>
                    <a:pt x="2247" y="7498"/>
                  </a:moveTo>
                  <a:lnTo>
                    <a:pt x="2345" y="7523"/>
                  </a:lnTo>
                  <a:lnTo>
                    <a:pt x="2418" y="7572"/>
                  </a:lnTo>
                  <a:lnTo>
                    <a:pt x="2467" y="7645"/>
                  </a:lnTo>
                  <a:lnTo>
                    <a:pt x="2662" y="8109"/>
                  </a:lnTo>
                  <a:lnTo>
                    <a:pt x="2662" y="8207"/>
                  </a:lnTo>
                  <a:lnTo>
                    <a:pt x="2638" y="8304"/>
                  </a:lnTo>
                  <a:lnTo>
                    <a:pt x="2589" y="8378"/>
                  </a:lnTo>
                  <a:lnTo>
                    <a:pt x="2516" y="8426"/>
                  </a:lnTo>
                  <a:lnTo>
                    <a:pt x="2418" y="8451"/>
                  </a:lnTo>
                  <a:lnTo>
                    <a:pt x="2345" y="8426"/>
                  </a:lnTo>
                  <a:lnTo>
                    <a:pt x="2272" y="8402"/>
                  </a:lnTo>
                  <a:lnTo>
                    <a:pt x="2223" y="8353"/>
                  </a:lnTo>
                  <a:lnTo>
                    <a:pt x="2198" y="8280"/>
                  </a:lnTo>
                  <a:lnTo>
                    <a:pt x="2027" y="7840"/>
                  </a:lnTo>
                  <a:lnTo>
                    <a:pt x="2003" y="7743"/>
                  </a:lnTo>
                  <a:lnTo>
                    <a:pt x="2027" y="7645"/>
                  </a:lnTo>
                  <a:lnTo>
                    <a:pt x="2076" y="7572"/>
                  </a:lnTo>
                  <a:lnTo>
                    <a:pt x="2150" y="7523"/>
                  </a:lnTo>
                  <a:lnTo>
                    <a:pt x="2247" y="7498"/>
                  </a:lnTo>
                  <a:close/>
                  <a:moveTo>
                    <a:pt x="2711" y="8720"/>
                  </a:moveTo>
                  <a:lnTo>
                    <a:pt x="2785" y="8744"/>
                  </a:lnTo>
                  <a:lnTo>
                    <a:pt x="2858" y="8793"/>
                  </a:lnTo>
                  <a:lnTo>
                    <a:pt x="2907" y="8866"/>
                  </a:lnTo>
                  <a:lnTo>
                    <a:pt x="3078" y="9355"/>
                  </a:lnTo>
                  <a:lnTo>
                    <a:pt x="3102" y="9452"/>
                  </a:lnTo>
                  <a:lnTo>
                    <a:pt x="3078" y="9526"/>
                  </a:lnTo>
                  <a:lnTo>
                    <a:pt x="3004" y="9599"/>
                  </a:lnTo>
                  <a:lnTo>
                    <a:pt x="2931" y="9648"/>
                  </a:lnTo>
                  <a:lnTo>
                    <a:pt x="2858" y="9672"/>
                  </a:lnTo>
                  <a:lnTo>
                    <a:pt x="2785" y="9672"/>
                  </a:lnTo>
                  <a:lnTo>
                    <a:pt x="2711" y="9623"/>
                  </a:lnTo>
                  <a:lnTo>
                    <a:pt x="2662" y="9574"/>
                  </a:lnTo>
                  <a:lnTo>
                    <a:pt x="2614" y="9501"/>
                  </a:lnTo>
                  <a:lnTo>
                    <a:pt x="2467" y="9037"/>
                  </a:lnTo>
                  <a:lnTo>
                    <a:pt x="2443" y="8939"/>
                  </a:lnTo>
                  <a:lnTo>
                    <a:pt x="2467" y="8842"/>
                  </a:lnTo>
                  <a:lnTo>
                    <a:pt x="2516" y="8768"/>
                  </a:lnTo>
                  <a:lnTo>
                    <a:pt x="2614" y="8720"/>
                  </a:lnTo>
                  <a:close/>
                  <a:moveTo>
                    <a:pt x="3224" y="9941"/>
                  </a:moveTo>
                  <a:lnTo>
                    <a:pt x="3297" y="10014"/>
                  </a:lnTo>
                  <a:lnTo>
                    <a:pt x="3346" y="10087"/>
                  </a:lnTo>
                  <a:lnTo>
                    <a:pt x="3542" y="10527"/>
                  </a:lnTo>
                  <a:lnTo>
                    <a:pt x="3566" y="10625"/>
                  </a:lnTo>
                  <a:lnTo>
                    <a:pt x="3566" y="10722"/>
                  </a:lnTo>
                  <a:lnTo>
                    <a:pt x="3517" y="10796"/>
                  </a:lnTo>
                  <a:lnTo>
                    <a:pt x="3444" y="10844"/>
                  </a:lnTo>
                  <a:lnTo>
                    <a:pt x="3322" y="10869"/>
                  </a:lnTo>
                  <a:lnTo>
                    <a:pt x="3273" y="10869"/>
                  </a:lnTo>
                  <a:lnTo>
                    <a:pt x="3200" y="10844"/>
                  </a:lnTo>
                  <a:lnTo>
                    <a:pt x="3151" y="10796"/>
                  </a:lnTo>
                  <a:lnTo>
                    <a:pt x="3102" y="10747"/>
                  </a:lnTo>
                  <a:lnTo>
                    <a:pt x="2907" y="10258"/>
                  </a:lnTo>
                  <a:lnTo>
                    <a:pt x="2882" y="10161"/>
                  </a:lnTo>
                  <a:lnTo>
                    <a:pt x="2907" y="10087"/>
                  </a:lnTo>
                  <a:lnTo>
                    <a:pt x="2955" y="10014"/>
                  </a:lnTo>
                  <a:lnTo>
                    <a:pt x="3029" y="9941"/>
                  </a:lnTo>
                  <a:close/>
                  <a:moveTo>
                    <a:pt x="3761" y="11089"/>
                  </a:moveTo>
                  <a:lnTo>
                    <a:pt x="3835" y="11137"/>
                  </a:lnTo>
                  <a:lnTo>
                    <a:pt x="3908" y="11211"/>
                  </a:lnTo>
                  <a:lnTo>
                    <a:pt x="4177" y="11577"/>
                  </a:lnTo>
                  <a:lnTo>
                    <a:pt x="4225" y="11675"/>
                  </a:lnTo>
                  <a:lnTo>
                    <a:pt x="4250" y="11748"/>
                  </a:lnTo>
                  <a:lnTo>
                    <a:pt x="4201" y="11846"/>
                  </a:lnTo>
                  <a:lnTo>
                    <a:pt x="4152" y="11919"/>
                  </a:lnTo>
                  <a:lnTo>
                    <a:pt x="4079" y="11968"/>
                  </a:lnTo>
                  <a:lnTo>
                    <a:pt x="3884" y="11968"/>
                  </a:lnTo>
                  <a:lnTo>
                    <a:pt x="3810" y="11895"/>
                  </a:lnTo>
                  <a:lnTo>
                    <a:pt x="3664" y="11675"/>
                  </a:lnTo>
                  <a:lnTo>
                    <a:pt x="3493" y="11455"/>
                  </a:lnTo>
                  <a:lnTo>
                    <a:pt x="3468" y="11382"/>
                  </a:lnTo>
                  <a:lnTo>
                    <a:pt x="3468" y="11284"/>
                  </a:lnTo>
                  <a:lnTo>
                    <a:pt x="3517" y="11186"/>
                  </a:lnTo>
                  <a:lnTo>
                    <a:pt x="3566" y="11137"/>
                  </a:lnTo>
                  <a:lnTo>
                    <a:pt x="3664" y="11089"/>
                  </a:lnTo>
                  <a:close/>
                  <a:moveTo>
                    <a:pt x="4616" y="12041"/>
                  </a:moveTo>
                  <a:lnTo>
                    <a:pt x="4714" y="12090"/>
                  </a:lnTo>
                  <a:lnTo>
                    <a:pt x="4909" y="12212"/>
                  </a:lnTo>
                  <a:lnTo>
                    <a:pt x="5105" y="12334"/>
                  </a:lnTo>
                  <a:lnTo>
                    <a:pt x="5178" y="12383"/>
                  </a:lnTo>
                  <a:lnTo>
                    <a:pt x="5227" y="12481"/>
                  </a:lnTo>
                  <a:lnTo>
                    <a:pt x="5227" y="12554"/>
                  </a:lnTo>
                  <a:lnTo>
                    <a:pt x="5202" y="12652"/>
                  </a:lnTo>
                  <a:lnTo>
                    <a:pt x="5154" y="12725"/>
                  </a:lnTo>
                  <a:lnTo>
                    <a:pt x="5105" y="12749"/>
                  </a:lnTo>
                  <a:lnTo>
                    <a:pt x="5056" y="12774"/>
                  </a:lnTo>
                  <a:lnTo>
                    <a:pt x="4983" y="12798"/>
                  </a:lnTo>
                  <a:lnTo>
                    <a:pt x="4885" y="12774"/>
                  </a:lnTo>
                  <a:lnTo>
                    <a:pt x="4641" y="12627"/>
                  </a:lnTo>
                  <a:lnTo>
                    <a:pt x="4421" y="12481"/>
                  </a:lnTo>
                  <a:lnTo>
                    <a:pt x="4348" y="12407"/>
                  </a:lnTo>
                  <a:lnTo>
                    <a:pt x="4323" y="12310"/>
                  </a:lnTo>
                  <a:lnTo>
                    <a:pt x="4323" y="12236"/>
                  </a:lnTo>
                  <a:lnTo>
                    <a:pt x="4372" y="12139"/>
                  </a:lnTo>
                  <a:lnTo>
                    <a:pt x="4445" y="12066"/>
                  </a:lnTo>
                  <a:lnTo>
                    <a:pt x="4543" y="12041"/>
                  </a:lnTo>
                  <a:close/>
                  <a:moveTo>
                    <a:pt x="0" y="1"/>
                  </a:moveTo>
                  <a:lnTo>
                    <a:pt x="0" y="5325"/>
                  </a:lnTo>
                  <a:lnTo>
                    <a:pt x="74" y="5349"/>
                  </a:lnTo>
                  <a:lnTo>
                    <a:pt x="147" y="5422"/>
                  </a:lnTo>
                  <a:lnTo>
                    <a:pt x="171" y="5496"/>
                  </a:lnTo>
                  <a:lnTo>
                    <a:pt x="171" y="5569"/>
                  </a:lnTo>
                  <a:lnTo>
                    <a:pt x="171" y="5642"/>
                  </a:lnTo>
                  <a:lnTo>
                    <a:pt x="122" y="5716"/>
                  </a:lnTo>
                  <a:lnTo>
                    <a:pt x="74" y="5764"/>
                  </a:lnTo>
                  <a:lnTo>
                    <a:pt x="0" y="5789"/>
                  </a:lnTo>
                  <a:lnTo>
                    <a:pt x="0" y="13360"/>
                  </a:lnTo>
                  <a:lnTo>
                    <a:pt x="6179" y="16486"/>
                  </a:lnTo>
                  <a:lnTo>
                    <a:pt x="6179" y="13116"/>
                  </a:lnTo>
                  <a:lnTo>
                    <a:pt x="5935" y="13091"/>
                  </a:lnTo>
                  <a:lnTo>
                    <a:pt x="5691" y="13042"/>
                  </a:lnTo>
                  <a:lnTo>
                    <a:pt x="5593" y="12994"/>
                  </a:lnTo>
                  <a:lnTo>
                    <a:pt x="5520" y="12945"/>
                  </a:lnTo>
                  <a:lnTo>
                    <a:pt x="5495" y="12847"/>
                  </a:lnTo>
                  <a:lnTo>
                    <a:pt x="5495" y="12749"/>
                  </a:lnTo>
                  <a:lnTo>
                    <a:pt x="5520" y="12676"/>
                  </a:lnTo>
                  <a:lnTo>
                    <a:pt x="5593" y="12603"/>
                  </a:lnTo>
                  <a:lnTo>
                    <a:pt x="5691" y="12554"/>
                  </a:lnTo>
                  <a:lnTo>
                    <a:pt x="5789" y="12554"/>
                  </a:lnTo>
                  <a:lnTo>
                    <a:pt x="6179" y="12627"/>
                  </a:lnTo>
                  <a:lnTo>
                    <a:pt x="6179" y="312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A5A5A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818" name="Google Shape;818;p66"/>
            <p:cNvSpPr/>
            <p:nvPr/>
          </p:nvSpPr>
          <p:spPr>
            <a:xfrm>
              <a:off x="3918650" y="293075"/>
              <a:ext cx="153900" cy="407275"/>
            </a:xfrm>
            <a:custGeom>
              <a:rect b="b" l="l" r="r" t="t"/>
              <a:pathLst>
                <a:path extrusionOk="0" h="16291" w="6156">
                  <a:moveTo>
                    <a:pt x="5349" y="5495"/>
                  </a:moveTo>
                  <a:lnTo>
                    <a:pt x="5447" y="5520"/>
                  </a:lnTo>
                  <a:lnTo>
                    <a:pt x="5520" y="5569"/>
                  </a:lnTo>
                  <a:lnTo>
                    <a:pt x="5569" y="5666"/>
                  </a:lnTo>
                  <a:lnTo>
                    <a:pt x="5569" y="5764"/>
                  </a:lnTo>
                  <a:lnTo>
                    <a:pt x="5545" y="5837"/>
                  </a:lnTo>
                  <a:lnTo>
                    <a:pt x="5496" y="5935"/>
                  </a:lnTo>
                  <a:lnTo>
                    <a:pt x="5423" y="5984"/>
                  </a:lnTo>
                  <a:lnTo>
                    <a:pt x="5203" y="6057"/>
                  </a:lnTo>
                  <a:lnTo>
                    <a:pt x="5008" y="6155"/>
                  </a:lnTo>
                  <a:lnTo>
                    <a:pt x="4934" y="6179"/>
                  </a:lnTo>
                  <a:lnTo>
                    <a:pt x="4812" y="6179"/>
                  </a:lnTo>
                  <a:lnTo>
                    <a:pt x="4763" y="6155"/>
                  </a:lnTo>
                  <a:lnTo>
                    <a:pt x="4714" y="6106"/>
                  </a:lnTo>
                  <a:lnTo>
                    <a:pt x="4666" y="6057"/>
                  </a:lnTo>
                  <a:lnTo>
                    <a:pt x="4641" y="5959"/>
                  </a:lnTo>
                  <a:lnTo>
                    <a:pt x="4641" y="5862"/>
                  </a:lnTo>
                  <a:lnTo>
                    <a:pt x="4690" y="5788"/>
                  </a:lnTo>
                  <a:lnTo>
                    <a:pt x="4763" y="5740"/>
                  </a:lnTo>
                  <a:lnTo>
                    <a:pt x="5008" y="5617"/>
                  </a:lnTo>
                  <a:lnTo>
                    <a:pt x="5252" y="5520"/>
                  </a:lnTo>
                  <a:lnTo>
                    <a:pt x="5349" y="5495"/>
                  </a:lnTo>
                  <a:close/>
                  <a:moveTo>
                    <a:pt x="4250" y="6155"/>
                  </a:moveTo>
                  <a:lnTo>
                    <a:pt x="4348" y="6179"/>
                  </a:lnTo>
                  <a:lnTo>
                    <a:pt x="4421" y="6252"/>
                  </a:lnTo>
                  <a:lnTo>
                    <a:pt x="4470" y="6326"/>
                  </a:lnTo>
                  <a:lnTo>
                    <a:pt x="4470" y="6423"/>
                  </a:lnTo>
                  <a:lnTo>
                    <a:pt x="4446" y="6497"/>
                  </a:lnTo>
                  <a:lnTo>
                    <a:pt x="4397" y="6594"/>
                  </a:lnTo>
                  <a:lnTo>
                    <a:pt x="4226" y="6741"/>
                  </a:lnTo>
                  <a:lnTo>
                    <a:pt x="4079" y="6912"/>
                  </a:lnTo>
                  <a:lnTo>
                    <a:pt x="3982" y="6985"/>
                  </a:lnTo>
                  <a:lnTo>
                    <a:pt x="3884" y="7010"/>
                  </a:lnTo>
                  <a:lnTo>
                    <a:pt x="3811" y="6985"/>
                  </a:lnTo>
                  <a:lnTo>
                    <a:pt x="3738" y="6936"/>
                  </a:lnTo>
                  <a:lnTo>
                    <a:pt x="3664" y="6863"/>
                  </a:lnTo>
                  <a:lnTo>
                    <a:pt x="3640" y="6790"/>
                  </a:lnTo>
                  <a:lnTo>
                    <a:pt x="3664" y="6692"/>
                  </a:lnTo>
                  <a:lnTo>
                    <a:pt x="3713" y="6594"/>
                  </a:lnTo>
                  <a:lnTo>
                    <a:pt x="3884" y="6399"/>
                  </a:lnTo>
                  <a:lnTo>
                    <a:pt x="4079" y="6228"/>
                  </a:lnTo>
                  <a:lnTo>
                    <a:pt x="4153" y="6179"/>
                  </a:lnTo>
                  <a:lnTo>
                    <a:pt x="4250" y="6155"/>
                  </a:lnTo>
                  <a:close/>
                  <a:moveTo>
                    <a:pt x="3469" y="7156"/>
                  </a:moveTo>
                  <a:lnTo>
                    <a:pt x="3542" y="7205"/>
                  </a:lnTo>
                  <a:lnTo>
                    <a:pt x="3615" y="7254"/>
                  </a:lnTo>
                  <a:lnTo>
                    <a:pt x="3664" y="7351"/>
                  </a:lnTo>
                  <a:lnTo>
                    <a:pt x="3664" y="7449"/>
                  </a:lnTo>
                  <a:lnTo>
                    <a:pt x="3640" y="7547"/>
                  </a:lnTo>
                  <a:lnTo>
                    <a:pt x="3396" y="7962"/>
                  </a:lnTo>
                  <a:lnTo>
                    <a:pt x="3371" y="8011"/>
                  </a:lnTo>
                  <a:lnTo>
                    <a:pt x="3298" y="8060"/>
                  </a:lnTo>
                  <a:lnTo>
                    <a:pt x="3249" y="8084"/>
                  </a:lnTo>
                  <a:lnTo>
                    <a:pt x="3176" y="8084"/>
                  </a:lnTo>
                  <a:lnTo>
                    <a:pt x="3078" y="8060"/>
                  </a:lnTo>
                  <a:lnTo>
                    <a:pt x="3005" y="8011"/>
                  </a:lnTo>
                  <a:lnTo>
                    <a:pt x="2956" y="7913"/>
                  </a:lnTo>
                  <a:lnTo>
                    <a:pt x="2932" y="7840"/>
                  </a:lnTo>
                  <a:lnTo>
                    <a:pt x="2956" y="7742"/>
                  </a:lnTo>
                  <a:lnTo>
                    <a:pt x="3225" y="7278"/>
                  </a:lnTo>
                  <a:lnTo>
                    <a:pt x="3273" y="7205"/>
                  </a:lnTo>
                  <a:lnTo>
                    <a:pt x="3371" y="7180"/>
                  </a:lnTo>
                  <a:lnTo>
                    <a:pt x="3469" y="7156"/>
                  </a:lnTo>
                  <a:close/>
                  <a:moveTo>
                    <a:pt x="2858" y="8328"/>
                  </a:moveTo>
                  <a:lnTo>
                    <a:pt x="2956" y="8353"/>
                  </a:lnTo>
                  <a:lnTo>
                    <a:pt x="3029" y="8402"/>
                  </a:lnTo>
                  <a:lnTo>
                    <a:pt x="3078" y="8475"/>
                  </a:lnTo>
                  <a:lnTo>
                    <a:pt x="3103" y="8573"/>
                  </a:lnTo>
                  <a:lnTo>
                    <a:pt x="3103" y="8670"/>
                  </a:lnTo>
                  <a:lnTo>
                    <a:pt x="2932" y="9110"/>
                  </a:lnTo>
                  <a:lnTo>
                    <a:pt x="2907" y="9183"/>
                  </a:lnTo>
                  <a:lnTo>
                    <a:pt x="2858" y="9232"/>
                  </a:lnTo>
                  <a:lnTo>
                    <a:pt x="2785" y="9281"/>
                  </a:lnTo>
                  <a:lnTo>
                    <a:pt x="2638" y="9281"/>
                  </a:lnTo>
                  <a:lnTo>
                    <a:pt x="2541" y="9232"/>
                  </a:lnTo>
                  <a:lnTo>
                    <a:pt x="2492" y="9159"/>
                  </a:lnTo>
                  <a:lnTo>
                    <a:pt x="2468" y="9061"/>
                  </a:lnTo>
                  <a:lnTo>
                    <a:pt x="2468" y="8963"/>
                  </a:lnTo>
                  <a:lnTo>
                    <a:pt x="2638" y="8499"/>
                  </a:lnTo>
                  <a:lnTo>
                    <a:pt x="2687" y="8402"/>
                  </a:lnTo>
                  <a:lnTo>
                    <a:pt x="2761" y="8353"/>
                  </a:lnTo>
                  <a:lnTo>
                    <a:pt x="2858" y="8328"/>
                  </a:lnTo>
                  <a:close/>
                  <a:moveTo>
                    <a:pt x="2541" y="9574"/>
                  </a:moveTo>
                  <a:lnTo>
                    <a:pt x="2638" y="9623"/>
                  </a:lnTo>
                  <a:lnTo>
                    <a:pt x="2712" y="9696"/>
                  </a:lnTo>
                  <a:lnTo>
                    <a:pt x="2736" y="9769"/>
                  </a:lnTo>
                  <a:lnTo>
                    <a:pt x="2736" y="9867"/>
                  </a:lnTo>
                  <a:lnTo>
                    <a:pt x="2638" y="10355"/>
                  </a:lnTo>
                  <a:lnTo>
                    <a:pt x="2590" y="10429"/>
                  </a:lnTo>
                  <a:lnTo>
                    <a:pt x="2541" y="10502"/>
                  </a:lnTo>
                  <a:lnTo>
                    <a:pt x="2468" y="10526"/>
                  </a:lnTo>
                  <a:lnTo>
                    <a:pt x="2394" y="10551"/>
                  </a:lnTo>
                  <a:lnTo>
                    <a:pt x="2345" y="10551"/>
                  </a:lnTo>
                  <a:lnTo>
                    <a:pt x="2248" y="10502"/>
                  </a:lnTo>
                  <a:lnTo>
                    <a:pt x="2199" y="10429"/>
                  </a:lnTo>
                  <a:lnTo>
                    <a:pt x="2150" y="10355"/>
                  </a:lnTo>
                  <a:lnTo>
                    <a:pt x="2150" y="10258"/>
                  </a:lnTo>
                  <a:lnTo>
                    <a:pt x="2248" y="9769"/>
                  </a:lnTo>
                  <a:lnTo>
                    <a:pt x="2297" y="9672"/>
                  </a:lnTo>
                  <a:lnTo>
                    <a:pt x="2370" y="9598"/>
                  </a:lnTo>
                  <a:lnTo>
                    <a:pt x="2443" y="9574"/>
                  </a:lnTo>
                  <a:close/>
                  <a:moveTo>
                    <a:pt x="2297" y="10844"/>
                  </a:moveTo>
                  <a:lnTo>
                    <a:pt x="2394" y="10868"/>
                  </a:lnTo>
                  <a:lnTo>
                    <a:pt x="2468" y="10942"/>
                  </a:lnTo>
                  <a:lnTo>
                    <a:pt x="2516" y="11015"/>
                  </a:lnTo>
                  <a:lnTo>
                    <a:pt x="2516" y="11113"/>
                  </a:lnTo>
                  <a:lnTo>
                    <a:pt x="2492" y="11357"/>
                  </a:lnTo>
                  <a:lnTo>
                    <a:pt x="2468" y="11430"/>
                  </a:lnTo>
                  <a:lnTo>
                    <a:pt x="2419" y="11503"/>
                  </a:lnTo>
                  <a:lnTo>
                    <a:pt x="2345" y="11552"/>
                  </a:lnTo>
                  <a:lnTo>
                    <a:pt x="2248" y="11577"/>
                  </a:lnTo>
                  <a:lnTo>
                    <a:pt x="2223" y="11577"/>
                  </a:lnTo>
                  <a:lnTo>
                    <a:pt x="2126" y="11552"/>
                  </a:lnTo>
                  <a:lnTo>
                    <a:pt x="2052" y="11503"/>
                  </a:lnTo>
                  <a:lnTo>
                    <a:pt x="2028" y="11406"/>
                  </a:lnTo>
                  <a:lnTo>
                    <a:pt x="2003" y="11308"/>
                  </a:lnTo>
                  <a:lnTo>
                    <a:pt x="2028" y="11064"/>
                  </a:lnTo>
                  <a:lnTo>
                    <a:pt x="2052" y="10966"/>
                  </a:lnTo>
                  <a:lnTo>
                    <a:pt x="2126" y="10893"/>
                  </a:lnTo>
                  <a:lnTo>
                    <a:pt x="2199" y="10844"/>
                  </a:lnTo>
                  <a:close/>
                  <a:moveTo>
                    <a:pt x="6155" y="0"/>
                  </a:moveTo>
                  <a:lnTo>
                    <a:pt x="538" y="2858"/>
                  </a:lnTo>
                  <a:lnTo>
                    <a:pt x="416" y="2906"/>
                  </a:lnTo>
                  <a:lnTo>
                    <a:pt x="318" y="3004"/>
                  </a:lnTo>
                  <a:lnTo>
                    <a:pt x="221" y="3102"/>
                  </a:lnTo>
                  <a:lnTo>
                    <a:pt x="147" y="3224"/>
                  </a:lnTo>
                  <a:lnTo>
                    <a:pt x="74" y="3322"/>
                  </a:lnTo>
                  <a:lnTo>
                    <a:pt x="25" y="3444"/>
                  </a:lnTo>
                  <a:lnTo>
                    <a:pt x="1" y="3566"/>
                  </a:lnTo>
                  <a:lnTo>
                    <a:pt x="1" y="3688"/>
                  </a:lnTo>
                  <a:lnTo>
                    <a:pt x="1" y="15924"/>
                  </a:lnTo>
                  <a:lnTo>
                    <a:pt x="1" y="16046"/>
                  </a:lnTo>
                  <a:lnTo>
                    <a:pt x="50" y="16119"/>
                  </a:lnTo>
                  <a:lnTo>
                    <a:pt x="98" y="16193"/>
                  </a:lnTo>
                  <a:lnTo>
                    <a:pt x="172" y="16241"/>
                  </a:lnTo>
                  <a:lnTo>
                    <a:pt x="245" y="16266"/>
                  </a:lnTo>
                  <a:lnTo>
                    <a:pt x="343" y="16290"/>
                  </a:lnTo>
                  <a:lnTo>
                    <a:pt x="465" y="16266"/>
                  </a:lnTo>
                  <a:lnTo>
                    <a:pt x="563" y="16217"/>
                  </a:lnTo>
                  <a:lnTo>
                    <a:pt x="6155" y="13360"/>
                  </a:lnTo>
                  <a:lnTo>
                    <a:pt x="6155" y="5813"/>
                  </a:lnTo>
                  <a:lnTo>
                    <a:pt x="6009" y="5813"/>
                  </a:lnTo>
                  <a:lnTo>
                    <a:pt x="5936" y="5764"/>
                  </a:lnTo>
                  <a:lnTo>
                    <a:pt x="5887" y="5691"/>
                  </a:lnTo>
                  <a:lnTo>
                    <a:pt x="5862" y="5593"/>
                  </a:lnTo>
                  <a:lnTo>
                    <a:pt x="5887" y="5495"/>
                  </a:lnTo>
                  <a:lnTo>
                    <a:pt x="5936" y="5422"/>
                  </a:lnTo>
                  <a:lnTo>
                    <a:pt x="6009" y="5373"/>
                  </a:lnTo>
                  <a:lnTo>
                    <a:pt x="6082" y="5349"/>
                  </a:lnTo>
                  <a:lnTo>
                    <a:pt x="6155" y="5324"/>
                  </a:lnTo>
                  <a:lnTo>
                    <a:pt x="6155" y="0"/>
                  </a:lnTo>
                  <a:close/>
                </a:path>
              </a:pathLst>
            </a:custGeom>
            <a:solidFill>
              <a:srgbClr val="A5A5A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819" name="Google Shape;819;p66"/>
            <p:cNvSpPr/>
            <p:nvPr/>
          </p:nvSpPr>
          <p:spPr>
            <a:xfrm>
              <a:off x="4253250" y="298550"/>
              <a:ext cx="153900" cy="406675"/>
            </a:xfrm>
            <a:custGeom>
              <a:rect b="b" l="l" r="r" t="t"/>
              <a:pathLst>
                <a:path extrusionOk="0" h="16267" w="6156">
                  <a:moveTo>
                    <a:pt x="3713" y="4348"/>
                  </a:moveTo>
                  <a:lnTo>
                    <a:pt x="3737" y="4373"/>
                  </a:lnTo>
                  <a:lnTo>
                    <a:pt x="3786" y="4397"/>
                  </a:lnTo>
                  <a:lnTo>
                    <a:pt x="3811" y="4421"/>
                  </a:lnTo>
                  <a:lnTo>
                    <a:pt x="3835" y="4544"/>
                  </a:lnTo>
                  <a:lnTo>
                    <a:pt x="3811" y="4666"/>
                  </a:lnTo>
                  <a:lnTo>
                    <a:pt x="3737" y="4812"/>
                  </a:lnTo>
                  <a:lnTo>
                    <a:pt x="3224" y="5716"/>
                  </a:lnTo>
                  <a:lnTo>
                    <a:pt x="3762" y="6009"/>
                  </a:lnTo>
                  <a:lnTo>
                    <a:pt x="3786" y="6033"/>
                  </a:lnTo>
                  <a:lnTo>
                    <a:pt x="3811" y="6082"/>
                  </a:lnTo>
                  <a:lnTo>
                    <a:pt x="3835" y="6180"/>
                  </a:lnTo>
                  <a:lnTo>
                    <a:pt x="3811" y="6326"/>
                  </a:lnTo>
                  <a:lnTo>
                    <a:pt x="3762" y="6473"/>
                  </a:lnTo>
                  <a:lnTo>
                    <a:pt x="3664" y="6595"/>
                  </a:lnTo>
                  <a:lnTo>
                    <a:pt x="3566" y="6668"/>
                  </a:lnTo>
                  <a:lnTo>
                    <a:pt x="3444" y="6717"/>
                  </a:lnTo>
                  <a:lnTo>
                    <a:pt x="3395" y="6717"/>
                  </a:lnTo>
                  <a:lnTo>
                    <a:pt x="3371" y="6693"/>
                  </a:lnTo>
                  <a:lnTo>
                    <a:pt x="2834" y="6400"/>
                  </a:lnTo>
                  <a:lnTo>
                    <a:pt x="2321" y="7303"/>
                  </a:lnTo>
                  <a:lnTo>
                    <a:pt x="2223" y="7426"/>
                  </a:lnTo>
                  <a:lnTo>
                    <a:pt x="2125" y="7499"/>
                  </a:lnTo>
                  <a:lnTo>
                    <a:pt x="2003" y="7548"/>
                  </a:lnTo>
                  <a:lnTo>
                    <a:pt x="1954" y="7548"/>
                  </a:lnTo>
                  <a:lnTo>
                    <a:pt x="1930" y="7523"/>
                  </a:lnTo>
                  <a:lnTo>
                    <a:pt x="1881" y="7499"/>
                  </a:lnTo>
                  <a:lnTo>
                    <a:pt x="1857" y="7450"/>
                  </a:lnTo>
                  <a:lnTo>
                    <a:pt x="1832" y="7352"/>
                  </a:lnTo>
                  <a:lnTo>
                    <a:pt x="1857" y="7206"/>
                  </a:lnTo>
                  <a:lnTo>
                    <a:pt x="1930" y="7059"/>
                  </a:lnTo>
                  <a:lnTo>
                    <a:pt x="2443" y="6156"/>
                  </a:lnTo>
                  <a:lnTo>
                    <a:pt x="1906" y="5862"/>
                  </a:lnTo>
                  <a:lnTo>
                    <a:pt x="1881" y="5838"/>
                  </a:lnTo>
                  <a:lnTo>
                    <a:pt x="1857" y="5789"/>
                  </a:lnTo>
                  <a:lnTo>
                    <a:pt x="1832" y="5691"/>
                  </a:lnTo>
                  <a:lnTo>
                    <a:pt x="1857" y="5569"/>
                  </a:lnTo>
                  <a:lnTo>
                    <a:pt x="1906" y="5423"/>
                  </a:lnTo>
                  <a:lnTo>
                    <a:pt x="2003" y="5301"/>
                  </a:lnTo>
                  <a:lnTo>
                    <a:pt x="2101" y="5203"/>
                  </a:lnTo>
                  <a:lnTo>
                    <a:pt x="2223" y="5179"/>
                  </a:lnTo>
                  <a:lnTo>
                    <a:pt x="2272" y="5179"/>
                  </a:lnTo>
                  <a:lnTo>
                    <a:pt x="2296" y="5203"/>
                  </a:lnTo>
                  <a:lnTo>
                    <a:pt x="2834" y="5496"/>
                  </a:lnTo>
                  <a:lnTo>
                    <a:pt x="3347" y="4592"/>
                  </a:lnTo>
                  <a:lnTo>
                    <a:pt x="3444" y="4470"/>
                  </a:lnTo>
                  <a:lnTo>
                    <a:pt x="3542" y="4373"/>
                  </a:lnTo>
                  <a:lnTo>
                    <a:pt x="3664" y="4348"/>
                  </a:lnTo>
                  <a:close/>
                  <a:moveTo>
                    <a:pt x="3176" y="7303"/>
                  </a:moveTo>
                  <a:lnTo>
                    <a:pt x="3249" y="7328"/>
                  </a:lnTo>
                  <a:lnTo>
                    <a:pt x="3322" y="7401"/>
                  </a:lnTo>
                  <a:lnTo>
                    <a:pt x="3371" y="7474"/>
                  </a:lnTo>
                  <a:lnTo>
                    <a:pt x="3420" y="7743"/>
                  </a:lnTo>
                  <a:lnTo>
                    <a:pt x="3420" y="7841"/>
                  </a:lnTo>
                  <a:lnTo>
                    <a:pt x="3371" y="7914"/>
                  </a:lnTo>
                  <a:lnTo>
                    <a:pt x="3298" y="7987"/>
                  </a:lnTo>
                  <a:lnTo>
                    <a:pt x="3224" y="8012"/>
                  </a:lnTo>
                  <a:lnTo>
                    <a:pt x="3102" y="8012"/>
                  </a:lnTo>
                  <a:lnTo>
                    <a:pt x="3029" y="7963"/>
                  </a:lnTo>
                  <a:lnTo>
                    <a:pt x="2956" y="7914"/>
                  </a:lnTo>
                  <a:lnTo>
                    <a:pt x="2931" y="7816"/>
                  </a:lnTo>
                  <a:lnTo>
                    <a:pt x="2883" y="7596"/>
                  </a:lnTo>
                  <a:lnTo>
                    <a:pt x="2883" y="7499"/>
                  </a:lnTo>
                  <a:lnTo>
                    <a:pt x="2907" y="7426"/>
                  </a:lnTo>
                  <a:lnTo>
                    <a:pt x="2980" y="7352"/>
                  </a:lnTo>
                  <a:lnTo>
                    <a:pt x="3078" y="7303"/>
                  </a:lnTo>
                  <a:close/>
                  <a:moveTo>
                    <a:pt x="3249" y="8354"/>
                  </a:moveTo>
                  <a:lnTo>
                    <a:pt x="3347" y="8378"/>
                  </a:lnTo>
                  <a:lnTo>
                    <a:pt x="3444" y="8427"/>
                  </a:lnTo>
                  <a:lnTo>
                    <a:pt x="3493" y="8500"/>
                  </a:lnTo>
                  <a:lnTo>
                    <a:pt x="3518" y="8598"/>
                  </a:lnTo>
                  <a:lnTo>
                    <a:pt x="3542" y="9013"/>
                  </a:lnTo>
                  <a:lnTo>
                    <a:pt x="3518" y="9111"/>
                  </a:lnTo>
                  <a:lnTo>
                    <a:pt x="3518" y="9208"/>
                  </a:lnTo>
                  <a:lnTo>
                    <a:pt x="3469" y="9282"/>
                  </a:lnTo>
                  <a:lnTo>
                    <a:pt x="3371" y="9331"/>
                  </a:lnTo>
                  <a:lnTo>
                    <a:pt x="3273" y="9355"/>
                  </a:lnTo>
                  <a:lnTo>
                    <a:pt x="3176" y="9331"/>
                  </a:lnTo>
                  <a:lnTo>
                    <a:pt x="3102" y="9282"/>
                  </a:lnTo>
                  <a:lnTo>
                    <a:pt x="3054" y="9184"/>
                  </a:lnTo>
                  <a:lnTo>
                    <a:pt x="3029" y="9086"/>
                  </a:lnTo>
                  <a:lnTo>
                    <a:pt x="3054" y="9013"/>
                  </a:lnTo>
                  <a:lnTo>
                    <a:pt x="3029" y="8622"/>
                  </a:lnTo>
                  <a:lnTo>
                    <a:pt x="3054" y="8525"/>
                  </a:lnTo>
                  <a:lnTo>
                    <a:pt x="3102" y="8451"/>
                  </a:lnTo>
                  <a:lnTo>
                    <a:pt x="3176" y="8378"/>
                  </a:lnTo>
                  <a:lnTo>
                    <a:pt x="3249" y="8354"/>
                  </a:lnTo>
                  <a:close/>
                  <a:moveTo>
                    <a:pt x="3249" y="9648"/>
                  </a:moveTo>
                  <a:lnTo>
                    <a:pt x="3347" y="9697"/>
                  </a:lnTo>
                  <a:lnTo>
                    <a:pt x="3420" y="9746"/>
                  </a:lnTo>
                  <a:lnTo>
                    <a:pt x="3469" y="9843"/>
                  </a:lnTo>
                  <a:lnTo>
                    <a:pt x="3469" y="9941"/>
                  </a:lnTo>
                  <a:lnTo>
                    <a:pt x="3347" y="10454"/>
                  </a:lnTo>
                  <a:lnTo>
                    <a:pt x="3322" y="10527"/>
                  </a:lnTo>
                  <a:lnTo>
                    <a:pt x="3273" y="10576"/>
                  </a:lnTo>
                  <a:lnTo>
                    <a:pt x="3200" y="10601"/>
                  </a:lnTo>
                  <a:lnTo>
                    <a:pt x="3127" y="10625"/>
                  </a:lnTo>
                  <a:lnTo>
                    <a:pt x="3054" y="10625"/>
                  </a:lnTo>
                  <a:lnTo>
                    <a:pt x="2956" y="10576"/>
                  </a:lnTo>
                  <a:lnTo>
                    <a:pt x="2907" y="10503"/>
                  </a:lnTo>
                  <a:lnTo>
                    <a:pt x="2883" y="10405"/>
                  </a:lnTo>
                  <a:lnTo>
                    <a:pt x="2883" y="10307"/>
                  </a:lnTo>
                  <a:lnTo>
                    <a:pt x="2980" y="9868"/>
                  </a:lnTo>
                  <a:lnTo>
                    <a:pt x="3005" y="9770"/>
                  </a:lnTo>
                  <a:lnTo>
                    <a:pt x="3078" y="9697"/>
                  </a:lnTo>
                  <a:lnTo>
                    <a:pt x="3151" y="9648"/>
                  </a:lnTo>
                  <a:close/>
                  <a:moveTo>
                    <a:pt x="2858" y="10869"/>
                  </a:moveTo>
                  <a:lnTo>
                    <a:pt x="2931" y="10894"/>
                  </a:lnTo>
                  <a:lnTo>
                    <a:pt x="3005" y="10967"/>
                  </a:lnTo>
                  <a:lnTo>
                    <a:pt x="3054" y="11040"/>
                  </a:lnTo>
                  <a:lnTo>
                    <a:pt x="3078" y="11138"/>
                  </a:lnTo>
                  <a:lnTo>
                    <a:pt x="3029" y="11236"/>
                  </a:lnTo>
                  <a:lnTo>
                    <a:pt x="2907" y="11480"/>
                  </a:lnTo>
                  <a:lnTo>
                    <a:pt x="2736" y="11700"/>
                  </a:lnTo>
                  <a:lnTo>
                    <a:pt x="2663" y="11748"/>
                  </a:lnTo>
                  <a:lnTo>
                    <a:pt x="2565" y="11773"/>
                  </a:lnTo>
                  <a:lnTo>
                    <a:pt x="2467" y="11773"/>
                  </a:lnTo>
                  <a:lnTo>
                    <a:pt x="2394" y="11724"/>
                  </a:lnTo>
                  <a:lnTo>
                    <a:pt x="2345" y="11651"/>
                  </a:lnTo>
                  <a:lnTo>
                    <a:pt x="2321" y="11577"/>
                  </a:lnTo>
                  <a:lnTo>
                    <a:pt x="2321" y="11480"/>
                  </a:lnTo>
                  <a:lnTo>
                    <a:pt x="2370" y="11382"/>
                  </a:lnTo>
                  <a:lnTo>
                    <a:pt x="2492" y="11211"/>
                  </a:lnTo>
                  <a:lnTo>
                    <a:pt x="2614" y="11016"/>
                  </a:lnTo>
                  <a:lnTo>
                    <a:pt x="2663" y="10918"/>
                  </a:lnTo>
                  <a:lnTo>
                    <a:pt x="2760" y="10894"/>
                  </a:lnTo>
                  <a:lnTo>
                    <a:pt x="2858" y="10869"/>
                  </a:lnTo>
                  <a:close/>
                  <a:moveTo>
                    <a:pt x="2028" y="11846"/>
                  </a:moveTo>
                  <a:lnTo>
                    <a:pt x="2101" y="11871"/>
                  </a:lnTo>
                  <a:lnTo>
                    <a:pt x="2174" y="11944"/>
                  </a:lnTo>
                  <a:lnTo>
                    <a:pt x="2223" y="12041"/>
                  </a:lnTo>
                  <a:lnTo>
                    <a:pt x="2223" y="12115"/>
                  </a:lnTo>
                  <a:lnTo>
                    <a:pt x="2174" y="12212"/>
                  </a:lnTo>
                  <a:lnTo>
                    <a:pt x="2125" y="12286"/>
                  </a:lnTo>
                  <a:lnTo>
                    <a:pt x="1881" y="12432"/>
                  </a:lnTo>
                  <a:lnTo>
                    <a:pt x="1661" y="12554"/>
                  </a:lnTo>
                  <a:lnTo>
                    <a:pt x="1539" y="12579"/>
                  </a:lnTo>
                  <a:lnTo>
                    <a:pt x="1490" y="12554"/>
                  </a:lnTo>
                  <a:lnTo>
                    <a:pt x="1417" y="12530"/>
                  </a:lnTo>
                  <a:lnTo>
                    <a:pt x="1368" y="12481"/>
                  </a:lnTo>
                  <a:lnTo>
                    <a:pt x="1319" y="12432"/>
                  </a:lnTo>
                  <a:lnTo>
                    <a:pt x="1295" y="12335"/>
                  </a:lnTo>
                  <a:lnTo>
                    <a:pt x="1319" y="12237"/>
                  </a:lnTo>
                  <a:lnTo>
                    <a:pt x="1368" y="12164"/>
                  </a:lnTo>
                  <a:lnTo>
                    <a:pt x="1442" y="12115"/>
                  </a:lnTo>
                  <a:lnTo>
                    <a:pt x="1637" y="11993"/>
                  </a:lnTo>
                  <a:lnTo>
                    <a:pt x="1832" y="11871"/>
                  </a:lnTo>
                  <a:lnTo>
                    <a:pt x="1930" y="11846"/>
                  </a:lnTo>
                  <a:close/>
                  <a:moveTo>
                    <a:pt x="831" y="12335"/>
                  </a:moveTo>
                  <a:lnTo>
                    <a:pt x="929" y="12383"/>
                  </a:lnTo>
                  <a:lnTo>
                    <a:pt x="1002" y="12432"/>
                  </a:lnTo>
                  <a:lnTo>
                    <a:pt x="1026" y="12530"/>
                  </a:lnTo>
                  <a:lnTo>
                    <a:pt x="1026" y="12628"/>
                  </a:lnTo>
                  <a:lnTo>
                    <a:pt x="1002" y="12701"/>
                  </a:lnTo>
                  <a:lnTo>
                    <a:pt x="929" y="12774"/>
                  </a:lnTo>
                  <a:lnTo>
                    <a:pt x="855" y="12823"/>
                  </a:lnTo>
                  <a:lnTo>
                    <a:pt x="318" y="12896"/>
                  </a:lnTo>
                  <a:lnTo>
                    <a:pt x="294" y="12896"/>
                  </a:lnTo>
                  <a:lnTo>
                    <a:pt x="220" y="12872"/>
                  </a:lnTo>
                  <a:lnTo>
                    <a:pt x="147" y="12823"/>
                  </a:lnTo>
                  <a:lnTo>
                    <a:pt x="74" y="12774"/>
                  </a:lnTo>
                  <a:lnTo>
                    <a:pt x="49" y="12676"/>
                  </a:lnTo>
                  <a:lnTo>
                    <a:pt x="74" y="12579"/>
                  </a:lnTo>
                  <a:lnTo>
                    <a:pt x="123" y="12506"/>
                  </a:lnTo>
                  <a:lnTo>
                    <a:pt x="196" y="12432"/>
                  </a:lnTo>
                  <a:lnTo>
                    <a:pt x="269" y="12408"/>
                  </a:lnTo>
                  <a:lnTo>
                    <a:pt x="733" y="12335"/>
                  </a:lnTo>
                  <a:close/>
                  <a:moveTo>
                    <a:pt x="5691" y="1"/>
                  </a:moveTo>
                  <a:lnTo>
                    <a:pt x="5593" y="50"/>
                  </a:lnTo>
                  <a:lnTo>
                    <a:pt x="1" y="2907"/>
                  </a:lnTo>
                  <a:lnTo>
                    <a:pt x="1" y="16267"/>
                  </a:lnTo>
                  <a:lnTo>
                    <a:pt x="5618" y="13409"/>
                  </a:lnTo>
                  <a:lnTo>
                    <a:pt x="5740" y="13360"/>
                  </a:lnTo>
                  <a:lnTo>
                    <a:pt x="5838" y="13263"/>
                  </a:lnTo>
                  <a:lnTo>
                    <a:pt x="5935" y="13165"/>
                  </a:lnTo>
                  <a:lnTo>
                    <a:pt x="6009" y="13067"/>
                  </a:lnTo>
                  <a:lnTo>
                    <a:pt x="6082" y="12945"/>
                  </a:lnTo>
                  <a:lnTo>
                    <a:pt x="6131" y="12823"/>
                  </a:lnTo>
                  <a:lnTo>
                    <a:pt x="6155" y="12701"/>
                  </a:lnTo>
                  <a:lnTo>
                    <a:pt x="6155" y="12579"/>
                  </a:lnTo>
                  <a:lnTo>
                    <a:pt x="6155" y="343"/>
                  </a:lnTo>
                  <a:lnTo>
                    <a:pt x="6155" y="221"/>
                  </a:lnTo>
                  <a:lnTo>
                    <a:pt x="6106" y="147"/>
                  </a:lnTo>
                  <a:lnTo>
                    <a:pt x="6058" y="74"/>
                  </a:lnTo>
                  <a:lnTo>
                    <a:pt x="5984" y="25"/>
                  </a:lnTo>
                  <a:lnTo>
                    <a:pt x="5911" y="1"/>
                  </a:lnTo>
                  <a:close/>
                </a:path>
              </a:pathLst>
            </a:custGeom>
            <a:solidFill>
              <a:srgbClr val="A5A5A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entury Gothic"/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</p:grpSp>
      <p:sp>
        <p:nvSpPr>
          <p:cNvPr id="820" name="Google Shape;820;p66"/>
          <p:cNvSpPr/>
          <p:nvPr/>
        </p:nvSpPr>
        <p:spPr>
          <a:xfrm>
            <a:off x="7606623" y="2732374"/>
            <a:ext cx="755499" cy="168641"/>
          </a:xfrm>
          <a:prstGeom prst="wedgeRectCallout">
            <a:avLst>
              <a:gd fmla="val -32570" name="adj1"/>
              <a:gd fmla="val 95806" name="adj2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entury Gothic"/>
              <a:buNone/>
            </a:pPr>
            <a:r>
              <a:rPr lang="en-US" sz="14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PoliTO</a:t>
            </a:r>
            <a:endParaRPr sz="14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821" name="Google Shape;821;p66"/>
          <p:cNvSpPr/>
          <p:nvPr/>
        </p:nvSpPr>
        <p:spPr>
          <a:xfrm>
            <a:off x="263525" y="927751"/>
            <a:ext cx="3743156" cy="5256000"/>
          </a:xfrm>
          <a:prstGeom prst="roundRect">
            <a:avLst>
              <a:gd fmla="val 3968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1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822" name="Google Shape;822;p66"/>
          <p:cNvSpPr/>
          <p:nvPr/>
        </p:nvSpPr>
        <p:spPr>
          <a:xfrm>
            <a:off x="441448" y="1125751"/>
            <a:ext cx="153868" cy="4860000"/>
          </a:xfrm>
          <a:prstGeom prst="roundRect">
            <a:avLst>
              <a:gd fmla="val 50000" name="adj"/>
            </a:avLst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1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823" name="Google Shape;823;p66"/>
          <p:cNvSpPr/>
          <p:nvPr/>
        </p:nvSpPr>
        <p:spPr>
          <a:xfrm rot="5400000">
            <a:off x="3136411" y="1145529"/>
            <a:ext cx="685849" cy="685148"/>
          </a:xfrm>
          <a:prstGeom prst="halfFrame">
            <a:avLst>
              <a:gd fmla="val 23728" name="adj1"/>
              <a:gd fmla="val 24642" name="adj2"/>
            </a:avLst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1">
              <a:solidFill>
                <a:srgbClr val="004B8B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824" name="Google Shape;824;p66"/>
          <p:cNvSpPr txBox="1"/>
          <p:nvPr/>
        </p:nvSpPr>
        <p:spPr>
          <a:xfrm>
            <a:off x="621218" y="1655296"/>
            <a:ext cx="2586326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 xml:space="preserve">È possibile ridimensionare senza perdere la qualità </a:t>
            </a:r>
            <a:endParaRPr b="0" sz="14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825" name="Google Shape;825;p66"/>
          <p:cNvSpPr txBox="1"/>
          <p:nvPr/>
        </p:nvSpPr>
        <p:spPr>
          <a:xfrm>
            <a:off x="621219" y="2356903"/>
            <a:ext cx="2232248" cy="738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È possibile cambiare il colore di riempimento e il colore della linea</a:t>
            </a:r>
            <a:endParaRPr b="0" sz="14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826" name="Google Shape;826;p66"/>
          <p:cNvSpPr txBox="1"/>
          <p:nvPr/>
        </p:nvSpPr>
        <p:spPr>
          <a:xfrm>
            <a:off x="630743" y="4406663"/>
            <a:ext cx="3357411" cy="95410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entury Gothic"/>
              <a:buNone/>
            </a:pPr>
            <a:r>
              <a:rPr b="1" lang="en-US" sz="2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MAPPA MODIFICABILE</a:t>
            </a:r>
            <a:endParaRPr/>
          </a:p>
        </p:txBody>
      </p:sp>
      <p:sp>
        <p:nvSpPr>
          <p:cNvPr id="827" name="Google Shape;827;p66"/>
          <p:cNvSpPr txBox="1"/>
          <p:nvPr/>
        </p:nvSpPr>
        <p:spPr>
          <a:xfrm>
            <a:off x="3355356" y="5413740"/>
            <a:ext cx="532518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</a:t>
            </a: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ppa [b]">
  <p:cSld name="Mappa [b]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28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p67"/>
          <p:cNvSpPr/>
          <p:nvPr/>
        </p:nvSpPr>
        <p:spPr>
          <a:xfrm>
            <a:off x="1227401" y="1453101"/>
            <a:ext cx="10010775" cy="4783887"/>
          </a:xfrm>
          <a:custGeom>
            <a:rect b="b" l="l" r="r" t="t"/>
            <a:pathLst>
              <a:path extrusionOk="0" h="136125" w="285750">
                <a:moveTo>
                  <a:pt x="74830" y="1313"/>
                </a:moveTo>
                <a:lnTo>
                  <a:pt x="74352" y="1330"/>
                </a:lnTo>
                <a:lnTo>
                  <a:pt x="74864" y="1330"/>
                </a:lnTo>
                <a:lnTo>
                  <a:pt x="74830" y="1313"/>
                </a:lnTo>
                <a:close/>
                <a:moveTo>
                  <a:pt x="77830" y="1739"/>
                </a:moveTo>
                <a:lnTo>
                  <a:pt x="77830" y="1739"/>
                </a:lnTo>
                <a:lnTo>
                  <a:pt x="77830" y="1739"/>
                </a:lnTo>
                <a:close/>
                <a:moveTo>
                  <a:pt x="176011" y="1432"/>
                </a:moveTo>
                <a:lnTo>
                  <a:pt x="176114" y="1636"/>
                </a:lnTo>
                <a:lnTo>
                  <a:pt x="175500" y="1841"/>
                </a:lnTo>
                <a:lnTo>
                  <a:pt x="175807" y="1943"/>
                </a:lnTo>
                <a:lnTo>
                  <a:pt x="178875" y="1943"/>
                </a:lnTo>
                <a:lnTo>
                  <a:pt x="178773" y="1636"/>
                </a:lnTo>
                <a:lnTo>
                  <a:pt x="176011" y="1432"/>
                </a:lnTo>
                <a:close/>
                <a:moveTo>
                  <a:pt x="135102" y="1841"/>
                </a:moveTo>
                <a:lnTo>
                  <a:pt x="134898" y="1943"/>
                </a:lnTo>
                <a:lnTo>
                  <a:pt x="135102" y="2045"/>
                </a:lnTo>
                <a:lnTo>
                  <a:pt x="134489" y="2045"/>
                </a:lnTo>
                <a:lnTo>
                  <a:pt x="134795" y="2148"/>
                </a:lnTo>
                <a:lnTo>
                  <a:pt x="134489" y="2148"/>
                </a:lnTo>
                <a:lnTo>
                  <a:pt x="135920" y="2352"/>
                </a:lnTo>
                <a:lnTo>
                  <a:pt x="135307" y="2455"/>
                </a:lnTo>
                <a:lnTo>
                  <a:pt x="137148" y="2557"/>
                </a:lnTo>
                <a:lnTo>
                  <a:pt x="137148" y="2659"/>
                </a:lnTo>
                <a:lnTo>
                  <a:pt x="139500" y="2148"/>
                </a:lnTo>
                <a:lnTo>
                  <a:pt x="137148" y="2045"/>
                </a:lnTo>
                <a:lnTo>
                  <a:pt x="137250" y="1841"/>
                </a:lnTo>
                <a:lnTo>
                  <a:pt x="136739" y="1841"/>
                </a:lnTo>
                <a:lnTo>
                  <a:pt x="136739" y="2045"/>
                </a:lnTo>
                <a:lnTo>
                  <a:pt x="135102" y="1841"/>
                </a:lnTo>
                <a:close/>
                <a:moveTo>
                  <a:pt x="178466" y="2045"/>
                </a:moveTo>
                <a:lnTo>
                  <a:pt x="177443" y="2148"/>
                </a:lnTo>
                <a:lnTo>
                  <a:pt x="177136" y="2455"/>
                </a:lnTo>
                <a:lnTo>
                  <a:pt x="181534" y="2864"/>
                </a:lnTo>
                <a:lnTo>
                  <a:pt x="181534" y="2864"/>
                </a:lnTo>
                <a:lnTo>
                  <a:pt x="180716" y="2659"/>
                </a:lnTo>
                <a:lnTo>
                  <a:pt x="181023" y="2659"/>
                </a:lnTo>
                <a:lnTo>
                  <a:pt x="180818" y="2250"/>
                </a:lnTo>
                <a:lnTo>
                  <a:pt x="178466" y="2045"/>
                </a:lnTo>
                <a:close/>
                <a:moveTo>
                  <a:pt x="75068" y="3170"/>
                </a:moveTo>
                <a:lnTo>
                  <a:pt x="74870" y="3225"/>
                </a:lnTo>
                <a:lnTo>
                  <a:pt x="75022" y="3201"/>
                </a:lnTo>
                <a:lnTo>
                  <a:pt x="75022" y="3201"/>
                </a:lnTo>
                <a:lnTo>
                  <a:pt x="75068" y="3170"/>
                </a:lnTo>
                <a:close/>
                <a:moveTo>
                  <a:pt x="72920" y="1227"/>
                </a:moveTo>
                <a:lnTo>
                  <a:pt x="72102" y="1330"/>
                </a:lnTo>
                <a:lnTo>
                  <a:pt x="72511" y="1330"/>
                </a:lnTo>
                <a:lnTo>
                  <a:pt x="70977" y="1534"/>
                </a:lnTo>
                <a:lnTo>
                  <a:pt x="71591" y="1739"/>
                </a:lnTo>
                <a:lnTo>
                  <a:pt x="70364" y="1739"/>
                </a:lnTo>
                <a:lnTo>
                  <a:pt x="70568" y="1841"/>
                </a:lnTo>
                <a:lnTo>
                  <a:pt x="70057" y="1943"/>
                </a:lnTo>
                <a:lnTo>
                  <a:pt x="71080" y="2045"/>
                </a:lnTo>
                <a:lnTo>
                  <a:pt x="69648" y="2045"/>
                </a:lnTo>
                <a:lnTo>
                  <a:pt x="69750" y="2352"/>
                </a:lnTo>
                <a:lnTo>
                  <a:pt x="70670" y="2352"/>
                </a:lnTo>
                <a:lnTo>
                  <a:pt x="69545" y="2557"/>
                </a:lnTo>
                <a:lnTo>
                  <a:pt x="70568" y="2557"/>
                </a:lnTo>
                <a:lnTo>
                  <a:pt x="70466" y="2659"/>
                </a:lnTo>
                <a:lnTo>
                  <a:pt x="72102" y="2557"/>
                </a:lnTo>
                <a:lnTo>
                  <a:pt x="70773" y="2761"/>
                </a:lnTo>
                <a:lnTo>
                  <a:pt x="70466" y="2966"/>
                </a:lnTo>
                <a:lnTo>
                  <a:pt x="70159" y="3068"/>
                </a:lnTo>
                <a:lnTo>
                  <a:pt x="70977" y="3170"/>
                </a:lnTo>
                <a:lnTo>
                  <a:pt x="70364" y="3273"/>
                </a:lnTo>
                <a:lnTo>
                  <a:pt x="72102" y="3477"/>
                </a:lnTo>
                <a:lnTo>
                  <a:pt x="72102" y="3170"/>
                </a:lnTo>
                <a:lnTo>
                  <a:pt x="72307" y="3273"/>
                </a:lnTo>
                <a:lnTo>
                  <a:pt x="73330" y="3170"/>
                </a:lnTo>
                <a:lnTo>
                  <a:pt x="73227" y="3068"/>
                </a:lnTo>
                <a:lnTo>
                  <a:pt x="73739" y="2864"/>
                </a:lnTo>
                <a:lnTo>
                  <a:pt x="73432" y="3068"/>
                </a:lnTo>
                <a:lnTo>
                  <a:pt x="75580" y="2557"/>
                </a:lnTo>
                <a:lnTo>
                  <a:pt x="74557" y="2455"/>
                </a:lnTo>
                <a:lnTo>
                  <a:pt x="74659" y="2045"/>
                </a:lnTo>
                <a:lnTo>
                  <a:pt x="74966" y="1841"/>
                </a:lnTo>
                <a:lnTo>
                  <a:pt x="74352" y="1943"/>
                </a:lnTo>
                <a:lnTo>
                  <a:pt x="74455" y="2045"/>
                </a:lnTo>
                <a:lnTo>
                  <a:pt x="73534" y="1739"/>
                </a:lnTo>
                <a:lnTo>
                  <a:pt x="73534" y="1636"/>
                </a:lnTo>
                <a:lnTo>
                  <a:pt x="72920" y="1227"/>
                </a:lnTo>
                <a:close/>
                <a:moveTo>
                  <a:pt x="74870" y="3225"/>
                </a:moveTo>
                <a:lnTo>
                  <a:pt x="73227" y="3477"/>
                </a:lnTo>
                <a:lnTo>
                  <a:pt x="74301" y="3380"/>
                </a:lnTo>
                <a:lnTo>
                  <a:pt x="74301" y="3380"/>
                </a:lnTo>
                <a:lnTo>
                  <a:pt x="74870" y="3225"/>
                </a:lnTo>
                <a:close/>
                <a:moveTo>
                  <a:pt x="74352" y="3375"/>
                </a:moveTo>
                <a:lnTo>
                  <a:pt x="74301" y="3380"/>
                </a:lnTo>
                <a:lnTo>
                  <a:pt x="74301" y="3380"/>
                </a:lnTo>
                <a:lnTo>
                  <a:pt x="73943" y="3477"/>
                </a:lnTo>
                <a:lnTo>
                  <a:pt x="74352" y="3375"/>
                </a:lnTo>
                <a:close/>
                <a:moveTo>
                  <a:pt x="182148" y="2557"/>
                </a:moveTo>
                <a:lnTo>
                  <a:pt x="182250" y="2966"/>
                </a:lnTo>
                <a:lnTo>
                  <a:pt x="182148" y="3170"/>
                </a:lnTo>
                <a:lnTo>
                  <a:pt x="182045" y="3580"/>
                </a:lnTo>
                <a:lnTo>
                  <a:pt x="185114" y="3170"/>
                </a:lnTo>
                <a:lnTo>
                  <a:pt x="183682" y="2761"/>
                </a:lnTo>
                <a:lnTo>
                  <a:pt x="183170" y="2864"/>
                </a:lnTo>
                <a:lnTo>
                  <a:pt x="182966" y="2761"/>
                </a:lnTo>
                <a:lnTo>
                  <a:pt x="183068" y="2659"/>
                </a:lnTo>
                <a:lnTo>
                  <a:pt x="182455" y="2557"/>
                </a:lnTo>
                <a:lnTo>
                  <a:pt x="182455" y="2557"/>
                </a:lnTo>
                <a:lnTo>
                  <a:pt x="182557" y="2659"/>
                </a:lnTo>
                <a:lnTo>
                  <a:pt x="182148" y="2557"/>
                </a:lnTo>
                <a:close/>
                <a:moveTo>
                  <a:pt x="64739" y="2557"/>
                </a:moveTo>
                <a:lnTo>
                  <a:pt x="63614" y="2864"/>
                </a:lnTo>
                <a:lnTo>
                  <a:pt x="64023" y="2864"/>
                </a:lnTo>
                <a:lnTo>
                  <a:pt x="63716" y="2966"/>
                </a:lnTo>
                <a:lnTo>
                  <a:pt x="63716" y="2966"/>
                </a:lnTo>
                <a:lnTo>
                  <a:pt x="64432" y="2864"/>
                </a:lnTo>
                <a:lnTo>
                  <a:pt x="64125" y="2966"/>
                </a:lnTo>
                <a:lnTo>
                  <a:pt x="64534" y="3068"/>
                </a:lnTo>
                <a:lnTo>
                  <a:pt x="64125" y="3068"/>
                </a:lnTo>
                <a:lnTo>
                  <a:pt x="64330" y="3170"/>
                </a:lnTo>
                <a:lnTo>
                  <a:pt x="63511" y="3375"/>
                </a:lnTo>
                <a:lnTo>
                  <a:pt x="65352" y="3477"/>
                </a:lnTo>
                <a:lnTo>
                  <a:pt x="65352" y="3580"/>
                </a:lnTo>
                <a:lnTo>
                  <a:pt x="66068" y="3682"/>
                </a:lnTo>
                <a:lnTo>
                  <a:pt x="66273" y="3375"/>
                </a:lnTo>
                <a:lnTo>
                  <a:pt x="66580" y="3170"/>
                </a:lnTo>
                <a:lnTo>
                  <a:pt x="65966" y="2966"/>
                </a:lnTo>
                <a:lnTo>
                  <a:pt x="66068" y="2864"/>
                </a:lnTo>
                <a:lnTo>
                  <a:pt x="65148" y="2966"/>
                </a:lnTo>
                <a:lnTo>
                  <a:pt x="65148" y="2864"/>
                </a:lnTo>
                <a:lnTo>
                  <a:pt x="64739" y="2557"/>
                </a:lnTo>
                <a:close/>
                <a:moveTo>
                  <a:pt x="67705" y="2966"/>
                </a:moveTo>
                <a:lnTo>
                  <a:pt x="67295" y="3273"/>
                </a:lnTo>
                <a:lnTo>
                  <a:pt x="67705" y="3477"/>
                </a:lnTo>
                <a:lnTo>
                  <a:pt x="67398" y="3682"/>
                </a:lnTo>
                <a:lnTo>
                  <a:pt x="69136" y="3273"/>
                </a:lnTo>
                <a:lnTo>
                  <a:pt x="67705" y="2966"/>
                </a:lnTo>
                <a:close/>
                <a:moveTo>
                  <a:pt x="136943" y="3170"/>
                </a:moveTo>
                <a:lnTo>
                  <a:pt x="135818" y="3273"/>
                </a:lnTo>
                <a:lnTo>
                  <a:pt x="136841" y="3682"/>
                </a:lnTo>
                <a:lnTo>
                  <a:pt x="136432" y="3886"/>
                </a:lnTo>
                <a:lnTo>
                  <a:pt x="137557" y="3886"/>
                </a:lnTo>
                <a:lnTo>
                  <a:pt x="137352" y="3989"/>
                </a:lnTo>
                <a:lnTo>
                  <a:pt x="137761" y="4091"/>
                </a:lnTo>
                <a:lnTo>
                  <a:pt x="138784" y="3784"/>
                </a:lnTo>
                <a:lnTo>
                  <a:pt x="137659" y="3477"/>
                </a:lnTo>
                <a:lnTo>
                  <a:pt x="137761" y="3477"/>
                </a:lnTo>
                <a:lnTo>
                  <a:pt x="137148" y="3375"/>
                </a:lnTo>
                <a:lnTo>
                  <a:pt x="136943" y="3170"/>
                </a:lnTo>
                <a:close/>
                <a:moveTo>
                  <a:pt x="131114" y="2250"/>
                </a:moveTo>
                <a:lnTo>
                  <a:pt x="131114" y="2352"/>
                </a:lnTo>
                <a:lnTo>
                  <a:pt x="130295" y="2352"/>
                </a:lnTo>
                <a:lnTo>
                  <a:pt x="131318" y="2864"/>
                </a:lnTo>
                <a:lnTo>
                  <a:pt x="130705" y="2864"/>
                </a:lnTo>
                <a:lnTo>
                  <a:pt x="131625" y="3375"/>
                </a:lnTo>
                <a:lnTo>
                  <a:pt x="132648" y="3273"/>
                </a:lnTo>
                <a:lnTo>
                  <a:pt x="132545" y="3170"/>
                </a:lnTo>
                <a:lnTo>
                  <a:pt x="132545" y="3068"/>
                </a:lnTo>
                <a:lnTo>
                  <a:pt x="132955" y="3068"/>
                </a:lnTo>
                <a:lnTo>
                  <a:pt x="133261" y="3273"/>
                </a:lnTo>
                <a:lnTo>
                  <a:pt x="133875" y="3068"/>
                </a:lnTo>
                <a:lnTo>
                  <a:pt x="133670" y="3170"/>
                </a:lnTo>
                <a:lnTo>
                  <a:pt x="134080" y="3273"/>
                </a:lnTo>
                <a:lnTo>
                  <a:pt x="132443" y="3580"/>
                </a:lnTo>
                <a:lnTo>
                  <a:pt x="132750" y="3784"/>
                </a:lnTo>
                <a:lnTo>
                  <a:pt x="134080" y="3784"/>
                </a:lnTo>
                <a:lnTo>
                  <a:pt x="132545" y="4091"/>
                </a:lnTo>
                <a:lnTo>
                  <a:pt x="134284" y="4602"/>
                </a:lnTo>
                <a:lnTo>
                  <a:pt x="134386" y="4398"/>
                </a:lnTo>
                <a:lnTo>
                  <a:pt x="134284" y="4295"/>
                </a:lnTo>
                <a:lnTo>
                  <a:pt x="134898" y="3886"/>
                </a:lnTo>
                <a:lnTo>
                  <a:pt x="134898" y="3580"/>
                </a:lnTo>
                <a:lnTo>
                  <a:pt x="135205" y="3477"/>
                </a:lnTo>
                <a:lnTo>
                  <a:pt x="135511" y="3170"/>
                </a:lnTo>
                <a:lnTo>
                  <a:pt x="136432" y="3068"/>
                </a:lnTo>
                <a:lnTo>
                  <a:pt x="135920" y="2864"/>
                </a:lnTo>
                <a:lnTo>
                  <a:pt x="136023" y="2761"/>
                </a:lnTo>
                <a:lnTo>
                  <a:pt x="134795" y="2659"/>
                </a:lnTo>
                <a:lnTo>
                  <a:pt x="134795" y="2455"/>
                </a:lnTo>
                <a:lnTo>
                  <a:pt x="134182" y="2557"/>
                </a:lnTo>
                <a:lnTo>
                  <a:pt x="134386" y="2352"/>
                </a:lnTo>
                <a:lnTo>
                  <a:pt x="133261" y="2250"/>
                </a:lnTo>
                <a:lnTo>
                  <a:pt x="133261" y="2250"/>
                </a:lnTo>
                <a:lnTo>
                  <a:pt x="133568" y="2864"/>
                </a:lnTo>
                <a:lnTo>
                  <a:pt x="133568" y="2864"/>
                </a:lnTo>
                <a:lnTo>
                  <a:pt x="132750" y="2455"/>
                </a:lnTo>
                <a:lnTo>
                  <a:pt x="131318" y="2455"/>
                </a:lnTo>
                <a:lnTo>
                  <a:pt x="131932" y="2250"/>
                </a:lnTo>
                <a:close/>
                <a:moveTo>
                  <a:pt x="66682" y="4398"/>
                </a:moveTo>
                <a:lnTo>
                  <a:pt x="66784" y="4500"/>
                </a:lnTo>
                <a:lnTo>
                  <a:pt x="66477" y="4500"/>
                </a:lnTo>
                <a:lnTo>
                  <a:pt x="67091" y="4705"/>
                </a:lnTo>
                <a:lnTo>
                  <a:pt x="66784" y="4705"/>
                </a:lnTo>
                <a:lnTo>
                  <a:pt x="68232" y="4795"/>
                </a:lnTo>
                <a:lnTo>
                  <a:pt x="68232" y="4795"/>
                </a:lnTo>
                <a:lnTo>
                  <a:pt x="68625" y="4500"/>
                </a:lnTo>
                <a:lnTo>
                  <a:pt x="66682" y="4398"/>
                </a:lnTo>
                <a:close/>
                <a:moveTo>
                  <a:pt x="68232" y="4795"/>
                </a:moveTo>
                <a:lnTo>
                  <a:pt x="68216" y="4807"/>
                </a:lnTo>
                <a:lnTo>
                  <a:pt x="68324" y="4801"/>
                </a:lnTo>
                <a:lnTo>
                  <a:pt x="68324" y="4801"/>
                </a:lnTo>
                <a:lnTo>
                  <a:pt x="68232" y="4795"/>
                </a:lnTo>
                <a:close/>
                <a:moveTo>
                  <a:pt x="71489" y="4500"/>
                </a:moveTo>
                <a:lnTo>
                  <a:pt x="70568" y="4705"/>
                </a:lnTo>
                <a:lnTo>
                  <a:pt x="71080" y="4807"/>
                </a:lnTo>
                <a:lnTo>
                  <a:pt x="71489" y="4500"/>
                </a:lnTo>
                <a:close/>
                <a:moveTo>
                  <a:pt x="81102" y="205"/>
                </a:moveTo>
                <a:lnTo>
                  <a:pt x="81614" y="409"/>
                </a:lnTo>
                <a:lnTo>
                  <a:pt x="80386" y="307"/>
                </a:lnTo>
                <a:lnTo>
                  <a:pt x="80489" y="409"/>
                </a:lnTo>
                <a:lnTo>
                  <a:pt x="79773" y="409"/>
                </a:lnTo>
                <a:lnTo>
                  <a:pt x="79977" y="511"/>
                </a:lnTo>
                <a:lnTo>
                  <a:pt x="79466" y="511"/>
                </a:lnTo>
                <a:lnTo>
                  <a:pt x="80693" y="920"/>
                </a:lnTo>
                <a:lnTo>
                  <a:pt x="80693" y="920"/>
                </a:lnTo>
                <a:lnTo>
                  <a:pt x="79159" y="716"/>
                </a:lnTo>
                <a:lnTo>
                  <a:pt x="77011" y="716"/>
                </a:lnTo>
                <a:lnTo>
                  <a:pt x="77727" y="818"/>
                </a:lnTo>
                <a:lnTo>
                  <a:pt x="73841" y="1023"/>
                </a:lnTo>
                <a:lnTo>
                  <a:pt x="73943" y="1125"/>
                </a:lnTo>
                <a:lnTo>
                  <a:pt x="74864" y="1023"/>
                </a:lnTo>
                <a:lnTo>
                  <a:pt x="74864" y="1023"/>
                </a:lnTo>
                <a:lnTo>
                  <a:pt x="74250" y="1125"/>
                </a:lnTo>
                <a:lnTo>
                  <a:pt x="75989" y="1125"/>
                </a:lnTo>
                <a:lnTo>
                  <a:pt x="74659" y="1227"/>
                </a:lnTo>
                <a:lnTo>
                  <a:pt x="74830" y="1313"/>
                </a:lnTo>
                <a:lnTo>
                  <a:pt x="74830" y="1313"/>
                </a:lnTo>
                <a:lnTo>
                  <a:pt x="77216" y="1227"/>
                </a:lnTo>
                <a:lnTo>
                  <a:pt x="74557" y="1534"/>
                </a:lnTo>
                <a:lnTo>
                  <a:pt x="74557" y="1534"/>
                </a:lnTo>
                <a:lnTo>
                  <a:pt x="78034" y="1330"/>
                </a:lnTo>
                <a:lnTo>
                  <a:pt x="75784" y="1739"/>
                </a:lnTo>
                <a:lnTo>
                  <a:pt x="75784" y="1739"/>
                </a:lnTo>
                <a:lnTo>
                  <a:pt x="78341" y="1636"/>
                </a:lnTo>
                <a:lnTo>
                  <a:pt x="78341" y="1636"/>
                </a:lnTo>
                <a:lnTo>
                  <a:pt x="77830" y="1739"/>
                </a:lnTo>
                <a:lnTo>
                  <a:pt x="81818" y="1125"/>
                </a:lnTo>
                <a:lnTo>
                  <a:pt x="81818" y="1125"/>
                </a:lnTo>
                <a:lnTo>
                  <a:pt x="80386" y="1534"/>
                </a:lnTo>
                <a:lnTo>
                  <a:pt x="81409" y="1534"/>
                </a:lnTo>
                <a:lnTo>
                  <a:pt x="77523" y="1943"/>
                </a:lnTo>
                <a:lnTo>
                  <a:pt x="78648" y="2352"/>
                </a:lnTo>
                <a:lnTo>
                  <a:pt x="78648" y="2352"/>
                </a:lnTo>
                <a:lnTo>
                  <a:pt x="75375" y="2045"/>
                </a:lnTo>
                <a:lnTo>
                  <a:pt x="75375" y="2352"/>
                </a:lnTo>
                <a:lnTo>
                  <a:pt x="76193" y="2761"/>
                </a:lnTo>
                <a:lnTo>
                  <a:pt x="75682" y="2761"/>
                </a:lnTo>
                <a:lnTo>
                  <a:pt x="77216" y="2864"/>
                </a:lnTo>
                <a:lnTo>
                  <a:pt x="75022" y="3201"/>
                </a:lnTo>
                <a:lnTo>
                  <a:pt x="75022" y="3201"/>
                </a:lnTo>
                <a:lnTo>
                  <a:pt x="74761" y="3375"/>
                </a:lnTo>
                <a:lnTo>
                  <a:pt x="75170" y="3477"/>
                </a:lnTo>
                <a:lnTo>
                  <a:pt x="74148" y="3682"/>
                </a:lnTo>
                <a:lnTo>
                  <a:pt x="74045" y="3886"/>
                </a:lnTo>
                <a:lnTo>
                  <a:pt x="75989" y="3580"/>
                </a:lnTo>
                <a:lnTo>
                  <a:pt x="73739" y="3989"/>
                </a:lnTo>
                <a:lnTo>
                  <a:pt x="73432" y="3682"/>
                </a:lnTo>
                <a:lnTo>
                  <a:pt x="72716" y="3682"/>
                </a:lnTo>
                <a:lnTo>
                  <a:pt x="72818" y="4193"/>
                </a:lnTo>
                <a:lnTo>
                  <a:pt x="71489" y="4500"/>
                </a:lnTo>
                <a:lnTo>
                  <a:pt x="71489" y="4500"/>
                </a:lnTo>
                <a:lnTo>
                  <a:pt x="71489" y="4500"/>
                </a:lnTo>
                <a:lnTo>
                  <a:pt x="71284" y="4807"/>
                </a:lnTo>
                <a:lnTo>
                  <a:pt x="71898" y="4705"/>
                </a:lnTo>
                <a:lnTo>
                  <a:pt x="71898" y="4807"/>
                </a:lnTo>
                <a:lnTo>
                  <a:pt x="75784" y="4807"/>
                </a:lnTo>
                <a:lnTo>
                  <a:pt x="75477" y="5011"/>
                </a:lnTo>
                <a:lnTo>
                  <a:pt x="75477" y="5011"/>
                </a:lnTo>
                <a:lnTo>
                  <a:pt x="77318" y="4705"/>
                </a:lnTo>
                <a:lnTo>
                  <a:pt x="77727" y="4398"/>
                </a:lnTo>
                <a:lnTo>
                  <a:pt x="77114" y="4398"/>
                </a:lnTo>
                <a:lnTo>
                  <a:pt x="77216" y="4193"/>
                </a:lnTo>
                <a:lnTo>
                  <a:pt x="75682" y="4091"/>
                </a:lnTo>
                <a:lnTo>
                  <a:pt x="76193" y="4091"/>
                </a:lnTo>
                <a:lnTo>
                  <a:pt x="76091" y="3989"/>
                </a:lnTo>
                <a:lnTo>
                  <a:pt x="78341" y="3886"/>
                </a:lnTo>
                <a:lnTo>
                  <a:pt x="78545" y="3580"/>
                </a:lnTo>
                <a:lnTo>
                  <a:pt x="80489" y="3375"/>
                </a:lnTo>
                <a:lnTo>
                  <a:pt x="79977" y="3170"/>
                </a:lnTo>
                <a:lnTo>
                  <a:pt x="81205" y="3068"/>
                </a:lnTo>
                <a:lnTo>
                  <a:pt x="79159" y="2761"/>
                </a:lnTo>
                <a:lnTo>
                  <a:pt x="81614" y="2659"/>
                </a:lnTo>
                <a:lnTo>
                  <a:pt x="80386" y="2455"/>
                </a:lnTo>
                <a:lnTo>
                  <a:pt x="82534" y="2352"/>
                </a:lnTo>
                <a:lnTo>
                  <a:pt x="81920" y="2250"/>
                </a:lnTo>
                <a:lnTo>
                  <a:pt x="83966" y="2250"/>
                </a:lnTo>
                <a:lnTo>
                  <a:pt x="83864" y="2148"/>
                </a:lnTo>
                <a:lnTo>
                  <a:pt x="84375" y="2045"/>
                </a:lnTo>
                <a:lnTo>
                  <a:pt x="83557" y="2045"/>
                </a:lnTo>
                <a:lnTo>
                  <a:pt x="84682" y="1943"/>
                </a:lnTo>
                <a:lnTo>
                  <a:pt x="84580" y="1739"/>
                </a:lnTo>
                <a:lnTo>
                  <a:pt x="88466" y="1125"/>
                </a:lnTo>
                <a:lnTo>
                  <a:pt x="86216" y="1330"/>
                </a:lnTo>
                <a:lnTo>
                  <a:pt x="90920" y="614"/>
                </a:lnTo>
                <a:lnTo>
                  <a:pt x="89898" y="511"/>
                </a:lnTo>
                <a:lnTo>
                  <a:pt x="90000" y="409"/>
                </a:lnTo>
                <a:lnTo>
                  <a:pt x="89795" y="409"/>
                </a:lnTo>
                <a:lnTo>
                  <a:pt x="89898" y="307"/>
                </a:lnTo>
                <a:lnTo>
                  <a:pt x="89898" y="307"/>
                </a:lnTo>
                <a:lnTo>
                  <a:pt x="87136" y="409"/>
                </a:lnTo>
                <a:lnTo>
                  <a:pt x="88466" y="205"/>
                </a:lnTo>
                <a:lnTo>
                  <a:pt x="84682" y="205"/>
                </a:lnTo>
                <a:lnTo>
                  <a:pt x="84989" y="409"/>
                </a:lnTo>
                <a:lnTo>
                  <a:pt x="82739" y="205"/>
                </a:lnTo>
                <a:lnTo>
                  <a:pt x="83352" y="409"/>
                </a:lnTo>
                <a:lnTo>
                  <a:pt x="83352" y="409"/>
                </a:lnTo>
                <a:lnTo>
                  <a:pt x="81102" y="205"/>
                </a:lnTo>
                <a:close/>
                <a:moveTo>
                  <a:pt x="62898" y="4909"/>
                </a:moveTo>
                <a:lnTo>
                  <a:pt x="63205" y="5011"/>
                </a:lnTo>
                <a:lnTo>
                  <a:pt x="63205" y="4909"/>
                </a:lnTo>
                <a:close/>
                <a:moveTo>
                  <a:pt x="55227" y="3989"/>
                </a:moveTo>
                <a:lnTo>
                  <a:pt x="55330" y="4091"/>
                </a:lnTo>
                <a:lnTo>
                  <a:pt x="50318" y="5011"/>
                </a:lnTo>
                <a:lnTo>
                  <a:pt x="50523" y="5011"/>
                </a:lnTo>
                <a:lnTo>
                  <a:pt x="50318" y="5216"/>
                </a:lnTo>
                <a:lnTo>
                  <a:pt x="50318" y="5216"/>
                </a:lnTo>
                <a:lnTo>
                  <a:pt x="51545" y="5011"/>
                </a:lnTo>
                <a:lnTo>
                  <a:pt x="51443" y="5318"/>
                </a:lnTo>
                <a:lnTo>
                  <a:pt x="54102" y="4500"/>
                </a:lnTo>
                <a:lnTo>
                  <a:pt x="53591" y="4909"/>
                </a:lnTo>
                <a:lnTo>
                  <a:pt x="53591" y="4909"/>
                </a:lnTo>
                <a:lnTo>
                  <a:pt x="56045" y="4091"/>
                </a:lnTo>
                <a:lnTo>
                  <a:pt x="55227" y="3989"/>
                </a:lnTo>
                <a:close/>
                <a:moveTo>
                  <a:pt x="65761" y="4705"/>
                </a:moveTo>
                <a:lnTo>
                  <a:pt x="63818" y="4807"/>
                </a:lnTo>
                <a:lnTo>
                  <a:pt x="64227" y="4909"/>
                </a:lnTo>
                <a:lnTo>
                  <a:pt x="63920" y="4909"/>
                </a:lnTo>
                <a:lnTo>
                  <a:pt x="64330" y="5011"/>
                </a:lnTo>
                <a:lnTo>
                  <a:pt x="64023" y="5216"/>
                </a:lnTo>
                <a:lnTo>
                  <a:pt x="63205" y="5011"/>
                </a:lnTo>
                <a:lnTo>
                  <a:pt x="62898" y="5114"/>
                </a:lnTo>
                <a:lnTo>
                  <a:pt x="63000" y="5114"/>
                </a:lnTo>
                <a:lnTo>
                  <a:pt x="63102" y="5318"/>
                </a:lnTo>
                <a:lnTo>
                  <a:pt x="63102" y="5318"/>
                </a:lnTo>
                <a:lnTo>
                  <a:pt x="62489" y="5216"/>
                </a:lnTo>
                <a:lnTo>
                  <a:pt x="61875" y="5420"/>
                </a:lnTo>
                <a:lnTo>
                  <a:pt x="64125" y="5420"/>
                </a:lnTo>
                <a:lnTo>
                  <a:pt x="62898" y="5625"/>
                </a:lnTo>
                <a:lnTo>
                  <a:pt x="63102" y="5727"/>
                </a:lnTo>
                <a:lnTo>
                  <a:pt x="63000" y="5932"/>
                </a:lnTo>
                <a:lnTo>
                  <a:pt x="63000" y="5932"/>
                </a:lnTo>
                <a:lnTo>
                  <a:pt x="65148" y="5420"/>
                </a:lnTo>
                <a:lnTo>
                  <a:pt x="64943" y="5318"/>
                </a:lnTo>
                <a:lnTo>
                  <a:pt x="65761" y="4705"/>
                </a:lnTo>
                <a:close/>
                <a:moveTo>
                  <a:pt x="209148" y="5011"/>
                </a:moveTo>
                <a:lnTo>
                  <a:pt x="209455" y="5420"/>
                </a:lnTo>
                <a:lnTo>
                  <a:pt x="207102" y="5216"/>
                </a:lnTo>
                <a:lnTo>
                  <a:pt x="207409" y="5318"/>
                </a:lnTo>
                <a:lnTo>
                  <a:pt x="207205" y="5318"/>
                </a:lnTo>
                <a:lnTo>
                  <a:pt x="207716" y="5625"/>
                </a:lnTo>
                <a:lnTo>
                  <a:pt x="207511" y="5625"/>
                </a:lnTo>
                <a:lnTo>
                  <a:pt x="211705" y="5932"/>
                </a:lnTo>
                <a:lnTo>
                  <a:pt x="210170" y="5420"/>
                </a:lnTo>
                <a:lnTo>
                  <a:pt x="210170" y="5420"/>
                </a:lnTo>
                <a:lnTo>
                  <a:pt x="212420" y="5727"/>
                </a:lnTo>
                <a:lnTo>
                  <a:pt x="212318" y="5523"/>
                </a:lnTo>
                <a:lnTo>
                  <a:pt x="209148" y="5011"/>
                </a:lnTo>
                <a:close/>
                <a:moveTo>
                  <a:pt x="65148" y="5932"/>
                </a:moveTo>
                <a:lnTo>
                  <a:pt x="65966" y="6239"/>
                </a:lnTo>
                <a:lnTo>
                  <a:pt x="66989" y="5932"/>
                </a:lnTo>
                <a:close/>
                <a:moveTo>
                  <a:pt x="59523" y="4500"/>
                </a:moveTo>
                <a:lnTo>
                  <a:pt x="58193" y="4807"/>
                </a:lnTo>
                <a:lnTo>
                  <a:pt x="58295" y="5011"/>
                </a:lnTo>
                <a:lnTo>
                  <a:pt x="57886" y="5216"/>
                </a:lnTo>
                <a:lnTo>
                  <a:pt x="58193" y="5420"/>
                </a:lnTo>
                <a:lnTo>
                  <a:pt x="56455" y="5216"/>
                </a:lnTo>
                <a:lnTo>
                  <a:pt x="56659" y="5216"/>
                </a:lnTo>
                <a:lnTo>
                  <a:pt x="55739" y="4909"/>
                </a:lnTo>
                <a:lnTo>
                  <a:pt x="55841" y="4807"/>
                </a:lnTo>
                <a:lnTo>
                  <a:pt x="54716" y="4909"/>
                </a:lnTo>
                <a:lnTo>
                  <a:pt x="55227" y="5011"/>
                </a:lnTo>
                <a:lnTo>
                  <a:pt x="53795" y="5216"/>
                </a:lnTo>
                <a:lnTo>
                  <a:pt x="54818" y="5216"/>
                </a:lnTo>
                <a:lnTo>
                  <a:pt x="53182" y="5420"/>
                </a:lnTo>
                <a:lnTo>
                  <a:pt x="54511" y="5318"/>
                </a:lnTo>
                <a:lnTo>
                  <a:pt x="52466" y="5727"/>
                </a:lnTo>
                <a:lnTo>
                  <a:pt x="53386" y="5932"/>
                </a:lnTo>
                <a:lnTo>
                  <a:pt x="53693" y="5830"/>
                </a:lnTo>
                <a:lnTo>
                  <a:pt x="53898" y="5932"/>
                </a:lnTo>
                <a:lnTo>
                  <a:pt x="54307" y="5830"/>
                </a:lnTo>
                <a:lnTo>
                  <a:pt x="54409" y="5727"/>
                </a:lnTo>
                <a:lnTo>
                  <a:pt x="55227" y="5625"/>
                </a:lnTo>
                <a:lnTo>
                  <a:pt x="54614" y="5830"/>
                </a:lnTo>
                <a:lnTo>
                  <a:pt x="56455" y="5727"/>
                </a:lnTo>
                <a:lnTo>
                  <a:pt x="56455" y="5727"/>
                </a:lnTo>
                <a:lnTo>
                  <a:pt x="54102" y="6136"/>
                </a:lnTo>
                <a:lnTo>
                  <a:pt x="54102" y="6341"/>
                </a:lnTo>
                <a:lnTo>
                  <a:pt x="57784" y="5932"/>
                </a:lnTo>
                <a:lnTo>
                  <a:pt x="57682" y="5932"/>
                </a:lnTo>
                <a:lnTo>
                  <a:pt x="59625" y="5727"/>
                </a:lnTo>
                <a:lnTo>
                  <a:pt x="60443" y="5114"/>
                </a:lnTo>
                <a:lnTo>
                  <a:pt x="58909" y="5318"/>
                </a:lnTo>
                <a:lnTo>
                  <a:pt x="59216" y="5114"/>
                </a:lnTo>
                <a:lnTo>
                  <a:pt x="58909" y="5114"/>
                </a:lnTo>
                <a:lnTo>
                  <a:pt x="59523" y="4500"/>
                </a:lnTo>
                <a:close/>
                <a:moveTo>
                  <a:pt x="70057" y="4705"/>
                </a:moveTo>
                <a:lnTo>
                  <a:pt x="68324" y="4801"/>
                </a:lnTo>
                <a:lnTo>
                  <a:pt x="68324" y="4801"/>
                </a:lnTo>
                <a:lnTo>
                  <a:pt x="68420" y="4807"/>
                </a:lnTo>
                <a:lnTo>
                  <a:pt x="68420" y="5318"/>
                </a:lnTo>
                <a:lnTo>
                  <a:pt x="67909" y="5625"/>
                </a:lnTo>
                <a:lnTo>
                  <a:pt x="67807" y="5830"/>
                </a:lnTo>
                <a:lnTo>
                  <a:pt x="68420" y="6034"/>
                </a:lnTo>
                <a:lnTo>
                  <a:pt x="68318" y="6136"/>
                </a:lnTo>
                <a:lnTo>
                  <a:pt x="69955" y="6136"/>
                </a:lnTo>
                <a:lnTo>
                  <a:pt x="69648" y="6341"/>
                </a:lnTo>
                <a:lnTo>
                  <a:pt x="75580" y="6034"/>
                </a:lnTo>
                <a:lnTo>
                  <a:pt x="75068" y="5932"/>
                </a:lnTo>
                <a:lnTo>
                  <a:pt x="75580" y="5523"/>
                </a:lnTo>
                <a:lnTo>
                  <a:pt x="74966" y="5420"/>
                </a:lnTo>
                <a:lnTo>
                  <a:pt x="75068" y="5318"/>
                </a:lnTo>
                <a:lnTo>
                  <a:pt x="71898" y="5523"/>
                </a:lnTo>
                <a:lnTo>
                  <a:pt x="72000" y="5625"/>
                </a:lnTo>
                <a:lnTo>
                  <a:pt x="70261" y="5420"/>
                </a:lnTo>
                <a:lnTo>
                  <a:pt x="70159" y="5523"/>
                </a:lnTo>
                <a:lnTo>
                  <a:pt x="69750" y="5523"/>
                </a:lnTo>
                <a:lnTo>
                  <a:pt x="70261" y="5318"/>
                </a:lnTo>
                <a:lnTo>
                  <a:pt x="69239" y="4909"/>
                </a:lnTo>
                <a:lnTo>
                  <a:pt x="70568" y="4909"/>
                </a:lnTo>
                <a:lnTo>
                  <a:pt x="69443" y="4807"/>
                </a:lnTo>
                <a:lnTo>
                  <a:pt x="70057" y="4705"/>
                </a:lnTo>
                <a:close/>
                <a:moveTo>
                  <a:pt x="165273" y="4705"/>
                </a:moveTo>
                <a:lnTo>
                  <a:pt x="160773" y="4909"/>
                </a:lnTo>
                <a:lnTo>
                  <a:pt x="160875" y="5011"/>
                </a:lnTo>
                <a:lnTo>
                  <a:pt x="160364" y="5114"/>
                </a:lnTo>
                <a:lnTo>
                  <a:pt x="159341" y="5420"/>
                </a:lnTo>
                <a:lnTo>
                  <a:pt x="158727" y="5625"/>
                </a:lnTo>
                <a:lnTo>
                  <a:pt x="158830" y="5727"/>
                </a:lnTo>
                <a:lnTo>
                  <a:pt x="158216" y="5830"/>
                </a:lnTo>
                <a:lnTo>
                  <a:pt x="158727" y="5932"/>
                </a:lnTo>
                <a:lnTo>
                  <a:pt x="158318" y="6239"/>
                </a:lnTo>
                <a:lnTo>
                  <a:pt x="158727" y="6341"/>
                </a:lnTo>
                <a:lnTo>
                  <a:pt x="158318" y="6443"/>
                </a:lnTo>
                <a:lnTo>
                  <a:pt x="158114" y="6648"/>
                </a:lnTo>
                <a:lnTo>
                  <a:pt x="157602" y="6955"/>
                </a:lnTo>
                <a:lnTo>
                  <a:pt x="158114" y="7261"/>
                </a:lnTo>
                <a:lnTo>
                  <a:pt x="160057" y="7057"/>
                </a:lnTo>
                <a:lnTo>
                  <a:pt x="159750" y="6852"/>
                </a:lnTo>
                <a:lnTo>
                  <a:pt x="160159" y="6341"/>
                </a:lnTo>
                <a:lnTo>
                  <a:pt x="160875" y="6239"/>
                </a:lnTo>
                <a:lnTo>
                  <a:pt x="160875" y="6136"/>
                </a:lnTo>
                <a:lnTo>
                  <a:pt x="161182" y="6034"/>
                </a:lnTo>
                <a:lnTo>
                  <a:pt x="160977" y="5932"/>
                </a:lnTo>
                <a:lnTo>
                  <a:pt x="165273" y="4705"/>
                </a:lnTo>
                <a:close/>
                <a:moveTo>
                  <a:pt x="212114" y="6852"/>
                </a:moveTo>
                <a:lnTo>
                  <a:pt x="211500" y="7261"/>
                </a:lnTo>
                <a:lnTo>
                  <a:pt x="214057" y="7364"/>
                </a:lnTo>
                <a:lnTo>
                  <a:pt x="212114" y="6852"/>
                </a:lnTo>
                <a:close/>
                <a:moveTo>
                  <a:pt x="177955" y="7159"/>
                </a:moveTo>
                <a:lnTo>
                  <a:pt x="178568" y="7466"/>
                </a:lnTo>
                <a:lnTo>
                  <a:pt x="177852" y="7261"/>
                </a:lnTo>
                <a:lnTo>
                  <a:pt x="177955" y="7159"/>
                </a:lnTo>
                <a:close/>
                <a:moveTo>
                  <a:pt x="58602" y="6955"/>
                </a:moveTo>
                <a:lnTo>
                  <a:pt x="57375" y="7159"/>
                </a:lnTo>
                <a:lnTo>
                  <a:pt x="57784" y="7568"/>
                </a:lnTo>
                <a:lnTo>
                  <a:pt x="58602" y="7261"/>
                </a:lnTo>
                <a:lnTo>
                  <a:pt x="58602" y="6955"/>
                </a:lnTo>
                <a:close/>
                <a:moveTo>
                  <a:pt x="108307" y="7568"/>
                </a:moveTo>
                <a:lnTo>
                  <a:pt x="108211" y="7587"/>
                </a:lnTo>
                <a:lnTo>
                  <a:pt x="108211" y="7587"/>
                </a:lnTo>
                <a:lnTo>
                  <a:pt x="108381" y="7603"/>
                </a:lnTo>
                <a:lnTo>
                  <a:pt x="108381" y="7603"/>
                </a:lnTo>
                <a:lnTo>
                  <a:pt x="108307" y="7568"/>
                </a:lnTo>
                <a:close/>
                <a:moveTo>
                  <a:pt x="73636" y="7159"/>
                </a:moveTo>
                <a:lnTo>
                  <a:pt x="74659" y="7670"/>
                </a:lnTo>
                <a:lnTo>
                  <a:pt x="76193" y="7670"/>
                </a:lnTo>
                <a:lnTo>
                  <a:pt x="76193" y="7466"/>
                </a:lnTo>
                <a:lnTo>
                  <a:pt x="75989" y="7261"/>
                </a:lnTo>
                <a:lnTo>
                  <a:pt x="73636" y="7159"/>
                </a:lnTo>
                <a:close/>
                <a:moveTo>
                  <a:pt x="108381" y="7603"/>
                </a:moveTo>
                <a:lnTo>
                  <a:pt x="109841" y="8284"/>
                </a:lnTo>
                <a:lnTo>
                  <a:pt x="110250" y="7773"/>
                </a:lnTo>
                <a:lnTo>
                  <a:pt x="108381" y="7603"/>
                </a:lnTo>
                <a:close/>
                <a:moveTo>
                  <a:pt x="68011" y="6852"/>
                </a:moveTo>
                <a:lnTo>
                  <a:pt x="64227" y="7364"/>
                </a:lnTo>
                <a:lnTo>
                  <a:pt x="63511" y="8386"/>
                </a:lnTo>
                <a:lnTo>
                  <a:pt x="63511" y="8386"/>
                </a:lnTo>
                <a:lnTo>
                  <a:pt x="64534" y="8182"/>
                </a:lnTo>
                <a:lnTo>
                  <a:pt x="64739" y="7773"/>
                </a:lnTo>
                <a:lnTo>
                  <a:pt x="65352" y="7773"/>
                </a:lnTo>
                <a:lnTo>
                  <a:pt x="68011" y="6852"/>
                </a:lnTo>
                <a:close/>
                <a:moveTo>
                  <a:pt x="216716" y="8182"/>
                </a:moveTo>
                <a:lnTo>
                  <a:pt x="217227" y="8489"/>
                </a:lnTo>
                <a:lnTo>
                  <a:pt x="217330" y="8182"/>
                </a:lnTo>
                <a:close/>
                <a:moveTo>
                  <a:pt x="62080" y="6852"/>
                </a:moveTo>
                <a:lnTo>
                  <a:pt x="60852" y="7159"/>
                </a:lnTo>
                <a:lnTo>
                  <a:pt x="61568" y="7364"/>
                </a:lnTo>
                <a:lnTo>
                  <a:pt x="61057" y="7466"/>
                </a:lnTo>
                <a:lnTo>
                  <a:pt x="61057" y="7568"/>
                </a:lnTo>
                <a:lnTo>
                  <a:pt x="60341" y="7773"/>
                </a:lnTo>
                <a:lnTo>
                  <a:pt x="60034" y="7466"/>
                </a:lnTo>
                <a:lnTo>
                  <a:pt x="59420" y="7773"/>
                </a:lnTo>
                <a:lnTo>
                  <a:pt x="59727" y="8182"/>
                </a:lnTo>
                <a:lnTo>
                  <a:pt x="60136" y="8284"/>
                </a:lnTo>
                <a:lnTo>
                  <a:pt x="60443" y="8898"/>
                </a:lnTo>
                <a:lnTo>
                  <a:pt x="61159" y="8898"/>
                </a:lnTo>
                <a:lnTo>
                  <a:pt x="61364" y="8489"/>
                </a:lnTo>
                <a:lnTo>
                  <a:pt x="62182" y="8591"/>
                </a:lnTo>
                <a:lnTo>
                  <a:pt x="63205" y="7773"/>
                </a:lnTo>
                <a:lnTo>
                  <a:pt x="62795" y="7875"/>
                </a:lnTo>
                <a:lnTo>
                  <a:pt x="62795" y="7670"/>
                </a:lnTo>
                <a:lnTo>
                  <a:pt x="62898" y="7670"/>
                </a:lnTo>
                <a:lnTo>
                  <a:pt x="62182" y="7568"/>
                </a:lnTo>
                <a:lnTo>
                  <a:pt x="63409" y="7261"/>
                </a:lnTo>
                <a:lnTo>
                  <a:pt x="63205" y="7159"/>
                </a:lnTo>
                <a:lnTo>
                  <a:pt x="63511" y="6852"/>
                </a:lnTo>
                <a:close/>
                <a:moveTo>
                  <a:pt x="47250" y="6443"/>
                </a:moveTo>
                <a:lnTo>
                  <a:pt x="47148" y="6852"/>
                </a:lnTo>
                <a:lnTo>
                  <a:pt x="43977" y="8386"/>
                </a:lnTo>
                <a:lnTo>
                  <a:pt x="44284" y="8386"/>
                </a:lnTo>
                <a:lnTo>
                  <a:pt x="44898" y="8693"/>
                </a:lnTo>
                <a:lnTo>
                  <a:pt x="44795" y="9102"/>
                </a:lnTo>
                <a:lnTo>
                  <a:pt x="44795" y="9102"/>
                </a:lnTo>
                <a:lnTo>
                  <a:pt x="51955" y="7159"/>
                </a:lnTo>
                <a:lnTo>
                  <a:pt x="51545" y="6545"/>
                </a:lnTo>
                <a:lnTo>
                  <a:pt x="50318" y="6750"/>
                </a:lnTo>
                <a:lnTo>
                  <a:pt x="50420" y="6545"/>
                </a:lnTo>
                <a:lnTo>
                  <a:pt x="50011" y="6648"/>
                </a:lnTo>
                <a:lnTo>
                  <a:pt x="50216" y="6545"/>
                </a:lnTo>
                <a:lnTo>
                  <a:pt x="47250" y="6443"/>
                </a:lnTo>
                <a:close/>
                <a:moveTo>
                  <a:pt x="158625" y="7261"/>
                </a:moveTo>
                <a:lnTo>
                  <a:pt x="157602" y="7875"/>
                </a:lnTo>
                <a:lnTo>
                  <a:pt x="157500" y="8182"/>
                </a:lnTo>
                <a:lnTo>
                  <a:pt x="156989" y="8284"/>
                </a:lnTo>
                <a:lnTo>
                  <a:pt x="159034" y="9102"/>
                </a:lnTo>
                <a:lnTo>
                  <a:pt x="158830" y="9102"/>
                </a:lnTo>
                <a:lnTo>
                  <a:pt x="158830" y="9205"/>
                </a:lnTo>
                <a:lnTo>
                  <a:pt x="158727" y="9205"/>
                </a:lnTo>
                <a:lnTo>
                  <a:pt x="158727" y="9307"/>
                </a:lnTo>
                <a:lnTo>
                  <a:pt x="158625" y="9307"/>
                </a:lnTo>
                <a:lnTo>
                  <a:pt x="160773" y="9614"/>
                </a:lnTo>
                <a:lnTo>
                  <a:pt x="160773" y="9614"/>
                </a:lnTo>
                <a:lnTo>
                  <a:pt x="160568" y="9511"/>
                </a:lnTo>
                <a:lnTo>
                  <a:pt x="161489" y="9511"/>
                </a:lnTo>
                <a:lnTo>
                  <a:pt x="159239" y="8080"/>
                </a:lnTo>
                <a:lnTo>
                  <a:pt x="159341" y="7773"/>
                </a:lnTo>
                <a:lnTo>
                  <a:pt x="159545" y="7670"/>
                </a:lnTo>
                <a:lnTo>
                  <a:pt x="159545" y="7466"/>
                </a:lnTo>
                <a:lnTo>
                  <a:pt x="158625" y="7261"/>
                </a:lnTo>
                <a:close/>
                <a:moveTo>
                  <a:pt x="18920" y="9818"/>
                </a:moveTo>
                <a:lnTo>
                  <a:pt x="18511" y="9920"/>
                </a:lnTo>
                <a:lnTo>
                  <a:pt x="18511" y="9920"/>
                </a:lnTo>
                <a:lnTo>
                  <a:pt x="18637" y="9901"/>
                </a:lnTo>
                <a:lnTo>
                  <a:pt x="18637" y="9901"/>
                </a:lnTo>
                <a:lnTo>
                  <a:pt x="18920" y="9818"/>
                </a:lnTo>
                <a:close/>
                <a:moveTo>
                  <a:pt x="137352" y="10125"/>
                </a:moveTo>
                <a:lnTo>
                  <a:pt x="137352" y="10125"/>
                </a:lnTo>
                <a:lnTo>
                  <a:pt x="137352" y="10125"/>
                </a:lnTo>
                <a:close/>
                <a:moveTo>
                  <a:pt x="88977" y="9818"/>
                </a:moveTo>
                <a:lnTo>
                  <a:pt x="88670" y="10125"/>
                </a:lnTo>
                <a:lnTo>
                  <a:pt x="88466" y="10125"/>
                </a:lnTo>
                <a:lnTo>
                  <a:pt x="88364" y="10432"/>
                </a:lnTo>
                <a:lnTo>
                  <a:pt x="88875" y="10534"/>
                </a:lnTo>
                <a:lnTo>
                  <a:pt x="88568" y="10636"/>
                </a:lnTo>
                <a:lnTo>
                  <a:pt x="89489" y="10636"/>
                </a:lnTo>
                <a:lnTo>
                  <a:pt x="90000" y="10227"/>
                </a:lnTo>
                <a:lnTo>
                  <a:pt x="88977" y="9818"/>
                </a:lnTo>
                <a:close/>
                <a:moveTo>
                  <a:pt x="52466" y="7261"/>
                </a:moveTo>
                <a:lnTo>
                  <a:pt x="48170" y="8591"/>
                </a:lnTo>
                <a:lnTo>
                  <a:pt x="48784" y="8693"/>
                </a:lnTo>
                <a:lnTo>
                  <a:pt x="48375" y="8898"/>
                </a:lnTo>
                <a:lnTo>
                  <a:pt x="50216" y="8795"/>
                </a:lnTo>
                <a:lnTo>
                  <a:pt x="50216" y="8795"/>
                </a:lnTo>
                <a:lnTo>
                  <a:pt x="49705" y="8898"/>
                </a:lnTo>
                <a:lnTo>
                  <a:pt x="49807" y="8898"/>
                </a:lnTo>
                <a:lnTo>
                  <a:pt x="47761" y="9307"/>
                </a:lnTo>
                <a:lnTo>
                  <a:pt x="51545" y="9818"/>
                </a:lnTo>
                <a:lnTo>
                  <a:pt x="48273" y="9920"/>
                </a:lnTo>
                <a:lnTo>
                  <a:pt x="47557" y="10534"/>
                </a:lnTo>
                <a:lnTo>
                  <a:pt x="49193" y="10739"/>
                </a:lnTo>
                <a:lnTo>
                  <a:pt x="48989" y="11352"/>
                </a:lnTo>
                <a:lnTo>
                  <a:pt x="54102" y="10534"/>
                </a:lnTo>
                <a:lnTo>
                  <a:pt x="54102" y="10739"/>
                </a:lnTo>
                <a:lnTo>
                  <a:pt x="54818" y="10841"/>
                </a:lnTo>
                <a:lnTo>
                  <a:pt x="54614" y="10943"/>
                </a:lnTo>
                <a:lnTo>
                  <a:pt x="56148" y="11045"/>
                </a:lnTo>
                <a:lnTo>
                  <a:pt x="57170" y="10534"/>
                </a:lnTo>
                <a:lnTo>
                  <a:pt x="56250" y="10739"/>
                </a:lnTo>
                <a:lnTo>
                  <a:pt x="56455" y="10534"/>
                </a:lnTo>
                <a:lnTo>
                  <a:pt x="56352" y="10432"/>
                </a:lnTo>
                <a:lnTo>
                  <a:pt x="58295" y="10023"/>
                </a:lnTo>
                <a:lnTo>
                  <a:pt x="57989" y="9920"/>
                </a:lnTo>
                <a:lnTo>
                  <a:pt x="57989" y="9818"/>
                </a:lnTo>
                <a:lnTo>
                  <a:pt x="56864" y="9409"/>
                </a:lnTo>
                <a:lnTo>
                  <a:pt x="57682" y="7670"/>
                </a:lnTo>
                <a:lnTo>
                  <a:pt x="56455" y="7364"/>
                </a:lnTo>
                <a:lnTo>
                  <a:pt x="55739" y="8489"/>
                </a:lnTo>
                <a:lnTo>
                  <a:pt x="55023" y="8693"/>
                </a:lnTo>
                <a:lnTo>
                  <a:pt x="55023" y="8693"/>
                </a:lnTo>
                <a:lnTo>
                  <a:pt x="55227" y="7875"/>
                </a:lnTo>
                <a:lnTo>
                  <a:pt x="54614" y="7773"/>
                </a:lnTo>
                <a:lnTo>
                  <a:pt x="53591" y="8080"/>
                </a:lnTo>
                <a:lnTo>
                  <a:pt x="53693" y="7977"/>
                </a:lnTo>
                <a:lnTo>
                  <a:pt x="53182" y="8080"/>
                </a:lnTo>
                <a:lnTo>
                  <a:pt x="53182" y="8080"/>
                </a:lnTo>
                <a:lnTo>
                  <a:pt x="53898" y="7773"/>
                </a:lnTo>
                <a:lnTo>
                  <a:pt x="51750" y="7875"/>
                </a:lnTo>
                <a:lnTo>
                  <a:pt x="52466" y="7261"/>
                </a:lnTo>
                <a:close/>
                <a:moveTo>
                  <a:pt x="60341" y="10330"/>
                </a:moveTo>
                <a:lnTo>
                  <a:pt x="58602" y="10841"/>
                </a:lnTo>
                <a:lnTo>
                  <a:pt x="59114" y="11148"/>
                </a:lnTo>
                <a:lnTo>
                  <a:pt x="60136" y="11352"/>
                </a:lnTo>
                <a:lnTo>
                  <a:pt x="61159" y="11045"/>
                </a:lnTo>
                <a:lnTo>
                  <a:pt x="60239" y="10432"/>
                </a:lnTo>
                <a:lnTo>
                  <a:pt x="60341" y="10330"/>
                </a:lnTo>
                <a:close/>
                <a:moveTo>
                  <a:pt x="175193" y="11250"/>
                </a:moveTo>
                <a:lnTo>
                  <a:pt x="176114" y="11557"/>
                </a:lnTo>
                <a:lnTo>
                  <a:pt x="176114" y="12068"/>
                </a:lnTo>
                <a:lnTo>
                  <a:pt x="177136" y="12170"/>
                </a:lnTo>
                <a:lnTo>
                  <a:pt x="177136" y="12170"/>
                </a:lnTo>
                <a:lnTo>
                  <a:pt x="176011" y="12068"/>
                </a:lnTo>
                <a:lnTo>
                  <a:pt x="175193" y="11250"/>
                </a:lnTo>
                <a:close/>
                <a:moveTo>
                  <a:pt x="73023" y="11557"/>
                </a:moveTo>
                <a:lnTo>
                  <a:pt x="72307" y="12375"/>
                </a:lnTo>
                <a:lnTo>
                  <a:pt x="73432" y="12375"/>
                </a:lnTo>
                <a:lnTo>
                  <a:pt x="74148" y="11659"/>
                </a:lnTo>
                <a:lnTo>
                  <a:pt x="73023" y="11557"/>
                </a:lnTo>
                <a:close/>
                <a:moveTo>
                  <a:pt x="108409" y="13295"/>
                </a:moveTo>
                <a:lnTo>
                  <a:pt x="108716" y="13398"/>
                </a:lnTo>
                <a:lnTo>
                  <a:pt x="108818" y="13398"/>
                </a:lnTo>
                <a:lnTo>
                  <a:pt x="108409" y="13295"/>
                </a:lnTo>
                <a:close/>
                <a:moveTo>
                  <a:pt x="9205" y="13807"/>
                </a:moveTo>
                <a:lnTo>
                  <a:pt x="9102" y="13909"/>
                </a:lnTo>
                <a:lnTo>
                  <a:pt x="9205" y="13909"/>
                </a:lnTo>
                <a:lnTo>
                  <a:pt x="9205" y="13807"/>
                </a:lnTo>
                <a:close/>
                <a:moveTo>
                  <a:pt x="5420" y="11045"/>
                </a:moveTo>
                <a:lnTo>
                  <a:pt x="0" y="14420"/>
                </a:lnTo>
                <a:lnTo>
                  <a:pt x="511" y="14318"/>
                </a:lnTo>
                <a:lnTo>
                  <a:pt x="1227" y="13909"/>
                </a:lnTo>
                <a:lnTo>
                  <a:pt x="1227" y="13705"/>
                </a:lnTo>
                <a:lnTo>
                  <a:pt x="1739" y="13398"/>
                </a:lnTo>
                <a:lnTo>
                  <a:pt x="1636" y="13500"/>
                </a:lnTo>
                <a:lnTo>
                  <a:pt x="2352" y="13295"/>
                </a:lnTo>
                <a:lnTo>
                  <a:pt x="2148" y="13398"/>
                </a:lnTo>
                <a:lnTo>
                  <a:pt x="2761" y="13193"/>
                </a:lnTo>
                <a:lnTo>
                  <a:pt x="2761" y="13193"/>
                </a:lnTo>
                <a:lnTo>
                  <a:pt x="1636" y="14011"/>
                </a:lnTo>
                <a:lnTo>
                  <a:pt x="3273" y="14114"/>
                </a:lnTo>
                <a:lnTo>
                  <a:pt x="3068" y="14625"/>
                </a:lnTo>
                <a:lnTo>
                  <a:pt x="3375" y="15034"/>
                </a:lnTo>
                <a:lnTo>
                  <a:pt x="3989" y="14932"/>
                </a:lnTo>
                <a:lnTo>
                  <a:pt x="3682" y="15136"/>
                </a:lnTo>
                <a:lnTo>
                  <a:pt x="4295" y="14932"/>
                </a:lnTo>
                <a:lnTo>
                  <a:pt x="4193" y="15034"/>
                </a:lnTo>
                <a:lnTo>
                  <a:pt x="4193" y="15034"/>
                </a:lnTo>
                <a:lnTo>
                  <a:pt x="4602" y="14727"/>
                </a:lnTo>
                <a:lnTo>
                  <a:pt x="4500" y="14625"/>
                </a:lnTo>
                <a:lnTo>
                  <a:pt x="5523" y="14318"/>
                </a:lnTo>
                <a:lnTo>
                  <a:pt x="5318" y="14318"/>
                </a:lnTo>
                <a:lnTo>
                  <a:pt x="5830" y="14114"/>
                </a:lnTo>
                <a:lnTo>
                  <a:pt x="5727" y="14114"/>
                </a:lnTo>
                <a:lnTo>
                  <a:pt x="5727" y="13909"/>
                </a:lnTo>
                <a:lnTo>
                  <a:pt x="6136" y="14011"/>
                </a:lnTo>
                <a:lnTo>
                  <a:pt x="6750" y="14011"/>
                </a:lnTo>
                <a:lnTo>
                  <a:pt x="6852" y="13807"/>
                </a:lnTo>
                <a:lnTo>
                  <a:pt x="7159" y="13909"/>
                </a:lnTo>
                <a:lnTo>
                  <a:pt x="8386" y="13500"/>
                </a:lnTo>
                <a:lnTo>
                  <a:pt x="8080" y="13398"/>
                </a:lnTo>
                <a:lnTo>
                  <a:pt x="7977" y="13398"/>
                </a:lnTo>
                <a:lnTo>
                  <a:pt x="8080" y="13193"/>
                </a:lnTo>
                <a:lnTo>
                  <a:pt x="8080" y="12886"/>
                </a:lnTo>
                <a:lnTo>
                  <a:pt x="7364" y="12682"/>
                </a:lnTo>
                <a:lnTo>
                  <a:pt x="7364" y="12682"/>
                </a:lnTo>
                <a:lnTo>
                  <a:pt x="7568" y="12784"/>
                </a:lnTo>
                <a:lnTo>
                  <a:pt x="6852" y="12886"/>
                </a:lnTo>
                <a:lnTo>
                  <a:pt x="7261" y="12682"/>
                </a:lnTo>
                <a:lnTo>
                  <a:pt x="6341" y="12682"/>
                </a:lnTo>
                <a:lnTo>
                  <a:pt x="6034" y="12989"/>
                </a:lnTo>
                <a:lnTo>
                  <a:pt x="6034" y="13193"/>
                </a:lnTo>
                <a:lnTo>
                  <a:pt x="5625" y="13398"/>
                </a:lnTo>
                <a:lnTo>
                  <a:pt x="5625" y="13398"/>
                </a:lnTo>
                <a:lnTo>
                  <a:pt x="5932" y="13193"/>
                </a:lnTo>
                <a:lnTo>
                  <a:pt x="5523" y="13295"/>
                </a:lnTo>
                <a:lnTo>
                  <a:pt x="5523" y="13091"/>
                </a:lnTo>
                <a:lnTo>
                  <a:pt x="6545" y="12375"/>
                </a:lnTo>
                <a:lnTo>
                  <a:pt x="6136" y="12375"/>
                </a:lnTo>
                <a:lnTo>
                  <a:pt x="6648" y="12068"/>
                </a:lnTo>
                <a:lnTo>
                  <a:pt x="5830" y="11659"/>
                </a:lnTo>
                <a:lnTo>
                  <a:pt x="5932" y="11557"/>
                </a:lnTo>
                <a:lnTo>
                  <a:pt x="5727" y="11352"/>
                </a:lnTo>
                <a:lnTo>
                  <a:pt x="5523" y="11557"/>
                </a:lnTo>
                <a:lnTo>
                  <a:pt x="5523" y="11352"/>
                </a:lnTo>
                <a:lnTo>
                  <a:pt x="5625" y="11250"/>
                </a:lnTo>
                <a:lnTo>
                  <a:pt x="5420" y="11045"/>
                </a:lnTo>
                <a:close/>
                <a:moveTo>
                  <a:pt x="113011" y="13193"/>
                </a:moveTo>
                <a:lnTo>
                  <a:pt x="112807" y="13398"/>
                </a:lnTo>
                <a:lnTo>
                  <a:pt x="112500" y="13398"/>
                </a:lnTo>
                <a:lnTo>
                  <a:pt x="112193" y="13602"/>
                </a:lnTo>
                <a:lnTo>
                  <a:pt x="111682" y="13500"/>
                </a:lnTo>
                <a:lnTo>
                  <a:pt x="111682" y="13500"/>
                </a:lnTo>
                <a:lnTo>
                  <a:pt x="111784" y="13807"/>
                </a:lnTo>
                <a:lnTo>
                  <a:pt x="111170" y="13500"/>
                </a:lnTo>
                <a:lnTo>
                  <a:pt x="110864" y="13500"/>
                </a:lnTo>
                <a:lnTo>
                  <a:pt x="110864" y="13807"/>
                </a:lnTo>
                <a:lnTo>
                  <a:pt x="110250" y="13602"/>
                </a:lnTo>
                <a:lnTo>
                  <a:pt x="110148" y="14011"/>
                </a:lnTo>
                <a:lnTo>
                  <a:pt x="109739" y="14011"/>
                </a:lnTo>
                <a:lnTo>
                  <a:pt x="109636" y="14216"/>
                </a:lnTo>
                <a:lnTo>
                  <a:pt x="109432" y="14114"/>
                </a:lnTo>
                <a:lnTo>
                  <a:pt x="109534" y="14011"/>
                </a:lnTo>
                <a:lnTo>
                  <a:pt x="109330" y="13807"/>
                </a:lnTo>
                <a:lnTo>
                  <a:pt x="109534" y="13602"/>
                </a:lnTo>
                <a:lnTo>
                  <a:pt x="108716" y="13398"/>
                </a:lnTo>
                <a:lnTo>
                  <a:pt x="108511" y="13398"/>
                </a:lnTo>
                <a:lnTo>
                  <a:pt x="108716" y="13705"/>
                </a:lnTo>
                <a:lnTo>
                  <a:pt x="108102" y="13500"/>
                </a:lnTo>
                <a:lnTo>
                  <a:pt x="108102" y="13500"/>
                </a:lnTo>
                <a:lnTo>
                  <a:pt x="108205" y="13602"/>
                </a:lnTo>
                <a:lnTo>
                  <a:pt x="108102" y="13705"/>
                </a:lnTo>
                <a:lnTo>
                  <a:pt x="107898" y="13705"/>
                </a:lnTo>
                <a:lnTo>
                  <a:pt x="108205" y="13807"/>
                </a:lnTo>
                <a:lnTo>
                  <a:pt x="107693" y="13807"/>
                </a:lnTo>
                <a:lnTo>
                  <a:pt x="107795" y="14011"/>
                </a:lnTo>
                <a:lnTo>
                  <a:pt x="107386" y="14011"/>
                </a:lnTo>
                <a:lnTo>
                  <a:pt x="109125" y="14114"/>
                </a:lnTo>
                <a:lnTo>
                  <a:pt x="108614" y="14318"/>
                </a:lnTo>
                <a:lnTo>
                  <a:pt x="109125" y="14318"/>
                </a:lnTo>
                <a:lnTo>
                  <a:pt x="109125" y="14420"/>
                </a:lnTo>
                <a:lnTo>
                  <a:pt x="107898" y="14523"/>
                </a:lnTo>
                <a:lnTo>
                  <a:pt x="107795" y="14727"/>
                </a:lnTo>
                <a:lnTo>
                  <a:pt x="109227" y="14830"/>
                </a:lnTo>
                <a:lnTo>
                  <a:pt x="108818" y="15136"/>
                </a:lnTo>
                <a:lnTo>
                  <a:pt x="109227" y="15034"/>
                </a:lnTo>
                <a:lnTo>
                  <a:pt x="108307" y="15341"/>
                </a:lnTo>
                <a:lnTo>
                  <a:pt x="108716" y="15545"/>
                </a:lnTo>
                <a:lnTo>
                  <a:pt x="109432" y="15443"/>
                </a:lnTo>
                <a:lnTo>
                  <a:pt x="111375" y="15852"/>
                </a:lnTo>
                <a:lnTo>
                  <a:pt x="114648" y="14625"/>
                </a:lnTo>
                <a:lnTo>
                  <a:pt x="114648" y="14216"/>
                </a:lnTo>
                <a:lnTo>
                  <a:pt x="114034" y="13807"/>
                </a:lnTo>
                <a:lnTo>
                  <a:pt x="113830" y="13500"/>
                </a:lnTo>
                <a:lnTo>
                  <a:pt x="114239" y="13295"/>
                </a:lnTo>
                <a:lnTo>
                  <a:pt x="113011" y="13193"/>
                </a:lnTo>
                <a:close/>
                <a:moveTo>
                  <a:pt x="65557" y="13705"/>
                </a:moveTo>
                <a:lnTo>
                  <a:pt x="63102" y="15750"/>
                </a:lnTo>
                <a:lnTo>
                  <a:pt x="63818" y="15750"/>
                </a:lnTo>
                <a:lnTo>
                  <a:pt x="64023" y="16159"/>
                </a:lnTo>
                <a:lnTo>
                  <a:pt x="66309" y="15364"/>
                </a:lnTo>
                <a:lnTo>
                  <a:pt x="66309" y="15364"/>
                </a:lnTo>
                <a:lnTo>
                  <a:pt x="67091" y="15852"/>
                </a:lnTo>
                <a:lnTo>
                  <a:pt x="68114" y="15545"/>
                </a:lnTo>
                <a:lnTo>
                  <a:pt x="67091" y="15443"/>
                </a:lnTo>
                <a:lnTo>
                  <a:pt x="67295" y="14830"/>
                </a:lnTo>
                <a:lnTo>
                  <a:pt x="65659" y="14011"/>
                </a:lnTo>
                <a:lnTo>
                  <a:pt x="65557" y="13705"/>
                </a:lnTo>
                <a:close/>
                <a:moveTo>
                  <a:pt x="128864" y="16773"/>
                </a:moveTo>
                <a:lnTo>
                  <a:pt x="128455" y="16875"/>
                </a:lnTo>
                <a:lnTo>
                  <a:pt x="128455" y="16875"/>
                </a:lnTo>
                <a:lnTo>
                  <a:pt x="128785" y="16804"/>
                </a:lnTo>
                <a:lnTo>
                  <a:pt x="128785" y="16804"/>
                </a:lnTo>
                <a:lnTo>
                  <a:pt x="128864" y="16773"/>
                </a:lnTo>
                <a:close/>
                <a:moveTo>
                  <a:pt x="73227" y="6955"/>
                </a:moveTo>
                <a:lnTo>
                  <a:pt x="70773" y="7364"/>
                </a:lnTo>
                <a:lnTo>
                  <a:pt x="71080" y="7670"/>
                </a:lnTo>
                <a:lnTo>
                  <a:pt x="70159" y="7773"/>
                </a:lnTo>
                <a:lnTo>
                  <a:pt x="70466" y="8080"/>
                </a:lnTo>
                <a:lnTo>
                  <a:pt x="70466" y="8386"/>
                </a:lnTo>
                <a:lnTo>
                  <a:pt x="69443" y="8386"/>
                </a:lnTo>
                <a:lnTo>
                  <a:pt x="69955" y="8693"/>
                </a:lnTo>
                <a:lnTo>
                  <a:pt x="69545" y="9205"/>
                </a:lnTo>
                <a:lnTo>
                  <a:pt x="68318" y="9205"/>
                </a:lnTo>
                <a:lnTo>
                  <a:pt x="69545" y="8898"/>
                </a:lnTo>
                <a:lnTo>
                  <a:pt x="69136" y="8489"/>
                </a:lnTo>
                <a:lnTo>
                  <a:pt x="69443" y="7773"/>
                </a:lnTo>
                <a:lnTo>
                  <a:pt x="71284" y="6955"/>
                </a:lnTo>
                <a:lnTo>
                  <a:pt x="71284" y="6955"/>
                </a:lnTo>
                <a:lnTo>
                  <a:pt x="67193" y="8284"/>
                </a:lnTo>
                <a:lnTo>
                  <a:pt x="66682" y="8898"/>
                </a:lnTo>
                <a:lnTo>
                  <a:pt x="67909" y="9205"/>
                </a:lnTo>
                <a:lnTo>
                  <a:pt x="66477" y="9205"/>
                </a:lnTo>
                <a:lnTo>
                  <a:pt x="68114" y="9716"/>
                </a:lnTo>
                <a:lnTo>
                  <a:pt x="67909" y="9920"/>
                </a:lnTo>
                <a:lnTo>
                  <a:pt x="70875" y="10125"/>
                </a:lnTo>
                <a:lnTo>
                  <a:pt x="70875" y="10023"/>
                </a:lnTo>
                <a:lnTo>
                  <a:pt x="72205" y="10227"/>
                </a:lnTo>
                <a:lnTo>
                  <a:pt x="72614" y="9716"/>
                </a:lnTo>
                <a:lnTo>
                  <a:pt x="73534" y="9920"/>
                </a:lnTo>
                <a:lnTo>
                  <a:pt x="73432" y="10227"/>
                </a:lnTo>
                <a:lnTo>
                  <a:pt x="73841" y="10330"/>
                </a:lnTo>
                <a:lnTo>
                  <a:pt x="73636" y="10432"/>
                </a:lnTo>
                <a:lnTo>
                  <a:pt x="74148" y="10330"/>
                </a:lnTo>
                <a:lnTo>
                  <a:pt x="74250" y="10739"/>
                </a:lnTo>
                <a:lnTo>
                  <a:pt x="73432" y="11148"/>
                </a:lnTo>
                <a:lnTo>
                  <a:pt x="74685" y="10969"/>
                </a:lnTo>
                <a:lnTo>
                  <a:pt x="74761" y="11045"/>
                </a:lnTo>
                <a:lnTo>
                  <a:pt x="74557" y="11148"/>
                </a:lnTo>
                <a:lnTo>
                  <a:pt x="75375" y="11557"/>
                </a:lnTo>
                <a:lnTo>
                  <a:pt x="75477" y="12273"/>
                </a:lnTo>
                <a:lnTo>
                  <a:pt x="73534" y="13398"/>
                </a:lnTo>
                <a:lnTo>
                  <a:pt x="73636" y="13807"/>
                </a:lnTo>
                <a:lnTo>
                  <a:pt x="72000" y="14216"/>
                </a:lnTo>
                <a:lnTo>
                  <a:pt x="72000" y="14318"/>
                </a:lnTo>
                <a:lnTo>
                  <a:pt x="72000" y="14420"/>
                </a:lnTo>
                <a:lnTo>
                  <a:pt x="71898" y="14625"/>
                </a:lnTo>
                <a:lnTo>
                  <a:pt x="72000" y="14318"/>
                </a:lnTo>
                <a:lnTo>
                  <a:pt x="71080" y="14114"/>
                </a:lnTo>
                <a:lnTo>
                  <a:pt x="70057" y="14727"/>
                </a:lnTo>
                <a:lnTo>
                  <a:pt x="70977" y="15136"/>
                </a:lnTo>
                <a:lnTo>
                  <a:pt x="72307" y="14727"/>
                </a:lnTo>
                <a:lnTo>
                  <a:pt x="72818" y="14830"/>
                </a:lnTo>
                <a:lnTo>
                  <a:pt x="72716" y="15034"/>
                </a:lnTo>
                <a:lnTo>
                  <a:pt x="72716" y="15034"/>
                </a:lnTo>
                <a:lnTo>
                  <a:pt x="73330" y="14830"/>
                </a:lnTo>
                <a:lnTo>
                  <a:pt x="73125" y="15034"/>
                </a:lnTo>
                <a:lnTo>
                  <a:pt x="73739" y="15545"/>
                </a:lnTo>
                <a:lnTo>
                  <a:pt x="73636" y="15648"/>
                </a:lnTo>
                <a:lnTo>
                  <a:pt x="74148" y="15750"/>
                </a:lnTo>
                <a:lnTo>
                  <a:pt x="73636" y="15955"/>
                </a:lnTo>
                <a:lnTo>
                  <a:pt x="74250" y="16261"/>
                </a:lnTo>
                <a:lnTo>
                  <a:pt x="74045" y="16364"/>
                </a:lnTo>
                <a:lnTo>
                  <a:pt x="76909" y="17386"/>
                </a:lnTo>
                <a:lnTo>
                  <a:pt x="77318" y="17080"/>
                </a:lnTo>
                <a:lnTo>
                  <a:pt x="76398" y="16364"/>
                </a:lnTo>
                <a:lnTo>
                  <a:pt x="76500" y="16261"/>
                </a:lnTo>
                <a:lnTo>
                  <a:pt x="75989" y="15648"/>
                </a:lnTo>
                <a:lnTo>
                  <a:pt x="76705" y="15648"/>
                </a:lnTo>
                <a:lnTo>
                  <a:pt x="78034" y="16568"/>
                </a:lnTo>
                <a:lnTo>
                  <a:pt x="78239" y="16364"/>
                </a:lnTo>
                <a:lnTo>
                  <a:pt x="78545" y="16364"/>
                </a:lnTo>
                <a:lnTo>
                  <a:pt x="78545" y="15648"/>
                </a:lnTo>
                <a:lnTo>
                  <a:pt x="78955" y="15955"/>
                </a:lnTo>
                <a:lnTo>
                  <a:pt x="78955" y="15443"/>
                </a:lnTo>
                <a:lnTo>
                  <a:pt x="79057" y="15341"/>
                </a:lnTo>
                <a:lnTo>
                  <a:pt x="78750" y="15341"/>
                </a:lnTo>
                <a:lnTo>
                  <a:pt x="78545" y="15136"/>
                </a:lnTo>
                <a:lnTo>
                  <a:pt x="78955" y="14932"/>
                </a:lnTo>
                <a:lnTo>
                  <a:pt x="78648" y="14932"/>
                </a:lnTo>
                <a:lnTo>
                  <a:pt x="78955" y="14830"/>
                </a:lnTo>
                <a:lnTo>
                  <a:pt x="78648" y="14625"/>
                </a:lnTo>
                <a:lnTo>
                  <a:pt x="78034" y="14625"/>
                </a:lnTo>
                <a:lnTo>
                  <a:pt x="77830" y="14216"/>
                </a:lnTo>
                <a:lnTo>
                  <a:pt x="78034" y="14114"/>
                </a:lnTo>
                <a:lnTo>
                  <a:pt x="77523" y="14011"/>
                </a:lnTo>
                <a:lnTo>
                  <a:pt x="77727" y="13807"/>
                </a:lnTo>
                <a:lnTo>
                  <a:pt x="77318" y="13398"/>
                </a:lnTo>
                <a:lnTo>
                  <a:pt x="78341" y="13602"/>
                </a:lnTo>
                <a:lnTo>
                  <a:pt x="78136" y="13193"/>
                </a:lnTo>
                <a:lnTo>
                  <a:pt x="78545" y="13091"/>
                </a:lnTo>
                <a:lnTo>
                  <a:pt x="79466" y="13398"/>
                </a:lnTo>
                <a:lnTo>
                  <a:pt x="79159" y="13602"/>
                </a:lnTo>
                <a:lnTo>
                  <a:pt x="79159" y="13602"/>
                </a:lnTo>
                <a:lnTo>
                  <a:pt x="80284" y="13295"/>
                </a:lnTo>
                <a:lnTo>
                  <a:pt x="79466" y="13909"/>
                </a:lnTo>
                <a:lnTo>
                  <a:pt x="79568" y="14318"/>
                </a:lnTo>
                <a:lnTo>
                  <a:pt x="79977" y="14114"/>
                </a:lnTo>
                <a:lnTo>
                  <a:pt x="80182" y="14420"/>
                </a:lnTo>
                <a:lnTo>
                  <a:pt x="80489" y="14420"/>
                </a:lnTo>
                <a:lnTo>
                  <a:pt x="80693" y="13909"/>
                </a:lnTo>
                <a:lnTo>
                  <a:pt x="80489" y="13909"/>
                </a:lnTo>
                <a:lnTo>
                  <a:pt x="81818" y="13602"/>
                </a:lnTo>
                <a:lnTo>
                  <a:pt x="81511" y="13398"/>
                </a:lnTo>
                <a:lnTo>
                  <a:pt x="81716" y="13295"/>
                </a:lnTo>
                <a:lnTo>
                  <a:pt x="81614" y="13193"/>
                </a:lnTo>
                <a:lnTo>
                  <a:pt x="82023" y="13295"/>
                </a:lnTo>
                <a:lnTo>
                  <a:pt x="82023" y="12989"/>
                </a:lnTo>
                <a:lnTo>
                  <a:pt x="82227" y="12989"/>
                </a:lnTo>
                <a:lnTo>
                  <a:pt x="82227" y="12682"/>
                </a:lnTo>
                <a:lnTo>
                  <a:pt x="81000" y="12886"/>
                </a:lnTo>
                <a:lnTo>
                  <a:pt x="81716" y="12477"/>
                </a:lnTo>
                <a:lnTo>
                  <a:pt x="80591" y="12375"/>
                </a:lnTo>
                <a:lnTo>
                  <a:pt x="81307" y="12170"/>
                </a:lnTo>
                <a:lnTo>
                  <a:pt x="80591" y="11966"/>
                </a:lnTo>
                <a:lnTo>
                  <a:pt x="80795" y="11864"/>
                </a:lnTo>
                <a:lnTo>
                  <a:pt x="80284" y="12068"/>
                </a:lnTo>
                <a:lnTo>
                  <a:pt x="80386" y="11864"/>
                </a:lnTo>
                <a:lnTo>
                  <a:pt x="80080" y="11864"/>
                </a:lnTo>
                <a:lnTo>
                  <a:pt x="80182" y="11761"/>
                </a:lnTo>
                <a:lnTo>
                  <a:pt x="79670" y="11966"/>
                </a:lnTo>
                <a:lnTo>
                  <a:pt x="80080" y="11557"/>
                </a:lnTo>
                <a:lnTo>
                  <a:pt x="79670" y="11761"/>
                </a:lnTo>
                <a:lnTo>
                  <a:pt x="79466" y="11761"/>
                </a:lnTo>
                <a:lnTo>
                  <a:pt x="79568" y="11557"/>
                </a:lnTo>
                <a:lnTo>
                  <a:pt x="79773" y="11455"/>
                </a:lnTo>
                <a:lnTo>
                  <a:pt x="79057" y="11352"/>
                </a:lnTo>
                <a:lnTo>
                  <a:pt x="78955" y="11148"/>
                </a:lnTo>
                <a:lnTo>
                  <a:pt x="78239" y="11045"/>
                </a:lnTo>
                <a:lnTo>
                  <a:pt x="79466" y="10943"/>
                </a:lnTo>
                <a:lnTo>
                  <a:pt x="78648" y="10841"/>
                </a:lnTo>
                <a:lnTo>
                  <a:pt x="80284" y="10739"/>
                </a:lnTo>
                <a:lnTo>
                  <a:pt x="78648" y="10534"/>
                </a:lnTo>
                <a:lnTo>
                  <a:pt x="80080" y="10330"/>
                </a:lnTo>
                <a:lnTo>
                  <a:pt x="79670" y="10023"/>
                </a:lnTo>
                <a:lnTo>
                  <a:pt x="79057" y="10125"/>
                </a:lnTo>
                <a:lnTo>
                  <a:pt x="79364" y="9920"/>
                </a:lnTo>
                <a:lnTo>
                  <a:pt x="78443" y="10023"/>
                </a:lnTo>
                <a:lnTo>
                  <a:pt x="79568" y="9716"/>
                </a:lnTo>
                <a:lnTo>
                  <a:pt x="79466" y="9409"/>
                </a:lnTo>
                <a:lnTo>
                  <a:pt x="78750" y="9409"/>
                </a:lnTo>
                <a:lnTo>
                  <a:pt x="77625" y="10023"/>
                </a:lnTo>
                <a:lnTo>
                  <a:pt x="77420" y="9716"/>
                </a:lnTo>
                <a:lnTo>
                  <a:pt x="78545" y="9205"/>
                </a:lnTo>
                <a:lnTo>
                  <a:pt x="77216" y="9409"/>
                </a:lnTo>
                <a:lnTo>
                  <a:pt x="77216" y="9409"/>
                </a:lnTo>
                <a:lnTo>
                  <a:pt x="78341" y="8898"/>
                </a:lnTo>
                <a:lnTo>
                  <a:pt x="76500" y="8898"/>
                </a:lnTo>
                <a:lnTo>
                  <a:pt x="77011" y="8591"/>
                </a:lnTo>
                <a:lnTo>
                  <a:pt x="75886" y="9000"/>
                </a:lnTo>
                <a:lnTo>
                  <a:pt x="76398" y="8693"/>
                </a:lnTo>
                <a:lnTo>
                  <a:pt x="76091" y="8693"/>
                </a:lnTo>
                <a:lnTo>
                  <a:pt x="76807" y="8386"/>
                </a:lnTo>
                <a:lnTo>
                  <a:pt x="76807" y="8386"/>
                </a:lnTo>
                <a:lnTo>
                  <a:pt x="75580" y="8591"/>
                </a:lnTo>
                <a:lnTo>
                  <a:pt x="75580" y="8591"/>
                </a:lnTo>
                <a:lnTo>
                  <a:pt x="76500" y="8182"/>
                </a:lnTo>
                <a:lnTo>
                  <a:pt x="74761" y="7875"/>
                </a:lnTo>
                <a:lnTo>
                  <a:pt x="74761" y="7875"/>
                </a:lnTo>
                <a:lnTo>
                  <a:pt x="74864" y="8182"/>
                </a:lnTo>
                <a:lnTo>
                  <a:pt x="74045" y="8489"/>
                </a:lnTo>
                <a:lnTo>
                  <a:pt x="73739" y="8080"/>
                </a:lnTo>
                <a:lnTo>
                  <a:pt x="72511" y="8489"/>
                </a:lnTo>
                <a:lnTo>
                  <a:pt x="72818" y="8284"/>
                </a:lnTo>
                <a:lnTo>
                  <a:pt x="72716" y="8182"/>
                </a:lnTo>
                <a:lnTo>
                  <a:pt x="73125" y="7977"/>
                </a:lnTo>
                <a:lnTo>
                  <a:pt x="72614" y="8182"/>
                </a:lnTo>
                <a:lnTo>
                  <a:pt x="73534" y="7773"/>
                </a:lnTo>
                <a:lnTo>
                  <a:pt x="73227" y="6955"/>
                </a:lnTo>
                <a:close/>
                <a:moveTo>
                  <a:pt x="103500" y="0"/>
                </a:moveTo>
                <a:lnTo>
                  <a:pt x="103807" y="102"/>
                </a:lnTo>
                <a:lnTo>
                  <a:pt x="99205" y="205"/>
                </a:lnTo>
                <a:lnTo>
                  <a:pt x="101864" y="307"/>
                </a:lnTo>
                <a:lnTo>
                  <a:pt x="99614" y="409"/>
                </a:lnTo>
                <a:lnTo>
                  <a:pt x="100125" y="511"/>
                </a:lnTo>
                <a:lnTo>
                  <a:pt x="99818" y="818"/>
                </a:lnTo>
                <a:lnTo>
                  <a:pt x="97057" y="511"/>
                </a:lnTo>
                <a:lnTo>
                  <a:pt x="97057" y="818"/>
                </a:lnTo>
                <a:lnTo>
                  <a:pt x="94705" y="1023"/>
                </a:lnTo>
                <a:lnTo>
                  <a:pt x="94705" y="614"/>
                </a:lnTo>
                <a:lnTo>
                  <a:pt x="91841" y="818"/>
                </a:lnTo>
                <a:lnTo>
                  <a:pt x="92966" y="1227"/>
                </a:lnTo>
                <a:lnTo>
                  <a:pt x="90716" y="920"/>
                </a:lnTo>
                <a:lnTo>
                  <a:pt x="86625" y="1841"/>
                </a:lnTo>
                <a:lnTo>
                  <a:pt x="86932" y="2148"/>
                </a:lnTo>
                <a:lnTo>
                  <a:pt x="87955" y="2045"/>
                </a:lnTo>
                <a:lnTo>
                  <a:pt x="87955" y="2045"/>
                </a:lnTo>
                <a:lnTo>
                  <a:pt x="81818" y="3477"/>
                </a:lnTo>
                <a:lnTo>
                  <a:pt x="83148" y="3682"/>
                </a:lnTo>
                <a:lnTo>
                  <a:pt x="82841" y="3784"/>
                </a:lnTo>
                <a:lnTo>
                  <a:pt x="85091" y="3989"/>
                </a:lnTo>
                <a:lnTo>
                  <a:pt x="82023" y="4295"/>
                </a:lnTo>
                <a:lnTo>
                  <a:pt x="82125" y="4398"/>
                </a:lnTo>
                <a:lnTo>
                  <a:pt x="82125" y="4500"/>
                </a:lnTo>
                <a:lnTo>
                  <a:pt x="83557" y="4602"/>
                </a:lnTo>
                <a:lnTo>
                  <a:pt x="82534" y="4807"/>
                </a:lnTo>
                <a:lnTo>
                  <a:pt x="88568" y="5318"/>
                </a:lnTo>
                <a:lnTo>
                  <a:pt x="88568" y="5625"/>
                </a:lnTo>
                <a:lnTo>
                  <a:pt x="89489" y="6341"/>
                </a:lnTo>
                <a:lnTo>
                  <a:pt x="88670" y="6648"/>
                </a:lnTo>
                <a:lnTo>
                  <a:pt x="89386" y="6750"/>
                </a:lnTo>
                <a:lnTo>
                  <a:pt x="89182" y="7057"/>
                </a:lnTo>
                <a:lnTo>
                  <a:pt x="89386" y="7466"/>
                </a:lnTo>
                <a:lnTo>
                  <a:pt x="89386" y="7568"/>
                </a:lnTo>
                <a:lnTo>
                  <a:pt x="89591" y="7773"/>
                </a:lnTo>
                <a:lnTo>
                  <a:pt x="88977" y="7977"/>
                </a:lnTo>
                <a:lnTo>
                  <a:pt x="89080" y="8080"/>
                </a:lnTo>
                <a:lnTo>
                  <a:pt x="88773" y="8182"/>
                </a:lnTo>
                <a:lnTo>
                  <a:pt x="88773" y="8182"/>
                </a:lnTo>
                <a:lnTo>
                  <a:pt x="89386" y="8080"/>
                </a:lnTo>
                <a:lnTo>
                  <a:pt x="88568" y="8795"/>
                </a:lnTo>
                <a:lnTo>
                  <a:pt x="90102" y="8489"/>
                </a:lnTo>
                <a:lnTo>
                  <a:pt x="90102" y="8591"/>
                </a:lnTo>
                <a:lnTo>
                  <a:pt x="90205" y="8591"/>
                </a:lnTo>
                <a:lnTo>
                  <a:pt x="90205" y="8693"/>
                </a:lnTo>
                <a:lnTo>
                  <a:pt x="91023" y="8693"/>
                </a:lnTo>
                <a:lnTo>
                  <a:pt x="90000" y="9102"/>
                </a:lnTo>
                <a:lnTo>
                  <a:pt x="91227" y="9205"/>
                </a:lnTo>
                <a:lnTo>
                  <a:pt x="90716" y="9205"/>
                </a:lnTo>
                <a:lnTo>
                  <a:pt x="91023" y="9409"/>
                </a:lnTo>
                <a:lnTo>
                  <a:pt x="91227" y="9716"/>
                </a:lnTo>
                <a:lnTo>
                  <a:pt x="88875" y="9614"/>
                </a:lnTo>
                <a:lnTo>
                  <a:pt x="91330" y="10125"/>
                </a:lnTo>
                <a:lnTo>
                  <a:pt x="90511" y="10739"/>
                </a:lnTo>
                <a:lnTo>
                  <a:pt x="91023" y="10739"/>
                </a:lnTo>
                <a:lnTo>
                  <a:pt x="90511" y="10841"/>
                </a:lnTo>
                <a:lnTo>
                  <a:pt x="90205" y="11148"/>
                </a:lnTo>
                <a:lnTo>
                  <a:pt x="90511" y="11148"/>
                </a:lnTo>
                <a:lnTo>
                  <a:pt x="88568" y="11557"/>
                </a:lnTo>
                <a:lnTo>
                  <a:pt x="90102" y="11455"/>
                </a:lnTo>
                <a:lnTo>
                  <a:pt x="88057" y="12170"/>
                </a:lnTo>
                <a:lnTo>
                  <a:pt x="90102" y="11966"/>
                </a:lnTo>
                <a:lnTo>
                  <a:pt x="89898" y="12068"/>
                </a:lnTo>
                <a:lnTo>
                  <a:pt x="90205" y="12273"/>
                </a:lnTo>
                <a:lnTo>
                  <a:pt x="88261" y="12273"/>
                </a:lnTo>
                <a:lnTo>
                  <a:pt x="87955" y="12784"/>
                </a:lnTo>
                <a:lnTo>
                  <a:pt x="88773" y="12784"/>
                </a:lnTo>
                <a:lnTo>
                  <a:pt x="87648" y="13500"/>
                </a:lnTo>
                <a:lnTo>
                  <a:pt x="89489" y="12784"/>
                </a:lnTo>
                <a:lnTo>
                  <a:pt x="89489" y="12784"/>
                </a:lnTo>
                <a:lnTo>
                  <a:pt x="87750" y="13602"/>
                </a:lnTo>
                <a:lnTo>
                  <a:pt x="87852" y="13602"/>
                </a:lnTo>
                <a:lnTo>
                  <a:pt x="87750" y="14011"/>
                </a:lnTo>
                <a:lnTo>
                  <a:pt x="89182" y="13807"/>
                </a:lnTo>
                <a:lnTo>
                  <a:pt x="88261" y="14114"/>
                </a:lnTo>
                <a:lnTo>
                  <a:pt x="88057" y="15239"/>
                </a:lnTo>
                <a:lnTo>
                  <a:pt x="88773" y="14727"/>
                </a:lnTo>
                <a:lnTo>
                  <a:pt x="89080" y="14318"/>
                </a:lnTo>
                <a:lnTo>
                  <a:pt x="89489" y="15034"/>
                </a:lnTo>
                <a:lnTo>
                  <a:pt x="88466" y="15034"/>
                </a:lnTo>
                <a:lnTo>
                  <a:pt x="88364" y="15341"/>
                </a:lnTo>
                <a:lnTo>
                  <a:pt x="89080" y="15136"/>
                </a:lnTo>
                <a:lnTo>
                  <a:pt x="88977" y="15239"/>
                </a:lnTo>
                <a:lnTo>
                  <a:pt x="89182" y="15239"/>
                </a:lnTo>
                <a:lnTo>
                  <a:pt x="88261" y="15443"/>
                </a:lnTo>
                <a:lnTo>
                  <a:pt x="88568" y="16466"/>
                </a:lnTo>
                <a:lnTo>
                  <a:pt x="89080" y="16261"/>
                </a:lnTo>
                <a:lnTo>
                  <a:pt x="88568" y="16773"/>
                </a:lnTo>
                <a:lnTo>
                  <a:pt x="89386" y="17182"/>
                </a:lnTo>
                <a:lnTo>
                  <a:pt x="88977" y="17591"/>
                </a:lnTo>
                <a:lnTo>
                  <a:pt x="89386" y="18205"/>
                </a:lnTo>
                <a:lnTo>
                  <a:pt x="89795" y="18205"/>
                </a:lnTo>
                <a:lnTo>
                  <a:pt x="89386" y="18409"/>
                </a:lnTo>
                <a:lnTo>
                  <a:pt x="89795" y="18409"/>
                </a:lnTo>
                <a:lnTo>
                  <a:pt x="89795" y="18307"/>
                </a:lnTo>
                <a:lnTo>
                  <a:pt x="91227" y="18000"/>
                </a:lnTo>
                <a:lnTo>
                  <a:pt x="91023" y="18614"/>
                </a:lnTo>
                <a:lnTo>
                  <a:pt x="91943" y="18511"/>
                </a:lnTo>
                <a:lnTo>
                  <a:pt x="91943" y="18511"/>
                </a:lnTo>
                <a:lnTo>
                  <a:pt x="91330" y="18920"/>
                </a:lnTo>
                <a:lnTo>
                  <a:pt x="91330" y="18920"/>
                </a:lnTo>
                <a:lnTo>
                  <a:pt x="92148" y="18818"/>
                </a:lnTo>
                <a:lnTo>
                  <a:pt x="92148" y="19227"/>
                </a:lnTo>
                <a:lnTo>
                  <a:pt x="92455" y="19227"/>
                </a:lnTo>
                <a:lnTo>
                  <a:pt x="92250" y="19125"/>
                </a:lnTo>
                <a:lnTo>
                  <a:pt x="92966" y="18920"/>
                </a:lnTo>
                <a:lnTo>
                  <a:pt x="92455" y="18614"/>
                </a:lnTo>
                <a:lnTo>
                  <a:pt x="93375" y="18409"/>
                </a:lnTo>
                <a:lnTo>
                  <a:pt x="93989" y="17591"/>
                </a:lnTo>
                <a:lnTo>
                  <a:pt x="93784" y="17489"/>
                </a:lnTo>
                <a:lnTo>
                  <a:pt x="94091" y="17386"/>
                </a:lnTo>
                <a:lnTo>
                  <a:pt x="94295" y="16670"/>
                </a:lnTo>
                <a:lnTo>
                  <a:pt x="93784" y="16568"/>
                </a:lnTo>
                <a:lnTo>
                  <a:pt x="94807" y="16364"/>
                </a:lnTo>
                <a:lnTo>
                  <a:pt x="94500" y="16159"/>
                </a:lnTo>
                <a:lnTo>
                  <a:pt x="95830" y="15648"/>
                </a:lnTo>
                <a:lnTo>
                  <a:pt x="95830" y="15239"/>
                </a:lnTo>
                <a:lnTo>
                  <a:pt x="95216" y="15136"/>
                </a:lnTo>
                <a:lnTo>
                  <a:pt x="96136" y="15034"/>
                </a:lnTo>
                <a:lnTo>
                  <a:pt x="95830" y="14625"/>
                </a:lnTo>
                <a:lnTo>
                  <a:pt x="96955" y="14216"/>
                </a:lnTo>
                <a:lnTo>
                  <a:pt x="96545" y="14011"/>
                </a:lnTo>
                <a:lnTo>
                  <a:pt x="98489" y="13398"/>
                </a:lnTo>
                <a:lnTo>
                  <a:pt x="98182" y="13295"/>
                </a:lnTo>
                <a:lnTo>
                  <a:pt x="98795" y="13295"/>
                </a:lnTo>
                <a:lnTo>
                  <a:pt x="98386" y="13909"/>
                </a:lnTo>
                <a:lnTo>
                  <a:pt x="99205" y="13602"/>
                </a:lnTo>
                <a:lnTo>
                  <a:pt x="99307" y="13705"/>
                </a:lnTo>
                <a:lnTo>
                  <a:pt x="102580" y="11659"/>
                </a:lnTo>
                <a:lnTo>
                  <a:pt x="102682" y="11455"/>
                </a:lnTo>
                <a:lnTo>
                  <a:pt x="109125" y="10227"/>
                </a:lnTo>
                <a:lnTo>
                  <a:pt x="109023" y="10227"/>
                </a:lnTo>
                <a:lnTo>
                  <a:pt x="109636" y="10023"/>
                </a:lnTo>
                <a:lnTo>
                  <a:pt x="106159" y="10023"/>
                </a:lnTo>
                <a:lnTo>
                  <a:pt x="106977" y="9716"/>
                </a:lnTo>
                <a:lnTo>
                  <a:pt x="105239" y="9716"/>
                </a:lnTo>
                <a:lnTo>
                  <a:pt x="105852" y="9205"/>
                </a:lnTo>
                <a:lnTo>
                  <a:pt x="107386" y="9205"/>
                </a:lnTo>
                <a:lnTo>
                  <a:pt x="106773" y="8693"/>
                </a:lnTo>
                <a:lnTo>
                  <a:pt x="108409" y="9102"/>
                </a:lnTo>
                <a:lnTo>
                  <a:pt x="109023" y="9716"/>
                </a:lnTo>
                <a:lnTo>
                  <a:pt x="109636" y="9307"/>
                </a:lnTo>
                <a:lnTo>
                  <a:pt x="109636" y="9716"/>
                </a:lnTo>
                <a:lnTo>
                  <a:pt x="110148" y="9307"/>
                </a:lnTo>
                <a:lnTo>
                  <a:pt x="110148" y="8795"/>
                </a:lnTo>
                <a:lnTo>
                  <a:pt x="109739" y="9000"/>
                </a:lnTo>
                <a:lnTo>
                  <a:pt x="110148" y="8591"/>
                </a:lnTo>
                <a:lnTo>
                  <a:pt x="108205" y="8080"/>
                </a:lnTo>
                <a:lnTo>
                  <a:pt x="108511" y="7977"/>
                </a:lnTo>
                <a:lnTo>
                  <a:pt x="108307" y="7670"/>
                </a:lnTo>
                <a:lnTo>
                  <a:pt x="107284" y="7773"/>
                </a:lnTo>
                <a:lnTo>
                  <a:pt x="107284" y="7773"/>
                </a:lnTo>
                <a:lnTo>
                  <a:pt x="108211" y="7587"/>
                </a:lnTo>
                <a:lnTo>
                  <a:pt x="108211" y="7587"/>
                </a:lnTo>
                <a:lnTo>
                  <a:pt x="106875" y="7466"/>
                </a:lnTo>
                <a:lnTo>
                  <a:pt x="107489" y="7364"/>
                </a:lnTo>
                <a:lnTo>
                  <a:pt x="107080" y="7159"/>
                </a:lnTo>
                <a:lnTo>
                  <a:pt x="108716" y="7159"/>
                </a:lnTo>
                <a:lnTo>
                  <a:pt x="108307" y="6852"/>
                </a:lnTo>
                <a:lnTo>
                  <a:pt x="111375" y="7159"/>
                </a:lnTo>
                <a:lnTo>
                  <a:pt x="111068" y="6750"/>
                </a:lnTo>
                <a:lnTo>
                  <a:pt x="110352" y="6750"/>
                </a:lnTo>
                <a:lnTo>
                  <a:pt x="110352" y="6545"/>
                </a:lnTo>
                <a:lnTo>
                  <a:pt x="110659" y="6239"/>
                </a:lnTo>
                <a:lnTo>
                  <a:pt x="110557" y="6545"/>
                </a:lnTo>
                <a:lnTo>
                  <a:pt x="112295" y="6443"/>
                </a:lnTo>
                <a:lnTo>
                  <a:pt x="111989" y="6034"/>
                </a:lnTo>
                <a:lnTo>
                  <a:pt x="111273" y="6239"/>
                </a:lnTo>
                <a:lnTo>
                  <a:pt x="111273" y="5830"/>
                </a:lnTo>
                <a:lnTo>
                  <a:pt x="110557" y="5830"/>
                </a:lnTo>
                <a:lnTo>
                  <a:pt x="111784" y="5727"/>
                </a:lnTo>
                <a:lnTo>
                  <a:pt x="112091" y="5830"/>
                </a:lnTo>
                <a:lnTo>
                  <a:pt x="112193" y="5011"/>
                </a:lnTo>
                <a:lnTo>
                  <a:pt x="111375" y="4909"/>
                </a:lnTo>
                <a:lnTo>
                  <a:pt x="111068" y="4705"/>
                </a:lnTo>
                <a:lnTo>
                  <a:pt x="110659" y="4602"/>
                </a:lnTo>
                <a:lnTo>
                  <a:pt x="113011" y="4500"/>
                </a:lnTo>
                <a:lnTo>
                  <a:pt x="113216" y="4091"/>
                </a:lnTo>
                <a:lnTo>
                  <a:pt x="111989" y="3886"/>
                </a:lnTo>
                <a:lnTo>
                  <a:pt x="112807" y="3886"/>
                </a:lnTo>
                <a:lnTo>
                  <a:pt x="111580" y="3784"/>
                </a:lnTo>
                <a:lnTo>
                  <a:pt x="112091" y="3170"/>
                </a:lnTo>
                <a:lnTo>
                  <a:pt x="111989" y="3068"/>
                </a:lnTo>
                <a:lnTo>
                  <a:pt x="113114" y="2557"/>
                </a:lnTo>
                <a:lnTo>
                  <a:pt x="112909" y="2352"/>
                </a:lnTo>
                <a:lnTo>
                  <a:pt x="113216" y="1943"/>
                </a:lnTo>
                <a:lnTo>
                  <a:pt x="115261" y="1841"/>
                </a:lnTo>
                <a:lnTo>
                  <a:pt x="114750" y="1739"/>
                </a:lnTo>
                <a:lnTo>
                  <a:pt x="116284" y="1534"/>
                </a:lnTo>
                <a:lnTo>
                  <a:pt x="116080" y="1432"/>
                </a:lnTo>
                <a:lnTo>
                  <a:pt x="117818" y="1125"/>
                </a:lnTo>
                <a:lnTo>
                  <a:pt x="111273" y="1636"/>
                </a:lnTo>
                <a:lnTo>
                  <a:pt x="111273" y="1636"/>
                </a:lnTo>
                <a:lnTo>
                  <a:pt x="112398" y="1125"/>
                </a:lnTo>
                <a:lnTo>
                  <a:pt x="107898" y="818"/>
                </a:lnTo>
                <a:lnTo>
                  <a:pt x="112500" y="409"/>
                </a:lnTo>
                <a:lnTo>
                  <a:pt x="106977" y="205"/>
                </a:lnTo>
                <a:lnTo>
                  <a:pt x="110352" y="0"/>
                </a:lnTo>
                <a:close/>
                <a:moveTo>
                  <a:pt x="5114" y="22807"/>
                </a:moveTo>
                <a:lnTo>
                  <a:pt x="5069" y="22823"/>
                </a:lnTo>
                <a:lnTo>
                  <a:pt x="5069" y="22823"/>
                </a:lnTo>
                <a:lnTo>
                  <a:pt x="5011" y="22909"/>
                </a:lnTo>
                <a:lnTo>
                  <a:pt x="5114" y="22807"/>
                </a:lnTo>
                <a:close/>
                <a:moveTo>
                  <a:pt x="133057" y="23011"/>
                </a:moveTo>
                <a:lnTo>
                  <a:pt x="132955" y="23216"/>
                </a:lnTo>
                <a:lnTo>
                  <a:pt x="132443" y="23216"/>
                </a:lnTo>
                <a:lnTo>
                  <a:pt x="132955" y="23727"/>
                </a:lnTo>
                <a:lnTo>
                  <a:pt x="133261" y="23727"/>
                </a:lnTo>
                <a:lnTo>
                  <a:pt x="133568" y="23216"/>
                </a:lnTo>
                <a:lnTo>
                  <a:pt x="133057" y="23011"/>
                </a:lnTo>
                <a:close/>
                <a:moveTo>
                  <a:pt x="1125" y="23625"/>
                </a:moveTo>
                <a:lnTo>
                  <a:pt x="102" y="24034"/>
                </a:lnTo>
                <a:lnTo>
                  <a:pt x="1120" y="23634"/>
                </a:lnTo>
                <a:lnTo>
                  <a:pt x="1120" y="23634"/>
                </a:lnTo>
                <a:lnTo>
                  <a:pt x="1125" y="23625"/>
                </a:lnTo>
                <a:close/>
                <a:moveTo>
                  <a:pt x="102" y="24034"/>
                </a:moveTo>
                <a:lnTo>
                  <a:pt x="102" y="24034"/>
                </a:lnTo>
                <a:lnTo>
                  <a:pt x="102" y="24034"/>
                </a:lnTo>
                <a:close/>
                <a:moveTo>
                  <a:pt x="138170" y="24136"/>
                </a:moveTo>
                <a:lnTo>
                  <a:pt x="138375" y="24239"/>
                </a:lnTo>
                <a:lnTo>
                  <a:pt x="138477" y="24239"/>
                </a:lnTo>
                <a:lnTo>
                  <a:pt x="138170" y="24136"/>
                </a:lnTo>
                <a:close/>
                <a:moveTo>
                  <a:pt x="118534" y="23523"/>
                </a:moveTo>
                <a:lnTo>
                  <a:pt x="118636" y="23625"/>
                </a:lnTo>
                <a:lnTo>
                  <a:pt x="118330" y="23932"/>
                </a:lnTo>
                <a:lnTo>
                  <a:pt x="118330" y="23727"/>
                </a:lnTo>
                <a:lnTo>
                  <a:pt x="117818" y="23830"/>
                </a:lnTo>
                <a:lnTo>
                  <a:pt x="117511" y="24239"/>
                </a:lnTo>
                <a:lnTo>
                  <a:pt x="117920" y="24239"/>
                </a:lnTo>
                <a:lnTo>
                  <a:pt x="117614" y="24648"/>
                </a:lnTo>
                <a:lnTo>
                  <a:pt x="116489" y="24750"/>
                </a:lnTo>
                <a:lnTo>
                  <a:pt x="116591" y="24852"/>
                </a:lnTo>
                <a:lnTo>
                  <a:pt x="116591" y="25057"/>
                </a:lnTo>
                <a:lnTo>
                  <a:pt x="116795" y="24955"/>
                </a:lnTo>
                <a:lnTo>
                  <a:pt x="116693" y="25261"/>
                </a:lnTo>
                <a:lnTo>
                  <a:pt x="116386" y="25364"/>
                </a:lnTo>
                <a:lnTo>
                  <a:pt x="116386" y="25466"/>
                </a:lnTo>
                <a:lnTo>
                  <a:pt x="116591" y="25466"/>
                </a:lnTo>
                <a:lnTo>
                  <a:pt x="116591" y="25568"/>
                </a:lnTo>
                <a:lnTo>
                  <a:pt x="117307" y="25670"/>
                </a:lnTo>
                <a:lnTo>
                  <a:pt x="116489" y="26284"/>
                </a:lnTo>
                <a:lnTo>
                  <a:pt x="116489" y="26284"/>
                </a:lnTo>
                <a:lnTo>
                  <a:pt x="117409" y="26182"/>
                </a:lnTo>
                <a:lnTo>
                  <a:pt x="116489" y="26489"/>
                </a:lnTo>
                <a:lnTo>
                  <a:pt x="116591" y="26591"/>
                </a:lnTo>
                <a:lnTo>
                  <a:pt x="116080" y="26693"/>
                </a:lnTo>
                <a:lnTo>
                  <a:pt x="116489" y="26693"/>
                </a:lnTo>
                <a:lnTo>
                  <a:pt x="116080" y="27000"/>
                </a:lnTo>
                <a:lnTo>
                  <a:pt x="116693" y="27000"/>
                </a:lnTo>
                <a:lnTo>
                  <a:pt x="116284" y="27205"/>
                </a:lnTo>
                <a:lnTo>
                  <a:pt x="116284" y="27205"/>
                </a:lnTo>
                <a:lnTo>
                  <a:pt x="116693" y="27102"/>
                </a:lnTo>
                <a:lnTo>
                  <a:pt x="116489" y="27307"/>
                </a:lnTo>
                <a:lnTo>
                  <a:pt x="119250" y="26591"/>
                </a:lnTo>
                <a:lnTo>
                  <a:pt x="119148" y="26489"/>
                </a:lnTo>
                <a:lnTo>
                  <a:pt x="119455" y="24852"/>
                </a:lnTo>
                <a:lnTo>
                  <a:pt x="119352" y="24750"/>
                </a:lnTo>
                <a:lnTo>
                  <a:pt x="119966" y="24545"/>
                </a:lnTo>
                <a:lnTo>
                  <a:pt x="119864" y="24341"/>
                </a:lnTo>
                <a:lnTo>
                  <a:pt x="119659" y="24239"/>
                </a:lnTo>
                <a:lnTo>
                  <a:pt x="119455" y="23727"/>
                </a:lnTo>
                <a:lnTo>
                  <a:pt x="118636" y="23830"/>
                </a:lnTo>
                <a:lnTo>
                  <a:pt x="118841" y="23625"/>
                </a:lnTo>
                <a:lnTo>
                  <a:pt x="118534" y="23523"/>
                </a:lnTo>
                <a:close/>
                <a:moveTo>
                  <a:pt x="121398" y="20455"/>
                </a:moveTo>
                <a:lnTo>
                  <a:pt x="120477" y="20761"/>
                </a:lnTo>
                <a:lnTo>
                  <a:pt x="119966" y="21682"/>
                </a:lnTo>
                <a:lnTo>
                  <a:pt x="119761" y="22091"/>
                </a:lnTo>
                <a:lnTo>
                  <a:pt x="119864" y="22091"/>
                </a:lnTo>
                <a:lnTo>
                  <a:pt x="119557" y="22295"/>
                </a:lnTo>
                <a:lnTo>
                  <a:pt x="120273" y="22193"/>
                </a:lnTo>
                <a:lnTo>
                  <a:pt x="119966" y="23523"/>
                </a:lnTo>
                <a:lnTo>
                  <a:pt x="120170" y="23011"/>
                </a:lnTo>
                <a:lnTo>
                  <a:pt x="120580" y="22807"/>
                </a:lnTo>
                <a:lnTo>
                  <a:pt x="120682" y="23011"/>
                </a:lnTo>
                <a:lnTo>
                  <a:pt x="120375" y="24239"/>
                </a:lnTo>
                <a:lnTo>
                  <a:pt x="121807" y="23932"/>
                </a:lnTo>
                <a:lnTo>
                  <a:pt x="122011" y="25568"/>
                </a:lnTo>
                <a:lnTo>
                  <a:pt x="120580" y="26080"/>
                </a:lnTo>
                <a:lnTo>
                  <a:pt x="120580" y="26080"/>
                </a:lnTo>
                <a:lnTo>
                  <a:pt x="120989" y="25977"/>
                </a:lnTo>
                <a:lnTo>
                  <a:pt x="121091" y="26284"/>
                </a:lnTo>
                <a:lnTo>
                  <a:pt x="120068" y="27000"/>
                </a:lnTo>
                <a:lnTo>
                  <a:pt x="120989" y="27205"/>
                </a:lnTo>
                <a:lnTo>
                  <a:pt x="120886" y="27307"/>
                </a:lnTo>
                <a:lnTo>
                  <a:pt x="121602" y="27409"/>
                </a:lnTo>
                <a:lnTo>
                  <a:pt x="122216" y="27102"/>
                </a:lnTo>
                <a:lnTo>
                  <a:pt x="121602" y="27614"/>
                </a:lnTo>
                <a:lnTo>
                  <a:pt x="120989" y="27614"/>
                </a:lnTo>
                <a:lnTo>
                  <a:pt x="119761" y="28739"/>
                </a:lnTo>
                <a:lnTo>
                  <a:pt x="120068" y="28841"/>
                </a:lnTo>
                <a:lnTo>
                  <a:pt x="120375" y="28534"/>
                </a:lnTo>
                <a:lnTo>
                  <a:pt x="121091" y="28534"/>
                </a:lnTo>
                <a:lnTo>
                  <a:pt x="121807" y="28125"/>
                </a:lnTo>
                <a:lnTo>
                  <a:pt x="122625" y="28227"/>
                </a:lnTo>
                <a:lnTo>
                  <a:pt x="122523" y="28125"/>
                </a:lnTo>
                <a:lnTo>
                  <a:pt x="123136" y="28023"/>
                </a:lnTo>
                <a:lnTo>
                  <a:pt x="123034" y="27920"/>
                </a:lnTo>
                <a:lnTo>
                  <a:pt x="124773" y="27920"/>
                </a:lnTo>
                <a:lnTo>
                  <a:pt x="125182" y="27409"/>
                </a:lnTo>
                <a:lnTo>
                  <a:pt x="124466" y="27409"/>
                </a:lnTo>
                <a:lnTo>
                  <a:pt x="125080" y="26898"/>
                </a:lnTo>
                <a:lnTo>
                  <a:pt x="125284" y="25977"/>
                </a:lnTo>
                <a:lnTo>
                  <a:pt x="124159" y="25977"/>
                </a:lnTo>
                <a:lnTo>
                  <a:pt x="123648" y="25159"/>
                </a:lnTo>
                <a:lnTo>
                  <a:pt x="124261" y="25261"/>
                </a:lnTo>
                <a:lnTo>
                  <a:pt x="124261" y="25261"/>
                </a:lnTo>
                <a:lnTo>
                  <a:pt x="124057" y="24750"/>
                </a:lnTo>
                <a:lnTo>
                  <a:pt x="123239" y="24239"/>
                </a:lnTo>
                <a:lnTo>
                  <a:pt x="122932" y="23420"/>
                </a:lnTo>
                <a:lnTo>
                  <a:pt x="121295" y="22807"/>
                </a:lnTo>
                <a:lnTo>
                  <a:pt x="122011" y="22705"/>
                </a:lnTo>
                <a:lnTo>
                  <a:pt x="121705" y="22602"/>
                </a:lnTo>
                <a:lnTo>
                  <a:pt x="122318" y="22295"/>
                </a:lnTo>
                <a:lnTo>
                  <a:pt x="122830" y="21580"/>
                </a:lnTo>
                <a:lnTo>
                  <a:pt x="121091" y="21375"/>
                </a:lnTo>
                <a:lnTo>
                  <a:pt x="121295" y="21170"/>
                </a:lnTo>
                <a:lnTo>
                  <a:pt x="121193" y="21170"/>
                </a:lnTo>
                <a:lnTo>
                  <a:pt x="121807" y="20659"/>
                </a:lnTo>
                <a:lnTo>
                  <a:pt x="121398" y="20455"/>
                </a:lnTo>
                <a:close/>
                <a:moveTo>
                  <a:pt x="23830" y="27920"/>
                </a:moveTo>
                <a:lnTo>
                  <a:pt x="23523" y="28330"/>
                </a:lnTo>
                <a:lnTo>
                  <a:pt x="24034" y="28227"/>
                </a:lnTo>
                <a:lnTo>
                  <a:pt x="23932" y="28432"/>
                </a:lnTo>
                <a:lnTo>
                  <a:pt x="23523" y="28534"/>
                </a:lnTo>
                <a:lnTo>
                  <a:pt x="23625" y="28534"/>
                </a:lnTo>
                <a:lnTo>
                  <a:pt x="23420" y="28739"/>
                </a:lnTo>
                <a:lnTo>
                  <a:pt x="23830" y="28739"/>
                </a:lnTo>
                <a:lnTo>
                  <a:pt x="23932" y="28636"/>
                </a:lnTo>
                <a:lnTo>
                  <a:pt x="24034" y="28943"/>
                </a:lnTo>
                <a:lnTo>
                  <a:pt x="24443" y="29148"/>
                </a:lnTo>
                <a:lnTo>
                  <a:pt x="24034" y="29455"/>
                </a:lnTo>
                <a:lnTo>
                  <a:pt x="24443" y="29455"/>
                </a:lnTo>
                <a:lnTo>
                  <a:pt x="24341" y="29557"/>
                </a:lnTo>
                <a:lnTo>
                  <a:pt x="24545" y="29659"/>
                </a:lnTo>
                <a:lnTo>
                  <a:pt x="24341" y="29761"/>
                </a:lnTo>
                <a:lnTo>
                  <a:pt x="25261" y="29557"/>
                </a:lnTo>
                <a:lnTo>
                  <a:pt x="25057" y="30273"/>
                </a:lnTo>
                <a:lnTo>
                  <a:pt x="25057" y="30273"/>
                </a:lnTo>
                <a:lnTo>
                  <a:pt x="25875" y="30170"/>
                </a:lnTo>
                <a:lnTo>
                  <a:pt x="25466" y="28534"/>
                </a:lnTo>
                <a:lnTo>
                  <a:pt x="23830" y="27920"/>
                </a:lnTo>
                <a:close/>
                <a:moveTo>
                  <a:pt x="25875" y="30170"/>
                </a:moveTo>
                <a:lnTo>
                  <a:pt x="25875" y="30273"/>
                </a:lnTo>
                <a:lnTo>
                  <a:pt x="25977" y="30170"/>
                </a:lnTo>
                <a:close/>
                <a:moveTo>
                  <a:pt x="72102" y="30989"/>
                </a:moveTo>
                <a:lnTo>
                  <a:pt x="72146" y="31003"/>
                </a:lnTo>
                <a:lnTo>
                  <a:pt x="72146" y="31003"/>
                </a:lnTo>
                <a:lnTo>
                  <a:pt x="72205" y="30989"/>
                </a:lnTo>
                <a:close/>
                <a:moveTo>
                  <a:pt x="25568" y="31398"/>
                </a:moveTo>
                <a:lnTo>
                  <a:pt x="25364" y="31500"/>
                </a:lnTo>
                <a:lnTo>
                  <a:pt x="25364" y="31500"/>
                </a:lnTo>
                <a:lnTo>
                  <a:pt x="25466" y="31398"/>
                </a:lnTo>
                <a:close/>
                <a:moveTo>
                  <a:pt x="80386" y="31500"/>
                </a:moveTo>
                <a:lnTo>
                  <a:pt x="80386" y="31500"/>
                </a:lnTo>
                <a:lnTo>
                  <a:pt x="80386" y="31500"/>
                </a:lnTo>
                <a:close/>
                <a:moveTo>
                  <a:pt x="80693" y="27307"/>
                </a:moveTo>
                <a:lnTo>
                  <a:pt x="80182" y="27409"/>
                </a:lnTo>
                <a:lnTo>
                  <a:pt x="78136" y="29864"/>
                </a:lnTo>
                <a:lnTo>
                  <a:pt x="77625" y="29966"/>
                </a:lnTo>
                <a:lnTo>
                  <a:pt x="77318" y="30170"/>
                </a:lnTo>
                <a:lnTo>
                  <a:pt x="77420" y="30068"/>
                </a:lnTo>
                <a:lnTo>
                  <a:pt x="77011" y="30273"/>
                </a:lnTo>
                <a:lnTo>
                  <a:pt x="77727" y="30273"/>
                </a:lnTo>
                <a:lnTo>
                  <a:pt x="76705" y="30989"/>
                </a:lnTo>
                <a:lnTo>
                  <a:pt x="79466" y="30989"/>
                </a:lnTo>
                <a:lnTo>
                  <a:pt x="79159" y="31295"/>
                </a:lnTo>
                <a:lnTo>
                  <a:pt x="80284" y="31193"/>
                </a:lnTo>
                <a:lnTo>
                  <a:pt x="79261" y="32011"/>
                </a:lnTo>
                <a:lnTo>
                  <a:pt x="80489" y="31295"/>
                </a:lnTo>
                <a:lnTo>
                  <a:pt x="80386" y="31500"/>
                </a:lnTo>
                <a:lnTo>
                  <a:pt x="80795" y="30989"/>
                </a:lnTo>
                <a:lnTo>
                  <a:pt x="81000" y="31398"/>
                </a:lnTo>
                <a:lnTo>
                  <a:pt x="80591" y="32011"/>
                </a:lnTo>
                <a:lnTo>
                  <a:pt x="81102" y="31705"/>
                </a:lnTo>
                <a:lnTo>
                  <a:pt x="81000" y="32216"/>
                </a:lnTo>
                <a:lnTo>
                  <a:pt x="81000" y="32216"/>
                </a:lnTo>
                <a:lnTo>
                  <a:pt x="81409" y="32114"/>
                </a:lnTo>
                <a:lnTo>
                  <a:pt x="81920" y="31091"/>
                </a:lnTo>
                <a:lnTo>
                  <a:pt x="81511" y="31398"/>
                </a:lnTo>
                <a:lnTo>
                  <a:pt x="81920" y="30682"/>
                </a:lnTo>
                <a:lnTo>
                  <a:pt x="81205" y="31193"/>
                </a:lnTo>
                <a:lnTo>
                  <a:pt x="81205" y="31193"/>
                </a:lnTo>
                <a:lnTo>
                  <a:pt x="81307" y="30784"/>
                </a:lnTo>
                <a:lnTo>
                  <a:pt x="81102" y="30784"/>
                </a:lnTo>
                <a:lnTo>
                  <a:pt x="81920" y="30170"/>
                </a:lnTo>
                <a:lnTo>
                  <a:pt x="81920" y="30170"/>
                </a:lnTo>
                <a:lnTo>
                  <a:pt x="81000" y="30477"/>
                </a:lnTo>
                <a:lnTo>
                  <a:pt x="81409" y="30170"/>
                </a:lnTo>
                <a:lnTo>
                  <a:pt x="81205" y="30068"/>
                </a:lnTo>
                <a:lnTo>
                  <a:pt x="81307" y="29966"/>
                </a:lnTo>
                <a:lnTo>
                  <a:pt x="81102" y="30068"/>
                </a:lnTo>
                <a:lnTo>
                  <a:pt x="81716" y="29557"/>
                </a:lnTo>
                <a:lnTo>
                  <a:pt x="81000" y="29455"/>
                </a:lnTo>
                <a:lnTo>
                  <a:pt x="81102" y="29250"/>
                </a:lnTo>
                <a:lnTo>
                  <a:pt x="80284" y="29761"/>
                </a:lnTo>
                <a:lnTo>
                  <a:pt x="80489" y="29250"/>
                </a:lnTo>
                <a:lnTo>
                  <a:pt x="80489" y="29250"/>
                </a:lnTo>
                <a:lnTo>
                  <a:pt x="80284" y="29455"/>
                </a:lnTo>
                <a:lnTo>
                  <a:pt x="80386" y="29352"/>
                </a:lnTo>
                <a:lnTo>
                  <a:pt x="79773" y="29352"/>
                </a:lnTo>
                <a:lnTo>
                  <a:pt x="79977" y="29148"/>
                </a:lnTo>
                <a:lnTo>
                  <a:pt x="79773" y="29250"/>
                </a:lnTo>
                <a:lnTo>
                  <a:pt x="80386" y="28841"/>
                </a:lnTo>
                <a:lnTo>
                  <a:pt x="79261" y="29250"/>
                </a:lnTo>
                <a:lnTo>
                  <a:pt x="80489" y="27716"/>
                </a:lnTo>
                <a:lnTo>
                  <a:pt x="80591" y="27511"/>
                </a:lnTo>
                <a:lnTo>
                  <a:pt x="80898" y="27307"/>
                </a:lnTo>
                <a:close/>
                <a:moveTo>
                  <a:pt x="239523" y="32216"/>
                </a:moveTo>
                <a:lnTo>
                  <a:pt x="240239" y="32830"/>
                </a:lnTo>
                <a:lnTo>
                  <a:pt x="239727" y="32318"/>
                </a:lnTo>
                <a:lnTo>
                  <a:pt x="239523" y="32216"/>
                </a:lnTo>
                <a:close/>
                <a:moveTo>
                  <a:pt x="232875" y="24443"/>
                </a:moveTo>
                <a:lnTo>
                  <a:pt x="232773" y="24648"/>
                </a:lnTo>
                <a:lnTo>
                  <a:pt x="233591" y="25159"/>
                </a:lnTo>
                <a:lnTo>
                  <a:pt x="233489" y="25261"/>
                </a:lnTo>
                <a:lnTo>
                  <a:pt x="233386" y="25364"/>
                </a:lnTo>
                <a:lnTo>
                  <a:pt x="234511" y="27102"/>
                </a:lnTo>
                <a:lnTo>
                  <a:pt x="239216" y="32932"/>
                </a:lnTo>
                <a:lnTo>
                  <a:pt x="239114" y="32114"/>
                </a:lnTo>
                <a:lnTo>
                  <a:pt x="239523" y="32216"/>
                </a:lnTo>
                <a:lnTo>
                  <a:pt x="239523" y="32216"/>
                </a:lnTo>
                <a:lnTo>
                  <a:pt x="238193" y="31091"/>
                </a:lnTo>
                <a:lnTo>
                  <a:pt x="237784" y="29557"/>
                </a:lnTo>
                <a:lnTo>
                  <a:pt x="239318" y="30170"/>
                </a:lnTo>
                <a:lnTo>
                  <a:pt x="232875" y="24443"/>
                </a:lnTo>
                <a:close/>
                <a:moveTo>
                  <a:pt x="244841" y="33341"/>
                </a:moveTo>
                <a:lnTo>
                  <a:pt x="244330" y="33443"/>
                </a:lnTo>
                <a:lnTo>
                  <a:pt x="244432" y="33648"/>
                </a:lnTo>
                <a:lnTo>
                  <a:pt x="244125" y="34364"/>
                </a:lnTo>
                <a:lnTo>
                  <a:pt x="244125" y="34466"/>
                </a:lnTo>
                <a:lnTo>
                  <a:pt x="244330" y="33955"/>
                </a:lnTo>
                <a:lnTo>
                  <a:pt x="245045" y="33545"/>
                </a:lnTo>
                <a:lnTo>
                  <a:pt x="244841" y="33341"/>
                </a:lnTo>
                <a:close/>
                <a:moveTo>
                  <a:pt x="243409" y="34466"/>
                </a:moveTo>
                <a:lnTo>
                  <a:pt x="243409" y="35080"/>
                </a:lnTo>
                <a:lnTo>
                  <a:pt x="243614" y="35284"/>
                </a:lnTo>
                <a:lnTo>
                  <a:pt x="243920" y="34466"/>
                </a:lnTo>
                <a:close/>
                <a:moveTo>
                  <a:pt x="54102" y="29864"/>
                </a:moveTo>
                <a:lnTo>
                  <a:pt x="56352" y="30886"/>
                </a:lnTo>
                <a:lnTo>
                  <a:pt x="56045" y="31193"/>
                </a:lnTo>
                <a:lnTo>
                  <a:pt x="56250" y="31602"/>
                </a:lnTo>
                <a:lnTo>
                  <a:pt x="56045" y="31807"/>
                </a:lnTo>
                <a:lnTo>
                  <a:pt x="56250" y="32011"/>
                </a:lnTo>
                <a:lnTo>
                  <a:pt x="56045" y="32114"/>
                </a:lnTo>
                <a:lnTo>
                  <a:pt x="56148" y="32114"/>
                </a:lnTo>
                <a:lnTo>
                  <a:pt x="55943" y="32318"/>
                </a:lnTo>
                <a:lnTo>
                  <a:pt x="58193" y="32727"/>
                </a:lnTo>
                <a:lnTo>
                  <a:pt x="58091" y="32830"/>
                </a:lnTo>
                <a:lnTo>
                  <a:pt x="58500" y="32830"/>
                </a:lnTo>
                <a:lnTo>
                  <a:pt x="58500" y="32932"/>
                </a:lnTo>
                <a:lnTo>
                  <a:pt x="58909" y="33239"/>
                </a:lnTo>
                <a:lnTo>
                  <a:pt x="59114" y="34057"/>
                </a:lnTo>
                <a:lnTo>
                  <a:pt x="59216" y="34057"/>
                </a:lnTo>
                <a:lnTo>
                  <a:pt x="59216" y="34159"/>
                </a:lnTo>
                <a:lnTo>
                  <a:pt x="59011" y="34057"/>
                </a:lnTo>
                <a:lnTo>
                  <a:pt x="58807" y="34364"/>
                </a:lnTo>
                <a:lnTo>
                  <a:pt x="58091" y="34261"/>
                </a:lnTo>
                <a:lnTo>
                  <a:pt x="57989" y="34159"/>
                </a:lnTo>
                <a:lnTo>
                  <a:pt x="58193" y="33955"/>
                </a:lnTo>
                <a:lnTo>
                  <a:pt x="58091" y="33955"/>
                </a:lnTo>
                <a:lnTo>
                  <a:pt x="58091" y="33648"/>
                </a:lnTo>
                <a:lnTo>
                  <a:pt x="57682" y="33648"/>
                </a:lnTo>
                <a:lnTo>
                  <a:pt x="56250" y="35898"/>
                </a:lnTo>
                <a:lnTo>
                  <a:pt x="56045" y="34875"/>
                </a:lnTo>
                <a:lnTo>
                  <a:pt x="55330" y="35182"/>
                </a:lnTo>
                <a:lnTo>
                  <a:pt x="55330" y="35182"/>
                </a:lnTo>
                <a:lnTo>
                  <a:pt x="56352" y="33750"/>
                </a:lnTo>
                <a:lnTo>
                  <a:pt x="56250" y="33443"/>
                </a:lnTo>
                <a:lnTo>
                  <a:pt x="55330" y="33136"/>
                </a:lnTo>
                <a:lnTo>
                  <a:pt x="54409" y="34159"/>
                </a:lnTo>
                <a:lnTo>
                  <a:pt x="54614" y="33648"/>
                </a:lnTo>
                <a:lnTo>
                  <a:pt x="52568" y="36818"/>
                </a:lnTo>
                <a:lnTo>
                  <a:pt x="51545" y="37125"/>
                </a:lnTo>
                <a:lnTo>
                  <a:pt x="52773" y="34364"/>
                </a:lnTo>
                <a:lnTo>
                  <a:pt x="52364" y="34364"/>
                </a:lnTo>
                <a:lnTo>
                  <a:pt x="53693" y="32932"/>
                </a:lnTo>
                <a:lnTo>
                  <a:pt x="53693" y="33136"/>
                </a:lnTo>
                <a:lnTo>
                  <a:pt x="54102" y="32932"/>
                </a:lnTo>
                <a:lnTo>
                  <a:pt x="53898" y="33239"/>
                </a:lnTo>
                <a:lnTo>
                  <a:pt x="53898" y="33239"/>
                </a:lnTo>
                <a:lnTo>
                  <a:pt x="55125" y="32727"/>
                </a:lnTo>
                <a:lnTo>
                  <a:pt x="55534" y="32932"/>
                </a:lnTo>
                <a:lnTo>
                  <a:pt x="55636" y="32830"/>
                </a:lnTo>
                <a:lnTo>
                  <a:pt x="56250" y="32830"/>
                </a:lnTo>
                <a:lnTo>
                  <a:pt x="55534" y="32318"/>
                </a:lnTo>
                <a:lnTo>
                  <a:pt x="55739" y="32114"/>
                </a:lnTo>
                <a:lnTo>
                  <a:pt x="53693" y="32318"/>
                </a:lnTo>
                <a:lnTo>
                  <a:pt x="53591" y="32011"/>
                </a:lnTo>
                <a:lnTo>
                  <a:pt x="52977" y="32011"/>
                </a:lnTo>
                <a:lnTo>
                  <a:pt x="52977" y="31602"/>
                </a:lnTo>
                <a:lnTo>
                  <a:pt x="50830" y="32216"/>
                </a:lnTo>
                <a:lnTo>
                  <a:pt x="50830" y="31909"/>
                </a:lnTo>
                <a:lnTo>
                  <a:pt x="50011" y="32011"/>
                </a:lnTo>
                <a:lnTo>
                  <a:pt x="53489" y="30273"/>
                </a:lnTo>
                <a:lnTo>
                  <a:pt x="53489" y="30273"/>
                </a:lnTo>
                <a:lnTo>
                  <a:pt x="53693" y="30068"/>
                </a:lnTo>
                <a:lnTo>
                  <a:pt x="53898" y="30068"/>
                </a:lnTo>
                <a:lnTo>
                  <a:pt x="53591" y="30375"/>
                </a:lnTo>
                <a:lnTo>
                  <a:pt x="54102" y="30068"/>
                </a:lnTo>
                <a:lnTo>
                  <a:pt x="54102" y="29864"/>
                </a:lnTo>
                <a:close/>
                <a:moveTo>
                  <a:pt x="131932" y="36000"/>
                </a:moveTo>
                <a:lnTo>
                  <a:pt x="131830" y="36205"/>
                </a:lnTo>
                <a:lnTo>
                  <a:pt x="131216" y="36511"/>
                </a:lnTo>
                <a:lnTo>
                  <a:pt x="131318" y="36614"/>
                </a:lnTo>
                <a:lnTo>
                  <a:pt x="131318" y="37023"/>
                </a:lnTo>
                <a:lnTo>
                  <a:pt x="131830" y="37432"/>
                </a:lnTo>
                <a:lnTo>
                  <a:pt x="131932" y="36000"/>
                </a:lnTo>
                <a:close/>
                <a:moveTo>
                  <a:pt x="239216" y="33443"/>
                </a:moveTo>
                <a:lnTo>
                  <a:pt x="240341" y="35693"/>
                </a:lnTo>
                <a:lnTo>
                  <a:pt x="239625" y="35591"/>
                </a:lnTo>
                <a:lnTo>
                  <a:pt x="239625" y="36205"/>
                </a:lnTo>
                <a:lnTo>
                  <a:pt x="240750" y="37432"/>
                </a:lnTo>
                <a:lnTo>
                  <a:pt x="240750" y="37125"/>
                </a:lnTo>
                <a:lnTo>
                  <a:pt x="241159" y="37125"/>
                </a:lnTo>
                <a:lnTo>
                  <a:pt x="240239" y="36614"/>
                </a:lnTo>
                <a:lnTo>
                  <a:pt x="240341" y="36307"/>
                </a:lnTo>
                <a:lnTo>
                  <a:pt x="240750" y="36511"/>
                </a:lnTo>
                <a:lnTo>
                  <a:pt x="241364" y="36409"/>
                </a:lnTo>
                <a:lnTo>
                  <a:pt x="242795" y="36920"/>
                </a:lnTo>
                <a:lnTo>
                  <a:pt x="242693" y="36409"/>
                </a:lnTo>
                <a:lnTo>
                  <a:pt x="244023" y="35489"/>
                </a:lnTo>
                <a:lnTo>
                  <a:pt x="243716" y="35591"/>
                </a:lnTo>
                <a:lnTo>
                  <a:pt x="243205" y="35284"/>
                </a:lnTo>
                <a:lnTo>
                  <a:pt x="242898" y="34568"/>
                </a:lnTo>
                <a:lnTo>
                  <a:pt x="242284" y="34875"/>
                </a:lnTo>
                <a:lnTo>
                  <a:pt x="239216" y="33443"/>
                </a:lnTo>
                <a:close/>
                <a:moveTo>
                  <a:pt x="143693" y="38659"/>
                </a:moveTo>
                <a:lnTo>
                  <a:pt x="144000" y="38864"/>
                </a:lnTo>
                <a:lnTo>
                  <a:pt x="143740" y="38678"/>
                </a:lnTo>
                <a:lnTo>
                  <a:pt x="143740" y="38678"/>
                </a:lnTo>
                <a:lnTo>
                  <a:pt x="143693" y="38659"/>
                </a:lnTo>
                <a:close/>
                <a:moveTo>
                  <a:pt x="155250" y="31602"/>
                </a:moveTo>
                <a:lnTo>
                  <a:pt x="155148" y="31705"/>
                </a:lnTo>
                <a:lnTo>
                  <a:pt x="155659" y="31705"/>
                </a:lnTo>
                <a:lnTo>
                  <a:pt x="155148" y="32011"/>
                </a:lnTo>
                <a:lnTo>
                  <a:pt x="155148" y="32216"/>
                </a:lnTo>
                <a:lnTo>
                  <a:pt x="154636" y="32216"/>
                </a:lnTo>
                <a:lnTo>
                  <a:pt x="155250" y="32727"/>
                </a:lnTo>
                <a:lnTo>
                  <a:pt x="154943" y="32932"/>
                </a:lnTo>
                <a:lnTo>
                  <a:pt x="154739" y="33341"/>
                </a:lnTo>
                <a:lnTo>
                  <a:pt x="154023" y="33443"/>
                </a:lnTo>
                <a:lnTo>
                  <a:pt x="154125" y="33545"/>
                </a:lnTo>
                <a:lnTo>
                  <a:pt x="153920" y="33648"/>
                </a:lnTo>
                <a:lnTo>
                  <a:pt x="158318" y="36205"/>
                </a:lnTo>
                <a:lnTo>
                  <a:pt x="158318" y="37636"/>
                </a:lnTo>
                <a:lnTo>
                  <a:pt x="148398" y="37636"/>
                </a:lnTo>
                <a:lnTo>
                  <a:pt x="149011" y="38148"/>
                </a:lnTo>
                <a:lnTo>
                  <a:pt x="148193" y="38352"/>
                </a:lnTo>
                <a:lnTo>
                  <a:pt x="148398" y="38455"/>
                </a:lnTo>
                <a:lnTo>
                  <a:pt x="147477" y="38557"/>
                </a:lnTo>
                <a:lnTo>
                  <a:pt x="147273" y="38455"/>
                </a:lnTo>
                <a:lnTo>
                  <a:pt x="147273" y="38455"/>
                </a:lnTo>
                <a:lnTo>
                  <a:pt x="147375" y="38557"/>
                </a:lnTo>
                <a:lnTo>
                  <a:pt x="146761" y="38455"/>
                </a:lnTo>
                <a:lnTo>
                  <a:pt x="146045" y="38864"/>
                </a:lnTo>
                <a:lnTo>
                  <a:pt x="146045" y="38864"/>
                </a:lnTo>
                <a:lnTo>
                  <a:pt x="147580" y="37841"/>
                </a:lnTo>
                <a:lnTo>
                  <a:pt x="148091" y="37943"/>
                </a:lnTo>
                <a:lnTo>
                  <a:pt x="148091" y="37943"/>
                </a:lnTo>
                <a:lnTo>
                  <a:pt x="146864" y="36409"/>
                </a:lnTo>
                <a:lnTo>
                  <a:pt x="147682" y="34364"/>
                </a:lnTo>
                <a:lnTo>
                  <a:pt x="147886" y="33955"/>
                </a:lnTo>
                <a:lnTo>
                  <a:pt x="147886" y="34159"/>
                </a:lnTo>
                <a:lnTo>
                  <a:pt x="148295" y="33545"/>
                </a:lnTo>
                <a:lnTo>
                  <a:pt x="148193" y="33239"/>
                </a:lnTo>
                <a:lnTo>
                  <a:pt x="149523" y="32011"/>
                </a:lnTo>
                <a:lnTo>
                  <a:pt x="149830" y="32114"/>
                </a:lnTo>
                <a:lnTo>
                  <a:pt x="149625" y="31602"/>
                </a:lnTo>
                <a:lnTo>
                  <a:pt x="150443" y="32216"/>
                </a:lnTo>
                <a:lnTo>
                  <a:pt x="149625" y="32318"/>
                </a:lnTo>
                <a:lnTo>
                  <a:pt x="150341" y="32727"/>
                </a:lnTo>
                <a:lnTo>
                  <a:pt x="151159" y="32727"/>
                </a:lnTo>
                <a:lnTo>
                  <a:pt x="151261" y="33034"/>
                </a:lnTo>
                <a:lnTo>
                  <a:pt x="150545" y="33443"/>
                </a:lnTo>
                <a:lnTo>
                  <a:pt x="151466" y="33852"/>
                </a:lnTo>
                <a:lnTo>
                  <a:pt x="151466" y="34364"/>
                </a:lnTo>
                <a:lnTo>
                  <a:pt x="152080" y="34364"/>
                </a:lnTo>
                <a:lnTo>
                  <a:pt x="153102" y="33750"/>
                </a:lnTo>
                <a:lnTo>
                  <a:pt x="153614" y="33852"/>
                </a:lnTo>
                <a:lnTo>
                  <a:pt x="153818" y="33443"/>
                </a:lnTo>
                <a:lnTo>
                  <a:pt x="152795" y="33443"/>
                </a:lnTo>
                <a:lnTo>
                  <a:pt x="152386" y="32830"/>
                </a:lnTo>
                <a:lnTo>
                  <a:pt x="152591" y="32420"/>
                </a:lnTo>
                <a:lnTo>
                  <a:pt x="152489" y="32727"/>
                </a:lnTo>
                <a:lnTo>
                  <a:pt x="152489" y="32727"/>
                </a:lnTo>
                <a:lnTo>
                  <a:pt x="155250" y="31602"/>
                </a:lnTo>
                <a:close/>
                <a:moveTo>
                  <a:pt x="144000" y="38864"/>
                </a:moveTo>
                <a:lnTo>
                  <a:pt x="144000" y="38864"/>
                </a:lnTo>
                <a:lnTo>
                  <a:pt x="144000" y="38864"/>
                </a:lnTo>
                <a:close/>
                <a:moveTo>
                  <a:pt x="144000" y="38864"/>
                </a:moveTo>
                <a:lnTo>
                  <a:pt x="144000" y="38864"/>
                </a:lnTo>
                <a:lnTo>
                  <a:pt x="144000" y="38864"/>
                </a:lnTo>
                <a:close/>
                <a:moveTo>
                  <a:pt x="131011" y="37943"/>
                </a:moveTo>
                <a:lnTo>
                  <a:pt x="131011" y="38250"/>
                </a:lnTo>
                <a:lnTo>
                  <a:pt x="131216" y="39580"/>
                </a:lnTo>
                <a:lnTo>
                  <a:pt x="132136" y="39682"/>
                </a:lnTo>
                <a:lnTo>
                  <a:pt x="132136" y="37943"/>
                </a:lnTo>
                <a:close/>
                <a:moveTo>
                  <a:pt x="165580" y="31807"/>
                </a:moveTo>
                <a:lnTo>
                  <a:pt x="166091" y="32011"/>
                </a:lnTo>
                <a:lnTo>
                  <a:pt x="166295" y="31909"/>
                </a:lnTo>
                <a:lnTo>
                  <a:pt x="166705" y="31909"/>
                </a:lnTo>
                <a:lnTo>
                  <a:pt x="167420" y="33545"/>
                </a:lnTo>
                <a:lnTo>
                  <a:pt x="165886" y="33545"/>
                </a:lnTo>
                <a:lnTo>
                  <a:pt x="166193" y="34364"/>
                </a:lnTo>
                <a:lnTo>
                  <a:pt x="165273" y="34568"/>
                </a:lnTo>
                <a:lnTo>
                  <a:pt x="165682" y="34670"/>
                </a:lnTo>
                <a:lnTo>
                  <a:pt x="166398" y="35693"/>
                </a:lnTo>
                <a:lnTo>
                  <a:pt x="166705" y="35795"/>
                </a:lnTo>
                <a:lnTo>
                  <a:pt x="166909" y="36000"/>
                </a:lnTo>
                <a:lnTo>
                  <a:pt x="167420" y="36102"/>
                </a:lnTo>
                <a:lnTo>
                  <a:pt x="168136" y="37739"/>
                </a:lnTo>
                <a:lnTo>
                  <a:pt x="168136" y="36818"/>
                </a:lnTo>
                <a:lnTo>
                  <a:pt x="169670" y="37841"/>
                </a:lnTo>
                <a:lnTo>
                  <a:pt x="169466" y="38250"/>
                </a:lnTo>
                <a:lnTo>
                  <a:pt x="168239" y="37841"/>
                </a:lnTo>
                <a:lnTo>
                  <a:pt x="168648" y="39068"/>
                </a:lnTo>
                <a:lnTo>
                  <a:pt x="168955" y="38864"/>
                </a:lnTo>
                <a:lnTo>
                  <a:pt x="169159" y="39273"/>
                </a:lnTo>
                <a:lnTo>
                  <a:pt x="168852" y="39273"/>
                </a:lnTo>
                <a:lnTo>
                  <a:pt x="168852" y="39580"/>
                </a:lnTo>
                <a:lnTo>
                  <a:pt x="169261" y="39682"/>
                </a:lnTo>
                <a:lnTo>
                  <a:pt x="169773" y="42034"/>
                </a:lnTo>
                <a:lnTo>
                  <a:pt x="169977" y="42034"/>
                </a:lnTo>
                <a:lnTo>
                  <a:pt x="169773" y="42136"/>
                </a:lnTo>
                <a:lnTo>
                  <a:pt x="169773" y="42034"/>
                </a:lnTo>
                <a:lnTo>
                  <a:pt x="167420" y="42136"/>
                </a:lnTo>
                <a:lnTo>
                  <a:pt x="165580" y="41114"/>
                </a:lnTo>
                <a:lnTo>
                  <a:pt x="165375" y="39682"/>
                </a:lnTo>
                <a:lnTo>
                  <a:pt x="165375" y="39682"/>
                </a:lnTo>
                <a:lnTo>
                  <a:pt x="165477" y="39886"/>
                </a:lnTo>
                <a:lnTo>
                  <a:pt x="166295" y="38659"/>
                </a:lnTo>
                <a:lnTo>
                  <a:pt x="163227" y="35693"/>
                </a:lnTo>
                <a:lnTo>
                  <a:pt x="163227" y="35080"/>
                </a:lnTo>
                <a:lnTo>
                  <a:pt x="163125" y="35386"/>
                </a:lnTo>
                <a:lnTo>
                  <a:pt x="162307" y="34261"/>
                </a:lnTo>
                <a:lnTo>
                  <a:pt x="162409" y="34057"/>
                </a:lnTo>
                <a:lnTo>
                  <a:pt x="162511" y="34057"/>
                </a:lnTo>
                <a:lnTo>
                  <a:pt x="162614" y="33136"/>
                </a:lnTo>
                <a:lnTo>
                  <a:pt x="162818" y="33239"/>
                </a:lnTo>
                <a:lnTo>
                  <a:pt x="163636" y="32932"/>
                </a:lnTo>
                <a:lnTo>
                  <a:pt x="163534" y="32727"/>
                </a:lnTo>
                <a:lnTo>
                  <a:pt x="163943" y="32523"/>
                </a:lnTo>
                <a:lnTo>
                  <a:pt x="164045" y="32420"/>
                </a:lnTo>
                <a:lnTo>
                  <a:pt x="163943" y="32318"/>
                </a:lnTo>
                <a:lnTo>
                  <a:pt x="165580" y="31807"/>
                </a:lnTo>
                <a:close/>
                <a:moveTo>
                  <a:pt x="137352" y="40602"/>
                </a:moveTo>
                <a:lnTo>
                  <a:pt x="135511" y="40807"/>
                </a:lnTo>
                <a:lnTo>
                  <a:pt x="134898" y="40705"/>
                </a:lnTo>
                <a:lnTo>
                  <a:pt x="137045" y="42239"/>
                </a:lnTo>
                <a:lnTo>
                  <a:pt x="137148" y="41932"/>
                </a:lnTo>
                <a:lnTo>
                  <a:pt x="137045" y="41625"/>
                </a:lnTo>
                <a:lnTo>
                  <a:pt x="137352" y="40602"/>
                </a:lnTo>
                <a:close/>
                <a:moveTo>
                  <a:pt x="146659" y="43670"/>
                </a:moveTo>
                <a:lnTo>
                  <a:pt x="146148" y="43875"/>
                </a:lnTo>
                <a:lnTo>
                  <a:pt x="146250" y="43875"/>
                </a:lnTo>
                <a:lnTo>
                  <a:pt x="146659" y="43670"/>
                </a:lnTo>
                <a:close/>
                <a:moveTo>
                  <a:pt x="144409" y="43364"/>
                </a:moveTo>
                <a:lnTo>
                  <a:pt x="144307" y="43466"/>
                </a:lnTo>
                <a:lnTo>
                  <a:pt x="144307" y="43773"/>
                </a:lnTo>
                <a:lnTo>
                  <a:pt x="145330" y="44080"/>
                </a:lnTo>
                <a:lnTo>
                  <a:pt x="146148" y="43875"/>
                </a:lnTo>
                <a:lnTo>
                  <a:pt x="146045" y="43670"/>
                </a:lnTo>
                <a:lnTo>
                  <a:pt x="144716" y="43568"/>
                </a:lnTo>
                <a:lnTo>
                  <a:pt x="144818" y="43466"/>
                </a:lnTo>
                <a:lnTo>
                  <a:pt x="144409" y="43364"/>
                </a:lnTo>
                <a:close/>
                <a:moveTo>
                  <a:pt x="153614" y="43364"/>
                </a:moveTo>
                <a:lnTo>
                  <a:pt x="151773" y="43977"/>
                </a:lnTo>
                <a:lnTo>
                  <a:pt x="152489" y="44489"/>
                </a:lnTo>
                <a:lnTo>
                  <a:pt x="153307" y="44080"/>
                </a:lnTo>
                <a:lnTo>
                  <a:pt x="153614" y="43466"/>
                </a:lnTo>
                <a:lnTo>
                  <a:pt x="153614" y="43364"/>
                </a:lnTo>
                <a:close/>
                <a:moveTo>
                  <a:pt x="241568" y="37534"/>
                </a:moveTo>
                <a:lnTo>
                  <a:pt x="241261" y="37636"/>
                </a:lnTo>
                <a:lnTo>
                  <a:pt x="241670" y="37739"/>
                </a:lnTo>
                <a:lnTo>
                  <a:pt x="241466" y="38045"/>
                </a:lnTo>
                <a:lnTo>
                  <a:pt x="240955" y="37636"/>
                </a:lnTo>
                <a:lnTo>
                  <a:pt x="241057" y="37943"/>
                </a:lnTo>
                <a:lnTo>
                  <a:pt x="240955" y="38148"/>
                </a:lnTo>
                <a:lnTo>
                  <a:pt x="241261" y="38864"/>
                </a:lnTo>
                <a:lnTo>
                  <a:pt x="241159" y="38864"/>
                </a:lnTo>
                <a:lnTo>
                  <a:pt x="241875" y="40807"/>
                </a:lnTo>
                <a:lnTo>
                  <a:pt x="241670" y="41114"/>
                </a:lnTo>
                <a:lnTo>
                  <a:pt x="241466" y="41727"/>
                </a:lnTo>
                <a:lnTo>
                  <a:pt x="240955" y="42136"/>
                </a:lnTo>
                <a:lnTo>
                  <a:pt x="240443" y="41932"/>
                </a:lnTo>
                <a:lnTo>
                  <a:pt x="240545" y="41420"/>
                </a:lnTo>
                <a:lnTo>
                  <a:pt x="240545" y="41420"/>
                </a:lnTo>
                <a:lnTo>
                  <a:pt x="240136" y="41727"/>
                </a:lnTo>
                <a:lnTo>
                  <a:pt x="240341" y="43261"/>
                </a:lnTo>
                <a:lnTo>
                  <a:pt x="239727" y="43466"/>
                </a:lnTo>
                <a:lnTo>
                  <a:pt x="239420" y="43364"/>
                </a:lnTo>
                <a:lnTo>
                  <a:pt x="237477" y="43977"/>
                </a:lnTo>
                <a:lnTo>
                  <a:pt x="236761" y="45102"/>
                </a:lnTo>
                <a:lnTo>
                  <a:pt x="237886" y="45205"/>
                </a:lnTo>
                <a:lnTo>
                  <a:pt x="237784" y="44795"/>
                </a:lnTo>
                <a:lnTo>
                  <a:pt x="240341" y="44489"/>
                </a:lnTo>
                <a:lnTo>
                  <a:pt x="240239" y="44795"/>
                </a:lnTo>
                <a:lnTo>
                  <a:pt x="240955" y="45614"/>
                </a:lnTo>
                <a:lnTo>
                  <a:pt x="241670" y="44795"/>
                </a:lnTo>
                <a:lnTo>
                  <a:pt x="241261" y="44080"/>
                </a:lnTo>
                <a:lnTo>
                  <a:pt x="241568" y="44386"/>
                </a:lnTo>
                <a:lnTo>
                  <a:pt x="241568" y="44182"/>
                </a:lnTo>
                <a:lnTo>
                  <a:pt x="241670" y="44489"/>
                </a:lnTo>
                <a:lnTo>
                  <a:pt x="242693" y="44489"/>
                </a:lnTo>
                <a:lnTo>
                  <a:pt x="243102" y="43977"/>
                </a:lnTo>
                <a:lnTo>
                  <a:pt x="243307" y="43977"/>
                </a:lnTo>
                <a:lnTo>
                  <a:pt x="243409" y="43773"/>
                </a:lnTo>
                <a:lnTo>
                  <a:pt x="243614" y="43773"/>
                </a:lnTo>
                <a:lnTo>
                  <a:pt x="243511" y="43364"/>
                </a:lnTo>
                <a:lnTo>
                  <a:pt x="243818" y="43466"/>
                </a:lnTo>
                <a:lnTo>
                  <a:pt x="243818" y="43773"/>
                </a:lnTo>
                <a:lnTo>
                  <a:pt x="244023" y="44182"/>
                </a:lnTo>
                <a:lnTo>
                  <a:pt x="244432" y="43261"/>
                </a:lnTo>
                <a:lnTo>
                  <a:pt x="244023" y="42852"/>
                </a:lnTo>
                <a:lnTo>
                  <a:pt x="243205" y="40602"/>
                </a:lnTo>
                <a:lnTo>
                  <a:pt x="243511" y="40500"/>
                </a:lnTo>
                <a:lnTo>
                  <a:pt x="243409" y="39886"/>
                </a:lnTo>
                <a:lnTo>
                  <a:pt x="243409" y="39784"/>
                </a:lnTo>
                <a:lnTo>
                  <a:pt x="241568" y="37534"/>
                </a:lnTo>
                <a:close/>
                <a:moveTo>
                  <a:pt x="238909" y="44795"/>
                </a:moveTo>
                <a:lnTo>
                  <a:pt x="238807" y="45102"/>
                </a:lnTo>
                <a:lnTo>
                  <a:pt x="238398" y="45000"/>
                </a:lnTo>
                <a:lnTo>
                  <a:pt x="238295" y="45307"/>
                </a:lnTo>
                <a:lnTo>
                  <a:pt x="237989" y="45716"/>
                </a:lnTo>
                <a:lnTo>
                  <a:pt x="238398" y="45920"/>
                </a:lnTo>
                <a:lnTo>
                  <a:pt x="238705" y="46330"/>
                </a:lnTo>
                <a:lnTo>
                  <a:pt x="239523" y="45614"/>
                </a:lnTo>
                <a:lnTo>
                  <a:pt x="239830" y="45818"/>
                </a:lnTo>
                <a:lnTo>
                  <a:pt x="240034" y="45307"/>
                </a:lnTo>
                <a:lnTo>
                  <a:pt x="239625" y="44795"/>
                </a:lnTo>
                <a:close/>
                <a:moveTo>
                  <a:pt x="151875" y="47659"/>
                </a:moveTo>
                <a:lnTo>
                  <a:pt x="151773" y="47761"/>
                </a:lnTo>
                <a:lnTo>
                  <a:pt x="152080" y="47864"/>
                </a:lnTo>
                <a:lnTo>
                  <a:pt x="151875" y="47659"/>
                </a:lnTo>
                <a:close/>
                <a:moveTo>
                  <a:pt x="236455" y="45307"/>
                </a:moveTo>
                <a:lnTo>
                  <a:pt x="236045" y="45614"/>
                </a:lnTo>
                <a:lnTo>
                  <a:pt x="236045" y="45818"/>
                </a:lnTo>
                <a:lnTo>
                  <a:pt x="235943" y="45716"/>
                </a:lnTo>
                <a:lnTo>
                  <a:pt x="236352" y="46227"/>
                </a:lnTo>
                <a:lnTo>
                  <a:pt x="236045" y="46023"/>
                </a:lnTo>
                <a:lnTo>
                  <a:pt x="236352" y="46534"/>
                </a:lnTo>
                <a:lnTo>
                  <a:pt x="236659" y="46227"/>
                </a:lnTo>
                <a:lnTo>
                  <a:pt x="236455" y="46023"/>
                </a:lnTo>
                <a:lnTo>
                  <a:pt x="236659" y="46125"/>
                </a:lnTo>
                <a:lnTo>
                  <a:pt x="236966" y="46534"/>
                </a:lnTo>
                <a:lnTo>
                  <a:pt x="237068" y="47761"/>
                </a:lnTo>
                <a:lnTo>
                  <a:pt x="237580" y="47966"/>
                </a:lnTo>
                <a:lnTo>
                  <a:pt x="237580" y="47455"/>
                </a:lnTo>
                <a:lnTo>
                  <a:pt x="237784" y="48170"/>
                </a:lnTo>
                <a:lnTo>
                  <a:pt x="237886" y="47966"/>
                </a:lnTo>
                <a:lnTo>
                  <a:pt x="237886" y="47761"/>
                </a:lnTo>
                <a:lnTo>
                  <a:pt x="238193" y="47761"/>
                </a:lnTo>
                <a:lnTo>
                  <a:pt x="237886" y="45818"/>
                </a:lnTo>
                <a:lnTo>
                  <a:pt x="237580" y="45818"/>
                </a:lnTo>
                <a:lnTo>
                  <a:pt x="237477" y="45409"/>
                </a:lnTo>
                <a:lnTo>
                  <a:pt x="237273" y="45511"/>
                </a:lnTo>
                <a:lnTo>
                  <a:pt x="236864" y="45307"/>
                </a:lnTo>
                <a:close/>
                <a:moveTo>
                  <a:pt x="49602" y="49398"/>
                </a:moveTo>
                <a:lnTo>
                  <a:pt x="49705" y="49500"/>
                </a:lnTo>
                <a:lnTo>
                  <a:pt x="49655" y="49401"/>
                </a:lnTo>
                <a:lnTo>
                  <a:pt x="49655" y="49401"/>
                </a:lnTo>
                <a:lnTo>
                  <a:pt x="49602" y="49398"/>
                </a:lnTo>
                <a:close/>
                <a:moveTo>
                  <a:pt x="53489" y="53386"/>
                </a:moveTo>
                <a:lnTo>
                  <a:pt x="53485" y="53390"/>
                </a:lnTo>
                <a:lnTo>
                  <a:pt x="53485" y="53390"/>
                </a:lnTo>
                <a:lnTo>
                  <a:pt x="53489" y="53489"/>
                </a:lnTo>
                <a:lnTo>
                  <a:pt x="53489" y="53386"/>
                </a:lnTo>
                <a:close/>
                <a:moveTo>
                  <a:pt x="231648" y="54102"/>
                </a:moveTo>
                <a:lnTo>
                  <a:pt x="231239" y="54205"/>
                </a:lnTo>
                <a:lnTo>
                  <a:pt x="230625" y="55739"/>
                </a:lnTo>
                <a:lnTo>
                  <a:pt x="231648" y="57477"/>
                </a:lnTo>
                <a:lnTo>
                  <a:pt x="231852" y="54511"/>
                </a:lnTo>
                <a:lnTo>
                  <a:pt x="231648" y="54102"/>
                </a:lnTo>
                <a:close/>
                <a:moveTo>
                  <a:pt x="46432" y="57886"/>
                </a:moveTo>
                <a:lnTo>
                  <a:pt x="46432" y="57989"/>
                </a:lnTo>
                <a:lnTo>
                  <a:pt x="46636" y="57886"/>
                </a:lnTo>
                <a:close/>
                <a:moveTo>
                  <a:pt x="176216" y="59114"/>
                </a:moveTo>
                <a:lnTo>
                  <a:pt x="176216" y="59114"/>
                </a:lnTo>
                <a:lnTo>
                  <a:pt x="176216" y="59114"/>
                </a:lnTo>
                <a:close/>
                <a:moveTo>
                  <a:pt x="52057" y="56250"/>
                </a:moveTo>
                <a:lnTo>
                  <a:pt x="49193" y="57170"/>
                </a:lnTo>
                <a:lnTo>
                  <a:pt x="49091" y="57375"/>
                </a:lnTo>
                <a:lnTo>
                  <a:pt x="48682" y="57580"/>
                </a:lnTo>
                <a:lnTo>
                  <a:pt x="48989" y="57477"/>
                </a:lnTo>
                <a:lnTo>
                  <a:pt x="48989" y="57682"/>
                </a:lnTo>
                <a:lnTo>
                  <a:pt x="51443" y="56761"/>
                </a:lnTo>
                <a:lnTo>
                  <a:pt x="51443" y="56761"/>
                </a:lnTo>
                <a:lnTo>
                  <a:pt x="51239" y="56966"/>
                </a:lnTo>
                <a:lnTo>
                  <a:pt x="54205" y="57886"/>
                </a:lnTo>
                <a:lnTo>
                  <a:pt x="54307" y="58500"/>
                </a:lnTo>
                <a:lnTo>
                  <a:pt x="55330" y="58807"/>
                </a:lnTo>
                <a:lnTo>
                  <a:pt x="54818" y="59625"/>
                </a:lnTo>
                <a:lnTo>
                  <a:pt x="54818" y="59625"/>
                </a:lnTo>
                <a:lnTo>
                  <a:pt x="57068" y="59420"/>
                </a:lnTo>
                <a:lnTo>
                  <a:pt x="57170" y="59523"/>
                </a:lnTo>
                <a:lnTo>
                  <a:pt x="57886" y="59420"/>
                </a:lnTo>
                <a:lnTo>
                  <a:pt x="57886" y="59114"/>
                </a:lnTo>
                <a:lnTo>
                  <a:pt x="55739" y="58091"/>
                </a:lnTo>
                <a:lnTo>
                  <a:pt x="55534" y="57886"/>
                </a:lnTo>
                <a:lnTo>
                  <a:pt x="55330" y="57784"/>
                </a:lnTo>
                <a:lnTo>
                  <a:pt x="55534" y="57784"/>
                </a:lnTo>
                <a:lnTo>
                  <a:pt x="55125" y="57580"/>
                </a:lnTo>
                <a:lnTo>
                  <a:pt x="55227" y="57682"/>
                </a:lnTo>
                <a:lnTo>
                  <a:pt x="52057" y="56250"/>
                </a:lnTo>
                <a:close/>
                <a:moveTo>
                  <a:pt x="207307" y="59625"/>
                </a:moveTo>
                <a:lnTo>
                  <a:pt x="207307" y="59625"/>
                </a:lnTo>
                <a:lnTo>
                  <a:pt x="207307" y="59625"/>
                </a:lnTo>
                <a:close/>
                <a:moveTo>
                  <a:pt x="222648" y="59420"/>
                </a:moveTo>
                <a:lnTo>
                  <a:pt x="222648" y="59523"/>
                </a:lnTo>
                <a:lnTo>
                  <a:pt x="221625" y="59727"/>
                </a:lnTo>
                <a:lnTo>
                  <a:pt x="221727" y="59727"/>
                </a:lnTo>
                <a:lnTo>
                  <a:pt x="221216" y="60341"/>
                </a:lnTo>
                <a:lnTo>
                  <a:pt x="221727" y="61159"/>
                </a:lnTo>
                <a:lnTo>
                  <a:pt x="222750" y="60852"/>
                </a:lnTo>
                <a:lnTo>
                  <a:pt x="223159" y="59932"/>
                </a:lnTo>
                <a:lnTo>
                  <a:pt x="222648" y="59420"/>
                </a:lnTo>
                <a:close/>
                <a:moveTo>
                  <a:pt x="54511" y="60955"/>
                </a:moveTo>
                <a:lnTo>
                  <a:pt x="54205" y="61057"/>
                </a:lnTo>
                <a:lnTo>
                  <a:pt x="54614" y="61670"/>
                </a:lnTo>
                <a:lnTo>
                  <a:pt x="55023" y="61773"/>
                </a:lnTo>
                <a:lnTo>
                  <a:pt x="55534" y="61568"/>
                </a:lnTo>
                <a:lnTo>
                  <a:pt x="55943" y="61568"/>
                </a:lnTo>
                <a:lnTo>
                  <a:pt x="54511" y="60955"/>
                </a:lnTo>
                <a:close/>
                <a:moveTo>
                  <a:pt x="58602" y="59727"/>
                </a:moveTo>
                <a:lnTo>
                  <a:pt x="59114" y="60034"/>
                </a:lnTo>
                <a:lnTo>
                  <a:pt x="59114" y="60443"/>
                </a:lnTo>
                <a:lnTo>
                  <a:pt x="59420" y="60955"/>
                </a:lnTo>
                <a:lnTo>
                  <a:pt x="59114" y="61057"/>
                </a:lnTo>
                <a:lnTo>
                  <a:pt x="57784" y="60852"/>
                </a:lnTo>
                <a:lnTo>
                  <a:pt x="57580" y="61159"/>
                </a:lnTo>
                <a:lnTo>
                  <a:pt x="57989" y="61466"/>
                </a:lnTo>
                <a:lnTo>
                  <a:pt x="59420" y="61261"/>
                </a:lnTo>
                <a:lnTo>
                  <a:pt x="59932" y="61568"/>
                </a:lnTo>
                <a:lnTo>
                  <a:pt x="60239" y="61875"/>
                </a:lnTo>
                <a:lnTo>
                  <a:pt x="60545" y="61261"/>
                </a:lnTo>
                <a:lnTo>
                  <a:pt x="62693" y="61261"/>
                </a:lnTo>
                <a:lnTo>
                  <a:pt x="63000" y="60750"/>
                </a:lnTo>
                <a:lnTo>
                  <a:pt x="61977" y="60341"/>
                </a:lnTo>
                <a:lnTo>
                  <a:pt x="62284" y="60239"/>
                </a:lnTo>
                <a:lnTo>
                  <a:pt x="58602" y="59727"/>
                </a:lnTo>
                <a:close/>
                <a:moveTo>
                  <a:pt x="208739" y="63614"/>
                </a:moveTo>
                <a:lnTo>
                  <a:pt x="208739" y="63614"/>
                </a:lnTo>
                <a:lnTo>
                  <a:pt x="208739" y="63614"/>
                </a:lnTo>
                <a:close/>
                <a:moveTo>
                  <a:pt x="48989" y="64227"/>
                </a:moveTo>
                <a:lnTo>
                  <a:pt x="48989" y="64330"/>
                </a:lnTo>
                <a:lnTo>
                  <a:pt x="49091" y="64432"/>
                </a:lnTo>
                <a:lnTo>
                  <a:pt x="49091" y="64432"/>
                </a:lnTo>
                <a:lnTo>
                  <a:pt x="48989" y="64227"/>
                </a:lnTo>
                <a:close/>
                <a:moveTo>
                  <a:pt x="44182" y="66375"/>
                </a:moveTo>
                <a:lnTo>
                  <a:pt x="44386" y="66477"/>
                </a:lnTo>
                <a:lnTo>
                  <a:pt x="44386" y="66477"/>
                </a:lnTo>
                <a:lnTo>
                  <a:pt x="44284" y="66375"/>
                </a:lnTo>
                <a:close/>
                <a:moveTo>
                  <a:pt x="232261" y="60955"/>
                </a:moveTo>
                <a:lnTo>
                  <a:pt x="231955" y="61670"/>
                </a:lnTo>
                <a:lnTo>
                  <a:pt x="232159" y="63511"/>
                </a:lnTo>
                <a:lnTo>
                  <a:pt x="231648" y="63307"/>
                </a:lnTo>
                <a:lnTo>
                  <a:pt x="232364" y="64943"/>
                </a:lnTo>
                <a:lnTo>
                  <a:pt x="232568" y="64739"/>
                </a:lnTo>
                <a:lnTo>
                  <a:pt x="232977" y="65148"/>
                </a:lnTo>
                <a:lnTo>
                  <a:pt x="232773" y="65864"/>
                </a:lnTo>
                <a:lnTo>
                  <a:pt x="233591" y="65966"/>
                </a:lnTo>
                <a:lnTo>
                  <a:pt x="233795" y="65659"/>
                </a:lnTo>
                <a:lnTo>
                  <a:pt x="234716" y="66375"/>
                </a:lnTo>
                <a:lnTo>
                  <a:pt x="234409" y="65761"/>
                </a:lnTo>
                <a:lnTo>
                  <a:pt x="236045" y="67091"/>
                </a:lnTo>
                <a:lnTo>
                  <a:pt x="235432" y="65966"/>
                </a:lnTo>
                <a:lnTo>
                  <a:pt x="235739" y="65864"/>
                </a:lnTo>
                <a:lnTo>
                  <a:pt x="235125" y="65659"/>
                </a:lnTo>
                <a:lnTo>
                  <a:pt x="235125" y="65864"/>
                </a:lnTo>
                <a:lnTo>
                  <a:pt x="234511" y="65352"/>
                </a:lnTo>
                <a:lnTo>
                  <a:pt x="234205" y="65455"/>
                </a:lnTo>
                <a:lnTo>
                  <a:pt x="234307" y="65659"/>
                </a:lnTo>
                <a:lnTo>
                  <a:pt x="233284" y="64330"/>
                </a:lnTo>
                <a:lnTo>
                  <a:pt x="233489" y="63511"/>
                </a:lnTo>
                <a:lnTo>
                  <a:pt x="233795" y="63205"/>
                </a:lnTo>
                <a:lnTo>
                  <a:pt x="233591" y="61159"/>
                </a:lnTo>
                <a:lnTo>
                  <a:pt x="233284" y="61261"/>
                </a:lnTo>
                <a:lnTo>
                  <a:pt x="232261" y="60955"/>
                </a:lnTo>
                <a:close/>
                <a:moveTo>
                  <a:pt x="236045" y="67091"/>
                </a:moveTo>
                <a:lnTo>
                  <a:pt x="236045" y="67091"/>
                </a:lnTo>
                <a:lnTo>
                  <a:pt x="236045" y="67091"/>
                </a:lnTo>
                <a:close/>
                <a:moveTo>
                  <a:pt x="232670" y="66170"/>
                </a:moveTo>
                <a:lnTo>
                  <a:pt x="233693" y="67398"/>
                </a:lnTo>
                <a:lnTo>
                  <a:pt x="233693" y="66580"/>
                </a:lnTo>
                <a:lnTo>
                  <a:pt x="233080" y="66170"/>
                </a:lnTo>
                <a:close/>
                <a:moveTo>
                  <a:pt x="222750" y="67705"/>
                </a:moveTo>
                <a:lnTo>
                  <a:pt x="222750" y="67705"/>
                </a:lnTo>
                <a:lnTo>
                  <a:pt x="222750" y="67705"/>
                </a:lnTo>
                <a:close/>
                <a:moveTo>
                  <a:pt x="222750" y="67705"/>
                </a:moveTo>
                <a:lnTo>
                  <a:pt x="222737" y="67743"/>
                </a:lnTo>
                <a:lnTo>
                  <a:pt x="222750" y="67807"/>
                </a:lnTo>
                <a:lnTo>
                  <a:pt x="222750" y="67705"/>
                </a:lnTo>
                <a:close/>
                <a:moveTo>
                  <a:pt x="235330" y="67091"/>
                </a:moveTo>
                <a:lnTo>
                  <a:pt x="235330" y="67807"/>
                </a:lnTo>
                <a:lnTo>
                  <a:pt x="235739" y="67602"/>
                </a:lnTo>
                <a:lnTo>
                  <a:pt x="236148" y="67909"/>
                </a:lnTo>
                <a:lnTo>
                  <a:pt x="235534" y="67193"/>
                </a:lnTo>
                <a:lnTo>
                  <a:pt x="235330" y="67091"/>
                </a:lnTo>
                <a:close/>
                <a:moveTo>
                  <a:pt x="236250" y="67091"/>
                </a:moveTo>
                <a:lnTo>
                  <a:pt x="237068" y="68420"/>
                </a:lnTo>
                <a:lnTo>
                  <a:pt x="237682" y="68625"/>
                </a:lnTo>
                <a:lnTo>
                  <a:pt x="237784" y="68625"/>
                </a:lnTo>
                <a:lnTo>
                  <a:pt x="237170" y="67295"/>
                </a:lnTo>
                <a:lnTo>
                  <a:pt x="236250" y="67091"/>
                </a:lnTo>
                <a:close/>
                <a:moveTo>
                  <a:pt x="234307" y="67807"/>
                </a:moveTo>
                <a:lnTo>
                  <a:pt x="234205" y="67909"/>
                </a:lnTo>
                <a:lnTo>
                  <a:pt x="234409" y="68011"/>
                </a:lnTo>
                <a:lnTo>
                  <a:pt x="234409" y="69341"/>
                </a:lnTo>
                <a:lnTo>
                  <a:pt x="235330" y="68420"/>
                </a:lnTo>
                <a:lnTo>
                  <a:pt x="234307" y="67807"/>
                </a:lnTo>
                <a:close/>
                <a:moveTo>
                  <a:pt x="236455" y="68216"/>
                </a:moveTo>
                <a:lnTo>
                  <a:pt x="236557" y="68625"/>
                </a:lnTo>
                <a:lnTo>
                  <a:pt x="236864" y="68932"/>
                </a:lnTo>
                <a:lnTo>
                  <a:pt x="237170" y="69750"/>
                </a:lnTo>
                <a:lnTo>
                  <a:pt x="237170" y="69341"/>
                </a:lnTo>
                <a:lnTo>
                  <a:pt x="237273" y="69545"/>
                </a:lnTo>
                <a:lnTo>
                  <a:pt x="237273" y="69443"/>
                </a:lnTo>
                <a:lnTo>
                  <a:pt x="237273" y="69136"/>
                </a:lnTo>
                <a:lnTo>
                  <a:pt x="237170" y="68932"/>
                </a:lnTo>
                <a:lnTo>
                  <a:pt x="236966" y="68318"/>
                </a:lnTo>
                <a:lnTo>
                  <a:pt x="236761" y="68420"/>
                </a:lnTo>
                <a:lnTo>
                  <a:pt x="236455" y="68216"/>
                </a:lnTo>
                <a:close/>
                <a:moveTo>
                  <a:pt x="193091" y="69852"/>
                </a:moveTo>
                <a:lnTo>
                  <a:pt x="193295" y="70261"/>
                </a:lnTo>
                <a:lnTo>
                  <a:pt x="193160" y="69965"/>
                </a:lnTo>
                <a:lnTo>
                  <a:pt x="193091" y="69852"/>
                </a:lnTo>
                <a:close/>
                <a:moveTo>
                  <a:pt x="235636" y="68830"/>
                </a:moveTo>
                <a:lnTo>
                  <a:pt x="235227" y="69034"/>
                </a:lnTo>
                <a:lnTo>
                  <a:pt x="235125" y="69239"/>
                </a:lnTo>
                <a:lnTo>
                  <a:pt x="235227" y="69648"/>
                </a:lnTo>
                <a:lnTo>
                  <a:pt x="234818" y="69955"/>
                </a:lnTo>
                <a:lnTo>
                  <a:pt x="235636" y="70670"/>
                </a:lnTo>
                <a:lnTo>
                  <a:pt x="235636" y="68830"/>
                </a:lnTo>
                <a:close/>
                <a:moveTo>
                  <a:pt x="232057" y="68420"/>
                </a:moveTo>
                <a:lnTo>
                  <a:pt x="230318" y="71284"/>
                </a:lnTo>
                <a:lnTo>
                  <a:pt x="230318" y="71386"/>
                </a:lnTo>
                <a:lnTo>
                  <a:pt x="232261" y="69341"/>
                </a:lnTo>
                <a:lnTo>
                  <a:pt x="232057" y="68420"/>
                </a:lnTo>
                <a:close/>
                <a:moveTo>
                  <a:pt x="196568" y="70159"/>
                </a:moveTo>
                <a:lnTo>
                  <a:pt x="196364" y="71795"/>
                </a:lnTo>
                <a:lnTo>
                  <a:pt x="196364" y="72000"/>
                </a:lnTo>
                <a:lnTo>
                  <a:pt x="197591" y="73739"/>
                </a:lnTo>
                <a:lnTo>
                  <a:pt x="198102" y="72102"/>
                </a:lnTo>
                <a:lnTo>
                  <a:pt x="196875" y="70261"/>
                </a:lnTo>
                <a:lnTo>
                  <a:pt x="196568" y="70159"/>
                </a:lnTo>
                <a:close/>
                <a:moveTo>
                  <a:pt x="237580" y="70261"/>
                </a:moveTo>
                <a:lnTo>
                  <a:pt x="237580" y="70773"/>
                </a:lnTo>
                <a:lnTo>
                  <a:pt x="237068" y="70977"/>
                </a:lnTo>
                <a:lnTo>
                  <a:pt x="237068" y="71182"/>
                </a:lnTo>
                <a:lnTo>
                  <a:pt x="236761" y="71182"/>
                </a:lnTo>
                <a:lnTo>
                  <a:pt x="236659" y="71591"/>
                </a:lnTo>
                <a:lnTo>
                  <a:pt x="236250" y="71795"/>
                </a:lnTo>
                <a:lnTo>
                  <a:pt x="236148" y="71182"/>
                </a:lnTo>
                <a:lnTo>
                  <a:pt x="235739" y="71284"/>
                </a:lnTo>
                <a:lnTo>
                  <a:pt x="235432" y="71693"/>
                </a:lnTo>
                <a:lnTo>
                  <a:pt x="234818" y="71898"/>
                </a:lnTo>
                <a:lnTo>
                  <a:pt x="234818" y="72818"/>
                </a:lnTo>
                <a:lnTo>
                  <a:pt x="235227" y="72000"/>
                </a:lnTo>
                <a:lnTo>
                  <a:pt x="235636" y="72102"/>
                </a:lnTo>
                <a:lnTo>
                  <a:pt x="235943" y="72409"/>
                </a:lnTo>
                <a:lnTo>
                  <a:pt x="236045" y="72000"/>
                </a:lnTo>
                <a:lnTo>
                  <a:pt x="236455" y="72205"/>
                </a:lnTo>
                <a:lnTo>
                  <a:pt x="236557" y="73125"/>
                </a:lnTo>
                <a:lnTo>
                  <a:pt x="237580" y="73943"/>
                </a:lnTo>
                <a:lnTo>
                  <a:pt x="237682" y="73841"/>
                </a:lnTo>
                <a:lnTo>
                  <a:pt x="237682" y="74045"/>
                </a:lnTo>
                <a:lnTo>
                  <a:pt x="238091" y="73841"/>
                </a:lnTo>
                <a:lnTo>
                  <a:pt x="237784" y="73227"/>
                </a:lnTo>
                <a:lnTo>
                  <a:pt x="237989" y="72614"/>
                </a:lnTo>
                <a:lnTo>
                  <a:pt x="238295" y="72818"/>
                </a:lnTo>
                <a:lnTo>
                  <a:pt x="238500" y="73534"/>
                </a:lnTo>
                <a:lnTo>
                  <a:pt x="238500" y="73023"/>
                </a:lnTo>
                <a:lnTo>
                  <a:pt x="238807" y="72614"/>
                </a:lnTo>
                <a:lnTo>
                  <a:pt x="238500" y="71284"/>
                </a:lnTo>
                <a:lnTo>
                  <a:pt x="238398" y="71182"/>
                </a:lnTo>
                <a:lnTo>
                  <a:pt x="238500" y="70977"/>
                </a:lnTo>
                <a:lnTo>
                  <a:pt x="238295" y="70466"/>
                </a:lnTo>
                <a:lnTo>
                  <a:pt x="237580" y="70261"/>
                </a:lnTo>
                <a:close/>
                <a:moveTo>
                  <a:pt x="240443" y="77727"/>
                </a:moveTo>
                <a:lnTo>
                  <a:pt x="240034" y="78545"/>
                </a:lnTo>
                <a:lnTo>
                  <a:pt x="240136" y="80284"/>
                </a:lnTo>
                <a:lnTo>
                  <a:pt x="240852" y="81000"/>
                </a:lnTo>
                <a:lnTo>
                  <a:pt x="240341" y="79568"/>
                </a:lnTo>
                <a:lnTo>
                  <a:pt x="241261" y="79773"/>
                </a:lnTo>
                <a:lnTo>
                  <a:pt x="240750" y="79057"/>
                </a:lnTo>
                <a:lnTo>
                  <a:pt x="241057" y="78852"/>
                </a:lnTo>
                <a:lnTo>
                  <a:pt x="241057" y="78545"/>
                </a:lnTo>
                <a:lnTo>
                  <a:pt x="240136" y="78955"/>
                </a:lnTo>
                <a:lnTo>
                  <a:pt x="240443" y="78648"/>
                </a:lnTo>
                <a:lnTo>
                  <a:pt x="240443" y="78341"/>
                </a:lnTo>
                <a:lnTo>
                  <a:pt x="240341" y="78136"/>
                </a:lnTo>
                <a:lnTo>
                  <a:pt x="240443" y="77727"/>
                </a:lnTo>
                <a:close/>
                <a:moveTo>
                  <a:pt x="79875" y="80284"/>
                </a:moveTo>
                <a:lnTo>
                  <a:pt x="78136" y="80591"/>
                </a:lnTo>
                <a:lnTo>
                  <a:pt x="78136" y="81511"/>
                </a:lnTo>
                <a:lnTo>
                  <a:pt x="78443" y="81818"/>
                </a:lnTo>
                <a:lnTo>
                  <a:pt x="79466" y="81511"/>
                </a:lnTo>
                <a:lnTo>
                  <a:pt x="80080" y="80693"/>
                </a:lnTo>
                <a:lnTo>
                  <a:pt x="79875" y="80284"/>
                </a:lnTo>
                <a:close/>
                <a:moveTo>
                  <a:pt x="261102" y="82636"/>
                </a:moveTo>
                <a:lnTo>
                  <a:pt x="261000" y="82841"/>
                </a:lnTo>
                <a:lnTo>
                  <a:pt x="261205" y="82943"/>
                </a:lnTo>
                <a:lnTo>
                  <a:pt x="261307" y="82943"/>
                </a:lnTo>
                <a:lnTo>
                  <a:pt x="261102" y="82636"/>
                </a:lnTo>
                <a:close/>
                <a:moveTo>
                  <a:pt x="220500" y="81818"/>
                </a:moveTo>
                <a:lnTo>
                  <a:pt x="219784" y="81920"/>
                </a:lnTo>
                <a:lnTo>
                  <a:pt x="219886" y="82227"/>
                </a:lnTo>
                <a:lnTo>
                  <a:pt x="220295" y="82534"/>
                </a:lnTo>
                <a:lnTo>
                  <a:pt x="220295" y="82841"/>
                </a:lnTo>
                <a:lnTo>
                  <a:pt x="221011" y="83148"/>
                </a:lnTo>
                <a:lnTo>
                  <a:pt x="221114" y="82636"/>
                </a:lnTo>
                <a:lnTo>
                  <a:pt x="220500" y="81818"/>
                </a:lnTo>
                <a:close/>
                <a:moveTo>
                  <a:pt x="222034" y="82636"/>
                </a:moveTo>
                <a:lnTo>
                  <a:pt x="221830" y="83045"/>
                </a:lnTo>
                <a:lnTo>
                  <a:pt x="221830" y="83352"/>
                </a:lnTo>
                <a:lnTo>
                  <a:pt x="222341" y="83148"/>
                </a:lnTo>
                <a:lnTo>
                  <a:pt x="222034" y="82636"/>
                </a:lnTo>
                <a:close/>
                <a:moveTo>
                  <a:pt x="240443" y="83352"/>
                </a:moveTo>
                <a:lnTo>
                  <a:pt x="240239" y="83659"/>
                </a:lnTo>
                <a:lnTo>
                  <a:pt x="240239" y="83659"/>
                </a:lnTo>
                <a:lnTo>
                  <a:pt x="240545" y="83352"/>
                </a:lnTo>
                <a:close/>
                <a:moveTo>
                  <a:pt x="240852" y="82943"/>
                </a:moveTo>
                <a:lnTo>
                  <a:pt x="240545" y="83352"/>
                </a:lnTo>
                <a:lnTo>
                  <a:pt x="240750" y="83557"/>
                </a:lnTo>
                <a:lnTo>
                  <a:pt x="241261" y="83455"/>
                </a:lnTo>
                <a:lnTo>
                  <a:pt x="241670" y="83557"/>
                </a:lnTo>
                <a:lnTo>
                  <a:pt x="241977" y="83455"/>
                </a:lnTo>
                <a:lnTo>
                  <a:pt x="242898" y="83966"/>
                </a:lnTo>
                <a:lnTo>
                  <a:pt x="241568" y="82943"/>
                </a:lnTo>
                <a:close/>
                <a:moveTo>
                  <a:pt x="230011" y="72818"/>
                </a:moveTo>
                <a:lnTo>
                  <a:pt x="228989" y="74250"/>
                </a:lnTo>
                <a:lnTo>
                  <a:pt x="228989" y="74761"/>
                </a:lnTo>
                <a:lnTo>
                  <a:pt x="228477" y="74966"/>
                </a:lnTo>
                <a:lnTo>
                  <a:pt x="228477" y="74864"/>
                </a:lnTo>
                <a:lnTo>
                  <a:pt x="227557" y="75375"/>
                </a:lnTo>
                <a:lnTo>
                  <a:pt x="227045" y="76398"/>
                </a:lnTo>
                <a:lnTo>
                  <a:pt x="225409" y="77216"/>
                </a:lnTo>
                <a:lnTo>
                  <a:pt x="225307" y="77420"/>
                </a:lnTo>
                <a:lnTo>
                  <a:pt x="225205" y="77523"/>
                </a:lnTo>
                <a:lnTo>
                  <a:pt x="225205" y="78648"/>
                </a:lnTo>
                <a:lnTo>
                  <a:pt x="223670" y="77932"/>
                </a:lnTo>
                <a:lnTo>
                  <a:pt x="223159" y="78750"/>
                </a:lnTo>
                <a:lnTo>
                  <a:pt x="223261" y="78750"/>
                </a:lnTo>
                <a:lnTo>
                  <a:pt x="224182" y="83045"/>
                </a:lnTo>
                <a:lnTo>
                  <a:pt x="225511" y="83045"/>
                </a:lnTo>
                <a:lnTo>
                  <a:pt x="225818" y="83659"/>
                </a:lnTo>
                <a:lnTo>
                  <a:pt x="226023" y="83455"/>
                </a:lnTo>
                <a:lnTo>
                  <a:pt x="226330" y="83557"/>
                </a:lnTo>
                <a:lnTo>
                  <a:pt x="226739" y="83045"/>
                </a:lnTo>
                <a:lnTo>
                  <a:pt x="227352" y="83557"/>
                </a:lnTo>
                <a:lnTo>
                  <a:pt x="227966" y="83352"/>
                </a:lnTo>
                <a:lnTo>
                  <a:pt x="228068" y="83557"/>
                </a:lnTo>
                <a:lnTo>
                  <a:pt x="228375" y="84273"/>
                </a:lnTo>
                <a:lnTo>
                  <a:pt x="229398" y="83659"/>
                </a:lnTo>
                <a:lnTo>
                  <a:pt x="229705" y="83250"/>
                </a:lnTo>
                <a:lnTo>
                  <a:pt x="229602" y="83045"/>
                </a:lnTo>
                <a:lnTo>
                  <a:pt x="229807" y="82739"/>
                </a:lnTo>
                <a:lnTo>
                  <a:pt x="229705" y="81920"/>
                </a:lnTo>
                <a:lnTo>
                  <a:pt x="230216" y="81102"/>
                </a:lnTo>
                <a:lnTo>
                  <a:pt x="230523" y="81102"/>
                </a:lnTo>
                <a:lnTo>
                  <a:pt x="231239" y="78955"/>
                </a:lnTo>
                <a:lnTo>
                  <a:pt x="231852" y="79159"/>
                </a:lnTo>
                <a:lnTo>
                  <a:pt x="232159" y="79159"/>
                </a:lnTo>
                <a:lnTo>
                  <a:pt x="232057" y="78955"/>
                </a:lnTo>
                <a:lnTo>
                  <a:pt x="231136" y="77932"/>
                </a:lnTo>
                <a:lnTo>
                  <a:pt x="231034" y="77114"/>
                </a:lnTo>
                <a:lnTo>
                  <a:pt x="230932" y="77011"/>
                </a:lnTo>
                <a:lnTo>
                  <a:pt x="230420" y="76295"/>
                </a:lnTo>
                <a:lnTo>
                  <a:pt x="230830" y="76193"/>
                </a:lnTo>
                <a:lnTo>
                  <a:pt x="230932" y="76091"/>
                </a:lnTo>
                <a:lnTo>
                  <a:pt x="230932" y="75580"/>
                </a:lnTo>
                <a:lnTo>
                  <a:pt x="231750" y="75580"/>
                </a:lnTo>
                <a:lnTo>
                  <a:pt x="231443" y="74864"/>
                </a:lnTo>
                <a:lnTo>
                  <a:pt x="232261" y="74761"/>
                </a:lnTo>
                <a:lnTo>
                  <a:pt x="231136" y="73841"/>
                </a:lnTo>
                <a:lnTo>
                  <a:pt x="230727" y="73943"/>
                </a:lnTo>
                <a:lnTo>
                  <a:pt x="230420" y="72920"/>
                </a:lnTo>
                <a:lnTo>
                  <a:pt x="230011" y="73227"/>
                </a:lnTo>
                <a:lnTo>
                  <a:pt x="230011" y="72818"/>
                </a:lnTo>
                <a:close/>
                <a:moveTo>
                  <a:pt x="261307" y="82943"/>
                </a:moveTo>
                <a:lnTo>
                  <a:pt x="262841" y="84989"/>
                </a:lnTo>
                <a:lnTo>
                  <a:pt x="262330" y="83761"/>
                </a:lnTo>
                <a:lnTo>
                  <a:pt x="261307" y="82943"/>
                </a:lnTo>
                <a:close/>
                <a:moveTo>
                  <a:pt x="237682" y="78239"/>
                </a:moveTo>
                <a:lnTo>
                  <a:pt x="237170" y="78852"/>
                </a:lnTo>
                <a:lnTo>
                  <a:pt x="234614" y="78955"/>
                </a:lnTo>
                <a:lnTo>
                  <a:pt x="234409" y="78750"/>
                </a:lnTo>
                <a:lnTo>
                  <a:pt x="233489" y="79057"/>
                </a:lnTo>
                <a:lnTo>
                  <a:pt x="232977" y="79875"/>
                </a:lnTo>
                <a:lnTo>
                  <a:pt x="232977" y="80080"/>
                </a:lnTo>
                <a:lnTo>
                  <a:pt x="232875" y="80182"/>
                </a:lnTo>
                <a:lnTo>
                  <a:pt x="232977" y="80898"/>
                </a:lnTo>
                <a:lnTo>
                  <a:pt x="232875" y="80693"/>
                </a:lnTo>
                <a:lnTo>
                  <a:pt x="232057" y="83455"/>
                </a:lnTo>
                <a:lnTo>
                  <a:pt x="232364" y="83659"/>
                </a:lnTo>
                <a:lnTo>
                  <a:pt x="232568" y="83864"/>
                </a:lnTo>
                <a:lnTo>
                  <a:pt x="232670" y="85909"/>
                </a:lnTo>
                <a:lnTo>
                  <a:pt x="233386" y="85807"/>
                </a:lnTo>
                <a:lnTo>
                  <a:pt x="233591" y="82841"/>
                </a:lnTo>
                <a:lnTo>
                  <a:pt x="234409" y="84784"/>
                </a:lnTo>
                <a:lnTo>
                  <a:pt x="235636" y="84375"/>
                </a:lnTo>
                <a:lnTo>
                  <a:pt x="235125" y="83761"/>
                </a:lnTo>
                <a:lnTo>
                  <a:pt x="235227" y="83148"/>
                </a:lnTo>
                <a:lnTo>
                  <a:pt x="234409" y="82023"/>
                </a:lnTo>
                <a:lnTo>
                  <a:pt x="234614" y="82023"/>
                </a:lnTo>
                <a:lnTo>
                  <a:pt x="235739" y="81000"/>
                </a:lnTo>
                <a:lnTo>
                  <a:pt x="236148" y="81102"/>
                </a:lnTo>
                <a:lnTo>
                  <a:pt x="235739" y="80693"/>
                </a:lnTo>
                <a:lnTo>
                  <a:pt x="235739" y="80795"/>
                </a:lnTo>
                <a:lnTo>
                  <a:pt x="233591" y="81205"/>
                </a:lnTo>
                <a:lnTo>
                  <a:pt x="233284" y="80693"/>
                </a:lnTo>
                <a:lnTo>
                  <a:pt x="233182" y="80182"/>
                </a:lnTo>
                <a:lnTo>
                  <a:pt x="235943" y="79568"/>
                </a:lnTo>
                <a:lnTo>
                  <a:pt x="236455" y="79773"/>
                </a:lnTo>
                <a:lnTo>
                  <a:pt x="236966" y="79670"/>
                </a:lnTo>
                <a:lnTo>
                  <a:pt x="237580" y="79057"/>
                </a:lnTo>
                <a:lnTo>
                  <a:pt x="237682" y="78239"/>
                </a:lnTo>
                <a:close/>
                <a:moveTo>
                  <a:pt x="210580" y="74659"/>
                </a:moveTo>
                <a:lnTo>
                  <a:pt x="219068" y="86114"/>
                </a:lnTo>
                <a:lnTo>
                  <a:pt x="219068" y="85705"/>
                </a:lnTo>
                <a:lnTo>
                  <a:pt x="219989" y="86011"/>
                </a:lnTo>
                <a:lnTo>
                  <a:pt x="220398" y="83250"/>
                </a:lnTo>
                <a:lnTo>
                  <a:pt x="219273" y="82636"/>
                </a:lnTo>
                <a:lnTo>
                  <a:pt x="218966" y="81102"/>
                </a:lnTo>
                <a:lnTo>
                  <a:pt x="218352" y="80898"/>
                </a:lnTo>
                <a:lnTo>
                  <a:pt x="218148" y="80489"/>
                </a:lnTo>
                <a:lnTo>
                  <a:pt x="218455" y="79977"/>
                </a:lnTo>
                <a:lnTo>
                  <a:pt x="218045" y="79466"/>
                </a:lnTo>
                <a:lnTo>
                  <a:pt x="217330" y="79773"/>
                </a:lnTo>
                <a:lnTo>
                  <a:pt x="217739" y="79568"/>
                </a:lnTo>
                <a:lnTo>
                  <a:pt x="216102" y="77830"/>
                </a:lnTo>
                <a:lnTo>
                  <a:pt x="215795" y="78034"/>
                </a:lnTo>
                <a:lnTo>
                  <a:pt x="212625" y="74659"/>
                </a:lnTo>
                <a:close/>
                <a:moveTo>
                  <a:pt x="246170" y="85602"/>
                </a:moveTo>
                <a:lnTo>
                  <a:pt x="245864" y="85909"/>
                </a:lnTo>
                <a:lnTo>
                  <a:pt x="245761" y="86216"/>
                </a:lnTo>
                <a:lnTo>
                  <a:pt x="246273" y="86523"/>
                </a:lnTo>
                <a:lnTo>
                  <a:pt x="246375" y="86011"/>
                </a:lnTo>
                <a:lnTo>
                  <a:pt x="246170" y="85602"/>
                </a:lnTo>
                <a:close/>
                <a:moveTo>
                  <a:pt x="261818" y="84375"/>
                </a:moveTo>
                <a:lnTo>
                  <a:pt x="261716" y="84886"/>
                </a:lnTo>
                <a:lnTo>
                  <a:pt x="260693" y="85705"/>
                </a:lnTo>
                <a:lnTo>
                  <a:pt x="260386" y="85705"/>
                </a:lnTo>
                <a:lnTo>
                  <a:pt x="260284" y="85193"/>
                </a:lnTo>
                <a:lnTo>
                  <a:pt x="260080" y="85705"/>
                </a:lnTo>
                <a:lnTo>
                  <a:pt x="258648" y="85909"/>
                </a:lnTo>
                <a:lnTo>
                  <a:pt x="259773" y="86523"/>
                </a:lnTo>
                <a:lnTo>
                  <a:pt x="262125" y="85500"/>
                </a:lnTo>
                <a:lnTo>
                  <a:pt x="262023" y="85295"/>
                </a:lnTo>
                <a:lnTo>
                  <a:pt x="262227" y="85193"/>
                </a:lnTo>
                <a:lnTo>
                  <a:pt x="262432" y="84477"/>
                </a:lnTo>
                <a:lnTo>
                  <a:pt x="261818" y="84375"/>
                </a:lnTo>
                <a:close/>
                <a:moveTo>
                  <a:pt x="249239" y="87852"/>
                </a:moveTo>
                <a:lnTo>
                  <a:pt x="248727" y="88670"/>
                </a:lnTo>
                <a:lnTo>
                  <a:pt x="249648" y="88466"/>
                </a:lnTo>
                <a:lnTo>
                  <a:pt x="249239" y="87852"/>
                </a:lnTo>
                <a:close/>
                <a:moveTo>
                  <a:pt x="220500" y="86216"/>
                </a:moveTo>
                <a:lnTo>
                  <a:pt x="219682" y="86932"/>
                </a:lnTo>
                <a:lnTo>
                  <a:pt x="219784" y="87136"/>
                </a:lnTo>
                <a:lnTo>
                  <a:pt x="227250" y="88875"/>
                </a:lnTo>
                <a:lnTo>
                  <a:pt x="227761" y="88977"/>
                </a:lnTo>
                <a:lnTo>
                  <a:pt x="227761" y="88057"/>
                </a:lnTo>
                <a:lnTo>
                  <a:pt x="226330" y="87648"/>
                </a:lnTo>
                <a:lnTo>
                  <a:pt x="226125" y="87136"/>
                </a:lnTo>
                <a:lnTo>
                  <a:pt x="224591" y="86727"/>
                </a:lnTo>
                <a:lnTo>
                  <a:pt x="224284" y="87136"/>
                </a:lnTo>
                <a:lnTo>
                  <a:pt x="222648" y="87034"/>
                </a:lnTo>
                <a:lnTo>
                  <a:pt x="222239" y="86523"/>
                </a:lnTo>
                <a:lnTo>
                  <a:pt x="220500" y="86216"/>
                </a:lnTo>
                <a:close/>
                <a:moveTo>
                  <a:pt x="227761" y="88364"/>
                </a:moveTo>
                <a:lnTo>
                  <a:pt x="228273" y="89080"/>
                </a:lnTo>
                <a:lnTo>
                  <a:pt x="228886" y="88670"/>
                </a:lnTo>
                <a:lnTo>
                  <a:pt x="228375" y="88364"/>
                </a:lnTo>
                <a:close/>
                <a:moveTo>
                  <a:pt x="229398" y="88568"/>
                </a:moveTo>
                <a:lnTo>
                  <a:pt x="228989" y="88977"/>
                </a:lnTo>
                <a:lnTo>
                  <a:pt x="229705" y="89182"/>
                </a:lnTo>
                <a:lnTo>
                  <a:pt x="229807" y="88670"/>
                </a:lnTo>
                <a:lnTo>
                  <a:pt x="229398" y="88568"/>
                </a:lnTo>
                <a:close/>
                <a:moveTo>
                  <a:pt x="235432" y="88466"/>
                </a:moveTo>
                <a:lnTo>
                  <a:pt x="234920" y="88875"/>
                </a:lnTo>
                <a:lnTo>
                  <a:pt x="233182" y="88568"/>
                </a:lnTo>
                <a:lnTo>
                  <a:pt x="232670" y="88670"/>
                </a:lnTo>
                <a:lnTo>
                  <a:pt x="232670" y="89182"/>
                </a:lnTo>
                <a:lnTo>
                  <a:pt x="234716" y="88977"/>
                </a:lnTo>
                <a:lnTo>
                  <a:pt x="235330" y="88773"/>
                </a:lnTo>
                <a:lnTo>
                  <a:pt x="235534" y="88466"/>
                </a:lnTo>
                <a:close/>
                <a:moveTo>
                  <a:pt x="230932" y="88364"/>
                </a:moveTo>
                <a:lnTo>
                  <a:pt x="230727" y="88568"/>
                </a:lnTo>
                <a:lnTo>
                  <a:pt x="231034" y="88977"/>
                </a:lnTo>
                <a:lnTo>
                  <a:pt x="231034" y="88977"/>
                </a:lnTo>
                <a:lnTo>
                  <a:pt x="230420" y="88670"/>
                </a:lnTo>
                <a:lnTo>
                  <a:pt x="230011" y="89386"/>
                </a:lnTo>
                <a:lnTo>
                  <a:pt x="231341" y="88977"/>
                </a:lnTo>
                <a:lnTo>
                  <a:pt x="231750" y="89080"/>
                </a:lnTo>
                <a:lnTo>
                  <a:pt x="231648" y="88977"/>
                </a:lnTo>
                <a:lnTo>
                  <a:pt x="231750" y="88977"/>
                </a:lnTo>
                <a:lnTo>
                  <a:pt x="231648" y="88670"/>
                </a:lnTo>
                <a:lnTo>
                  <a:pt x="231239" y="88568"/>
                </a:lnTo>
                <a:lnTo>
                  <a:pt x="230932" y="88364"/>
                </a:lnTo>
                <a:close/>
                <a:moveTo>
                  <a:pt x="232670" y="89591"/>
                </a:moveTo>
                <a:lnTo>
                  <a:pt x="231750" y="89898"/>
                </a:lnTo>
                <a:lnTo>
                  <a:pt x="232670" y="90409"/>
                </a:lnTo>
                <a:lnTo>
                  <a:pt x="233284" y="90205"/>
                </a:lnTo>
                <a:lnTo>
                  <a:pt x="232670" y="89591"/>
                </a:lnTo>
                <a:close/>
                <a:moveTo>
                  <a:pt x="239420" y="88670"/>
                </a:moveTo>
                <a:lnTo>
                  <a:pt x="237989" y="88773"/>
                </a:lnTo>
                <a:lnTo>
                  <a:pt x="235943" y="90102"/>
                </a:lnTo>
                <a:lnTo>
                  <a:pt x="235943" y="90511"/>
                </a:lnTo>
                <a:lnTo>
                  <a:pt x="237068" y="90102"/>
                </a:lnTo>
                <a:lnTo>
                  <a:pt x="239420" y="88670"/>
                </a:lnTo>
                <a:close/>
                <a:moveTo>
                  <a:pt x="244636" y="80386"/>
                </a:moveTo>
                <a:lnTo>
                  <a:pt x="243205" y="81409"/>
                </a:lnTo>
                <a:lnTo>
                  <a:pt x="243920" y="81614"/>
                </a:lnTo>
                <a:lnTo>
                  <a:pt x="244125" y="82125"/>
                </a:lnTo>
                <a:lnTo>
                  <a:pt x="244432" y="82330"/>
                </a:lnTo>
                <a:lnTo>
                  <a:pt x="245761" y="82227"/>
                </a:lnTo>
                <a:lnTo>
                  <a:pt x="245557" y="82739"/>
                </a:lnTo>
                <a:lnTo>
                  <a:pt x="244023" y="82943"/>
                </a:lnTo>
                <a:lnTo>
                  <a:pt x="244534" y="83250"/>
                </a:lnTo>
                <a:lnTo>
                  <a:pt x="244739" y="84068"/>
                </a:lnTo>
                <a:lnTo>
                  <a:pt x="245659" y="83148"/>
                </a:lnTo>
                <a:lnTo>
                  <a:pt x="245761" y="83966"/>
                </a:lnTo>
                <a:lnTo>
                  <a:pt x="246580" y="84068"/>
                </a:lnTo>
                <a:lnTo>
                  <a:pt x="246784" y="84580"/>
                </a:lnTo>
                <a:lnTo>
                  <a:pt x="249648" y="85909"/>
                </a:lnTo>
                <a:lnTo>
                  <a:pt x="249443" y="86011"/>
                </a:lnTo>
                <a:lnTo>
                  <a:pt x="249648" y="86011"/>
                </a:lnTo>
                <a:lnTo>
                  <a:pt x="250261" y="87443"/>
                </a:lnTo>
                <a:lnTo>
                  <a:pt x="249852" y="87545"/>
                </a:lnTo>
                <a:lnTo>
                  <a:pt x="250057" y="88057"/>
                </a:lnTo>
                <a:lnTo>
                  <a:pt x="249852" y="88466"/>
                </a:lnTo>
                <a:lnTo>
                  <a:pt x="251080" y="88159"/>
                </a:lnTo>
                <a:lnTo>
                  <a:pt x="251080" y="88670"/>
                </a:lnTo>
                <a:lnTo>
                  <a:pt x="251693" y="89386"/>
                </a:lnTo>
                <a:lnTo>
                  <a:pt x="253534" y="89386"/>
                </a:lnTo>
                <a:lnTo>
                  <a:pt x="253841" y="88977"/>
                </a:lnTo>
                <a:lnTo>
                  <a:pt x="252920" y="88466"/>
                </a:lnTo>
                <a:lnTo>
                  <a:pt x="254455" y="88261"/>
                </a:lnTo>
                <a:lnTo>
                  <a:pt x="254455" y="88159"/>
                </a:lnTo>
                <a:lnTo>
                  <a:pt x="254557" y="88159"/>
                </a:lnTo>
                <a:lnTo>
                  <a:pt x="254250" y="87750"/>
                </a:lnTo>
                <a:lnTo>
                  <a:pt x="254864" y="87955"/>
                </a:lnTo>
                <a:lnTo>
                  <a:pt x="255375" y="87852"/>
                </a:lnTo>
                <a:lnTo>
                  <a:pt x="257625" y="90307"/>
                </a:lnTo>
                <a:lnTo>
                  <a:pt x="260080" y="91023"/>
                </a:lnTo>
                <a:lnTo>
                  <a:pt x="260080" y="90716"/>
                </a:lnTo>
                <a:lnTo>
                  <a:pt x="260489" y="90614"/>
                </a:lnTo>
                <a:lnTo>
                  <a:pt x="259670" y="90307"/>
                </a:lnTo>
                <a:lnTo>
                  <a:pt x="259670" y="90102"/>
                </a:lnTo>
                <a:lnTo>
                  <a:pt x="259159" y="89386"/>
                </a:lnTo>
                <a:lnTo>
                  <a:pt x="258648" y="89386"/>
                </a:lnTo>
                <a:lnTo>
                  <a:pt x="257318" y="87034"/>
                </a:lnTo>
                <a:lnTo>
                  <a:pt x="258136" y="86932"/>
                </a:lnTo>
                <a:lnTo>
                  <a:pt x="256500" y="85705"/>
                </a:lnTo>
                <a:lnTo>
                  <a:pt x="256398" y="84989"/>
                </a:lnTo>
                <a:lnTo>
                  <a:pt x="251898" y="82636"/>
                </a:lnTo>
                <a:lnTo>
                  <a:pt x="249545" y="81716"/>
                </a:lnTo>
                <a:lnTo>
                  <a:pt x="248727" y="81920"/>
                </a:lnTo>
                <a:lnTo>
                  <a:pt x="248727" y="82125"/>
                </a:lnTo>
                <a:lnTo>
                  <a:pt x="246989" y="83455"/>
                </a:lnTo>
                <a:lnTo>
                  <a:pt x="246375" y="82636"/>
                </a:lnTo>
                <a:lnTo>
                  <a:pt x="246273" y="82943"/>
                </a:lnTo>
                <a:lnTo>
                  <a:pt x="245864" y="80795"/>
                </a:lnTo>
                <a:lnTo>
                  <a:pt x="244636" y="80386"/>
                </a:lnTo>
                <a:close/>
                <a:moveTo>
                  <a:pt x="242693" y="91534"/>
                </a:moveTo>
                <a:lnTo>
                  <a:pt x="241977" y="91636"/>
                </a:lnTo>
                <a:lnTo>
                  <a:pt x="241977" y="91841"/>
                </a:lnTo>
                <a:lnTo>
                  <a:pt x="242386" y="92352"/>
                </a:lnTo>
                <a:lnTo>
                  <a:pt x="242693" y="91534"/>
                </a:lnTo>
                <a:close/>
                <a:moveTo>
                  <a:pt x="285750" y="96648"/>
                </a:moveTo>
                <a:lnTo>
                  <a:pt x="285545" y="96750"/>
                </a:lnTo>
                <a:lnTo>
                  <a:pt x="284420" y="97159"/>
                </a:lnTo>
                <a:lnTo>
                  <a:pt x="284216" y="97261"/>
                </a:lnTo>
                <a:lnTo>
                  <a:pt x="285239" y="97261"/>
                </a:lnTo>
                <a:lnTo>
                  <a:pt x="285750" y="96648"/>
                </a:lnTo>
                <a:close/>
                <a:moveTo>
                  <a:pt x="285648" y="97057"/>
                </a:moveTo>
                <a:lnTo>
                  <a:pt x="285239" y="97261"/>
                </a:lnTo>
                <a:lnTo>
                  <a:pt x="285545" y="97261"/>
                </a:lnTo>
                <a:lnTo>
                  <a:pt x="285648" y="97057"/>
                </a:lnTo>
                <a:close/>
                <a:moveTo>
                  <a:pt x="284011" y="98080"/>
                </a:moveTo>
                <a:lnTo>
                  <a:pt x="282886" y="98591"/>
                </a:lnTo>
                <a:lnTo>
                  <a:pt x="283807" y="98693"/>
                </a:lnTo>
                <a:lnTo>
                  <a:pt x="284114" y="98386"/>
                </a:lnTo>
                <a:lnTo>
                  <a:pt x="284011" y="98080"/>
                </a:lnTo>
                <a:close/>
                <a:moveTo>
                  <a:pt x="168852" y="92761"/>
                </a:moveTo>
                <a:lnTo>
                  <a:pt x="168136" y="92864"/>
                </a:lnTo>
                <a:lnTo>
                  <a:pt x="168136" y="93682"/>
                </a:lnTo>
                <a:lnTo>
                  <a:pt x="167318" y="94295"/>
                </a:lnTo>
                <a:lnTo>
                  <a:pt x="167318" y="95114"/>
                </a:lnTo>
                <a:lnTo>
                  <a:pt x="166807" y="95420"/>
                </a:lnTo>
                <a:lnTo>
                  <a:pt x="166705" y="95318"/>
                </a:lnTo>
                <a:lnTo>
                  <a:pt x="165886" y="96341"/>
                </a:lnTo>
                <a:lnTo>
                  <a:pt x="165375" y="96239"/>
                </a:lnTo>
                <a:lnTo>
                  <a:pt x="164966" y="96443"/>
                </a:lnTo>
                <a:lnTo>
                  <a:pt x="164761" y="96443"/>
                </a:lnTo>
                <a:lnTo>
                  <a:pt x="164045" y="96955"/>
                </a:lnTo>
                <a:lnTo>
                  <a:pt x="163330" y="105955"/>
                </a:lnTo>
                <a:lnTo>
                  <a:pt x="163943" y="106261"/>
                </a:lnTo>
                <a:lnTo>
                  <a:pt x="165477" y="105852"/>
                </a:lnTo>
                <a:lnTo>
                  <a:pt x="168750" y="96034"/>
                </a:lnTo>
                <a:lnTo>
                  <a:pt x="169159" y="96341"/>
                </a:lnTo>
                <a:lnTo>
                  <a:pt x="169364" y="96136"/>
                </a:lnTo>
                <a:lnTo>
                  <a:pt x="168852" y="92761"/>
                </a:lnTo>
                <a:close/>
                <a:moveTo>
                  <a:pt x="79364" y="112500"/>
                </a:moveTo>
                <a:lnTo>
                  <a:pt x="79057" y="112807"/>
                </a:lnTo>
                <a:lnTo>
                  <a:pt x="79057" y="113011"/>
                </a:lnTo>
                <a:lnTo>
                  <a:pt x="79364" y="112500"/>
                </a:lnTo>
                <a:close/>
                <a:moveTo>
                  <a:pt x="185114" y="3784"/>
                </a:moveTo>
                <a:lnTo>
                  <a:pt x="184091" y="4398"/>
                </a:lnTo>
                <a:lnTo>
                  <a:pt x="184909" y="4705"/>
                </a:lnTo>
                <a:lnTo>
                  <a:pt x="183273" y="4705"/>
                </a:lnTo>
                <a:lnTo>
                  <a:pt x="183989" y="5011"/>
                </a:lnTo>
                <a:lnTo>
                  <a:pt x="184193" y="5318"/>
                </a:lnTo>
                <a:lnTo>
                  <a:pt x="184193" y="5318"/>
                </a:lnTo>
                <a:lnTo>
                  <a:pt x="183784" y="5011"/>
                </a:lnTo>
                <a:lnTo>
                  <a:pt x="180102" y="5114"/>
                </a:lnTo>
                <a:lnTo>
                  <a:pt x="180920" y="5216"/>
                </a:lnTo>
                <a:lnTo>
                  <a:pt x="177341" y="5727"/>
                </a:lnTo>
                <a:lnTo>
                  <a:pt x="177545" y="5932"/>
                </a:lnTo>
                <a:lnTo>
                  <a:pt x="177341" y="6239"/>
                </a:lnTo>
                <a:lnTo>
                  <a:pt x="176830" y="6136"/>
                </a:lnTo>
                <a:lnTo>
                  <a:pt x="177955" y="6443"/>
                </a:lnTo>
                <a:lnTo>
                  <a:pt x="177239" y="6443"/>
                </a:lnTo>
                <a:lnTo>
                  <a:pt x="178568" y="6852"/>
                </a:lnTo>
                <a:lnTo>
                  <a:pt x="178057" y="7057"/>
                </a:lnTo>
                <a:lnTo>
                  <a:pt x="178261" y="6852"/>
                </a:lnTo>
                <a:lnTo>
                  <a:pt x="178261" y="6852"/>
                </a:lnTo>
                <a:lnTo>
                  <a:pt x="174477" y="7057"/>
                </a:lnTo>
                <a:lnTo>
                  <a:pt x="174682" y="7466"/>
                </a:lnTo>
                <a:lnTo>
                  <a:pt x="174989" y="7568"/>
                </a:lnTo>
                <a:lnTo>
                  <a:pt x="175091" y="7773"/>
                </a:lnTo>
                <a:lnTo>
                  <a:pt x="177648" y="8795"/>
                </a:lnTo>
                <a:lnTo>
                  <a:pt x="177852" y="9205"/>
                </a:lnTo>
                <a:lnTo>
                  <a:pt x="178261" y="9511"/>
                </a:lnTo>
                <a:lnTo>
                  <a:pt x="178169" y="9789"/>
                </a:lnTo>
                <a:lnTo>
                  <a:pt x="177852" y="9409"/>
                </a:lnTo>
                <a:lnTo>
                  <a:pt x="177545" y="9716"/>
                </a:lnTo>
                <a:lnTo>
                  <a:pt x="177034" y="8591"/>
                </a:lnTo>
                <a:lnTo>
                  <a:pt x="173352" y="8182"/>
                </a:lnTo>
                <a:lnTo>
                  <a:pt x="173352" y="8182"/>
                </a:lnTo>
                <a:lnTo>
                  <a:pt x="173966" y="8489"/>
                </a:lnTo>
                <a:lnTo>
                  <a:pt x="172636" y="8489"/>
                </a:lnTo>
                <a:lnTo>
                  <a:pt x="175193" y="9205"/>
                </a:lnTo>
                <a:lnTo>
                  <a:pt x="175193" y="9205"/>
                </a:lnTo>
                <a:lnTo>
                  <a:pt x="172432" y="8898"/>
                </a:lnTo>
                <a:lnTo>
                  <a:pt x="172432" y="8693"/>
                </a:lnTo>
                <a:lnTo>
                  <a:pt x="172227" y="8591"/>
                </a:lnTo>
                <a:lnTo>
                  <a:pt x="172227" y="8182"/>
                </a:lnTo>
                <a:lnTo>
                  <a:pt x="171307" y="7670"/>
                </a:lnTo>
                <a:lnTo>
                  <a:pt x="171307" y="7670"/>
                </a:lnTo>
                <a:lnTo>
                  <a:pt x="171716" y="8284"/>
                </a:lnTo>
                <a:lnTo>
                  <a:pt x="171102" y="8898"/>
                </a:lnTo>
                <a:lnTo>
                  <a:pt x="172227" y="9511"/>
                </a:lnTo>
                <a:lnTo>
                  <a:pt x="172330" y="10330"/>
                </a:lnTo>
                <a:lnTo>
                  <a:pt x="174886" y="11148"/>
                </a:lnTo>
                <a:lnTo>
                  <a:pt x="173966" y="11045"/>
                </a:lnTo>
                <a:lnTo>
                  <a:pt x="174170" y="12068"/>
                </a:lnTo>
                <a:lnTo>
                  <a:pt x="173966" y="12375"/>
                </a:lnTo>
                <a:lnTo>
                  <a:pt x="173966" y="12580"/>
                </a:lnTo>
                <a:lnTo>
                  <a:pt x="173250" y="13398"/>
                </a:lnTo>
                <a:lnTo>
                  <a:pt x="170898" y="12886"/>
                </a:lnTo>
                <a:lnTo>
                  <a:pt x="172023" y="12886"/>
                </a:lnTo>
                <a:lnTo>
                  <a:pt x="172125" y="13091"/>
                </a:lnTo>
                <a:lnTo>
                  <a:pt x="172636" y="12989"/>
                </a:lnTo>
                <a:lnTo>
                  <a:pt x="172330" y="12784"/>
                </a:lnTo>
                <a:lnTo>
                  <a:pt x="173045" y="11761"/>
                </a:lnTo>
                <a:lnTo>
                  <a:pt x="173045" y="11352"/>
                </a:lnTo>
                <a:lnTo>
                  <a:pt x="172330" y="11045"/>
                </a:lnTo>
                <a:lnTo>
                  <a:pt x="171307" y="9920"/>
                </a:lnTo>
                <a:lnTo>
                  <a:pt x="171307" y="9716"/>
                </a:lnTo>
                <a:lnTo>
                  <a:pt x="171102" y="9307"/>
                </a:lnTo>
                <a:lnTo>
                  <a:pt x="170284" y="8898"/>
                </a:lnTo>
                <a:lnTo>
                  <a:pt x="170182" y="7875"/>
                </a:lnTo>
                <a:lnTo>
                  <a:pt x="168545" y="7670"/>
                </a:lnTo>
                <a:lnTo>
                  <a:pt x="167727" y="8080"/>
                </a:lnTo>
                <a:lnTo>
                  <a:pt x="167625" y="8795"/>
                </a:lnTo>
                <a:lnTo>
                  <a:pt x="167114" y="9205"/>
                </a:lnTo>
                <a:lnTo>
                  <a:pt x="167727" y="9409"/>
                </a:lnTo>
                <a:lnTo>
                  <a:pt x="168034" y="10432"/>
                </a:lnTo>
                <a:lnTo>
                  <a:pt x="169875" y="10943"/>
                </a:lnTo>
                <a:lnTo>
                  <a:pt x="169568" y="11557"/>
                </a:lnTo>
                <a:lnTo>
                  <a:pt x="164148" y="10227"/>
                </a:lnTo>
                <a:lnTo>
                  <a:pt x="163636" y="10432"/>
                </a:lnTo>
                <a:lnTo>
                  <a:pt x="164352" y="10841"/>
                </a:lnTo>
                <a:lnTo>
                  <a:pt x="163841" y="11250"/>
                </a:lnTo>
                <a:lnTo>
                  <a:pt x="159648" y="11557"/>
                </a:lnTo>
                <a:lnTo>
                  <a:pt x="159648" y="11557"/>
                </a:lnTo>
                <a:lnTo>
                  <a:pt x="159955" y="11455"/>
                </a:lnTo>
                <a:lnTo>
                  <a:pt x="159852" y="11045"/>
                </a:lnTo>
                <a:lnTo>
                  <a:pt x="159750" y="11045"/>
                </a:lnTo>
                <a:lnTo>
                  <a:pt x="158830" y="11250"/>
                </a:lnTo>
                <a:lnTo>
                  <a:pt x="159136" y="11352"/>
                </a:lnTo>
                <a:lnTo>
                  <a:pt x="158830" y="11455"/>
                </a:lnTo>
                <a:lnTo>
                  <a:pt x="158625" y="11352"/>
                </a:lnTo>
                <a:lnTo>
                  <a:pt x="156682" y="11966"/>
                </a:lnTo>
                <a:lnTo>
                  <a:pt x="156886" y="12068"/>
                </a:lnTo>
                <a:lnTo>
                  <a:pt x="155250" y="12886"/>
                </a:lnTo>
                <a:lnTo>
                  <a:pt x="154330" y="12273"/>
                </a:lnTo>
                <a:lnTo>
                  <a:pt x="155352" y="11966"/>
                </a:lnTo>
                <a:lnTo>
                  <a:pt x="152898" y="11250"/>
                </a:lnTo>
                <a:lnTo>
                  <a:pt x="153614" y="11659"/>
                </a:lnTo>
                <a:lnTo>
                  <a:pt x="153614" y="12375"/>
                </a:lnTo>
                <a:lnTo>
                  <a:pt x="154227" y="12784"/>
                </a:lnTo>
                <a:lnTo>
                  <a:pt x="154227" y="13602"/>
                </a:lnTo>
                <a:lnTo>
                  <a:pt x="152795" y="13193"/>
                </a:lnTo>
                <a:lnTo>
                  <a:pt x="151466" y="14011"/>
                </a:lnTo>
                <a:lnTo>
                  <a:pt x="152080" y="14727"/>
                </a:lnTo>
                <a:lnTo>
                  <a:pt x="151568" y="14932"/>
                </a:lnTo>
                <a:lnTo>
                  <a:pt x="149625" y="14318"/>
                </a:lnTo>
                <a:lnTo>
                  <a:pt x="149420" y="14523"/>
                </a:lnTo>
                <a:lnTo>
                  <a:pt x="150545" y="15239"/>
                </a:lnTo>
                <a:lnTo>
                  <a:pt x="150341" y="15545"/>
                </a:lnTo>
                <a:lnTo>
                  <a:pt x="146864" y="13295"/>
                </a:lnTo>
                <a:lnTo>
                  <a:pt x="147068" y="13193"/>
                </a:lnTo>
                <a:lnTo>
                  <a:pt x="145636" y="12580"/>
                </a:lnTo>
                <a:lnTo>
                  <a:pt x="151057" y="13398"/>
                </a:lnTo>
                <a:lnTo>
                  <a:pt x="151977" y="12886"/>
                </a:lnTo>
                <a:lnTo>
                  <a:pt x="151875" y="12375"/>
                </a:lnTo>
                <a:lnTo>
                  <a:pt x="150648" y="11659"/>
                </a:lnTo>
                <a:lnTo>
                  <a:pt x="150750" y="11761"/>
                </a:lnTo>
                <a:lnTo>
                  <a:pt x="150750" y="11761"/>
                </a:lnTo>
                <a:lnTo>
                  <a:pt x="146455" y="10636"/>
                </a:lnTo>
                <a:lnTo>
                  <a:pt x="146045" y="10841"/>
                </a:lnTo>
                <a:lnTo>
                  <a:pt x="145841" y="10636"/>
                </a:lnTo>
                <a:lnTo>
                  <a:pt x="145841" y="10534"/>
                </a:lnTo>
                <a:lnTo>
                  <a:pt x="145227" y="10432"/>
                </a:lnTo>
                <a:lnTo>
                  <a:pt x="145739" y="10330"/>
                </a:lnTo>
                <a:lnTo>
                  <a:pt x="145023" y="10125"/>
                </a:lnTo>
                <a:lnTo>
                  <a:pt x="145023" y="10125"/>
                </a:lnTo>
                <a:lnTo>
                  <a:pt x="145125" y="10227"/>
                </a:lnTo>
                <a:lnTo>
                  <a:pt x="143591" y="10330"/>
                </a:lnTo>
                <a:lnTo>
                  <a:pt x="143489" y="10125"/>
                </a:lnTo>
                <a:lnTo>
                  <a:pt x="142875" y="9920"/>
                </a:lnTo>
                <a:lnTo>
                  <a:pt x="144102" y="9920"/>
                </a:lnTo>
                <a:lnTo>
                  <a:pt x="143080" y="9409"/>
                </a:lnTo>
                <a:lnTo>
                  <a:pt x="142466" y="9920"/>
                </a:lnTo>
                <a:lnTo>
                  <a:pt x="141955" y="9409"/>
                </a:lnTo>
                <a:lnTo>
                  <a:pt x="141443" y="9716"/>
                </a:lnTo>
                <a:lnTo>
                  <a:pt x="141341" y="9511"/>
                </a:lnTo>
                <a:lnTo>
                  <a:pt x="141136" y="9409"/>
                </a:lnTo>
                <a:lnTo>
                  <a:pt x="140727" y="9920"/>
                </a:lnTo>
                <a:lnTo>
                  <a:pt x="140830" y="9409"/>
                </a:lnTo>
                <a:lnTo>
                  <a:pt x="140318" y="9307"/>
                </a:lnTo>
                <a:lnTo>
                  <a:pt x="139398" y="10023"/>
                </a:lnTo>
                <a:lnTo>
                  <a:pt x="138886" y="9716"/>
                </a:lnTo>
                <a:lnTo>
                  <a:pt x="138068" y="9920"/>
                </a:lnTo>
                <a:lnTo>
                  <a:pt x="138477" y="10227"/>
                </a:lnTo>
                <a:lnTo>
                  <a:pt x="137864" y="10125"/>
                </a:lnTo>
                <a:lnTo>
                  <a:pt x="137557" y="10330"/>
                </a:lnTo>
                <a:lnTo>
                  <a:pt x="137761" y="10534"/>
                </a:lnTo>
                <a:lnTo>
                  <a:pt x="137352" y="10636"/>
                </a:lnTo>
                <a:lnTo>
                  <a:pt x="137352" y="10125"/>
                </a:lnTo>
                <a:lnTo>
                  <a:pt x="137045" y="10534"/>
                </a:lnTo>
                <a:lnTo>
                  <a:pt x="136330" y="10534"/>
                </a:lnTo>
                <a:lnTo>
                  <a:pt x="136636" y="10636"/>
                </a:lnTo>
                <a:lnTo>
                  <a:pt x="136125" y="10636"/>
                </a:lnTo>
                <a:lnTo>
                  <a:pt x="136125" y="10841"/>
                </a:lnTo>
                <a:lnTo>
                  <a:pt x="135818" y="10841"/>
                </a:lnTo>
                <a:lnTo>
                  <a:pt x="135716" y="11045"/>
                </a:lnTo>
                <a:lnTo>
                  <a:pt x="135102" y="11352"/>
                </a:lnTo>
                <a:lnTo>
                  <a:pt x="135818" y="11455"/>
                </a:lnTo>
                <a:lnTo>
                  <a:pt x="135307" y="11455"/>
                </a:lnTo>
                <a:lnTo>
                  <a:pt x="135102" y="11761"/>
                </a:lnTo>
                <a:lnTo>
                  <a:pt x="135102" y="11966"/>
                </a:lnTo>
                <a:lnTo>
                  <a:pt x="134795" y="11659"/>
                </a:lnTo>
                <a:lnTo>
                  <a:pt x="134386" y="11761"/>
                </a:lnTo>
                <a:lnTo>
                  <a:pt x="134591" y="11864"/>
                </a:lnTo>
                <a:lnTo>
                  <a:pt x="134080" y="12068"/>
                </a:lnTo>
                <a:lnTo>
                  <a:pt x="134386" y="12068"/>
                </a:lnTo>
                <a:lnTo>
                  <a:pt x="134693" y="12273"/>
                </a:lnTo>
                <a:lnTo>
                  <a:pt x="134693" y="12375"/>
                </a:lnTo>
                <a:lnTo>
                  <a:pt x="133875" y="12477"/>
                </a:lnTo>
                <a:lnTo>
                  <a:pt x="134591" y="12477"/>
                </a:lnTo>
                <a:lnTo>
                  <a:pt x="133364" y="12784"/>
                </a:lnTo>
                <a:lnTo>
                  <a:pt x="133568" y="12886"/>
                </a:lnTo>
                <a:lnTo>
                  <a:pt x="133057" y="13091"/>
                </a:lnTo>
                <a:lnTo>
                  <a:pt x="133670" y="13295"/>
                </a:lnTo>
                <a:lnTo>
                  <a:pt x="132852" y="13500"/>
                </a:lnTo>
                <a:lnTo>
                  <a:pt x="133057" y="13602"/>
                </a:lnTo>
                <a:lnTo>
                  <a:pt x="133057" y="14216"/>
                </a:lnTo>
                <a:lnTo>
                  <a:pt x="132750" y="14420"/>
                </a:lnTo>
                <a:lnTo>
                  <a:pt x="132545" y="14318"/>
                </a:lnTo>
                <a:lnTo>
                  <a:pt x="131932" y="14727"/>
                </a:lnTo>
                <a:lnTo>
                  <a:pt x="132239" y="14625"/>
                </a:lnTo>
                <a:lnTo>
                  <a:pt x="130909" y="15750"/>
                </a:lnTo>
                <a:lnTo>
                  <a:pt x="131114" y="15852"/>
                </a:lnTo>
                <a:lnTo>
                  <a:pt x="131830" y="15545"/>
                </a:lnTo>
                <a:lnTo>
                  <a:pt x="131727" y="15443"/>
                </a:lnTo>
                <a:lnTo>
                  <a:pt x="132136" y="15443"/>
                </a:lnTo>
                <a:lnTo>
                  <a:pt x="131932" y="15545"/>
                </a:lnTo>
                <a:lnTo>
                  <a:pt x="132136" y="15545"/>
                </a:lnTo>
                <a:lnTo>
                  <a:pt x="131727" y="15852"/>
                </a:lnTo>
                <a:lnTo>
                  <a:pt x="130091" y="15955"/>
                </a:lnTo>
                <a:lnTo>
                  <a:pt x="129886" y="16057"/>
                </a:lnTo>
                <a:lnTo>
                  <a:pt x="130193" y="16466"/>
                </a:lnTo>
                <a:lnTo>
                  <a:pt x="128864" y="16568"/>
                </a:lnTo>
                <a:lnTo>
                  <a:pt x="129886" y="16568"/>
                </a:lnTo>
                <a:lnTo>
                  <a:pt x="128785" y="16804"/>
                </a:lnTo>
                <a:lnTo>
                  <a:pt x="128785" y="16804"/>
                </a:lnTo>
                <a:lnTo>
                  <a:pt x="127841" y="17182"/>
                </a:lnTo>
                <a:lnTo>
                  <a:pt x="128966" y="17386"/>
                </a:lnTo>
                <a:lnTo>
                  <a:pt x="127739" y="17386"/>
                </a:lnTo>
                <a:lnTo>
                  <a:pt x="128045" y="18102"/>
                </a:lnTo>
                <a:lnTo>
                  <a:pt x="129477" y="17795"/>
                </a:lnTo>
                <a:lnTo>
                  <a:pt x="129580" y="18000"/>
                </a:lnTo>
                <a:lnTo>
                  <a:pt x="129273" y="18205"/>
                </a:lnTo>
                <a:lnTo>
                  <a:pt x="127739" y="18307"/>
                </a:lnTo>
                <a:lnTo>
                  <a:pt x="128250" y="18511"/>
                </a:lnTo>
                <a:lnTo>
                  <a:pt x="127943" y="18818"/>
                </a:lnTo>
                <a:lnTo>
                  <a:pt x="128250" y="19023"/>
                </a:lnTo>
                <a:lnTo>
                  <a:pt x="127943" y="19227"/>
                </a:lnTo>
                <a:lnTo>
                  <a:pt x="128045" y="19330"/>
                </a:lnTo>
                <a:lnTo>
                  <a:pt x="129170" y="18614"/>
                </a:lnTo>
                <a:lnTo>
                  <a:pt x="128864" y="19023"/>
                </a:lnTo>
                <a:lnTo>
                  <a:pt x="128557" y="19023"/>
                </a:lnTo>
                <a:lnTo>
                  <a:pt x="128659" y="19330"/>
                </a:lnTo>
                <a:lnTo>
                  <a:pt x="127943" y="19841"/>
                </a:lnTo>
                <a:lnTo>
                  <a:pt x="128864" y="19534"/>
                </a:lnTo>
                <a:lnTo>
                  <a:pt x="128557" y="19841"/>
                </a:lnTo>
                <a:lnTo>
                  <a:pt x="128864" y="20045"/>
                </a:lnTo>
                <a:lnTo>
                  <a:pt x="128250" y="20352"/>
                </a:lnTo>
                <a:lnTo>
                  <a:pt x="129068" y="20761"/>
                </a:lnTo>
                <a:lnTo>
                  <a:pt x="128966" y="20864"/>
                </a:lnTo>
                <a:lnTo>
                  <a:pt x="131011" y="20148"/>
                </a:lnTo>
                <a:lnTo>
                  <a:pt x="131114" y="19943"/>
                </a:lnTo>
                <a:lnTo>
                  <a:pt x="131727" y="19841"/>
                </a:lnTo>
                <a:lnTo>
                  <a:pt x="131727" y="19534"/>
                </a:lnTo>
                <a:lnTo>
                  <a:pt x="131830" y="19330"/>
                </a:lnTo>
                <a:lnTo>
                  <a:pt x="132034" y="19841"/>
                </a:lnTo>
                <a:lnTo>
                  <a:pt x="132443" y="20045"/>
                </a:lnTo>
                <a:lnTo>
                  <a:pt x="132443" y="20659"/>
                </a:lnTo>
                <a:lnTo>
                  <a:pt x="133670" y="22295"/>
                </a:lnTo>
                <a:lnTo>
                  <a:pt x="133670" y="22500"/>
                </a:lnTo>
                <a:lnTo>
                  <a:pt x="133773" y="22705"/>
                </a:lnTo>
                <a:lnTo>
                  <a:pt x="133466" y="22705"/>
                </a:lnTo>
                <a:lnTo>
                  <a:pt x="133875" y="23523"/>
                </a:lnTo>
                <a:lnTo>
                  <a:pt x="135000" y="23318"/>
                </a:lnTo>
                <a:lnTo>
                  <a:pt x="135205" y="22909"/>
                </a:lnTo>
                <a:lnTo>
                  <a:pt x="136023" y="22807"/>
                </a:lnTo>
                <a:lnTo>
                  <a:pt x="136432" y="20557"/>
                </a:lnTo>
                <a:lnTo>
                  <a:pt x="136636" y="20557"/>
                </a:lnTo>
                <a:lnTo>
                  <a:pt x="136023" y="20455"/>
                </a:lnTo>
                <a:lnTo>
                  <a:pt x="137761" y="19739"/>
                </a:lnTo>
                <a:lnTo>
                  <a:pt x="137250" y="19739"/>
                </a:lnTo>
                <a:lnTo>
                  <a:pt x="137966" y="19227"/>
                </a:lnTo>
                <a:lnTo>
                  <a:pt x="136636" y="18307"/>
                </a:lnTo>
                <a:lnTo>
                  <a:pt x="136432" y="17489"/>
                </a:lnTo>
                <a:lnTo>
                  <a:pt x="136636" y="17591"/>
                </a:lnTo>
                <a:lnTo>
                  <a:pt x="136636" y="17080"/>
                </a:lnTo>
                <a:lnTo>
                  <a:pt x="136432" y="16773"/>
                </a:lnTo>
                <a:lnTo>
                  <a:pt x="136943" y="16670"/>
                </a:lnTo>
                <a:lnTo>
                  <a:pt x="136841" y="16670"/>
                </a:lnTo>
                <a:lnTo>
                  <a:pt x="136739" y="16466"/>
                </a:lnTo>
                <a:lnTo>
                  <a:pt x="137148" y="16364"/>
                </a:lnTo>
                <a:lnTo>
                  <a:pt x="137045" y="16364"/>
                </a:lnTo>
                <a:lnTo>
                  <a:pt x="137455" y="16159"/>
                </a:lnTo>
                <a:lnTo>
                  <a:pt x="137352" y="16057"/>
                </a:lnTo>
                <a:lnTo>
                  <a:pt x="137864" y="15955"/>
                </a:lnTo>
                <a:lnTo>
                  <a:pt x="137864" y="15852"/>
                </a:lnTo>
                <a:lnTo>
                  <a:pt x="139091" y="15034"/>
                </a:lnTo>
                <a:lnTo>
                  <a:pt x="138784" y="14625"/>
                </a:lnTo>
                <a:lnTo>
                  <a:pt x="138886" y="14216"/>
                </a:lnTo>
                <a:lnTo>
                  <a:pt x="138989" y="14216"/>
                </a:lnTo>
                <a:lnTo>
                  <a:pt x="139193" y="14011"/>
                </a:lnTo>
                <a:lnTo>
                  <a:pt x="139398" y="14011"/>
                </a:lnTo>
                <a:lnTo>
                  <a:pt x="139295" y="13909"/>
                </a:lnTo>
                <a:lnTo>
                  <a:pt x="141034" y="13705"/>
                </a:lnTo>
                <a:lnTo>
                  <a:pt x="141545" y="14011"/>
                </a:lnTo>
                <a:lnTo>
                  <a:pt x="141648" y="14625"/>
                </a:lnTo>
                <a:lnTo>
                  <a:pt x="139807" y="15852"/>
                </a:lnTo>
                <a:lnTo>
                  <a:pt x="139807" y="15955"/>
                </a:lnTo>
                <a:lnTo>
                  <a:pt x="139295" y="16159"/>
                </a:lnTo>
                <a:lnTo>
                  <a:pt x="139602" y="18511"/>
                </a:lnTo>
                <a:lnTo>
                  <a:pt x="140523" y="18716"/>
                </a:lnTo>
                <a:lnTo>
                  <a:pt x="140523" y="18920"/>
                </a:lnTo>
                <a:lnTo>
                  <a:pt x="140727" y="18920"/>
                </a:lnTo>
                <a:lnTo>
                  <a:pt x="140830" y="19330"/>
                </a:lnTo>
                <a:lnTo>
                  <a:pt x="142977" y="18818"/>
                </a:lnTo>
                <a:lnTo>
                  <a:pt x="142875" y="18716"/>
                </a:lnTo>
                <a:lnTo>
                  <a:pt x="143386" y="18511"/>
                </a:lnTo>
                <a:lnTo>
                  <a:pt x="143284" y="18716"/>
                </a:lnTo>
                <a:lnTo>
                  <a:pt x="144731" y="18619"/>
                </a:lnTo>
                <a:lnTo>
                  <a:pt x="144731" y="18619"/>
                </a:lnTo>
                <a:lnTo>
                  <a:pt x="146045" y="19125"/>
                </a:lnTo>
                <a:lnTo>
                  <a:pt x="144920" y="19227"/>
                </a:lnTo>
                <a:lnTo>
                  <a:pt x="144818" y="19432"/>
                </a:lnTo>
                <a:lnTo>
                  <a:pt x="144614" y="19330"/>
                </a:lnTo>
                <a:lnTo>
                  <a:pt x="144511" y="19636"/>
                </a:lnTo>
                <a:lnTo>
                  <a:pt x="141750" y="19739"/>
                </a:lnTo>
                <a:lnTo>
                  <a:pt x="141341" y="20045"/>
                </a:lnTo>
                <a:lnTo>
                  <a:pt x="142261" y="20864"/>
                </a:lnTo>
                <a:lnTo>
                  <a:pt x="142261" y="21784"/>
                </a:lnTo>
                <a:lnTo>
                  <a:pt x="140318" y="21375"/>
                </a:lnTo>
                <a:lnTo>
                  <a:pt x="139909" y="22398"/>
                </a:lnTo>
                <a:lnTo>
                  <a:pt x="140011" y="23318"/>
                </a:lnTo>
                <a:lnTo>
                  <a:pt x="140114" y="23932"/>
                </a:lnTo>
                <a:lnTo>
                  <a:pt x="139807" y="23932"/>
                </a:lnTo>
                <a:lnTo>
                  <a:pt x="140011" y="23318"/>
                </a:lnTo>
                <a:lnTo>
                  <a:pt x="138886" y="24545"/>
                </a:lnTo>
                <a:lnTo>
                  <a:pt x="138375" y="24239"/>
                </a:lnTo>
                <a:lnTo>
                  <a:pt x="134693" y="24750"/>
                </a:lnTo>
                <a:lnTo>
                  <a:pt x="135307" y="25261"/>
                </a:lnTo>
                <a:lnTo>
                  <a:pt x="134795" y="25057"/>
                </a:lnTo>
                <a:lnTo>
                  <a:pt x="134693" y="24750"/>
                </a:lnTo>
                <a:lnTo>
                  <a:pt x="133773" y="24443"/>
                </a:lnTo>
                <a:lnTo>
                  <a:pt x="132852" y="24955"/>
                </a:lnTo>
                <a:lnTo>
                  <a:pt x="131625" y="24443"/>
                </a:lnTo>
                <a:lnTo>
                  <a:pt x="131625" y="24136"/>
                </a:lnTo>
                <a:lnTo>
                  <a:pt x="131318" y="23830"/>
                </a:lnTo>
                <a:lnTo>
                  <a:pt x="131420" y="23420"/>
                </a:lnTo>
                <a:lnTo>
                  <a:pt x="131727" y="23216"/>
                </a:lnTo>
                <a:lnTo>
                  <a:pt x="131625" y="23114"/>
                </a:lnTo>
                <a:lnTo>
                  <a:pt x="132341" y="22500"/>
                </a:lnTo>
                <a:lnTo>
                  <a:pt x="131932" y="22398"/>
                </a:lnTo>
                <a:lnTo>
                  <a:pt x="132034" y="21273"/>
                </a:lnTo>
                <a:lnTo>
                  <a:pt x="132034" y="21273"/>
                </a:lnTo>
                <a:lnTo>
                  <a:pt x="130602" y="21886"/>
                </a:lnTo>
                <a:lnTo>
                  <a:pt x="130602" y="22193"/>
                </a:lnTo>
                <a:lnTo>
                  <a:pt x="131011" y="22295"/>
                </a:lnTo>
                <a:lnTo>
                  <a:pt x="130705" y="22398"/>
                </a:lnTo>
                <a:lnTo>
                  <a:pt x="130295" y="22398"/>
                </a:lnTo>
                <a:lnTo>
                  <a:pt x="130295" y="23318"/>
                </a:lnTo>
                <a:lnTo>
                  <a:pt x="130909" y="24341"/>
                </a:lnTo>
                <a:lnTo>
                  <a:pt x="130807" y="24545"/>
                </a:lnTo>
                <a:lnTo>
                  <a:pt x="131625" y="25261"/>
                </a:lnTo>
                <a:lnTo>
                  <a:pt x="131011" y="25057"/>
                </a:lnTo>
                <a:lnTo>
                  <a:pt x="130705" y="25466"/>
                </a:lnTo>
                <a:lnTo>
                  <a:pt x="128864" y="25466"/>
                </a:lnTo>
                <a:lnTo>
                  <a:pt x="127739" y="26080"/>
                </a:lnTo>
                <a:lnTo>
                  <a:pt x="127432" y="27205"/>
                </a:lnTo>
                <a:lnTo>
                  <a:pt x="127227" y="27205"/>
                </a:lnTo>
                <a:lnTo>
                  <a:pt x="127534" y="27409"/>
                </a:lnTo>
                <a:lnTo>
                  <a:pt x="127534" y="27409"/>
                </a:lnTo>
                <a:lnTo>
                  <a:pt x="126818" y="27307"/>
                </a:lnTo>
                <a:lnTo>
                  <a:pt x="126818" y="27307"/>
                </a:lnTo>
                <a:lnTo>
                  <a:pt x="127432" y="27409"/>
                </a:lnTo>
                <a:lnTo>
                  <a:pt x="125386" y="28023"/>
                </a:lnTo>
                <a:lnTo>
                  <a:pt x="124977" y="28841"/>
                </a:lnTo>
                <a:lnTo>
                  <a:pt x="124261" y="29148"/>
                </a:lnTo>
                <a:lnTo>
                  <a:pt x="124466" y="29352"/>
                </a:lnTo>
                <a:lnTo>
                  <a:pt x="123239" y="29455"/>
                </a:lnTo>
                <a:lnTo>
                  <a:pt x="123136" y="29148"/>
                </a:lnTo>
                <a:lnTo>
                  <a:pt x="122727" y="29352"/>
                </a:lnTo>
                <a:lnTo>
                  <a:pt x="123034" y="30170"/>
                </a:lnTo>
                <a:lnTo>
                  <a:pt x="120375" y="30375"/>
                </a:lnTo>
                <a:lnTo>
                  <a:pt x="120784" y="30477"/>
                </a:lnTo>
                <a:lnTo>
                  <a:pt x="120477" y="30580"/>
                </a:lnTo>
                <a:lnTo>
                  <a:pt x="120682" y="30682"/>
                </a:lnTo>
                <a:lnTo>
                  <a:pt x="120375" y="30784"/>
                </a:lnTo>
                <a:lnTo>
                  <a:pt x="122011" y="31193"/>
                </a:lnTo>
                <a:lnTo>
                  <a:pt x="121909" y="31295"/>
                </a:lnTo>
                <a:lnTo>
                  <a:pt x="122114" y="31295"/>
                </a:lnTo>
                <a:lnTo>
                  <a:pt x="122114" y="31398"/>
                </a:lnTo>
                <a:lnTo>
                  <a:pt x="122727" y="31602"/>
                </a:lnTo>
                <a:lnTo>
                  <a:pt x="122420" y="31705"/>
                </a:lnTo>
                <a:lnTo>
                  <a:pt x="122523" y="32114"/>
                </a:lnTo>
                <a:lnTo>
                  <a:pt x="123239" y="32523"/>
                </a:lnTo>
                <a:lnTo>
                  <a:pt x="123341" y="33136"/>
                </a:lnTo>
                <a:lnTo>
                  <a:pt x="123136" y="33034"/>
                </a:lnTo>
                <a:lnTo>
                  <a:pt x="123750" y="33852"/>
                </a:lnTo>
                <a:lnTo>
                  <a:pt x="123750" y="33852"/>
                </a:lnTo>
                <a:lnTo>
                  <a:pt x="123239" y="33341"/>
                </a:lnTo>
                <a:lnTo>
                  <a:pt x="123136" y="34261"/>
                </a:lnTo>
                <a:lnTo>
                  <a:pt x="123239" y="34159"/>
                </a:lnTo>
                <a:lnTo>
                  <a:pt x="123239" y="34261"/>
                </a:lnTo>
                <a:lnTo>
                  <a:pt x="122830" y="35386"/>
                </a:lnTo>
                <a:lnTo>
                  <a:pt x="117409" y="35284"/>
                </a:lnTo>
                <a:lnTo>
                  <a:pt x="117307" y="35489"/>
                </a:lnTo>
                <a:lnTo>
                  <a:pt x="116898" y="35591"/>
                </a:lnTo>
                <a:lnTo>
                  <a:pt x="116693" y="36307"/>
                </a:lnTo>
                <a:lnTo>
                  <a:pt x="116898" y="36307"/>
                </a:lnTo>
                <a:lnTo>
                  <a:pt x="116898" y="36614"/>
                </a:lnTo>
                <a:lnTo>
                  <a:pt x="117000" y="36614"/>
                </a:lnTo>
                <a:lnTo>
                  <a:pt x="116182" y="40091"/>
                </a:lnTo>
                <a:lnTo>
                  <a:pt x="116795" y="39784"/>
                </a:lnTo>
                <a:lnTo>
                  <a:pt x="116386" y="40295"/>
                </a:lnTo>
                <a:lnTo>
                  <a:pt x="116687" y="40446"/>
                </a:lnTo>
                <a:lnTo>
                  <a:pt x="116687" y="40446"/>
                </a:lnTo>
                <a:lnTo>
                  <a:pt x="116489" y="41932"/>
                </a:lnTo>
                <a:lnTo>
                  <a:pt x="118330" y="41625"/>
                </a:lnTo>
                <a:lnTo>
                  <a:pt x="118739" y="42136"/>
                </a:lnTo>
                <a:lnTo>
                  <a:pt x="118841" y="42034"/>
                </a:lnTo>
                <a:lnTo>
                  <a:pt x="119455" y="42955"/>
                </a:lnTo>
                <a:lnTo>
                  <a:pt x="122420" y="42034"/>
                </a:lnTo>
                <a:lnTo>
                  <a:pt x="122727" y="41625"/>
                </a:lnTo>
                <a:lnTo>
                  <a:pt x="123545" y="41318"/>
                </a:lnTo>
                <a:lnTo>
                  <a:pt x="123852" y="40500"/>
                </a:lnTo>
                <a:lnTo>
                  <a:pt x="124261" y="40193"/>
                </a:lnTo>
                <a:lnTo>
                  <a:pt x="123955" y="39784"/>
                </a:lnTo>
                <a:lnTo>
                  <a:pt x="124773" y="38045"/>
                </a:lnTo>
                <a:lnTo>
                  <a:pt x="126818" y="36920"/>
                </a:lnTo>
                <a:lnTo>
                  <a:pt x="126818" y="35693"/>
                </a:lnTo>
                <a:lnTo>
                  <a:pt x="129682" y="35591"/>
                </a:lnTo>
                <a:lnTo>
                  <a:pt x="131318" y="34466"/>
                </a:lnTo>
                <a:lnTo>
                  <a:pt x="136943" y="38864"/>
                </a:lnTo>
                <a:lnTo>
                  <a:pt x="137250" y="38864"/>
                </a:lnTo>
                <a:lnTo>
                  <a:pt x="137761" y="40091"/>
                </a:lnTo>
                <a:lnTo>
                  <a:pt x="137557" y="40193"/>
                </a:lnTo>
                <a:lnTo>
                  <a:pt x="137352" y="40807"/>
                </a:lnTo>
                <a:lnTo>
                  <a:pt x="137761" y="41011"/>
                </a:lnTo>
                <a:lnTo>
                  <a:pt x="138170" y="39989"/>
                </a:lnTo>
                <a:lnTo>
                  <a:pt x="138580" y="39886"/>
                </a:lnTo>
                <a:lnTo>
                  <a:pt x="138477" y="39375"/>
                </a:lnTo>
                <a:lnTo>
                  <a:pt x="138068" y="39170"/>
                </a:lnTo>
                <a:lnTo>
                  <a:pt x="138375" y="38455"/>
                </a:lnTo>
                <a:lnTo>
                  <a:pt x="139602" y="38966"/>
                </a:lnTo>
                <a:lnTo>
                  <a:pt x="137455" y="37432"/>
                </a:lnTo>
                <a:lnTo>
                  <a:pt x="137557" y="37023"/>
                </a:lnTo>
                <a:lnTo>
                  <a:pt x="136432" y="36818"/>
                </a:lnTo>
                <a:lnTo>
                  <a:pt x="134182" y="34057"/>
                </a:lnTo>
                <a:lnTo>
                  <a:pt x="134284" y="33341"/>
                </a:lnTo>
                <a:lnTo>
                  <a:pt x="135307" y="33239"/>
                </a:lnTo>
                <a:lnTo>
                  <a:pt x="135205" y="33750"/>
                </a:lnTo>
                <a:lnTo>
                  <a:pt x="135716" y="33750"/>
                </a:lnTo>
                <a:lnTo>
                  <a:pt x="135818" y="33545"/>
                </a:lnTo>
                <a:lnTo>
                  <a:pt x="136841" y="34670"/>
                </a:lnTo>
                <a:lnTo>
                  <a:pt x="136534" y="34670"/>
                </a:lnTo>
                <a:lnTo>
                  <a:pt x="138784" y="36102"/>
                </a:lnTo>
                <a:lnTo>
                  <a:pt x="138170" y="35898"/>
                </a:lnTo>
                <a:lnTo>
                  <a:pt x="140420" y="37330"/>
                </a:lnTo>
                <a:lnTo>
                  <a:pt x="140420" y="38557"/>
                </a:lnTo>
                <a:lnTo>
                  <a:pt x="140318" y="38557"/>
                </a:lnTo>
                <a:lnTo>
                  <a:pt x="141955" y="39989"/>
                </a:lnTo>
                <a:lnTo>
                  <a:pt x="141648" y="39989"/>
                </a:lnTo>
                <a:lnTo>
                  <a:pt x="141955" y="40398"/>
                </a:lnTo>
                <a:lnTo>
                  <a:pt x="143080" y="40500"/>
                </a:lnTo>
                <a:lnTo>
                  <a:pt x="143489" y="40807"/>
                </a:lnTo>
                <a:lnTo>
                  <a:pt x="143489" y="40909"/>
                </a:lnTo>
                <a:lnTo>
                  <a:pt x="142159" y="40909"/>
                </a:lnTo>
                <a:lnTo>
                  <a:pt x="142773" y="42239"/>
                </a:lnTo>
                <a:lnTo>
                  <a:pt x="143284" y="42545"/>
                </a:lnTo>
                <a:lnTo>
                  <a:pt x="143898" y="42545"/>
                </a:lnTo>
                <a:lnTo>
                  <a:pt x="143489" y="41318"/>
                </a:lnTo>
                <a:lnTo>
                  <a:pt x="144102" y="41523"/>
                </a:lnTo>
                <a:lnTo>
                  <a:pt x="144102" y="41523"/>
                </a:lnTo>
                <a:lnTo>
                  <a:pt x="143591" y="41011"/>
                </a:lnTo>
                <a:lnTo>
                  <a:pt x="144205" y="41011"/>
                </a:lnTo>
                <a:lnTo>
                  <a:pt x="144409" y="40807"/>
                </a:lnTo>
                <a:lnTo>
                  <a:pt x="143182" y="39989"/>
                </a:lnTo>
                <a:lnTo>
                  <a:pt x="143591" y="39784"/>
                </a:lnTo>
                <a:lnTo>
                  <a:pt x="143386" y="39682"/>
                </a:lnTo>
                <a:lnTo>
                  <a:pt x="143591" y="39580"/>
                </a:lnTo>
                <a:lnTo>
                  <a:pt x="143693" y="39784"/>
                </a:lnTo>
                <a:lnTo>
                  <a:pt x="143591" y="39477"/>
                </a:lnTo>
                <a:lnTo>
                  <a:pt x="143080" y="38761"/>
                </a:lnTo>
                <a:lnTo>
                  <a:pt x="143284" y="38352"/>
                </a:lnTo>
                <a:lnTo>
                  <a:pt x="143740" y="38678"/>
                </a:lnTo>
                <a:lnTo>
                  <a:pt x="143740" y="38678"/>
                </a:lnTo>
                <a:lnTo>
                  <a:pt x="144205" y="38864"/>
                </a:lnTo>
                <a:lnTo>
                  <a:pt x="144102" y="38557"/>
                </a:lnTo>
                <a:lnTo>
                  <a:pt x="144511" y="38761"/>
                </a:lnTo>
                <a:lnTo>
                  <a:pt x="144000" y="38250"/>
                </a:lnTo>
                <a:lnTo>
                  <a:pt x="145636" y="38045"/>
                </a:lnTo>
                <a:lnTo>
                  <a:pt x="145943" y="38250"/>
                </a:lnTo>
                <a:lnTo>
                  <a:pt x="146557" y="38250"/>
                </a:lnTo>
                <a:lnTo>
                  <a:pt x="146045" y="38864"/>
                </a:lnTo>
                <a:lnTo>
                  <a:pt x="146864" y="39989"/>
                </a:lnTo>
                <a:lnTo>
                  <a:pt x="146761" y="40295"/>
                </a:lnTo>
                <a:lnTo>
                  <a:pt x="147068" y="40398"/>
                </a:lnTo>
                <a:lnTo>
                  <a:pt x="146659" y="40602"/>
                </a:lnTo>
                <a:lnTo>
                  <a:pt x="146455" y="40295"/>
                </a:lnTo>
                <a:lnTo>
                  <a:pt x="146352" y="40705"/>
                </a:lnTo>
                <a:lnTo>
                  <a:pt x="146864" y="40807"/>
                </a:lnTo>
                <a:lnTo>
                  <a:pt x="147477" y="41727"/>
                </a:lnTo>
                <a:lnTo>
                  <a:pt x="147375" y="41830"/>
                </a:lnTo>
                <a:lnTo>
                  <a:pt x="147273" y="41932"/>
                </a:lnTo>
                <a:lnTo>
                  <a:pt x="148091" y="41932"/>
                </a:lnTo>
                <a:lnTo>
                  <a:pt x="147477" y="42239"/>
                </a:lnTo>
                <a:lnTo>
                  <a:pt x="147989" y="42239"/>
                </a:lnTo>
                <a:lnTo>
                  <a:pt x="147989" y="42341"/>
                </a:lnTo>
                <a:lnTo>
                  <a:pt x="148602" y="42239"/>
                </a:lnTo>
                <a:lnTo>
                  <a:pt x="149523" y="42852"/>
                </a:lnTo>
                <a:lnTo>
                  <a:pt x="150136" y="42648"/>
                </a:lnTo>
                <a:lnTo>
                  <a:pt x="150341" y="42136"/>
                </a:lnTo>
                <a:lnTo>
                  <a:pt x="152080" y="42955"/>
                </a:lnTo>
                <a:lnTo>
                  <a:pt x="152898" y="42852"/>
                </a:lnTo>
                <a:lnTo>
                  <a:pt x="153511" y="42239"/>
                </a:lnTo>
                <a:lnTo>
                  <a:pt x="154227" y="42443"/>
                </a:lnTo>
                <a:lnTo>
                  <a:pt x="154636" y="42136"/>
                </a:lnTo>
                <a:lnTo>
                  <a:pt x="154023" y="47659"/>
                </a:lnTo>
                <a:lnTo>
                  <a:pt x="152489" y="48068"/>
                </a:lnTo>
                <a:lnTo>
                  <a:pt x="152080" y="47864"/>
                </a:lnTo>
                <a:lnTo>
                  <a:pt x="151773" y="47864"/>
                </a:lnTo>
                <a:lnTo>
                  <a:pt x="151773" y="47761"/>
                </a:lnTo>
                <a:lnTo>
                  <a:pt x="151261" y="47557"/>
                </a:lnTo>
                <a:lnTo>
                  <a:pt x="150648" y="47761"/>
                </a:lnTo>
                <a:lnTo>
                  <a:pt x="150955" y="47557"/>
                </a:lnTo>
                <a:lnTo>
                  <a:pt x="150955" y="47557"/>
                </a:lnTo>
                <a:lnTo>
                  <a:pt x="149114" y="48170"/>
                </a:lnTo>
                <a:lnTo>
                  <a:pt x="146148" y="47659"/>
                </a:lnTo>
                <a:lnTo>
                  <a:pt x="145739" y="47148"/>
                </a:lnTo>
                <a:lnTo>
                  <a:pt x="144102" y="46739"/>
                </a:lnTo>
                <a:lnTo>
                  <a:pt x="144000" y="46432"/>
                </a:lnTo>
                <a:lnTo>
                  <a:pt x="143489" y="46227"/>
                </a:lnTo>
                <a:lnTo>
                  <a:pt x="141955" y="46534"/>
                </a:lnTo>
                <a:lnTo>
                  <a:pt x="141443" y="47250"/>
                </a:lnTo>
                <a:lnTo>
                  <a:pt x="141648" y="48170"/>
                </a:lnTo>
                <a:lnTo>
                  <a:pt x="140114" y="48580"/>
                </a:lnTo>
                <a:lnTo>
                  <a:pt x="133773" y="45818"/>
                </a:lnTo>
                <a:lnTo>
                  <a:pt x="133875" y="45818"/>
                </a:lnTo>
                <a:lnTo>
                  <a:pt x="132750" y="44898"/>
                </a:lnTo>
                <a:lnTo>
                  <a:pt x="133568" y="43670"/>
                </a:lnTo>
                <a:lnTo>
                  <a:pt x="133159" y="43057"/>
                </a:lnTo>
                <a:lnTo>
                  <a:pt x="133466" y="41932"/>
                </a:lnTo>
                <a:lnTo>
                  <a:pt x="132852" y="42136"/>
                </a:lnTo>
                <a:lnTo>
                  <a:pt x="132852" y="41830"/>
                </a:lnTo>
                <a:lnTo>
                  <a:pt x="132545" y="41727"/>
                </a:lnTo>
                <a:lnTo>
                  <a:pt x="132545" y="41625"/>
                </a:lnTo>
                <a:lnTo>
                  <a:pt x="130807" y="42136"/>
                </a:lnTo>
                <a:lnTo>
                  <a:pt x="130295" y="41830"/>
                </a:lnTo>
                <a:lnTo>
                  <a:pt x="122318" y="43977"/>
                </a:lnTo>
                <a:lnTo>
                  <a:pt x="121602" y="43670"/>
                </a:lnTo>
                <a:lnTo>
                  <a:pt x="120477" y="43875"/>
                </a:lnTo>
                <a:lnTo>
                  <a:pt x="119659" y="43057"/>
                </a:lnTo>
                <a:lnTo>
                  <a:pt x="115568" y="48477"/>
                </a:lnTo>
                <a:lnTo>
                  <a:pt x="115773" y="48784"/>
                </a:lnTo>
                <a:lnTo>
                  <a:pt x="114034" y="50932"/>
                </a:lnTo>
                <a:lnTo>
                  <a:pt x="112909" y="51239"/>
                </a:lnTo>
                <a:lnTo>
                  <a:pt x="109943" y="55739"/>
                </a:lnTo>
                <a:lnTo>
                  <a:pt x="109943" y="55739"/>
                </a:lnTo>
                <a:lnTo>
                  <a:pt x="110148" y="55534"/>
                </a:lnTo>
                <a:lnTo>
                  <a:pt x="110148" y="55534"/>
                </a:lnTo>
                <a:lnTo>
                  <a:pt x="108920" y="58602"/>
                </a:lnTo>
                <a:lnTo>
                  <a:pt x="109432" y="58807"/>
                </a:lnTo>
                <a:lnTo>
                  <a:pt x="109432" y="60034"/>
                </a:lnTo>
                <a:lnTo>
                  <a:pt x="109636" y="59932"/>
                </a:lnTo>
                <a:lnTo>
                  <a:pt x="109330" y="63716"/>
                </a:lnTo>
                <a:lnTo>
                  <a:pt x="108409" y="64841"/>
                </a:lnTo>
                <a:lnTo>
                  <a:pt x="109023" y="65659"/>
                </a:lnTo>
                <a:lnTo>
                  <a:pt x="109227" y="65557"/>
                </a:lnTo>
                <a:lnTo>
                  <a:pt x="109227" y="66170"/>
                </a:lnTo>
                <a:lnTo>
                  <a:pt x="110250" y="66170"/>
                </a:lnTo>
                <a:lnTo>
                  <a:pt x="109330" y="66375"/>
                </a:lnTo>
                <a:lnTo>
                  <a:pt x="109227" y="66273"/>
                </a:lnTo>
                <a:lnTo>
                  <a:pt x="109023" y="67091"/>
                </a:lnTo>
                <a:lnTo>
                  <a:pt x="109023" y="67091"/>
                </a:lnTo>
                <a:lnTo>
                  <a:pt x="109227" y="66989"/>
                </a:lnTo>
                <a:lnTo>
                  <a:pt x="109739" y="67909"/>
                </a:lnTo>
                <a:lnTo>
                  <a:pt x="110557" y="67705"/>
                </a:lnTo>
                <a:lnTo>
                  <a:pt x="110557" y="67705"/>
                </a:lnTo>
                <a:lnTo>
                  <a:pt x="110148" y="67909"/>
                </a:lnTo>
                <a:lnTo>
                  <a:pt x="110557" y="68114"/>
                </a:lnTo>
                <a:lnTo>
                  <a:pt x="110148" y="68318"/>
                </a:lnTo>
                <a:lnTo>
                  <a:pt x="110250" y="68318"/>
                </a:lnTo>
                <a:lnTo>
                  <a:pt x="110455" y="68523"/>
                </a:lnTo>
                <a:lnTo>
                  <a:pt x="110352" y="68727"/>
                </a:lnTo>
                <a:lnTo>
                  <a:pt x="110557" y="68625"/>
                </a:lnTo>
                <a:lnTo>
                  <a:pt x="110659" y="68932"/>
                </a:lnTo>
                <a:lnTo>
                  <a:pt x="110864" y="69034"/>
                </a:lnTo>
                <a:lnTo>
                  <a:pt x="110966" y="68932"/>
                </a:lnTo>
                <a:lnTo>
                  <a:pt x="111375" y="69648"/>
                </a:lnTo>
                <a:lnTo>
                  <a:pt x="111784" y="69852"/>
                </a:lnTo>
                <a:lnTo>
                  <a:pt x="111784" y="70261"/>
                </a:lnTo>
                <a:lnTo>
                  <a:pt x="112295" y="70875"/>
                </a:lnTo>
                <a:lnTo>
                  <a:pt x="112193" y="71182"/>
                </a:lnTo>
                <a:lnTo>
                  <a:pt x="112500" y="71182"/>
                </a:lnTo>
                <a:lnTo>
                  <a:pt x="112193" y="71284"/>
                </a:lnTo>
                <a:lnTo>
                  <a:pt x="117511" y="75477"/>
                </a:lnTo>
                <a:lnTo>
                  <a:pt x="119557" y="74761"/>
                </a:lnTo>
                <a:lnTo>
                  <a:pt x="119250" y="74761"/>
                </a:lnTo>
                <a:lnTo>
                  <a:pt x="120477" y="74659"/>
                </a:lnTo>
                <a:lnTo>
                  <a:pt x="119966" y="74659"/>
                </a:lnTo>
                <a:lnTo>
                  <a:pt x="121295" y="74557"/>
                </a:lnTo>
                <a:lnTo>
                  <a:pt x="121398" y="74761"/>
                </a:lnTo>
                <a:lnTo>
                  <a:pt x="127534" y="73227"/>
                </a:lnTo>
                <a:lnTo>
                  <a:pt x="127330" y="73432"/>
                </a:lnTo>
                <a:lnTo>
                  <a:pt x="129170" y="74455"/>
                </a:lnTo>
                <a:lnTo>
                  <a:pt x="129170" y="74761"/>
                </a:lnTo>
                <a:lnTo>
                  <a:pt x="129068" y="74761"/>
                </a:lnTo>
                <a:lnTo>
                  <a:pt x="129886" y="75477"/>
                </a:lnTo>
                <a:lnTo>
                  <a:pt x="130091" y="75477"/>
                </a:lnTo>
                <a:lnTo>
                  <a:pt x="130398" y="75580"/>
                </a:lnTo>
                <a:lnTo>
                  <a:pt x="130295" y="75170"/>
                </a:lnTo>
                <a:lnTo>
                  <a:pt x="130398" y="75477"/>
                </a:lnTo>
                <a:lnTo>
                  <a:pt x="130602" y="75170"/>
                </a:lnTo>
                <a:lnTo>
                  <a:pt x="131420" y="75375"/>
                </a:lnTo>
                <a:lnTo>
                  <a:pt x="131625" y="74966"/>
                </a:lnTo>
                <a:lnTo>
                  <a:pt x="132341" y="75784"/>
                </a:lnTo>
                <a:lnTo>
                  <a:pt x="132955" y="75886"/>
                </a:lnTo>
                <a:lnTo>
                  <a:pt x="132852" y="79466"/>
                </a:lnTo>
                <a:lnTo>
                  <a:pt x="132648" y="79568"/>
                </a:lnTo>
                <a:lnTo>
                  <a:pt x="133261" y="79875"/>
                </a:lnTo>
                <a:lnTo>
                  <a:pt x="133057" y="79977"/>
                </a:lnTo>
                <a:lnTo>
                  <a:pt x="132648" y="79670"/>
                </a:lnTo>
                <a:lnTo>
                  <a:pt x="132443" y="80591"/>
                </a:lnTo>
                <a:lnTo>
                  <a:pt x="132034" y="80693"/>
                </a:lnTo>
                <a:lnTo>
                  <a:pt x="132852" y="81716"/>
                </a:lnTo>
                <a:lnTo>
                  <a:pt x="132852" y="81716"/>
                </a:lnTo>
                <a:lnTo>
                  <a:pt x="132341" y="81409"/>
                </a:lnTo>
                <a:lnTo>
                  <a:pt x="132750" y="82023"/>
                </a:lnTo>
                <a:lnTo>
                  <a:pt x="132648" y="82023"/>
                </a:lnTo>
                <a:lnTo>
                  <a:pt x="133261" y="82636"/>
                </a:lnTo>
                <a:lnTo>
                  <a:pt x="132955" y="82534"/>
                </a:lnTo>
                <a:lnTo>
                  <a:pt x="135205" y="85909"/>
                </a:lnTo>
                <a:lnTo>
                  <a:pt x="136023" y="86114"/>
                </a:lnTo>
                <a:lnTo>
                  <a:pt x="135307" y="86318"/>
                </a:lnTo>
                <a:lnTo>
                  <a:pt x="135920" y="89284"/>
                </a:lnTo>
                <a:lnTo>
                  <a:pt x="136023" y="89182"/>
                </a:lnTo>
                <a:lnTo>
                  <a:pt x="136432" y="92557"/>
                </a:lnTo>
                <a:lnTo>
                  <a:pt x="134795" y="96648"/>
                </a:lnTo>
                <a:lnTo>
                  <a:pt x="137045" y="103602"/>
                </a:lnTo>
                <a:lnTo>
                  <a:pt x="136943" y="103602"/>
                </a:lnTo>
                <a:lnTo>
                  <a:pt x="140011" y="115364"/>
                </a:lnTo>
                <a:lnTo>
                  <a:pt x="146148" y="114955"/>
                </a:lnTo>
                <a:lnTo>
                  <a:pt x="146557" y="114648"/>
                </a:lnTo>
                <a:lnTo>
                  <a:pt x="147068" y="114648"/>
                </a:lnTo>
                <a:lnTo>
                  <a:pt x="152693" y="109125"/>
                </a:lnTo>
                <a:lnTo>
                  <a:pt x="153205" y="106977"/>
                </a:lnTo>
                <a:lnTo>
                  <a:pt x="153102" y="107080"/>
                </a:lnTo>
                <a:lnTo>
                  <a:pt x="153205" y="106875"/>
                </a:lnTo>
                <a:lnTo>
                  <a:pt x="153205" y="106977"/>
                </a:lnTo>
                <a:lnTo>
                  <a:pt x="155659" y="104523"/>
                </a:lnTo>
                <a:lnTo>
                  <a:pt x="155659" y="102784"/>
                </a:lnTo>
                <a:lnTo>
                  <a:pt x="155557" y="103091"/>
                </a:lnTo>
                <a:lnTo>
                  <a:pt x="155045" y="100330"/>
                </a:lnTo>
                <a:lnTo>
                  <a:pt x="160670" y="95932"/>
                </a:lnTo>
                <a:lnTo>
                  <a:pt x="160875" y="91125"/>
                </a:lnTo>
                <a:lnTo>
                  <a:pt x="160057" y="90307"/>
                </a:lnTo>
                <a:lnTo>
                  <a:pt x="159955" y="87136"/>
                </a:lnTo>
                <a:lnTo>
                  <a:pt x="159341" y="86523"/>
                </a:lnTo>
                <a:lnTo>
                  <a:pt x="161284" y="82125"/>
                </a:lnTo>
                <a:lnTo>
                  <a:pt x="161693" y="82023"/>
                </a:lnTo>
                <a:lnTo>
                  <a:pt x="170591" y="69341"/>
                </a:lnTo>
                <a:lnTo>
                  <a:pt x="170386" y="69136"/>
                </a:lnTo>
                <a:lnTo>
                  <a:pt x="170284" y="69341"/>
                </a:lnTo>
                <a:lnTo>
                  <a:pt x="170182" y="67807"/>
                </a:lnTo>
                <a:lnTo>
                  <a:pt x="164557" y="69341"/>
                </a:lnTo>
                <a:lnTo>
                  <a:pt x="162511" y="68114"/>
                </a:lnTo>
                <a:lnTo>
                  <a:pt x="163330" y="67602"/>
                </a:lnTo>
                <a:lnTo>
                  <a:pt x="162920" y="66784"/>
                </a:lnTo>
                <a:lnTo>
                  <a:pt x="162920" y="66886"/>
                </a:lnTo>
                <a:lnTo>
                  <a:pt x="159955" y="64125"/>
                </a:lnTo>
                <a:lnTo>
                  <a:pt x="159955" y="64534"/>
                </a:lnTo>
                <a:lnTo>
                  <a:pt x="157193" y="58295"/>
                </a:lnTo>
                <a:lnTo>
                  <a:pt x="157193" y="58295"/>
                </a:lnTo>
                <a:lnTo>
                  <a:pt x="157295" y="58398"/>
                </a:lnTo>
                <a:lnTo>
                  <a:pt x="156375" y="56761"/>
                </a:lnTo>
                <a:lnTo>
                  <a:pt x="155966" y="56557"/>
                </a:lnTo>
                <a:lnTo>
                  <a:pt x="155659" y="56148"/>
                </a:lnTo>
                <a:lnTo>
                  <a:pt x="155864" y="55432"/>
                </a:lnTo>
                <a:lnTo>
                  <a:pt x="152591" y="49193"/>
                </a:lnTo>
                <a:lnTo>
                  <a:pt x="152591" y="49193"/>
                </a:lnTo>
                <a:lnTo>
                  <a:pt x="153716" y="51136"/>
                </a:lnTo>
                <a:lnTo>
                  <a:pt x="154330" y="50830"/>
                </a:lnTo>
                <a:lnTo>
                  <a:pt x="154739" y="49602"/>
                </a:lnTo>
                <a:lnTo>
                  <a:pt x="154534" y="51136"/>
                </a:lnTo>
                <a:lnTo>
                  <a:pt x="158727" y="56557"/>
                </a:lnTo>
                <a:lnTo>
                  <a:pt x="158625" y="56557"/>
                </a:lnTo>
                <a:lnTo>
                  <a:pt x="162614" y="64330"/>
                </a:lnTo>
                <a:lnTo>
                  <a:pt x="162511" y="64227"/>
                </a:lnTo>
                <a:lnTo>
                  <a:pt x="162511" y="64227"/>
                </a:lnTo>
                <a:lnTo>
                  <a:pt x="163330" y="66989"/>
                </a:lnTo>
                <a:lnTo>
                  <a:pt x="171102" y="63818"/>
                </a:lnTo>
                <a:lnTo>
                  <a:pt x="171102" y="63409"/>
                </a:lnTo>
                <a:lnTo>
                  <a:pt x="173557" y="62489"/>
                </a:lnTo>
                <a:lnTo>
                  <a:pt x="173659" y="61977"/>
                </a:lnTo>
                <a:lnTo>
                  <a:pt x="174580" y="61568"/>
                </a:lnTo>
                <a:lnTo>
                  <a:pt x="174989" y="60750"/>
                </a:lnTo>
                <a:lnTo>
                  <a:pt x="175807" y="60443"/>
                </a:lnTo>
                <a:lnTo>
                  <a:pt x="175705" y="59625"/>
                </a:lnTo>
                <a:lnTo>
                  <a:pt x="176114" y="58807"/>
                </a:lnTo>
                <a:lnTo>
                  <a:pt x="176216" y="59114"/>
                </a:lnTo>
                <a:lnTo>
                  <a:pt x="177341" y="57170"/>
                </a:lnTo>
                <a:lnTo>
                  <a:pt x="174273" y="54920"/>
                </a:lnTo>
                <a:lnTo>
                  <a:pt x="173864" y="52977"/>
                </a:lnTo>
                <a:lnTo>
                  <a:pt x="172330" y="55023"/>
                </a:lnTo>
                <a:lnTo>
                  <a:pt x="170080" y="55330"/>
                </a:lnTo>
                <a:lnTo>
                  <a:pt x="169875" y="55023"/>
                </a:lnTo>
                <a:lnTo>
                  <a:pt x="169568" y="55023"/>
                </a:lnTo>
                <a:lnTo>
                  <a:pt x="169670" y="54818"/>
                </a:lnTo>
                <a:lnTo>
                  <a:pt x="169466" y="54716"/>
                </a:lnTo>
                <a:lnTo>
                  <a:pt x="169670" y="54000"/>
                </a:lnTo>
                <a:lnTo>
                  <a:pt x="169466" y="53284"/>
                </a:lnTo>
                <a:lnTo>
                  <a:pt x="169057" y="53795"/>
                </a:lnTo>
                <a:lnTo>
                  <a:pt x="169057" y="54511"/>
                </a:lnTo>
                <a:lnTo>
                  <a:pt x="168239" y="53182"/>
                </a:lnTo>
                <a:lnTo>
                  <a:pt x="168341" y="53182"/>
                </a:lnTo>
                <a:lnTo>
                  <a:pt x="168239" y="52568"/>
                </a:lnTo>
                <a:lnTo>
                  <a:pt x="168341" y="52568"/>
                </a:lnTo>
                <a:lnTo>
                  <a:pt x="165886" y="49807"/>
                </a:lnTo>
                <a:lnTo>
                  <a:pt x="166193" y="49602"/>
                </a:lnTo>
                <a:lnTo>
                  <a:pt x="165989" y="49193"/>
                </a:lnTo>
                <a:lnTo>
                  <a:pt x="166398" y="49295"/>
                </a:lnTo>
                <a:lnTo>
                  <a:pt x="166807" y="48682"/>
                </a:lnTo>
                <a:lnTo>
                  <a:pt x="166807" y="48784"/>
                </a:lnTo>
                <a:lnTo>
                  <a:pt x="171409" y="52568"/>
                </a:lnTo>
                <a:lnTo>
                  <a:pt x="172943" y="52466"/>
                </a:lnTo>
                <a:lnTo>
                  <a:pt x="173557" y="52057"/>
                </a:lnTo>
                <a:lnTo>
                  <a:pt x="174273" y="52364"/>
                </a:lnTo>
                <a:lnTo>
                  <a:pt x="174580" y="53182"/>
                </a:lnTo>
                <a:lnTo>
                  <a:pt x="177545" y="54000"/>
                </a:lnTo>
                <a:lnTo>
                  <a:pt x="177648" y="53898"/>
                </a:lnTo>
                <a:lnTo>
                  <a:pt x="177750" y="54000"/>
                </a:lnTo>
                <a:lnTo>
                  <a:pt x="182761" y="53898"/>
                </a:lnTo>
                <a:lnTo>
                  <a:pt x="182557" y="53795"/>
                </a:lnTo>
                <a:lnTo>
                  <a:pt x="182557" y="53795"/>
                </a:lnTo>
                <a:lnTo>
                  <a:pt x="182864" y="53898"/>
                </a:lnTo>
                <a:lnTo>
                  <a:pt x="182966" y="53898"/>
                </a:lnTo>
                <a:lnTo>
                  <a:pt x="184091" y="55432"/>
                </a:lnTo>
                <a:lnTo>
                  <a:pt x="184500" y="55636"/>
                </a:lnTo>
                <a:lnTo>
                  <a:pt x="184500" y="55534"/>
                </a:lnTo>
                <a:lnTo>
                  <a:pt x="185114" y="55534"/>
                </a:lnTo>
                <a:lnTo>
                  <a:pt x="184909" y="56045"/>
                </a:lnTo>
                <a:lnTo>
                  <a:pt x="185727" y="56557"/>
                </a:lnTo>
                <a:lnTo>
                  <a:pt x="186750" y="56250"/>
                </a:lnTo>
                <a:lnTo>
                  <a:pt x="185727" y="57068"/>
                </a:lnTo>
                <a:lnTo>
                  <a:pt x="185420" y="57068"/>
                </a:lnTo>
                <a:lnTo>
                  <a:pt x="187568" y="58602"/>
                </a:lnTo>
                <a:lnTo>
                  <a:pt x="188386" y="58193"/>
                </a:lnTo>
                <a:lnTo>
                  <a:pt x="188284" y="57170"/>
                </a:lnTo>
                <a:lnTo>
                  <a:pt x="188898" y="57170"/>
                </a:lnTo>
                <a:lnTo>
                  <a:pt x="188693" y="57682"/>
                </a:lnTo>
                <a:lnTo>
                  <a:pt x="189205" y="57682"/>
                </a:lnTo>
                <a:lnTo>
                  <a:pt x="188795" y="57989"/>
                </a:lnTo>
                <a:lnTo>
                  <a:pt x="188898" y="57989"/>
                </a:lnTo>
                <a:lnTo>
                  <a:pt x="189307" y="60239"/>
                </a:lnTo>
                <a:lnTo>
                  <a:pt x="189205" y="60239"/>
                </a:lnTo>
                <a:lnTo>
                  <a:pt x="189205" y="60545"/>
                </a:lnTo>
                <a:lnTo>
                  <a:pt x="189307" y="60341"/>
                </a:lnTo>
                <a:lnTo>
                  <a:pt x="190636" y="64227"/>
                </a:lnTo>
                <a:lnTo>
                  <a:pt x="190534" y="64227"/>
                </a:lnTo>
                <a:lnTo>
                  <a:pt x="193160" y="69965"/>
                </a:lnTo>
                <a:lnTo>
                  <a:pt x="194216" y="71693"/>
                </a:lnTo>
                <a:lnTo>
                  <a:pt x="195955" y="70568"/>
                </a:lnTo>
                <a:lnTo>
                  <a:pt x="195545" y="70261"/>
                </a:lnTo>
                <a:lnTo>
                  <a:pt x="195852" y="69443"/>
                </a:lnTo>
                <a:lnTo>
                  <a:pt x="196364" y="69239"/>
                </a:lnTo>
                <a:lnTo>
                  <a:pt x="196568" y="66375"/>
                </a:lnTo>
                <a:lnTo>
                  <a:pt x="196466" y="66170"/>
                </a:lnTo>
                <a:lnTo>
                  <a:pt x="196261" y="63920"/>
                </a:lnTo>
                <a:lnTo>
                  <a:pt x="196875" y="63818"/>
                </a:lnTo>
                <a:lnTo>
                  <a:pt x="200455" y="59830"/>
                </a:lnTo>
                <a:lnTo>
                  <a:pt x="200250" y="59932"/>
                </a:lnTo>
                <a:lnTo>
                  <a:pt x="200250" y="59932"/>
                </a:lnTo>
                <a:lnTo>
                  <a:pt x="201580" y="58705"/>
                </a:lnTo>
                <a:lnTo>
                  <a:pt x="201477" y="58091"/>
                </a:lnTo>
                <a:lnTo>
                  <a:pt x="202398" y="57580"/>
                </a:lnTo>
                <a:lnTo>
                  <a:pt x="202295" y="57068"/>
                </a:lnTo>
                <a:lnTo>
                  <a:pt x="202500" y="57580"/>
                </a:lnTo>
                <a:lnTo>
                  <a:pt x="202705" y="57682"/>
                </a:lnTo>
                <a:lnTo>
                  <a:pt x="202909" y="57273"/>
                </a:lnTo>
                <a:lnTo>
                  <a:pt x="203114" y="57886"/>
                </a:lnTo>
                <a:lnTo>
                  <a:pt x="203216" y="57682"/>
                </a:lnTo>
                <a:lnTo>
                  <a:pt x="203420" y="57784"/>
                </a:lnTo>
                <a:lnTo>
                  <a:pt x="203420" y="57784"/>
                </a:lnTo>
                <a:lnTo>
                  <a:pt x="203216" y="57477"/>
                </a:lnTo>
                <a:lnTo>
                  <a:pt x="203318" y="57273"/>
                </a:lnTo>
                <a:lnTo>
                  <a:pt x="203625" y="57682"/>
                </a:lnTo>
                <a:lnTo>
                  <a:pt x="203625" y="57170"/>
                </a:lnTo>
                <a:lnTo>
                  <a:pt x="203830" y="57682"/>
                </a:lnTo>
                <a:lnTo>
                  <a:pt x="204136" y="56966"/>
                </a:lnTo>
                <a:lnTo>
                  <a:pt x="204136" y="57375"/>
                </a:lnTo>
                <a:lnTo>
                  <a:pt x="204341" y="57273"/>
                </a:lnTo>
                <a:lnTo>
                  <a:pt x="204341" y="57580"/>
                </a:lnTo>
                <a:lnTo>
                  <a:pt x="204648" y="57170"/>
                </a:lnTo>
                <a:lnTo>
                  <a:pt x="204545" y="56250"/>
                </a:lnTo>
                <a:lnTo>
                  <a:pt x="204239" y="55943"/>
                </a:lnTo>
                <a:lnTo>
                  <a:pt x="204443" y="55943"/>
                </a:lnTo>
                <a:lnTo>
                  <a:pt x="204443" y="55739"/>
                </a:lnTo>
                <a:lnTo>
                  <a:pt x="205773" y="57068"/>
                </a:lnTo>
                <a:lnTo>
                  <a:pt x="206795" y="59216"/>
                </a:lnTo>
                <a:lnTo>
                  <a:pt x="206795" y="58909"/>
                </a:lnTo>
                <a:lnTo>
                  <a:pt x="207102" y="59011"/>
                </a:lnTo>
                <a:lnTo>
                  <a:pt x="207307" y="59625"/>
                </a:lnTo>
                <a:lnTo>
                  <a:pt x="207307" y="59420"/>
                </a:lnTo>
                <a:lnTo>
                  <a:pt x="207818" y="59523"/>
                </a:lnTo>
                <a:lnTo>
                  <a:pt x="208125" y="60136"/>
                </a:lnTo>
                <a:lnTo>
                  <a:pt x="207716" y="60136"/>
                </a:lnTo>
                <a:lnTo>
                  <a:pt x="208125" y="60648"/>
                </a:lnTo>
                <a:lnTo>
                  <a:pt x="208125" y="60239"/>
                </a:lnTo>
                <a:lnTo>
                  <a:pt x="208432" y="60750"/>
                </a:lnTo>
                <a:lnTo>
                  <a:pt x="208330" y="60750"/>
                </a:lnTo>
                <a:lnTo>
                  <a:pt x="208739" y="63614"/>
                </a:lnTo>
                <a:lnTo>
                  <a:pt x="209148" y="63102"/>
                </a:lnTo>
                <a:lnTo>
                  <a:pt x="209148" y="63716"/>
                </a:lnTo>
                <a:lnTo>
                  <a:pt x="209352" y="63409"/>
                </a:lnTo>
                <a:lnTo>
                  <a:pt x="210170" y="63409"/>
                </a:lnTo>
                <a:lnTo>
                  <a:pt x="210477" y="63205"/>
                </a:lnTo>
                <a:lnTo>
                  <a:pt x="210477" y="62795"/>
                </a:lnTo>
                <a:lnTo>
                  <a:pt x="210886" y="62898"/>
                </a:lnTo>
                <a:lnTo>
                  <a:pt x="210989" y="62182"/>
                </a:lnTo>
                <a:lnTo>
                  <a:pt x="211807" y="63000"/>
                </a:lnTo>
                <a:lnTo>
                  <a:pt x="212318" y="64943"/>
                </a:lnTo>
                <a:lnTo>
                  <a:pt x="212216" y="64943"/>
                </a:lnTo>
                <a:lnTo>
                  <a:pt x="212523" y="65966"/>
                </a:lnTo>
                <a:lnTo>
                  <a:pt x="212625" y="65659"/>
                </a:lnTo>
                <a:lnTo>
                  <a:pt x="213239" y="69750"/>
                </a:lnTo>
                <a:lnTo>
                  <a:pt x="213341" y="69545"/>
                </a:lnTo>
                <a:lnTo>
                  <a:pt x="213136" y="71386"/>
                </a:lnTo>
                <a:lnTo>
                  <a:pt x="218045" y="78545"/>
                </a:lnTo>
                <a:lnTo>
                  <a:pt x="218455" y="78545"/>
                </a:lnTo>
                <a:lnTo>
                  <a:pt x="218557" y="78341"/>
                </a:lnTo>
                <a:lnTo>
                  <a:pt x="218864" y="78341"/>
                </a:lnTo>
                <a:lnTo>
                  <a:pt x="217739" y="74659"/>
                </a:lnTo>
                <a:lnTo>
                  <a:pt x="215182" y="72307"/>
                </a:lnTo>
                <a:lnTo>
                  <a:pt x="215284" y="72614"/>
                </a:lnTo>
                <a:lnTo>
                  <a:pt x="214875" y="72102"/>
                </a:lnTo>
                <a:lnTo>
                  <a:pt x="215182" y="72307"/>
                </a:lnTo>
                <a:lnTo>
                  <a:pt x="214875" y="71284"/>
                </a:lnTo>
                <a:lnTo>
                  <a:pt x="214773" y="71386"/>
                </a:lnTo>
                <a:lnTo>
                  <a:pt x="213852" y="69852"/>
                </a:lnTo>
                <a:lnTo>
                  <a:pt x="214364" y="66580"/>
                </a:lnTo>
                <a:lnTo>
                  <a:pt x="214261" y="66375"/>
                </a:lnTo>
                <a:lnTo>
                  <a:pt x="215080" y="66273"/>
                </a:lnTo>
                <a:lnTo>
                  <a:pt x="215080" y="66784"/>
                </a:lnTo>
                <a:lnTo>
                  <a:pt x="216409" y="67398"/>
                </a:lnTo>
                <a:lnTo>
                  <a:pt x="216409" y="67295"/>
                </a:lnTo>
                <a:lnTo>
                  <a:pt x="216716" y="67602"/>
                </a:lnTo>
                <a:lnTo>
                  <a:pt x="216716" y="67500"/>
                </a:lnTo>
                <a:lnTo>
                  <a:pt x="217023" y="68011"/>
                </a:lnTo>
                <a:lnTo>
                  <a:pt x="217125" y="67909"/>
                </a:lnTo>
                <a:lnTo>
                  <a:pt x="217330" y="68625"/>
                </a:lnTo>
                <a:lnTo>
                  <a:pt x="217636" y="68625"/>
                </a:lnTo>
                <a:lnTo>
                  <a:pt x="217739" y="69034"/>
                </a:lnTo>
                <a:lnTo>
                  <a:pt x="219068" y="69648"/>
                </a:lnTo>
                <a:lnTo>
                  <a:pt x="218966" y="71182"/>
                </a:lnTo>
                <a:lnTo>
                  <a:pt x="218966" y="71182"/>
                </a:lnTo>
                <a:lnTo>
                  <a:pt x="219886" y="70568"/>
                </a:lnTo>
                <a:lnTo>
                  <a:pt x="219886" y="69750"/>
                </a:lnTo>
                <a:lnTo>
                  <a:pt x="220500" y="70159"/>
                </a:lnTo>
                <a:lnTo>
                  <a:pt x="220091" y="69545"/>
                </a:lnTo>
                <a:lnTo>
                  <a:pt x="220602" y="69852"/>
                </a:lnTo>
                <a:lnTo>
                  <a:pt x="220398" y="69443"/>
                </a:lnTo>
                <a:lnTo>
                  <a:pt x="222545" y="68318"/>
                </a:lnTo>
                <a:lnTo>
                  <a:pt x="222737" y="67743"/>
                </a:lnTo>
                <a:lnTo>
                  <a:pt x="222648" y="67295"/>
                </a:lnTo>
                <a:lnTo>
                  <a:pt x="222750" y="67295"/>
                </a:lnTo>
                <a:lnTo>
                  <a:pt x="222750" y="66886"/>
                </a:lnTo>
                <a:lnTo>
                  <a:pt x="222852" y="67091"/>
                </a:lnTo>
                <a:lnTo>
                  <a:pt x="222545" y="65864"/>
                </a:lnTo>
                <a:lnTo>
                  <a:pt x="219375" y="61773"/>
                </a:lnTo>
                <a:lnTo>
                  <a:pt x="219477" y="61773"/>
                </a:lnTo>
                <a:lnTo>
                  <a:pt x="218659" y="60239"/>
                </a:lnTo>
                <a:lnTo>
                  <a:pt x="219170" y="58398"/>
                </a:lnTo>
                <a:lnTo>
                  <a:pt x="219682" y="58500"/>
                </a:lnTo>
                <a:lnTo>
                  <a:pt x="220602" y="57477"/>
                </a:lnTo>
                <a:lnTo>
                  <a:pt x="221216" y="57989"/>
                </a:lnTo>
                <a:lnTo>
                  <a:pt x="221625" y="57682"/>
                </a:lnTo>
                <a:lnTo>
                  <a:pt x="221830" y="57886"/>
                </a:lnTo>
                <a:lnTo>
                  <a:pt x="221830" y="58500"/>
                </a:lnTo>
                <a:lnTo>
                  <a:pt x="222239" y="59011"/>
                </a:lnTo>
                <a:lnTo>
                  <a:pt x="222136" y="59011"/>
                </a:lnTo>
                <a:lnTo>
                  <a:pt x="222545" y="59114"/>
                </a:lnTo>
                <a:lnTo>
                  <a:pt x="222239" y="58500"/>
                </a:lnTo>
                <a:lnTo>
                  <a:pt x="222443" y="58091"/>
                </a:lnTo>
                <a:lnTo>
                  <a:pt x="224080" y="57477"/>
                </a:lnTo>
                <a:lnTo>
                  <a:pt x="224591" y="57477"/>
                </a:lnTo>
                <a:lnTo>
                  <a:pt x="224693" y="57170"/>
                </a:lnTo>
                <a:lnTo>
                  <a:pt x="225102" y="57068"/>
                </a:lnTo>
                <a:lnTo>
                  <a:pt x="224795" y="56455"/>
                </a:lnTo>
                <a:lnTo>
                  <a:pt x="225000" y="56250"/>
                </a:lnTo>
                <a:lnTo>
                  <a:pt x="225716" y="57068"/>
                </a:lnTo>
                <a:lnTo>
                  <a:pt x="226023" y="56659"/>
                </a:lnTo>
                <a:lnTo>
                  <a:pt x="226125" y="56761"/>
                </a:lnTo>
                <a:lnTo>
                  <a:pt x="226534" y="56659"/>
                </a:lnTo>
                <a:lnTo>
                  <a:pt x="226739" y="56659"/>
                </a:lnTo>
                <a:lnTo>
                  <a:pt x="226739" y="56557"/>
                </a:lnTo>
                <a:lnTo>
                  <a:pt x="227352" y="56455"/>
                </a:lnTo>
                <a:lnTo>
                  <a:pt x="227761" y="55739"/>
                </a:lnTo>
                <a:lnTo>
                  <a:pt x="228170" y="55739"/>
                </a:lnTo>
                <a:lnTo>
                  <a:pt x="228375" y="55534"/>
                </a:lnTo>
                <a:lnTo>
                  <a:pt x="228477" y="54920"/>
                </a:lnTo>
                <a:lnTo>
                  <a:pt x="229807" y="54000"/>
                </a:lnTo>
                <a:lnTo>
                  <a:pt x="229705" y="53386"/>
                </a:lnTo>
                <a:lnTo>
                  <a:pt x="229193" y="53182"/>
                </a:lnTo>
                <a:lnTo>
                  <a:pt x="229807" y="52977"/>
                </a:lnTo>
                <a:lnTo>
                  <a:pt x="229398" y="52466"/>
                </a:lnTo>
                <a:lnTo>
                  <a:pt x="229602" y="52466"/>
                </a:lnTo>
                <a:lnTo>
                  <a:pt x="229807" y="52670"/>
                </a:lnTo>
                <a:lnTo>
                  <a:pt x="230318" y="50932"/>
                </a:lnTo>
                <a:lnTo>
                  <a:pt x="230727" y="50932"/>
                </a:lnTo>
                <a:lnTo>
                  <a:pt x="230523" y="50318"/>
                </a:lnTo>
                <a:lnTo>
                  <a:pt x="230625" y="50318"/>
                </a:lnTo>
                <a:lnTo>
                  <a:pt x="230318" y="50114"/>
                </a:lnTo>
                <a:lnTo>
                  <a:pt x="230727" y="50114"/>
                </a:lnTo>
                <a:lnTo>
                  <a:pt x="230625" y="49602"/>
                </a:lnTo>
                <a:lnTo>
                  <a:pt x="230318" y="49705"/>
                </a:lnTo>
                <a:lnTo>
                  <a:pt x="230625" y="49295"/>
                </a:lnTo>
                <a:lnTo>
                  <a:pt x="229807" y="48886"/>
                </a:lnTo>
                <a:lnTo>
                  <a:pt x="229295" y="49091"/>
                </a:lnTo>
                <a:lnTo>
                  <a:pt x="228886" y="48989"/>
                </a:lnTo>
                <a:lnTo>
                  <a:pt x="230011" y="48273"/>
                </a:lnTo>
                <a:lnTo>
                  <a:pt x="229909" y="47966"/>
                </a:lnTo>
                <a:lnTo>
                  <a:pt x="228682" y="47148"/>
                </a:lnTo>
                <a:lnTo>
                  <a:pt x="228170" y="47250"/>
                </a:lnTo>
                <a:lnTo>
                  <a:pt x="228477" y="47045"/>
                </a:lnTo>
                <a:lnTo>
                  <a:pt x="229807" y="47455"/>
                </a:lnTo>
                <a:lnTo>
                  <a:pt x="226227" y="44080"/>
                </a:lnTo>
                <a:lnTo>
                  <a:pt x="226739" y="43057"/>
                </a:lnTo>
                <a:lnTo>
                  <a:pt x="226534" y="42750"/>
                </a:lnTo>
                <a:lnTo>
                  <a:pt x="226534" y="42750"/>
                </a:lnTo>
                <a:lnTo>
                  <a:pt x="226739" y="42955"/>
                </a:lnTo>
                <a:lnTo>
                  <a:pt x="227045" y="42545"/>
                </a:lnTo>
                <a:lnTo>
                  <a:pt x="226943" y="42341"/>
                </a:lnTo>
                <a:lnTo>
                  <a:pt x="228170" y="41932"/>
                </a:lnTo>
                <a:lnTo>
                  <a:pt x="228170" y="41523"/>
                </a:lnTo>
                <a:lnTo>
                  <a:pt x="225920" y="41216"/>
                </a:lnTo>
                <a:lnTo>
                  <a:pt x="225511" y="41830"/>
                </a:lnTo>
                <a:lnTo>
                  <a:pt x="225000" y="41625"/>
                </a:lnTo>
                <a:lnTo>
                  <a:pt x="224898" y="41216"/>
                </a:lnTo>
                <a:lnTo>
                  <a:pt x="223159" y="39989"/>
                </a:lnTo>
                <a:lnTo>
                  <a:pt x="224182" y="39580"/>
                </a:lnTo>
                <a:lnTo>
                  <a:pt x="224284" y="38966"/>
                </a:lnTo>
                <a:lnTo>
                  <a:pt x="224898" y="38659"/>
                </a:lnTo>
                <a:lnTo>
                  <a:pt x="225000" y="38250"/>
                </a:lnTo>
                <a:lnTo>
                  <a:pt x="225614" y="37943"/>
                </a:lnTo>
                <a:lnTo>
                  <a:pt x="226227" y="38557"/>
                </a:lnTo>
                <a:lnTo>
                  <a:pt x="226023" y="39477"/>
                </a:lnTo>
                <a:lnTo>
                  <a:pt x="226432" y="39477"/>
                </a:lnTo>
                <a:lnTo>
                  <a:pt x="226432" y="39784"/>
                </a:lnTo>
                <a:lnTo>
                  <a:pt x="226125" y="39989"/>
                </a:lnTo>
                <a:lnTo>
                  <a:pt x="226534" y="39989"/>
                </a:lnTo>
                <a:lnTo>
                  <a:pt x="226636" y="39886"/>
                </a:lnTo>
                <a:lnTo>
                  <a:pt x="228273" y="38864"/>
                </a:lnTo>
                <a:lnTo>
                  <a:pt x="228682" y="39273"/>
                </a:lnTo>
                <a:lnTo>
                  <a:pt x="228784" y="39068"/>
                </a:lnTo>
                <a:lnTo>
                  <a:pt x="229500" y="39580"/>
                </a:lnTo>
                <a:lnTo>
                  <a:pt x="229602" y="40091"/>
                </a:lnTo>
                <a:lnTo>
                  <a:pt x="229909" y="40193"/>
                </a:lnTo>
                <a:lnTo>
                  <a:pt x="229500" y="40807"/>
                </a:lnTo>
                <a:lnTo>
                  <a:pt x="230011" y="40807"/>
                </a:lnTo>
                <a:lnTo>
                  <a:pt x="229807" y="41011"/>
                </a:lnTo>
                <a:lnTo>
                  <a:pt x="230114" y="41114"/>
                </a:lnTo>
                <a:lnTo>
                  <a:pt x="230216" y="41216"/>
                </a:lnTo>
                <a:lnTo>
                  <a:pt x="230420" y="41114"/>
                </a:lnTo>
                <a:lnTo>
                  <a:pt x="230523" y="40909"/>
                </a:lnTo>
                <a:lnTo>
                  <a:pt x="231955" y="42136"/>
                </a:lnTo>
                <a:lnTo>
                  <a:pt x="231341" y="42136"/>
                </a:lnTo>
                <a:lnTo>
                  <a:pt x="232670" y="44182"/>
                </a:lnTo>
                <a:lnTo>
                  <a:pt x="232568" y="44284"/>
                </a:lnTo>
                <a:lnTo>
                  <a:pt x="232670" y="44386"/>
                </a:lnTo>
                <a:lnTo>
                  <a:pt x="232466" y="44386"/>
                </a:lnTo>
                <a:lnTo>
                  <a:pt x="232875" y="44795"/>
                </a:lnTo>
                <a:lnTo>
                  <a:pt x="233080" y="44591"/>
                </a:lnTo>
                <a:lnTo>
                  <a:pt x="233182" y="44284"/>
                </a:lnTo>
                <a:lnTo>
                  <a:pt x="233489" y="44489"/>
                </a:lnTo>
                <a:lnTo>
                  <a:pt x="233386" y="44284"/>
                </a:lnTo>
                <a:lnTo>
                  <a:pt x="233591" y="44284"/>
                </a:lnTo>
                <a:lnTo>
                  <a:pt x="233693" y="44080"/>
                </a:lnTo>
                <a:lnTo>
                  <a:pt x="234205" y="44182"/>
                </a:lnTo>
                <a:lnTo>
                  <a:pt x="234614" y="43875"/>
                </a:lnTo>
                <a:lnTo>
                  <a:pt x="234614" y="42955"/>
                </a:lnTo>
                <a:lnTo>
                  <a:pt x="231034" y="39170"/>
                </a:lnTo>
                <a:lnTo>
                  <a:pt x="232261" y="38045"/>
                </a:lnTo>
                <a:lnTo>
                  <a:pt x="232057" y="36205"/>
                </a:lnTo>
                <a:lnTo>
                  <a:pt x="232057" y="36205"/>
                </a:lnTo>
                <a:lnTo>
                  <a:pt x="232364" y="36307"/>
                </a:lnTo>
                <a:lnTo>
                  <a:pt x="232670" y="35591"/>
                </a:lnTo>
                <a:lnTo>
                  <a:pt x="232977" y="35591"/>
                </a:lnTo>
                <a:lnTo>
                  <a:pt x="234102" y="36102"/>
                </a:lnTo>
                <a:lnTo>
                  <a:pt x="235739" y="30273"/>
                </a:lnTo>
                <a:lnTo>
                  <a:pt x="232670" y="25773"/>
                </a:lnTo>
                <a:lnTo>
                  <a:pt x="232670" y="25466"/>
                </a:lnTo>
                <a:lnTo>
                  <a:pt x="229909" y="24545"/>
                </a:lnTo>
                <a:lnTo>
                  <a:pt x="230420" y="25159"/>
                </a:lnTo>
                <a:lnTo>
                  <a:pt x="230318" y="25364"/>
                </a:lnTo>
                <a:lnTo>
                  <a:pt x="230114" y="24955"/>
                </a:lnTo>
                <a:lnTo>
                  <a:pt x="230114" y="25159"/>
                </a:lnTo>
                <a:lnTo>
                  <a:pt x="229500" y="25261"/>
                </a:lnTo>
                <a:lnTo>
                  <a:pt x="229602" y="24955"/>
                </a:lnTo>
                <a:lnTo>
                  <a:pt x="228886" y="24648"/>
                </a:lnTo>
                <a:lnTo>
                  <a:pt x="229193" y="25057"/>
                </a:lnTo>
                <a:lnTo>
                  <a:pt x="226841" y="23830"/>
                </a:lnTo>
                <a:lnTo>
                  <a:pt x="228068" y="21068"/>
                </a:lnTo>
                <a:lnTo>
                  <a:pt x="227864" y="20761"/>
                </a:lnTo>
                <a:lnTo>
                  <a:pt x="228170" y="20455"/>
                </a:lnTo>
                <a:lnTo>
                  <a:pt x="228170" y="20045"/>
                </a:lnTo>
                <a:lnTo>
                  <a:pt x="231034" y="19841"/>
                </a:lnTo>
                <a:lnTo>
                  <a:pt x="231034" y="19636"/>
                </a:lnTo>
                <a:lnTo>
                  <a:pt x="232875" y="19841"/>
                </a:lnTo>
                <a:lnTo>
                  <a:pt x="232568" y="19534"/>
                </a:lnTo>
                <a:lnTo>
                  <a:pt x="232875" y="19636"/>
                </a:lnTo>
                <a:lnTo>
                  <a:pt x="232670" y="19432"/>
                </a:lnTo>
                <a:lnTo>
                  <a:pt x="233898" y="19534"/>
                </a:lnTo>
                <a:lnTo>
                  <a:pt x="233795" y="19636"/>
                </a:lnTo>
                <a:lnTo>
                  <a:pt x="235432" y="19841"/>
                </a:lnTo>
                <a:lnTo>
                  <a:pt x="234716" y="19943"/>
                </a:lnTo>
                <a:lnTo>
                  <a:pt x="236250" y="19943"/>
                </a:lnTo>
                <a:lnTo>
                  <a:pt x="236250" y="19841"/>
                </a:lnTo>
                <a:lnTo>
                  <a:pt x="236966" y="19943"/>
                </a:lnTo>
                <a:lnTo>
                  <a:pt x="237068" y="19841"/>
                </a:lnTo>
                <a:lnTo>
                  <a:pt x="237580" y="19841"/>
                </a:lnTo>
                <a:lnTo>
                  <a:pt x="236557" y="19636"/>
                </a:lnTo>
                <a:lnTo>
                  <a:pt x="236148" y="18818"/>
                </a:lnTo>
                <a:lnTo>
                  <a:pt x="236352" y="17489"/>
                </a:lnTo>
                <a:lnTo>
                  <a:pt x="238602" y="17693"/>
                </a:lnTo>
                <a:lnTo>
                  <a:pt x="239011" y="18205"/>
                </a:lnTo>
                <a:lnTo>
                  <a:pt x="239216" y="18102"/>
                </a:lnTo>
                <a:lnTo>
                  <a:pt x="239625" y="18511"/>
                </a:lnTo>
                <a:lnTo>
                  <a:pt x="239932" y="18409"/>
                </a:lnTo>
                <a:lnTo>
                  <a:pt x="240341" y="17591"/>
                </a:lnTo>
                <a:lnTo>
                  <a:pt x="240239" y="17489"/>
                </a:lnTo>
                <a:lnTo>
                  <a:pt x="240648" y="17693"/>
                </a:lnTo>
                <a:lnTo>
                  <a:pt x="239727" y="16773"/>
                </a:lnTo>
                <a:lnTo>
                  <a:pt x="241364" y="16875"/>
                </a:lnTo>
                <a:lnTo>
                  <a:pt x="240648" y="16875"/>
                </a:lnTo>
                <a:lnTo>
                  <a:pt x="241875" y="18307"/>
                </a:lnTo>
                <a:lnTo>
                  <a:pt x="241261" y="18614"/>
                </a:lnTo>
                <a:lnTo>
                  <a:pt x="241261" y="19432"/>
                </a:lnTo>
                <a:lnTo>
                  <a:pt x="241159" y="19534"/>
                </a:lnTo>
                <a:lnTo>
                  <a:pt x="241057" y="20966"/>
                </a:lnTo>
                <a:lnTo>
                  <a:pt x="240648" y="20966"/>
                </a:lnTo>
                <a:lnTo>
                  <a:pt x="240750" y="21170"/>
                </a:lnTo>
                <a:lnTo>
                  <a:pt x="240443" y="21273"/>
                </a:lnTo>
                <a:lnTo>
                  <a:pt x="240852" y="21784"/>
                </a:lnTo>
                <a:lnTo>
                  <a:pt x="240852" y="22398"/>
                </a:lnTo>
                <a:lnTo>
                  <a:pt x="246784" y="27716"/>
                </a:lnTo>
                <a:lnTo>
                  <a:pt x="247091" y="26898"/>
                </a:lnTo>
                <a:lnTo>
                  <a:pt x="246273" y="25773"/>
                </a:lnTo>
                <a:lnTo>
                  <a:pt x="246273" y="25773"/>
                </a:lnTo>
                <a:lnTo>
                  <a:pt x="246580" y="25977"/>
                </a:lnTo>
                <a:lnTo>
                  <a:pt x="247398" y="25773"/>
                </a:lnTo>
                <a:lnTo>
                  <a:pt x="246477" y="24852"/>
                </a:lnTo>
                <a:lnTo>
                  <a:pt x="246580" y="24341"/>
                </a:lnTo>
                <a:lnTo>
                  <a:pt x="247193" y="24341"/>
                </a:lnTo>
                <a:lnTo>
                  <a:pt x="246068" y="22705"/>
                </a:lnTo>
                <a:lnTo>
                  <a:pt x="246170" y="22398"/>
                </a:lnTo>
                <a:lnTo>
                  <a:pt x="246375" y="22807"/>
                </a:lnTo>
                <a:lnTo>
                  <a:pt x="246784" y="22705"/>
                </a:lnTo>
                <a:lnTo>
                  <a:pt x="245045" y="21170"/>
                </a:lnTo>
                <a:lnTo>
                  <a:pt x="244330" y="21068"/>
                </a:lnTo>
                <a:lnTo>
                  <a:pt x="244432" y="21273"/>
                </a:lnTo>
                <a:lnTo>
                  <a:pt x="243614" y="20761"/>
                </a:lnTo>
                <a:lnTo>
                  <a:pt x="243307" y="19943"/>
                </a:lnTo>
                <a:lnTo>
                  <a:pt x="243409" y="19943"/>
                </a:lnTo>
                <a:lnTo>
                  <a:pt x="242898" y="19227"/>
                </a:lnTo>
                <a:lnTo>
                  <a:pt x="244023" y="19227"/>
                </a:lnTo>
                <a:lnTo>
                  <a:pt x="243818" y="19023"/>
                </a:lnTo>
                <a:lnTo>
                  <a:pt x="244330" y="18716"/>
                </a:lnTo>
                <a:lnTo>
                  <a:pt x="244943" y="19227"/>
                </a:lnTo>
                <a:lnTo>
                  <a:pt x="244943" y="18920"/>
                </a:lnTo>
                <a:lnTo>
                  <a:pt x="245250" y="18716"/>
                </a:lnTo>
                <a:lnTo>
                  <a:pt x="247807" y="19125"/>
                </a:lnTo>
                <a:lnTo>
                  <a:pt x="247398" y="18716"/>
                </a:lnTo>
                <a:lnTo>
                  <a:pt x="247909" y="18102"/>
                </a:lnTo>
                <a:lnTo>
                  <a:pt x="247807" y="18000"/>
                </a:lnTo>
                <a:lnTo>
                  <a:pt x="247909" y="17898"/>
                </a:lnTo>
                <a:lnTo>
                  <a:pt x="248011" y="17898"/>
                </a:lnTo>
                <a:lnTo>
                  <a:pt x="247807" y="17693"/>
                </a:lnTo>
                <a:lnTo>
                  <a:pt x="248011" y="17795"/>
                </a:lnTo>
                <a:lnTo>
                  <a:pt x="248011" y="17489"/>
                </a:lnTo>
                <a:lnTo>
                  <a:pt x="249545" y="16773"/>
                </a:lnTo>
                <a:lnTo>
                  <a:pt x="249136" y="16568"/>
                </a:lnTo>
                <a:lnTo>
                  <a:pt x="251182" y="16977"/>
                </a:lnTo>
                <a:lnTo>
                  <a:pt x="251080" y="16670"/>
                </a:lnTo>
                <a:lnTo>
                  <a:pt x="249443" y="15852"/>
                </a:lnTo>
                <a:lnTo>
                  <a:pt x="249443" y="15852"/>
                </a:lnTo>
                <a:lnTo>
                  <a:pt x="249545" y="15955"/>
                </a:lnTo>
                <a:lnTo>
                  <a:pt x="249545" y="15955"/>
                </a:lnTo>
                <a:lnTo>
                  <a:pt x="249136" y="15750"/>
                </a:lnTo>
                <a:lnTo>
                  <a:pt x="249239" y="15750"/>
                </a:lnTo>
                <a:lnTo>
                  <a:pt x="248011" y="15034"/>
                </a:lnTo>
                <a:lnTo>
                  <a:pt x="248114" y="15239"/>
                </a:lnTo>
                <a:lnTo>
                  <a:pt x="245045" y="14830"/>
                </a:lnTo>
                <a:lnTo>
                  <a:pt x="246682" y="14625"/>
                </a:lnTo>
                <a:lnTo>
                  <a:pt x="245761" y="14420"/>
                </a:lnTo>
                <a:lnTo>
                  <a:pt x="248318" y="14420"/>
                </a:lnTo>
                <a:lnTo>
                  <a:pt x="237375" y="10125"/>
                </a:lnTo>
                <a:lnTo>
                  <a:pt x="237477" y="10227"/>
                </a:lnTo>
                <a:lnTo>
                  <a:pt x="235330" y="10023"/>
                </a:lnTo>
                <a:lnTo>
                  <a:pt x="236864" y="11148"/>
                </a:lnTo>
                <a:lnTo>
                  <a:pt x="236864" y="11148"/>
                </a:lnTo>
                <a:lnTo>
                  <a:pt x="234000" y="10330"/>
                </a:lnTo>
                <a:lnTo>
                  <a:pt x="233795" y="10432"/>
                </a:lnTo>
                <a:lnTo>
                  <a:pt x="230523" y="10432"/>
                </a:lnTo>
                <a:lnTo>
                  <a:pt x="231136" y="11352"/>
                </a:lnTo>
                <a:lnTo>
                  <a:pt x="231136" y="11352"/>
                </a:lnTo>
                <a:lnTo>
                  <a:pt x="222034" y="9205"/>
                </a:lnTo>
                <a:lnTo>
                  <a:pt x="222239" y="9205"/>
                </a:lnTo>
                <a:lnTo>
                  <a:pt x="219375" y="8591"/>
                </a:lnTo>
                <a:lnTo>
                  <a:pt x="219886" y="8489"/>
                </a:lnTo>
                <a:lnTo>
                  <a:pt x="217636" y="8080"/>
                </a:lnTo>
                <a:lnTo>
                  <a:pt x="217330" y="8591"/>
                </a:lnTo>
                <a:lnTo>
                  <a:pt x="216614" y="8489"/>
                </a:lnTo>
                <a:lnTo>
                  <a:pt x="217023" y="8489"/>
                </a:lnTo>
                <a:lnTo>
                  <a:pt x="216716" y="8182"/>
                </a:lnTo>
                <a:lnTo>
                  <a:pt x="215693" y="8182"/>
                </a:lnTo>
                <a:lnTo>
                  <a:pt x="216920" y="8080"/>
                </a:lnTo>
                <a:lnTo>
                  <a:pt x="212727" y="7670"/>
                </a:lnTo>
                <a:lnTo>
                  <a:pt x="213341" y="7875"/>
                </a:lnTo>
                <a:lnTo>
                  <a:pt x="212420" y="8080"/>
                </a:lnTo>
                <a:lnTo>
                  <a:pt x="213239" y="8182"/>
                </a:lnTo>
                <a:lnTo>
                  <a:pt x="213034" y="8284"/>
                </a:lnTo>
                <a:lnTo>
                  <a:pt x="212932" y="8386"/>
                </a:lnTo>
                <a:lnTo>
                  <a:pt x="213852" y="8795"/>
                </a:lnTo>
                <a:lnTo>
                  <a:pt x="212830" y="8795"/>
                </a:lnTo>
                <a:lnTo>
                  <a:pt x="213034" y="9000"/>
                </a:lnTo>
                <a:lnTo>
                  <a:pt x="212830" y="9000"/>
                </a:lnTo>
                <a:lnTo>
                  <a:pt x="213034" y="9102"/>
                </a:lnTo>
                <a:lnTo>
                  <a:pt x="210886" y="8693"/>
                </a:lnTo>
                <a:lnTo>
                  <a:pt x="210580" y="8898"/>
                </a:lnTo>
                <a:lnTo>
                  <a:pt x="208739" y="8591"/>
                </a:lnTo>
                <a:lnTo>
                  <a:pt x="209045" y="9000"/>
                </a:lnTo>
                <a:lnTo>
                  <a:pt x="209045" y="9409"/>
                </a:lnTo>
                <a:lnTo>
                  <a:pt x="208534" y="9307"/>
                </a:lnTo>
                <a:lnTo>
                  <a:pt x="206591" y="8693"/>
                </a:lnTo>
                <a:lnTo>
                  <a:pt x="206898" y="8591"/>
                </a:lnTo>
                <a:lnTo>
                  <a:pt x="205057" y="8080"/>
                </a:lnTo>
                <a:lnTo>
                  <a:pt x="206386" y="8284"/>
                </a:lnTo>
                <a:lnTo>
                  <a:pt x="205364" y="7977"/>
                </a:lnTo>
                <a:lnTo>
                  <a:pt x="205773" y="7773"/>
                </a:lnTo>
                <a:lnTo>
                  <a:pt x="201068" y="7057"/>
                </a:lnTo>
                <a:lnTo>
                  <a:pt x="201682" y="7364"/>
                </a:lnTo>
                <a:lnTo>
                  <a:pt x="201170" y="7568"/>
                </a:lnTo>
                <a:lnTo>
                  <a:pt x="201477" y="7670"/>
                </a:lnTo>
                <a:lnTo>
                  <a:pt x="198205" y="7159"/>
                </a:lnTo>
                <a:lnTo>
                  <a:pt x="195034" y="7159"/>
                </a:lnTo>
                <a:lnTo>
                  <a:pt x="195443" y="7261"/>
                </a:lnTo>
                <a:lnTo>
                  <a:pt x="195545" y="7568"/>
                </a:lnTo>
                <a:lnTo>
                  <a:pt x="195955" y="7875"/>
                </a:lnTo>
                <a:lnTo>
                  <a:pt x="195545" y="7670"/>
                </a:lnTo>
                <a:lnTo>
                  <a:pt x="195545" y="7568"/>
                </a:lnTo>
                <a:lnTo>
                  <a:pt x="194830" y="7159"/>
                </a:lnTo>
                <a:lnTo>
                  <a:pt x="194830" y="6955"/>
                </a:lnTo>
                <a:lnTo>
                  <a:pt x="194216" y="6750"/>
                </a:lnTo>
                <a:lnTo>
                  <a:pt x="194011" y="6955"/>
                </a:lnTo>
                <a:lnTo>
                  <a:pt x="193193" y="6750"/>
                </a:lnTo>
                <a:lnTo>
                  <a:pt x="193295" y="6750"/>
                </a:lnTo>
                <a:lnTo>
                  <a:pt x="192989" y="6648"/>
                </a:lnTo>
                <a:lnTo>
                  <a:pt x="193091" y="6750"/>
                </a:lnTo>
                <a:lnTo>
                  <a:pt x="192375" y="6955"/>
                </a:lnTo>
                <a:lnTo>
                  <a:pt x="193193" y="6955"/>
                </a:lnTo>
                <a:lnTo>
                  <a:pt x="190432" y="7773"/>
                </a:lnTo>
                <a:lnTo>
                  <a:pt x="191966" y="6648"/>
                </a:lnTo>
                <a:lnTo>
                  <a:pt x="191966" y="6443"/>
                </a:lnTo>
                <a:lnTo>
                  <a:pt x="193193" y="5830"/>
                </a:lnTo>
                <a:lnTo>
                  <a:pt x="192068" y="5216"/>
                </a:lnTo>
                <a:lnTo>
                  <a:pt x="192068" y="5216"/>
                </a:lnTo>
                <a:lnTo>
                  <a:pt x="192989" y="5523"/>
                </a:lnTo>
                <a:lnTo>
                  <a:pt x="191966" y="4909"/>
                </a:lnTo>
                <a:lnTo>
                  <a:pt x="191966" y="5114"/>
                </a:lnTo>
                <a:lnTo>
                  <a:pt x="188489" y="4602"/>
                </a:lnTo>
                <a:lnTo>
                  <a:pt x="188489" y="4602"/>
                </a:lnTo>
                <a:lnTo>
                  <a:pt x="188591" y="4705"/>
                </a:lnTo>
                <a:lnTo>
                  <a:pt x="187670" y="4705"/>
                </a:lnTo>
                <a:lnTo>
                  <a:pt x="187977" y="4398"/>
                </a:lnTo>
                <a:lnTo>
                  <a:pt x="185830" y="4295"/>
                </a:lnTo>
                <a:lnTo>
                  <a:pt x="186648" y="4091"/>
                </a:lnTo>
                <a:lnTo>
                  <a:pt x="185114" y="3784"/>
                </a:lnTo>
                <a:close/>
                <a:moveTo>
                  <a:pt x="252818" y="91125"/>
                </a:moveTo>
                <a:lnTo>
                  <a:pt x="252307" y="92455"/>
                </a:lnTo>
                <a:lnTo>
                  <a:pt x="252205" y="92352"/>
                </a:lnTo>
                <a:lnTo>
                  <a:pt x="252000" y="92966"/>
                </a:lnTo>
                <a:lnTo>
                  <a:pt x="252102" y="93170"/>
                </a:lnTo>
                <a:lnTo>
                  <a:pt x="250364" y="97875"/>
                </a:lnTo>
                <a:lnTo>
                  <a:pt x="249341" y="98080"/>
                </a:lnTo>
                <a:lnTo>
                  <a:pt x="246375" y="95727"/>
                </a:lnTo>
                <a:lnTo>
                  <a:pt x="246170" y="95011"/>
                </a:lnTo>
                <a:lnTo>
                  <a:pt x="246886" y="93580"/>
                </a:lnTo>
                <a:lnTo>
                  <a:pt x="247091" y="93682"/>
                </a:lnTo>
                <a:lnTo>
                  <a:pt x="247705" y="92761"/>
                </a:lnTo>
                <a:lnTo>
                  <a:pt x="247193" y="92455"/>
                </a:lnTo>
                <a:lnTo>
                  <a:pt x="247091" y="92864"/>
                </a:lnTo>
                <a:lnTo>
                  <a:pt x="246784" y="92352"/>
                </a:lnTo>
                <a:lnTo>
                  <a:pt x="246886" y="92148"/>
                </a:lnTo>
                <a:lnTo>
                  <a:pt x="246886" y="92148"/>
                </a:lnTo>
                <a:lnTo>
                  <a:pt x="246170" y="92557"/>
                </a:lnTo>
                <a:lnTo>
                  <a:pt x="244227" y="91841"/>
                </a:lnTo>
                <a:lnTo>
                  <a:pt x="244023" y="91841"/>
                </a:lnTo>
                <a:lnTo>
                  <a:pt x="243716" y="91534"/>
                </a:lnTo>
                <a:lnTo>
                  <a:pt x="243307" y="91534"/>
                </a:lnTo>
                <a:lnTo>
                  <a:pt x="243818" y="91841"/>
                </a:lnTo>
                <a:lnTo>
                  <a:pt x="243920" y="92455"/>
                </a:lnTo>
                <a:lnTo>
                  <a:pt x="243614" y="92659"/>
                </a:lnTo>
                <a:lnTo>
                  <a:pt x="242591" y="92455"/>
                </a:lnTo>
                <a:lnTo>
                  <a:pt x="242182" y="92966"/>
                </a:lnTo>
                <a:lnTo>
                  <a:pt x="241977" y="92864"/>
                </a:lnTo>
                <a:lnTo>
                  <a:pt x="241977" y="93068"/>
                </a:lnTo>
                <a:lnTo>
                  <a:pt x="241773" y="93068"/>
                </a:lnTo>
                <a:lnTo>
                  <a:pt x="241466" y="93375"/>
                </a:lnTo>
                <a:lnTo>
                  <a:pt x="241466" y="93784"/>
                </a:lnTo>
                <a:lnTo>
                  <a:pt x="241159" y="93989"/>
                </a:lnTo>
                <a:lnTo>
                  <a:pt x="240852" y="95011"/>
                </a:lnTo>
                <a:lnTo>
                  <a:pt x="240955" y="95318"/>
                </a:lnTo>
                <a:lnTo>
                  <a:pt x="240750" y="95625"/>
                </a:lnTo>
                <a:lnTo>
                  <a:pt x="239420" y="95727"/>
                </a:lnTo>
                <a:lnTo>
                  <a:pt x="239318" y="95727"/>
                </a:lnTo>
                <a:lnTo>
                  <a:pt x="239318" y="95011"/>
                </a:lnTo>
                <a:lnTo>
                  <a:pt x="238500" y="94193"/>
                </a:lnTo>
                <a:lnTo>
                  <a:pt x="238295" y="94500"/>
                </a:lnTo>
                <a:lnTo>
                  <a:pt x="237784" y="94602"/>
                </a:lnTo>
                <a:lnTo>
                  <a:pt x="237375" y="95114"/>
                </a:lnTo>
                <a:lnTo>
                  <a:pt x="237273" y="95011"/>
                </a:lnTo>
                <a:lnTo>
                  <a:pt x="237273" y="94705"/>
                </a:lnTo>
                <a:lnTo>
                  <a:pt x="236557" y="95932"/>
                </a:lnTo>
                <a:lnTo>
                  <a:pt x="236250" y="95727"/>
                </a:lnTo>
                <a:lnTo>
                  <a:pt x="235943" y="96443"/>
                </a:lnTo>
                <a:lnTo>
                  <a:pt x="236148" y="96341"/>
                </a:lnTo>
                <a:lnTo>
                  <a:pt x="236045" y="96545"/>
                </a:lnTo>
                <a:lnTo>
                  <a:pt x="235841" y="96648"/>
                </a:lnTo>
                <a:lnTo>
                  <a:pt x="236148" y="96955"/>
                </a:lnTo>
                <a:lnTo>
                  <a:pt x="235023" y="97057"/>
                </a:lnTo>
                <a:lnTo>
                  <a:pt x="235125" y="97670"/>
                </a:lnTo>
                <a:lnTo>
                  <a:pt x="234818" y="98080"/>
                </a:lnTo>
                <a:lnTo>
                  <a:pt x="234614" y="97364"/>
                </a:lnTo>
                <a:lnTo>
                  <a:pt x="234307" y="97159"/>
                </a:lnTo>
                <a:lnTo>
                  <a:pt x="233795" y="97568"/>
                </a:lnTo>
                <a:lnTo>
                  <a:pt x="233489" y="98795"/>
                </a:lnTo>
                <a:lnTo>
                  <a:pt x="225511" y="103193"/>
                </a:lnTo>
                <a:lnTo>
                  <a:pt x="225614" y="102477"/>
                </a:lnTo>
                <a:lnTo>
                  <a:pt x="224591" y="105034"/>
                </a:lnTo>
                <a:lnTo>
                  <a:pt x="224795" y="106466"/>
                </a:lnTo>
                <a:lnTo>
                  <a:pt x="224386" y="106977"/>
                </a:lnTo>
                <a:lnTo>
                  <a:pt x="224386" y="107386"/>
                </a:lnTo>
                <a:lnTo>
                  <a:pt x="224080" y="106875"/>
                </a:lnTo>
                <a:lnTo>
                  <a:pt x="223977" y="106977"/>
                </a:lnTo>
                <a:lnTo>
                  <a:pt x="223875" y="106977"/>
                </a:lnTo>
                <a:lnTo>
                  <a:pt x="224284" y="113318"/>
                </a:lnTo>
                <a:lnTo>
                  <a:pt x="222955" y="115261"/>
                </a:lnTo>
                <a:lnTo>
                  <a:pt x="223159" y="115364"/>
                </a:lnTo>
                <a:lnTo>
                  <a:pt x="223568" y="115773"/>
                </a:lnTo>
                <a:lnTo>
                  <a:pt x="228989" y="114852"/>
                </a:lnTo>
                <a:lnTo>
                  <a:pt x="229193" y="114955"/>
                </a:lnTo>
                <a:lnTo>
                  <a:pt x="237068" y="112500"/>
                </a:lnTo>
                <a:lnTo>
                  <a:pt x="239932" y="113216"/>
                </a:lnTo>
                <a:lnTo>
                  <a:pt x="240136" y="113523"/>
                </a:lnTo>
                <a:lnTo>
                  <a:pt x="240034" y="113727"/>
                </a:lnTo>
                <a:lnTo>
                  <a:pt x="240341" y="115364"/>
                </a:lnTo>
                <a:lnTo>
                  <a:pt x="240034" y="115568"/>
                </a:lnTo>
                <a:lnTo>
                  <a:pt x="240341" y="115977"/>
                </a:lnTo>
                <a:lnTo>
                  <a:pt x="240648" y="115977"/>
                </a:lnTo>
                <a:lnTo>
                  <a:pt x="240648" y="115670"/>
                </a:lnTo>
                <a:lnTo>
                  <a:pt x="243205" y="113523"/>
                </a:lnTo>
                <a:lnTo>
                  <a:pt x="241261" y="116284"/>
                </a:lnTo>
                <a:lnTo>
                  <a:pt x="242795" y="115159"/>
                </a:lnTo>
                <a:lnTo>
                  <a:pt x="242795" y="115977"/>
                </a:lnTo>
                <a:lnTo>
                  <a:pt x="242182" y="116693"/>
                </a:lnTo>
                <a:lnTo>
                  <a:pt x="242182" y="116693"/>
                </a:lnTo>
                <a:lnTo>
                  <a:pt x="242898" y="116489"/>
                </a:lnTo>
                <a:lnTo>
                  <a:pt x="243000" y="116591"/>
                </a:lnTo>
                <a:lnTo>
                  <a:pt x="243102" y="116591"/>
                </a:lnTo>
                <a:lnTo>
                  <a:pt x="243102" y="116693"/>
                </a:lnTo>
                <a:lnTo>
                  <a:pt x="243000" y="116591"/>
                </a:lnTo>
                <a:lnTo>
                  <a:pt x="242898" y="116591"/>
                </a:lnTo>
                <a:lnTo>
                  <a:pt x="243000" y="119148"/>
                </a:lnTo>
                <a:lnTo>
                  <a:pt x="244739" y="119864"/>
                </a:lnTo>
                <a:lnTo>
                  <a:pt x="246273" y="119352"/>
                </a:lnTo>
                <a:lnTo>
                  <a:pt x="246170" y="119352"/>
                </a:lnTo>
                <a:lnTo>
                  <a:pt x="246784" y="119148"/>
                </a:lnTo>
                <a:lnTo>
                  <a:pt x="246784" y="119148"/>
                </a:lnTo>
                <a:lnTo>
                  <a:pt x="246273" y="119557"/>
                </a:lnTo>
                <a:lnTo>
                  <a:pt x="246989" y="119557"/>
                </a:lnTo>
                <a:lnTo>
                  <a:pt x="246784" y="119761"/>
                </a:lnTo>
                <a:lnTo>
                  <a:pt x="247193" y="120375"/>
                </a:lnTo>
                <a:lnTo>
                  <a:pt x="247500" y="120068"/>
                </a:lnTo>
                <a:lnTo>
                  <a:pt x="247295" y="120068"/>
                </a:lnTo>
                <a:lnTo>
                  <a:pt x="254148" y="115057"/>
                </a:lnTo>
                <a:lnTo>
                  <a:pt x="254045" y="114955"/>
                </a:lnTo>
                <a:lnTo>
                  <a:pt x="258648" y="109432"/>
                </a:lnTo>
                <a:lnTo>
                  <a:pt x="259261" y="106773"/>
                </a:lnTo>
                <a:lnTo>
                  <a:pt x="258648" y="104932"/>
                </a:lnTo>
                <a:lnTo>
                  <a:pt x="258034" y="104420"/>
                </a:lnTo>
                <a:lnTo>
                  <a:pt x="257932" y="103193"/>
                </a:lnTo>
                <a:lnTo>
                  <a:pt x="257318" y="103193"/>
                </a:lnTo>
                <a:lnTo>
                  <a:pt x="257318" y="103091"/>
                </a:lnTo>
                <a:lnTo>
                  <a:pt x="257114" y="103091"/>
                </a:lnTo>
                <a:lnTo>
                  <a:pt x="256909" y="101148"/>
                </a:lnTo>
                <a:lnTo>
                  <a:pt x="254966" y="99614"/>
                </a:lnTo>
                <a:lnTo>
                  <a:pt x="254761" y="95318"/>
                </a:lnTo>
                <a:lnTo>
                  <a:pt x="254250" y="94807"/>
                </a:lnTo>
                <a:lnTo>
                  <a:pt x="253739" y="94909"/>
                </a:lnTo>
                <a:lnTo>
                  <a:pt x="252920" y="91227"/>
                </a:lnTo>
                <a:lnTo>
                  <a:pt x="252818" y="91125"/>
                </a:lnTo>
                <a:close/>
                <a:moveTo>
                  <a:pt x="272352" y="115466"/>
                </a:moveTo>
                <a:lnTo>
                  <a:pt x="272352" y="116591"/>
                </a:lnTo>
                <a:lnTo>
                  <a:pt x="272659" y="116386"/>
                </a:lnTo>
                <a:lnTo>
                  <a:pt x="272352" y="116693"/>
                </a:lnTo>
                <a:lnTo>
                  <a:pt x="272352" y="117511"/>
                </a:lnTo>
                <a:lnTo>
                  <a:pt x="272557" y="117000"/>
                </a:lnTo>
                <a:lnTo>
                  <a:pt x="272557" y="117307"/>
                </a:lnTo>
                <a:lnTo>
                  <a:pt x="272659" y="117205"/>
                </a:lnTo>
                <a:lnTo>
                  <a:pt x="272455" y="117716"/>
                </a:lnTo>
                <a:lnTo>
                  <a:pt x="272352" y="117614"/>
                </a:lnTo>
                <a:lnTo>
                  <a:pt x="272352" y="118125"/>
                </a:lnTo>
                <a:lnTo>
                  <a:pt x="272659" y="118227"/>
                </a:lnTo>
                <a:lnTo>
                  <a:pt x="272352" y="118330"/>
                </a:lnTo>
                <a:lnTo>
                  <a:pt x="272352" y="118227"/>
                </a:lnTo>
                <a:lnTo>
                  <a:pt x="270920" y="120170"/>
                </a:lnTo>
                <a:lnTo>
                  <a:pt x="270205" y="120477"/>
                </a:lnTo>
                <a:lnTo>
                  <a:pt x="270716" y="121398"/>
                </a:lnTo>
                <a:lnTo>
                  <a:pt x="269386" y="122523"/>
                </a:lnTo>
                <a:lnTo>
                  <a:pt x="269591" y="122420"/>
                </a:lnTo>
                <a:lnTo>
                  <a:pt x="269489" y="122625"/>
                </a:lnTo>
                <a:lnTo>
                  <a:pt x="270102" y="122625"/>
                </a:lnTo>
                <a:lnTo>
                  <a:pt x="275216" y="118739"/>
                </a:lnTo>
                <a:lnTo>
                  <a:pt x="274091" y="119148"/>
                </a:lnTo>
                <a:lnTo>
                  <a:pt x="273273" y="118739"/>
                </a:lnTo>
                <a:lnTo>
                  <a:pt x="273580" y="117818"/>
                </a:lnTo>
                <a:lnTo>
                  <a:pt x="273477" y="117818"/>
                </a:lnTo>
                <a:lnTo>
                  <a:pt x="273477" y="117614"/>
                </a:lnTo>
                <a:lnTo>
                  <a:pt x="273170" y="118330"/>
                </a:lnTo>
                <a:lnTo>
                  <a:pt x="272659" y="117920"/>
                </a:lnTo>
                <a:lnTo>
                  <a:pt x="273273" y="116284"/>
                </a:lnTo>
                <a:lnTo>
                  <a:pt x="273068" y="116386"/>
                </a:lnTo>
                <a:lnTo>
                  <a:pt x="272761" y="115875"/>
                </a:lnTo>
                <a:lnTo>
                  <a:pt x="272557" y="115977"/>
                </a:lnTo>
                <a:lnTo>
                  <a:pt x="272557" y="115977"/>
                </a:lnTo>
                <a:lnTo>
                  <a:pt x="272659" y="115466"/>
                </a:lnTo>
                <a:close/>
                <a:moveTo>
                  <a:pt x="246959" y="123166"/>
                </a:moveTo>
                <a:lnTo>
                  <a:pt x="246901" y="123224"/>
                </a:lnTo>
                <a:lnTo>
                  <a:pt x="246901" y="123224"/>
                </a:lnTo>
                <a:lnTo>
                  <a:pt x="246959" y="123166"/>
                </a:lnTo>
                <a:close/>
                <a:moveTo>
                  <a:pt x="246901" y="123224"/>
                </a:moveTo>
                <a:lnTo>
                  <a:pt x="246886" y="123239"/>
                </a:lnTo>
                <a:lnTo>
                  <a:pt x="246784" y="123443"/>
                </a:lnTo>
                <a:lnTo>
                  <a:pt x="246784" y="123443"/>
                </a:lnTo>
                <a:lnTo>
                  <a:pt x="246901" y="123224"/>
                </a:lnTo>
                <a:close/>
                <a:moveTo>
                  <a:pt x="244841" y="121807"/>
                </a:moveTo>
                <a:lnTo>
                  <a:pt x="244330" y="123341"/>
                </a:lnTo>
                <a:lnTo>
                  <a:pt x="244432" y="123341"/>
                </a:lnTo>
                <a:lnTo>
                  <a:pt x="244330" y="123648"/>
                </a:lnTo>
                <a:lnTo>
                  <a:pt x="244227" y="123443"/>
                </a:lnTo>
                <a:lnTo>
                  <a:pt x="244330" y="124466"/>
                </a:lnTo>
                <a:lnTo>
                  <a:pt x="244023" y="124670"/>
                </a:lnTo>
                <a:lnTo>
                  <a:pt x="244739" y="124670"/>
                </a:lnTo>
                <a:lnTo>
                  <a:pt x="245659" y="123955"/>
                </a:lnTo>
                <a:lnTo>
                  <a:pt x="245557" y="124159"/>
                </a:lnTo>
                <a:lnTo>
                  <a:pt x="245557" y="124159"/>
                </a:lnTo>
                <a:lnTo>
                  <a:pt x="245966" y="124057"/>
                </a:lnTo>
                <a:lnTo>
                  <a:pt x="245761" y="124364"/>
                </a:lnTo>
                <a:lnTo>
                  <a:pt x="246901" y="123224"/>
                </a:lnTo>
                <a:lnTo>
                  <a:pt x="247602" y="121909"/>
                </a:lnTo>
                <a:lnTo>
                  <a:pt x="246375" y="122318"/>
                </a:lnTo>
                <a:lnTo>
                  <a:pt x="244841" y="121807"/>
                </a:lnTo>
                <a:close/>
                <a:moveTo>
                  <a:pt x="265623" y="124957"/>
                </a:moveTo>
                <a:lnTo>
                  <a:pt x="265500" y="124977"/>
                </a:lnTo>
                <a:lnTo>
                  <a:pt x="265705" y="124977"/>
                </a:lnTo>
                <a:lnTo>
                  <a:pt x="265623" y="124957"/>
                </a:lnTo>
                <a:close/>
                <a:moveTo>
                  <a:pt x="268568" y="121705"/>
                </a:moveTo>
                <a:lnTo>
                  <a:pt x="265091" y="124057"/>
                </a:lnTo>
                <a:lnTo>
                  <a:pt x="265193" y="123852"/>
                </a:lnTo>
                <a:lnTo>
                  <a:pt x="265193" y="123852"/>
                </a:lnTo>
                <a:lnTo>
                  <a:pt x="264784" y="124159"/>
                </a:lnTo>
                <a:lnTo>
                  <a:pt x="264580" y="124261"/>
                </a:lnTo>
                <a:lnTo>
                  <a:pt x="264375" y="124261"/>
                </a:lnTo>
                <a:lnTo>
                  <a:pt x="264375" y="124364"/>
                </a:lnTo>
                <a:lnTo>
                  <a:pt x="260489" y="126102"/>
                </a:lnTo>
                <a:lnTo>
                  <a:pt x="260489" y="126102"/>
                </a:lnTo>
                <a:lnTo>
                  <a:pt x="260591" y="126000"/>
                </a:lnTo>
                <a:lnTo>
                  <a:pt x="259466" y="126818"/>
                </a:lnTo>
                <a:lnTo>
                  <a:pt x="259670" y="126818"/>
                </a:lnTo>
                <a:lnTo>
                  <a:pt x="259364" y="126920"/>
                </a:lnTo>
                <a:lnTo>
                  <a:pt x="259568" y="126920"/>
                </a:lnTo>
                <a:lnTo>
                  <a:pt x="259063" y="127173"/>
                </a:lnTo>
                <a:lnTo>
                  <a:pt x="259063" y="127173"/>
                </a:lnTo>
                <a:lnTo>
                  <a:pt x="259159" y="127125"/>
                </a:lnTo>
                <a:lnTo>
                  <a:pt x="258955" y="127330"/>
                </a:lnTo>
                <a:lnTo>
                  <a:pt x="259261" y="127227"/>
                </a:lnTo>
                <a:lnTo>
                  <a:pt x="258955" y="127432"/>
                </a:lnTo>
                <a:lnTo>
                  <a:pt x="259670" y="127636"/>
                </a:lnTo>
                <a:lnTo>
                  <a:pt x="259875" y="127841"/>
                </a:lnTo>
                <a:lnTo>
                  <a:pt x="265295" y="124875"/>
                </a:lnTo>
                <a:lnTo>
                  <a:pt x="265623" y="124957"/>
                </a:lnTo>
                <a:lnTo>
                  <a:pt x="265623" y="124957"/>
                </a:lnTo>
                <a:lnTo>
                  <a:pt x="266114" y="124875"/>
                </a:lnTo>
                <a:lnTo>
                  <a:pt x="266011" y="124670"/>
                </a:lnTo>
                <a:lnTo>
                  <a:pt x="265909" y="124670"/>
                </a:lnTo>
                <a:lnTo>
                  <a:pt x="269284" y="122318"/>
                </a:lnTo>
                <a:lnTo>
                  <a:pt x="268875" y="122420"/>
                </a:lnTo>
                <a:lnTo>
                  <a:pt x="268875" y="122420"/>
                </a:lnTo>
                <a:lnTo>
                  <a:pt x="269080" y="122318"/>
                </a:lnTo>
                <a:lnTo>
                  <a:pt x="269284" y="122216"/>
                </a:lnTo>
                <a:lnTo>
                  <a:pt x="269284" y="122216"/>
                </a:lnTo>
                <a:lnTo>
                  <a:pt x="268670" y="122420"/>
                </a:lnTo>
                <a:lnTo>
                  <a:pt x="269080" y="122114"/>
                </a:lnTo>
                <a:lnTo>
                  <a:pt x="268159" y="122420"/>
                </a:lnTo>
                <a:lnTo>
                  <a:pt x="268261" y="122011"/>
                </a:lnTo>
                <a:lnTo>
                  <a:pt x="268568" y="121705"/>
                </a:lnTo>
                <a:close/>
                <a:moveTo>
                  <a:pt x="76909" y="132648"/>
                </a:moveTo>
                <a:lnTo>
                  <a:pt x="77216" y="132852"/>
                </a:lnTo>
                <a:lnTo>
                  <a:pt x="77011" y="132955"/>
                </a:lnTo>
                <a:lnTo>
                  <a:pt x="77216" y="133057"/>
                </a:lnTo>
                <a:lnTo>
                  <a:pt x="76807" y="133261"/>
                </a:lnTo>
                <a:lnTo>
                  <a:pt x="77625" y="133057"/>
                </a:lnTo>
                <a:lnTo>
                  <a:pt x="77830" y="132750"/>
                </a:lnTo>
                <a:lnTo>
                  <a:pt x="76909" y="132648"/>
                </a:lnTo>
                <a:close/>
                <a:moveTo>
                  <a:pt x="78136" y="132545"/>
                </a:moveTo>
                <a:lnTo>
                  <a:pt x="78136" y="133261"/>
                </a:lnTo>
                <a:lnTo>
                  <a:pt x="78648" y="133364"/>
                </a:lnTo>
                <a:lnTo>
                  <a:pt x="78545" y="133159"/>
                </a:lnTo>
                <a:lnTo>
                  <a:pt x="78852" y="133057"/>
                </a:lnTo>
                <a:lnTo>
                  <a:pt x="78955" y="132852"/>
                </a:lnTo>
                <a:lnTo>
                  <a:pt x="79057" y="132750"/>
                </a:lnTo>
                <a:lnTo>
                  <a:pt x="78750" y="132852"/>
                </a:lnTo>
                <a:lnTo>
                  <a:pt x="78443" y="132648"/>
                </a:lnTo>
                <a:lnTo>
                  <a:pt x="78545" y="132648"/>
                </a:lnTo>
                <a:lnTo>
                  <a:pt x="78136" y="132545"/>
                </a:lnTo>
                <a:close/>
                <a:moveTo>
                  <a:pt x="78136" y="133261"/>
                </a:moveTo>
                <a:lnTo>
                  <a:pt x="78136" y="133568"/>
                </a:lnTo>
                <a:lnTo>
                  <a:pt x="78341" y="133364"/>
                </a:lnTo>
                <a:lnTo>
                  <a:pt x="78136" y="133261"/>
                </a:lnTo>
                <a:close/>
                <a:moveTo>
                  <a:pt x="68830" y="133875"/>
                </a:moveTo>
                <a:lnTo>
                  <a:pt x="67970" y="133970"/>
                </a:lnTo>
                <a:lnTo>
                  <a:pt x="67970" y="133970"/>
                </a:lnTo>
                <a:lnTo>
                  <a:pt x="68114" y="133875"/>
                </a:lnTo>
                <a:close/>
                <a:moveTo>
                  <a:pt x="63920" y="8386"/>
                </a:moveTo>
                <a:lnTo>
                  <a:pt x="62795" y="8795"/>
                </a:lnTo>
                <a:lnTo>
                  <a:pt x="63000" y="8795"/>
                </a:lnTo>
                <a:lnTo>
                  <a:pt x="62182" y="9000"/>
                </a:lnTo>
                <a:lnTo>
                  <a:pt x="61568" y="10330"/>
                </a:lnTo>
                <a:lnTo>
                  <a:pt x="62693" y="10534"/>
                </a:lnTo>
                <a:lnTo>
                  <a:pt x="62693" y="10636"/>
                </a:lnTo>
                <a:lnTo>
                  <a:pt x="62386" y="10739"/>
                </a:lnTo>
                <a:lnTo>
                  <a:pt x="62591" y="10636"/>
                </a:lnTo>
                <a:lnTo>
                  <a:pt x="61977" y="10841"/>
                </a:lnTo>
                <a:lnTo>
                  <a:pt x="62080" y="10841"/>
                </a:lnTo>
                <a:lnTo>
                  <a:pt x="61568" y="11148"/>
                </a:lnTo>
                <a:lnTo>
                  <a:pt x="62182" y="11250"/>
                </a:lnTo>
                <a:lnTo>
                  <a:pt x="60136" y="12068"/>
                </a:lnTo>
                <a:lnTo>
                  <a:pt x="59727" y="12784"/>
                </a:lnTo>
                <a:lnTo>
                  <a:pt x="59216" y="12784"/>
                </a:lnTo>
                <a:lnTo>
                  <a:pt x="59216" y="13091"/>
                </a:lnTo>
                <a:lnTo>
                  <a:pt x="59114" y="12682"/>
                </a:lnTo>
                <a:lnTo>
                  <a:pt x="59420" y="12682"/>
                </a:lnTo>
                <a:lnTo>
                  <a:pt x="59727" y="12477"/>
                </a:lnTo>
                <a:lnTo>
                  <a:pt x="59420" y="12477"/>
                </a:lnTo>
                <a:lnTo>
                  <a:pt x="60239" y="11557"/>
                </a:lnTo>
                <a:lnTo>
                  <a:pt x="59523" y="11761"/>
                </a:lnTo>
                <a:lnTo>
                  <a:pt x="59523" y="11761"/>
                </a:lnTo>
                <a:lnTo>
                  <a:pt x="59932" y="11557"/>
                </a:lnTo>
                <a:lnTo>
                  <a:pt x="59523" y="11557"/>
                </a:lnTo>
                <a:lnTo>
                  <a:pt x="59420" y="11352"/>
                </a:lnTo>
                <a:lnTo>
                  <a:pt x="58602" y="11455"/>
                </a:lnTo>
                <a:lnTo>
                  <a:pt x="58500" y="11864"/>
                </a:lnTo>
                <a:lnTo>
                  <a:pt x="59114" y="11966"/>
                </a:lnTo>
                <a:lnTo>
                  <a:pt x="58500" y="12068"/>
                </a:lnTo>
                <a:lnTo>
                  <a:pt x="58295" y="11761"/>
                </a:lnTo>
                <a:lnTo>
                  <a:pt x="58295" y="11966"/>
                </a:lnTo>
                <a:lnTo>
                  <a:pt x="54307" y="11557"/>
                </a:lnTo>
                <a:lnTo>
                  <a:pt x="53795" y="11045"/>
                </a:lnTo>
                <a:lnTo>
                  <a:pt x="51750" y="11557"/>
                </a:lnTo>
                <a:lnTo>
                  <a:pt x="54000" y="11250"/>
                </a:lnTo>
                <a:lnTo>
                  <a:pt x="54000" y="11250"/>
                </a:lnTo>
                <a:lnTo>
                  <a:pt x="52057" y="11966"/>
                </a:lnTo>
                <a:lnTo>
                  <a:pt x="51239" y="13193"/>
                </a:lnTo>
                <a:lnTo>
                  <a:pt x="50932" y="12068"/>
                </a:lnTo>
                <a:lnTo>
                  <a:pt x="50727" y="11966"/>
                </a:lnTo>
                <a:lnTo>
                  <a:pt x="50625" y="11864"/>
                </a:lnTo>
                <a:lnTo>
                  <a:pt x="46943" y="11864"/>
                </a:lnTo>
                <a:lnTo>
                  <a:pt x="48375" y="11455"/>
                </a:lnTo>
                <a:lnTo>
                  <a:pt x="42341" y="10636"/>
                </a:lnTo>
                <a:lnTo>
                  <a:pt x="42852" y="10330"/>
                </a:lnTo>
                <a:lnTo>
                  <a:pt x="43057" y="9920"/>
                </a:lnTo>
                <a:lnTo>
                  <a:pt x="42545" y="10023"/>
                </a:lnTo>
                <a:lnTo>
                  <a:pt x="42750" y="10125"/>
                </a:lnTo>
                <a:lnTo>
                  <a:pt x="41420" y="10636"/>
                </a:lnTo>
                <a:lnTo>
                  <a:pt x="41420" y="9920"/>
                </a:lnTo>
                <a:lnTo>
                  <a:pt x="40909" y="9716"/>
                </a:lnTo>
                <a:lnTo>
                  <a:pt x="40909" y="9716"/>
                </a:lnTo>
                <a:lnTo>
                  <a:pt x="41011" y="9818"/>
                </a:lnTo>
                <a:lnTo>
                  <a:pt x="41114" y="9818"/>
                </a:lnTo>
                <a:lnTo>
                  <a:pt x="39580" y="10330"/>
                </a:lnTo>
                <a:lnTo>
                  <a:pt x="39989" y="10125"/>
                </a:lnTo>
                <a:lnTo>
                  <a:pt x="37841" y="10739"/>
                </a:lnTo>
                <a:lnTo>
                  <a:pt x="38045" y="10534"/>
                </a:lnTo>
                <a:lnTo>
                  <a:pt x="37739" y="10636"/>
                </a:lnTo>
                <a:lnTo>
                  <a:pt x="37841" y="10636"/>
                </a:lnTo>
                <a:lnTo>
                  <a:pt x="36409" y="11045"/>
                </a:lnTo>
                <a:lnTo>
                  <a:pt x="36102" y="11045"/>
                </a:lnTo>
                <a:lnTo>
                  <a:pt x="35898" y="11148"/>
                </a:lnTo>
                <a:lnTo>
                  <a:pt x="35898" y="11045"/>
                </a:lnTo>
                <a:lnTo>
                  <a:pt x="36102" y="11045"/>
                </a:lnTo>
                <a:lnTo>
                  <a:pt x="39682" y="9920"/>
                </a:lnTo>
                <a:lnTo>
                  <a:pt x="37330" y="10330"/>
                </a:lnTo>
                <a:lnTo>
                  <a:pt x="37432" y="10330"/>
                </a:lnTo>
                <a:lnTo>
                  <a:pt x="35795" y="10739"/>
                </a:lnTo>
                <a:lnTo>
                  <a:pt x="36307" y="10534"/>
                </a:lnTo>
                <a:lnTo>
                  <a:pt x="34466" y="10841"/>
                </a:lnTo>
                <a:lnTo>
                  <a:pt x="34670" y="10943"/>
                </a:lnTo>
                <a:lnTo>
                  <a:pt x="34364" y="11045"/>
                </a:lnTo>
                <a:lnTo>
                  <a:pt x="34568" y="11148"/>
                </a:lnTo>
                <a:lnTo>
                  <a:pt x="25466" y="9716"/>
                </a:lnTo>
                <a:lnTo>
                  <a:pt x="25773" y="9614"/>
                </a:lnTo>
                <a:lnTo>
                  <a:pt x="25466" y="9614"/>
                </a:lnTo>
                <a:lnTo>
                  <a:pt x="25466" y="9511"/>
                </a:lnTo>
                <a:lnTo>
                  <a:pt x="25364" y="9511"/>
                </a:lnTo>
                <a:lnTo>
                  <a:pt x="25773" y="9409"/>
                </a:lnTo>
                <a:lnTo>
                  <a:pt x="24239" y="9307"/>
                </a:lnTo>
                <a:lnTo>
                  <a:pt x="24341" y="9205"/>
                </a:lnTo>
                <a:lnTo>
                  <a:pt x="23318" y="9409"/>
                </a:lnTo>
                <a:lnTo>
                  <a:pt x="23318" y="9307"/>
                </a:lnTo>
                <a:lnTo>
                  <a:pt x="24034" y="9102"/>
                </a:lnTo>
                <a:lnTo>
                  <a:pt x="23625" y="9000"/>
                </a:lnTo>
                <a:lnTo>
                  <a:pt x="23727" y="8898"/>
                </a:lnTo>
                <a:lnTo>
                  <a:pt x="23727" y="8898"/>
                </a:lnTo>
                <a:lnTo>
                  <a:pt x="21068" y="9409"/>
                </a:lnTo>
                <a:lnTo>
                  <a:pt x="21068" y="9409"/>
                </a:lnTo>
                <a:lnTo>
                  <a:pt x="21273" y="9307"/>
                </a:lnTo>
                <a:lnTo>
                  <a:pt x="20455" y="9511"/>
                </a:lnTo>
                <a:lnTo>
                  <a:pt x="20761" y="9614"/>
                </a:lnTo>
                <a:lnTo>
                  <a:pt x="20148" y="9818"/>
                </a:lnTo>
                <a:lnTo>
                  <a:pt x="20045" y="9818"/>
                </a:lnTo>
                <a:lnTo>
                  <a:pt x="20455" y="9614"/>
                </a:lnTo>
                <a:lnTo>
                  <a:pt x="18637" y="9901"/>
                </a:lnTo>
                <a:lnTo>
                  <a:pt x="18637" y="9901"/>
                </a:lnTo>
                <a:lnTo>
                  <a:pt x="13295" y="11455"/>
                </a:lnTo>
                <a:lnTo>
                  <a:pt x="13398" y="11455"/>
                </a:lnTo>
                <a:lnTo>
                  <a:pt x="13193" y="11557"/>
                </a:lnTo>
                <a:lnTo>
                  <a:pt x="14011" y="12273"/>
                </a:lnTo>
                <a:lnTo>
                  <a:pt x="13909" y="12682"/>
                </a:lnTo>
                <a:lnTo>
                  <a:pt x="14625" y="12580"/>
                </a:lnTo>
                <a:lnTo>
                  <a:pt x="14625" y="12580"/>
                </a:lnTo>
                <a:lnTo>
                  <a:pt x="14523" y="12682"/>
                </a:lnTo>
                <a:lnTo>
                  <a:pt x="14932" y="12682"/>
                </a:lnTo>
                <a:lnTo>
                  <a:pt x="14523" y="12989"/>
                </a:lnTo>
                <a:lnTo>
                  <a:pt x="15341" y="13091"/>
                </a:lnTo>
                <a:lnTo>
                  <a:pt x="14727" y="13193"/>
                </a:lnTo>
                <a:lnTo>
                  <a:pt x="14523" y="12989"/>
                </a:lnTo>
                <a:lnTo>
                  <a:pt x="14420" y="12886"/>
                </a:lnTo>
                <a:lnTo>
                  <a:pt x="14420" y="12784"/>
                </a:lnTo>
                <a:lnTo>
                  <a:pt x="14114" y="12989"/>
                </a:lnTo>
                <a:lnTo>
                  <a:pt x="14114" y="13295"/>
                </a:lnTo>
                <a:lnTo>
                  <a:pt x="14523" y="13295"/>
                </a:lnTo>
                <a:lnTo>
                  <a:pt x="14420" y="13398"/>
                </a:lnTo>
                <a:lnTo>
                  <a:pt x="12375" y="13398"/>
                </a:lnTo>
                <a:lnTo>
                  <a:pt x="12886" y="13091"/>
                </a:lnTo>
                <a:lnTo>
                  <a:pt x="11250" y="13398"/>
                </a:lnTo>
                <a:lnTo>
                  <a:pt x="11352" y="13398"/>
                </a:lnTo>
                <a:lnTo>
                  <a:pt x="9205" y="13909"/>
                </a:lnTo>
                <a:lnTo>
                  <a:pt x="9818" y="14216"/>
                </a:lnTo>
                <a:lnTo>
                  <a:pt x="9102" y="14318"/>
                </a:lnTo>
                <a:lnTo>
                  <a:pt x="9205" y="14523"/>
                </a:lnTo>
                <a:lnTo>
                  <a:pt x="9102" y="14932"/>
                </a:lnTo>
                <a:lnTo>
                  <a:pt x="11045" y="14932"/>
                </a:lnTo>
                <a:lnTo>
                  <a:pt x="11045" y="15034"/>
                </a:lnTo>
                <a:lnTo>
                  <a:pt x="12580" y="14625"/>
                </a:lnTo>
                <a:lnTo>
                  <a:pt x="12784" y="14830"/>
                </a:lnTo>
                <a:lnTo>
                  <a:pt x="12068" y="15034"/>
                </a:lnTo>
                <a:lnTo>
                  <a:pt x="11659" y="15648"/>
                </a:lnTo>
                <a:lnTo>
                  <a:pt x="10534" y="15852"/>
                </a:lnTo>
                <a:lnTo>
                  <a:pt x="8795" y="16261"/>
                </a:lnTo>
                <a:lnTo>
                  <a:pt x="8489" y="16159"/>
                </a:lnTo>
                <a:lnTo>
                  <a:pt x="7745" y="16624"/>
                </a:lnTo>
                <a:lnTo>
                  <a:pt x="7745" y="16624"/>
                </a:lnTo>
                <a:lnTo>
                  <a:pt x="5727" y="17489"/>
                </a:lnTo>
                <a:lnTo>
                  <a:pt x="5830" y="17489"/>
                </a:lnTo>
                <a:lnTo>
                  <a:pt x="5420" y="17693"/>
                </a:lnTo>
                <a:lnTo>
                  <a:pt x="5625" y="17693"/>
                </a:lnTo>
                <a:lnTo>
                  <a:pt x="5318" y="17898"/>
                </a:lnTo>
                <a:lnTo>
                  <a:pt x="5420" y="17898"/>
                </a:lnTo>
                <a:lnTo>
                  <a:pt x="5318" y="18102"/>
                </a:lnTo>
                <a:lnTo>
                  <a:pt x="5318" y="18102"/>
                </a:lnTo>
                <a:lnTo>
                  <a:pt x="5727" y="17898"/>
                </a:lnTo>
                <a:lnTo>
                  <a:pt x="5625" y="18000"/>
                </a:lnTo>
                <a:lnTo>
                  <a:pt x="5727" y="18000"/>
                </a:lnTo>
                <a:lnTo>
                  <a:pt x="5625" y="18102"/>
                </a:lnTo>
                <a:lnTo>
                  <a:pt x="5830" y="18102"/>
                </a:lnTo>
                <a:lnTo>
                  <a:pt x="5420" y="18205"/>
                </a:lnTo>
                <a:lnTo>
                  <a:pt x="6545" y="18307"/>
                </a:lnTo>
                <a:lnTo>
                  <a:pt x="6239" y="18307"/>
                </a:lnTo>
                <a:lnTo>
                  <a:pt x="6443" y="18409"/>
                </a:lnTo>
                <a:lnTo>
                  <a:pt x="6034" y="18614"/>
                </a:lnTo>
                <a:lnTo>
                  <a:pt x="6034" y="18614"/>
                </a:lnTo>
                <a:lnTo>
                  <a:pt x="6136" y="18409"/>
                </a:lnTo>
                <a:lnTo>
                  <a:pt x="5625" y="18511"/>
                </a:lnTo>
                <a:lnTo>
                  <a:pt x="5625" y="18307"/>
                </a:lnTo>
                <a:lnTo>
                  <a:pt x="4807" y="18614"/>
                </a:lnTo>
                <a:lnTo>
                  <a:pt x="5011" y="18614"/>
                </a:lnTo>
                <a:lnTo>
                  <a:pt x="5011" y="19227"/>
                </a:lnTo>
                <a:lnTo>
                  <a:pt x="7466" y="18511"/>
                </a:lnTo>
                <a:lnTo>
                  <a:pt x="7466" y="18511"/>
                </a:lnTo>
                <a:lnTo>
                  <a:pt x="5727" y="19943"/>
                </a:lnTo>
                <a:lnTo>
                  <a:pt x="5932" y="19943"/>
                </a:lnTo>
                <a:lnTo>
                  <a:pt x="5011" y="20352"/>
                </a:lnTo>
                <a:lnTo>
                  <a:pt x="6750" y="20045"/>
                </a:lnTo>
                <a:lnTo>
                  <a:pt x="7159" y="20352"/>
                </a:lnTo>
                <a:lnTo>
                  <a:pt x="8386" y="20045"/>
                </a:lnTo>
                <a:lnTo>
                  <a:pt x="8386" y="20045"/>
                </a:lnTo>
                <a:lnTo>
                  <a:pt x="7875" y="20352"/>
                </a:lnTo>
                <a:lnTo>
                  <a:pt x="7875" y="20352"/>
                </a:lnTo>
                <a:lnTo>
                  <a:pt x="9511" y="19943"/>
                </a:lnTo>
                <a:lnTo>
                  <a:pt x="8080" y="20761"/>
                </a:lnTo>
                <a:lnTo>
                  <a:pt x="8182" y="20864"/>
                </a:lnTo>
                <a:lnTo>
                  <a:pt x="5523" y="22193"/>
                </a:lnTo>
                <a:lnTo>
                  <a:pt x="5523" y="22091"/>
                </a:lnTo>
                <a:lnTo>
                  <a:pt x="3375" y="22909"/>
                </a:lnTo>
                <a:lnTo>
                  <a:pt x="3375" y="23114"/>
                </a:lnTo>
                <a:lnTo>
                  <a:pt x="3170" y="23011"/>
                </a:lnTo>
                <a:lnTo>
                  <a:pt x="2966" y="23114"/>
                </a:lnTo>
                <a:lnTo>
                  <a:pt x="2966" y="23114"/>
                </a:lnTo>
                <a:lnTo>
                  <a:pt x="3170" y="22909"/>
                </a:lnTo>
                <a:lnTo>
                  <a:pt x="2864" y="23011"/>
                </a:lnTo>
                <a:lnTo>
                  <a:pt x="2864" y="23011"/>
                </a:lnTo>
                <a:lnTo>
                  <a:pt x="2966" y="22909"/>
                </a:lnTo>
                <a:lnTo>
                  <a:pt x="1120" y="23634"/>
                </a:lnTo>
                <a:lnTo>
                  <a:pt x="1120" y="23634"/>
                </a:lnTo>
                <a:lnTo>
                  <a:pt x="1023" y="23830"/>
                </a:lnTo>
                <a:lnTo>
                  <a:pt x="2276" y="23472"/>
                </a:lnTo>
                <a:lnTo>
                  <a:pt x="2276" y="23472"/>
                </a:lnTo>
                <a:lnTo>
                  <a:pt x="3886" y="23114"/>
                </a:lnTo>
                <a:lnTo>
                  <a:pt x="3682" y="23318"/>
                </a:lnTo>
                <a:lnTo>
                  <a:pt x="5069" y="22823"/>
                </a:lnTo>
                <a:lnTo>
                  <a:pt x="5069" y="22823"/>
                </a:lnTo>
                <a:lnTo>
                  <a:pt x="5216" y="22602"/>
                </a:lnTo>
                <a:lnTo>
                  <a:pt x="5932" y="22398"/>
                </a:lnTo>
                <a:lnTo>
                  <a:pt x="5830" y="22398"/>
                </a:lnTo>
                <a:lnTo>
                  <a:pt x="10534" y="20761"/>
                </a:lnTo>
                <a:lnTo>
                  <a:pt x="10432" y="20761"/>
                </a:lnTo>
                <a:lnTo>
                  <a:pt x="11352" y="20352"/>
                </a:lnTo>
                <a:lnTo>
                  <a:pt x="11455" y="19943"/>
                </a:lnTo>
                <a:lnTo>
                  <a:pt x="12580" y="19330"/>
                </a:lnTo>
                <a:lnTo>
                  <a:pt x="12580" y="19432"/>
                </a:lnTo>
                <a:lnTo>
                  <a:pt x="12886" y="19330"/>
                </a:lnTo>
                <a:lnTo>
                  <a:pt x="12886" y="19227"/>
                </a:lnTo>
                <a:lnTo>
                  <a:pt x="17386" y="17693"/>
                </a:lnTo>
                <a:lnTo>
                  <a:pt x="16568" y="18102"/>
                </a:lnTo>
                <a:lnTo>
                  <a:pt x="16875" y="18205"/>
                </a:lnTo>
                <a:lnTo>
                  <a:pt x="16875" y="18307"/>
                </a:lnTo>
                <a:lnTo>
                  <a:pt x="14011" y="19125"/>
                </a:lnTo>
                <a:lnTo>
                  <a:pt x="14318" y="19330"/>
                </a:lnTo>
                <a:lnTo>
                  <a:pt x="13193" y="19841"/>
                </a:lnTo>
                <a:lnTo>
                  <a:pt x="15443" y="19227"/>
                </a:lnTo>
                <a:lnTo>
                  <a:pt x="15443" y="19227"/>
                </a:lnTo>
                <a:lnTo>
                  <a:pt x="15341" y="19330"/>
                </a:lnTo>
                <a:lnTo>
                  <a:pt x="15852" y="19023"/>
                </a:lnTo>
                <a:lnTo>
                  <a:pt x="15852" y="19125"/>
                </a:lnTo>
                <a:lnTo>
                  <a:pt x="17284" y="18614"/>
                </a:lnTo>
                <a:lnTo>
                  <a:pt x="16875" y="18614"/>
                </a:lnTo>
                <a:lnTo>
                  <a:pt x="17284" y="18409"/>
                </a:lnTo>
                <a:lnTo>
                  <a:pt x="17182" y="18409"/>
                </a:lnTo>
                <a:lnTo>
                  <a:pt x="17554" y="18186"/>
                </a:lnTo>
                <a:lnTo>
                  <a:pt x="17554" y="18186"/>
                </a:lnTo>
                <a:lnTo>
                  <a:pt x="18205" y="18000"/>
                </a:lnTo>
                <a:lnTo>
                  <a:pt x="18205" y="18000"/>
                </a:lnTo>
                <a:lnTo>
                  <a:pt x="17795" y="18307"/>
                </a:lnTo>
                <a:lnTo>
                  <a:pt x="19125" y="18102"/>
                </a:lnTo>
                <a:lnTo>
                  <a:pt x="18614" y="18409"/>
                </a:lnTo>
                <a:lnTo>
                  <a:pt x="18818" y="18409"/>
                </a:lnTo>
                <a:lnTo>
                  <a:pt x="18818" y="18511"/>
                </a:lnTo>
                <a:lnTo>
                  <a:pt x="19125" y="18511"/>
                </a:lnTo>
                <a:lnTo>
                  <a:pt x="18818" y="18716"/>
                </a:lnTo>
                <a:lnTo>
                  <a:pt x="19227" y="18716"/>
                </a:lnTo>
                <a:lnTo>
                  <a:pt x="19841" y="18511"/>
                </a:lnTo>
                <a:lnTo>
                  <a:pt x="19432" y="18920"/>
                </a:lnTo>
                <a:lnTo>
                  <a:pt x="19636" y="19125"/>
                </a:lnTo>
                <a:lnTo>
                  <a:pt x="21682" y="19023"/>
                </a:lnTo>
                <a:lnTo>
                  <a:pt x="21682" y="19023"/>
                </a:lnTo>
                <a:lnTo>
                  <a:pt x="21477" y="19227"/>
                </a:lnTo>
                <a:lnTo>
                  <a:pt x="23216" y="19227"/>
                </a:lnTo>
                <a:lnTo>
                  <a:pt x="22295" y="19534"/>
                </a:lnTo>
                <a:lnTo>
                  <a:pt x="22909" y="19943"/>
                </a:lnTo>
                <a:lnTo>
                  <a:pt x="22807" y="19943"/>
                </a:lnTo>
                <a:lnTo>
                  <a:pt x="23216" y="20659"/>
                </a:lnTo>
                <a:lnTo>
                  <a:pt x="23830" y="20659"/>
                </a:lnTo>
                <a:lnTo>
                  <a:pt x="23830" y="20455"/>
                </a:lnTo>
                <a:lnTo>
                  <a:pt x="24034" y="20352"/>
                </a:lnTo>
                <a:lnTo>
                  <a:pt x="23625" y="20148"/>
                </a:lnTo>
                <a:lnTo>
                  <a:pt x="24545" y="20045"/>
                </a:lnTo>
                <a:lnTo>
                  <a:pt x="24443" y="20148"/>
                </a:lnTo>
                <a:lnTo>
                  <a:pt x="24648" y="20148"/>
                </a:lnTo>
                <a:lnTo>
                  <a:pt x="24136" y="20659"/>
                </a:lnTo>
                <a:lnTo>
                  <a:pt x="24545" y="20761"/>
                </a:lnTo>
                <a:lnTo>
                  <a:pt x="25466" y="19636"/>
                </a:lnTo>
                <a:lnTo>
                  <a:pt x="24955" y="20557"/>
                </a:lnTo>
                <a:lnTo>
                  <a:pt x="25159" y="20761"/>
                </a:lnTo>
                <a:lnTo>
                  <a:pt x="25670" y="20557"/>
                </a:lnTo>
                <a:lnTo>
                  <a:pt x="25159" y="20966"/>
                </a:lnTo>
                <a:lnTo>
                  <a:pt x="25568" y="21170"/>
                </a:lnTo>
                <a:lnTo>
                  <a:pt x="24750" y="21784"/>
                </a:lnTo>
                <a:lnTo>
                  <a:pt x="25159" y="21886"/>
                </a:lnTo>
                <a:lnTo>
                  <a:pt x="25159" y="22193"/>
                </a:lnTo>
                <a:lnTo>
                  <a:pt x="25057" y="22295"/>
                </a:lnTo>
                <a:lnTo>
                  <a:pt x="25364" y="22705"/>
                </a:lnTo>
                <a:lnTo>
                  <a:pt x="24648" y="23114"/>
                </a:lnTo>
                <a:lnTo>
                  <a:pt x="24545" y="23420"/>
                </a:lnTo>
                <a:lnTo>
                  <a:pt x="25670" y="22807"/>
                </a:lnTo>
                <a:lnTo>
                  <a:pt x="24750" y="24136"/>
                </a:lnTo>
                <a:lnTo>
                  <a:pt x="26284" y="23011"/>
                </a:lnTo>
                <a:lnTo>
                  <a:pt x="26284" y="23011"/>
                </a:lnTo>
                <a:lnTo>
                  <a:pt x="25568" y="23830"/>
                </a:lnTo>
                <a:lnTo>
                  <a:pt x="25568" y="23830"/>
                </a:lnTo>
                <a:lnTo>
                  <a:pt x="26182" y="23318"/>
                </a:lnTo>
                <a:lnTo>
                  <a:pt x="26182" y="23495"/>
                </a:lnTo>
                <a:lnTo>
                  <a:pt x="26182" y="23495"/>
                </a:lnTo>
                <a:lnTo>
                  <a:pt x="24750" y="24545"/>
                </a:lnTo>
                <a:lnTo>
                  <a:pt x="25159" y="24648"/>
                </a:lnTo>
                <a:lnTo>
                  <a:pt x="24443" y="25364"/>
                </a:lnTo>
                <a:lnTo>
                  <a:pt x="24443" y="25568"/>
                </a:lnTo>
                <a:lnTo>
                  <a:pt x="25261" y="25261"/>
                </a:lnTo>
                <a:lnTo>
                  <a:pt x="25364" y="25159"/>
                </a:lnTo>
                <a:lnTo>
                  <a:pt x="25773" y="25057"/>
                </a:lnTo>
                <a:lnTo>
                  <a:pt x="25364" y="25261"/>
                </a:lnTo>
                <a:lnTo>
                  <a:pt x="25773" y="25568"/>
                </a:lnTo>
                <a:lnTo>
                  <a:pt x="25261" y="25261"/>
                </a:lnTo>
                <a:lnTo>
                  <a:pt x="24955" y="25466"/>
                </a:lnTo>
                <a:lnTo>
                  <a:pt x="25364" y="25977"/>
                </a:lnTo>
                <a:lnTo>
                  <a:pt x="24750" y="26489"/>
                </a:lnTo>
                <a:lnTo>
                  <a:pt x="24750" y="26489"/>
                </a:lnTo>
                <a:lnTo>
                  <a:pt x="25159" y="26284"/>
                </a:lnTo>
                <a:lnTo>
                  <a:pt x="24545" y="26693"/>
                </a:lnTo>
                <a:lnTo>
                  <a:pt x="24443" y="27000"/>
                </a:lnTo>
                <a:lnTo>
                  <a:pt x="26080" y="25977"/>
                </a:lnTo>
                <a:lnTo>
                  <a:pt x="25670" y="26386"/>
                </a:lnTo>
                <a:lnTo>
                  <a:pt x="25773" y="26795"/>
                </a:lnTo>
                <a:lnTo>
                  <a:pt x="25568" y="26489"/>
                </a:lnTo>
                <a:lnTo>
                  <a:pt x="24852" y="26795"/>
                </a:lnTo>
                <a:lnTo>
                  <a:pt x="24955" y="26795"/>
                </a:lnTo>
                <a:lnTo>
                  <a:pt x="24545" y="27307"/>
                </a:lnTo>
                <a:lnTo>
                  <a:pt x="25466" y="27102"/>
                </a:lnTo>
                <a:lnTo>
                  <a:pt x="24341" y="27614"/>
                </a:lnTo>
                <a:lnTo>
                  <a:pt x="25159" y="27818"/>
                </a:lnTo>
                <a:lnTo>
                  <a:pt x="25057" y="27920"/>
                </a:lnTo>
                <a:lnTo>
                  <a:pt x="25159" y="28023"/>
                </a:lnTo>
                <a:lnTo>
                  <a:pt x="24852" y="28125"/>
                </a:lnTo>
                <a:lnTo>
                  <a:pt x="25364" y="28125"/>
                </a:lnTo>
                <a:lnTo>
                  <a:pt x="24852" y="28227"/>
                </a:lnTo>
                <a:lnTo>
                  <a:pt x="25977" y="28227"/>
                </a:lnTo>
                <a:lnTo>
                  <a:pt x="26284" y="27920"/>
                </a:lnTo>
                <a:lnTo>
                  <a:pt x="25773" y="28841"/>
                </a:lnTo>
                <a:lnTo>
                  <a:pt x="26591" y="28636"/>
                </a:lnTo>
                <a:lnTo>
                  <a:pt x="26489" y="29148"/>
                </a:lnTo>
                <a:lnTo>
                  <a:pt x="26182" y="29352"/>
                </a:lnTo>
                <a:lnTo>
                  <a:pt x="26182" y="29352"/>
                </a:lnTo>
                <a:lnTo>
                  <a:pt x="26795" y="29148"/>
                </a:lnTo>
                <a:lnTo>
                  <a:pt x="26489" y="29455"/>
                </a:lnTo>
                <a:lnTo>
                  <a:pt x="26898" y="29455"/>
                </a:lnTo>
                <a:lnTo>
                  <a:pt x="26489" y="29659"/>
                </a:lnTo>
                <a:lnTo>
                  <a:pt x="26489" y="29864"/>
                </a:lnTo>
                <a:lnTo>
                  <a:pt x="26591" y="30068"/>
                </a:lnTo>
                <a:lnTo>
                  <a:pt x="26693" y="30068"/>
                </a:lnTo>
                <a:lnTo>
                  <a:pt x="26386" y="30375"/>
                </a:lnTo>
                <a:lnTo>
                  <a:pt x="26386" y="30682"/>
                </a:lnTo>
                <a:lnTo>
                  <a:pt x="26489" y="30682"/>
                </a:lnTo>
                <a:lnTo>
                  <a:pt x="26386" y="30784"/>
                </a:lnTo>
                <a:lnTo>
                  <a:pt x="26386" y="30682"/>
                </a:lnTo>
                <a:lnTo>
                  <a:pt x="26080" y="31295"/>
                </a:lnTo>
                <a:lnTo>
                  <a:pt x="25670" y="31500"/>
                </a:lnTo>
                <a:lnTo>
                  <a:pt x="25568" y="31602"/>
                </a:lnTo>
                <a:lnTo>
                  <a:pt x="25568" y="31500"/>
                </a:lnTo>
                <a:lnTo>
                  <a:pt x="25670" y="31500"/>
                </a:lnTo>
                <a:lnTo>
                  <a:pt x="26182" y="30886"/>
                </a:lnTo>
                <a:lnTo>
                  <a:pt x="26182" y="30886"/>
                </a:lnTo>
                <a:lnTo>
                  <a:pt x="25466" y="31398"/>
                </a:lnTo>
                <a:lnTo>
                  <a:pt x="25875" y="30989"/>
                </a:lnTo>
                <a:lnTo>
                  <a:pt x="25875" y="31091"/>
                </a:lnTo>
                <a:lnTo>
                  <a:pt x="26182" y="30682"/>
                </a:lnTo>
                <a:lnTo>
                  <a:pt x="24852" y="30477"/>
                </a:lnTo>
                <a:lnTo>
                  <a:pt x="24341" y="31909"/>
                </a:lnTo>
                <a:lnTo>
                  <a:pt x="24545" y="31909"/>
                </a:lnTo>
                <a:lnTo>
                  <a:pt x="24136" y="32420"/>
                </a:lnTo>
                <a:lnTo>
                  <a:pt x="24136" y="32216"/>
                </a:lnTo>
                <a:lnTo>
                  <a:pt x="23932" y="32523"/>
                </a:lnTo>
                <a:lnTo>
                  <a:pt x="24545" y="32727"/>
                </a:lnTo>
                <a:lnTo>
                  <a:pt x="24034" y="32625"/>
                </a:lnTo>
                <a:lnTo>
                  <a:pt x="21989" y="35489"/>
                </a:lnTo>
                <a:lnTo>
                  <a:pt x="22091" y="35489"/>
                </a:lnTo>
                <a:lnTo>
                  <a:pt x="20557" y="38250"/>
                </a:lnTo>
                <a:lnTo>
                  <a:pt x="20557" y="38148"/>
                </a:lnTo>
                <a:lnTo>
                  <a:pt x="20250" y="38659"/>
                </a:lnTo>
                <a:lnTo>
                  <a:pt x="20348" y="40709"/>
                </a:lnTo>
                <a:lnTo>
                  <a:pt x="20348" y="40709"/>
                </a:lnTo>
                <a:lnTo>
                  <a:pt x="20148" y="40909"/>
                </a:lnTo>
                <a:lnTo>
                  <a:pt x="20455" y="41011"/>
                </a:lnTo>
                <a:lnTo>
                  <a:pt x="20761" y="40807"/>
                </a:lnTo>
                <a:lnTo>
                  <a:pt x="21477" y="40807"/>
                </a:lnTo>
                <a:lnTo>
                  <a:pt x="20761" y="40909"/>
                </a:lnTo>
                <a:lnTo>
                  <a:pt x="20761" y="41420"/>
                </a:lnTo>
                <a:lnTo>
                  <a:pt x="20557" y="41114"/>
                </a:lnTo>
                <a:lnTo>
                  <a:pt x="20352" y="41727"/>
                </a:lnTo>
                <a:lnTo>
                  <a:pt x="20557" y="42341"/>
                </a:lnTo>
                <a:lnTo>
                  <a:pt x="20352" y="42648"/>
                </a:lnTo>
                <a:lnTo>
                  <a:pt x="20864" y="43875"/>
                </a:lnTo>
                <a:lnTo>
                  <a:pt x="20761" y="44284"/>
                </a:lnTo>
                <a:lnTo>
                  <a:pt x="21068" y="44591"/>
                </a:lnTo>
                <a:lnTo>
                  <a:pt x="21477" y="44693"/>
                </a:lnTo>
                <a:lnTo>
                  <a:pt x="23011" y="47250"/>
                </a:lnTo>
                <a:lnTo>
                  <a:pt x="22909" y="47455"/>
                </a:lnTo>
                <a:lnTo>
                  <a:pt x="23216" y="49295"/>
                </a:lnTo>
                <a:lnTo>
                  <a:pt x="23932" y="50114"/>
                </a:lnTo>
                <a:lnTo>
                  <a:pt x="23932" y="51341"/>
                </a:lnTo>
                <a:lnTo>
                  <a:pt x="24034" y="51341"/>
                </a:lnTo>
                <a:lnTo>
                  <a:pt x="24034" y="51545"/>
                </a:lnTo>
                <a:lnTo>
                  <a:pt x="23830" y="51341"/>
                </a:lnTo>
                <a:lnTo>
                  <a:pt x="23216" y="51443"/>
                </a:lnTo>
                <a:lnTo>
                  <a:pt x="23830" y="52159"/>
                </a:lnTo>
                <a:lnTo>
                  <a:pt x="24648" y="52364"/>
                </a:lnTo>
                <a:lnTo>
                  <a:pt x="25261" y="54818"/>
                </a:lnTo>
                <a:lnTo>
                  <a:pt x="26795" y="56455"/>
                </a:lnTo>
                <a:lnTo>
                  <a:pt x="26898" y="55432"/>
                </a:lnTo>
                <a:lnTo>
                  <a:pt x="26386" y="55227"/>
                </a:lnTo>
                <a:lnTo>
                  <a:pt x="25773" y="52364"/>
                </a:lnTo>
                <a:lnTo>
                  <a:pt x="25773" y="52670"/>
                </a:lnTo>
                <a:lnTo>
                  <a:pt x="25261" y="50830"/>
                </a:lnTo>
                <a:lnTo>
                  <a:pt x="25057" y="50727"/>
                </a:lnTo>
                <a:lnTo>
                  <a:pt x="24341" y="48068"/>
                </a:lnTo>
                <a:lnTo>
                  <a:pt x="24545" y="47250"/>
                </a:lnTo>
                <a:lnTo>
                  <a:pt x="25159" y="47659"/>
                </a:lnTo>
                <a:lnTo>
                  <a:pt x="25364" y="47557"/>
                </a:lnTo>
                <a:lnTo>
                  <a:pt x="25466" y="47761"/>
                </a:lnTo>
                <a:lnTo>
                  <a:pt x="25875" y="47966"/>
                </a:lnTo>
                <a:lnTo>
                  <a:pt x="26591" y="51034"/>
                </a:lnTo>
                <a:lnTo>
                  <a:pt x="27205" y="51341"/>
                </a:lnTo>
                <a:lnTo>
                  <a:pt x="27000" y="51852"/>
                </a:lnTo>
                <a:lnTo>
                  <a:pt x="28023" y="53080"/>
                </a:lnTo>
                <a:lnTo>
                  <a:pt x="27920" y="52977"/>
                </a:lnTo>
                <a:lnTo>
                  <a:pt x="28125" y="53591"/>
                </a:lnTo>
                <a:lnTo>
                  <a:pt x="27920" y="53795"/>
                </a:lnTo>
                <a:lnTo>
                  <a:pt x="28636" y="54307"/>
                </a:lnTo>
                <a:lnTo>
                  <a:pt x="28432" y="54205"/>
                </a:lnTo>
                <a:lnTo>
                  <a:pt x="29045" y="54920"/>
                </a:lnTo>
                <a:lnTo>
                  <a:pt x="28841" y="54920"/>
                </a:lnTo>
                <a:lnTo>
                  <a:pt x="29761" y="56148"/>
                </a:lnTo>
                <a:lnTo>
                  <a:pt x="30477" y="58091"/>
                </a:lnTo>
                <a:lnTo>
                  <a:pt x="29966" y="59216"/>
                </a:lnTo>
                <a:lnTo>
                  <a:pt x="37534" y="63920"/>
                </a:lnTo>
                <a:lnTo>
                  <a:pt x="39068" y="63307"/>
                </a:lnTo>
                <a:lnTo>
                  <a:pt x="39170" y="63307"/>
                </a:lnTo>
                <a:lnTo>
                  <a:pt x="39784" y="63614"/>
                </a:lnTo>
                <a:lnTo>
                  <a:pt x="39784" y="63614"/>
                </a:lnTo>
                <a:lnTo>
                  <a:pt x="39375" y="63307"/>
                </a:lnTo>
                <a:lnTo>
                  <a:pt x="39375" y="63307"/>
                </a:lnTo>
                <a:lnTo>
                  <a:pt x="44284" y="66375"/>
                </a:lnTo>
                <a:lnTo>
                  <a:pt x="45000" y="66273"/>
                </a:lnTo>
                <a:lnTo>
                  <a:pt x="45409" y="66682"/>
                </a:lnTo>
                <a:lnTo>
                  <a:pt x="45307" y="66989"/>
                </a:lnTo>
                <a:lnTo>
                  <a:pt x="46534" y="68830"/>
                </a:lnTo>
                <a:lnTo>
                  <a:pt x="46534" y="69443"/>
                </a:lnTo>
                <a:lnTo>
                  <a:pt x="47148" y="70159"/>
                </a:lnTo>
                <a:lnTo>
                  <a:pt x="47352" y="69852"/>
                </a:lnTo>
                <a:lnTo>
                  <a:pt x="47045" y="69443"/>
                </a:lnTo>
                <a:lnTo>
                  <a:pt x="47045" y="69443"/>
                </a:lnTo>
                <a:lnTo>
                  <a:pt x="48784" y="71386"/>
                </a:lnTo>
                <a:lnTo>
                  <a:pt x="48784" y="71386"/>
                </a:lnTo>
                <a:lnTo>
                  <a:pt x="48580" y="71080"/>
                </a:lnTo>
                <a:lnTo>
                  <a:pt x="49091" y="71693"/>
                </a:lnTo>
                <a:lnTo>
                  <a:pt x="49705" y="71489"/>
                </a:lnTo>
                <a:lnTo>
                  <a:pt x="50625" y="72205"/>
                </a:lnTo>
                <a:lnTo>
                  <a:pt x="50727" y="71898"/>
                </a:lnTo>
                <a:lnTo>
                  <a:pt x="51136" y="72614"/>
                </a:lnTo>
                <a:lnTo>
                  <a:pt x="51648" y="72307"/>
                </a:lnTo>
                <a:lnTo>
                  <a:pt x="51341" y="71693"/>
                </a:lnTo>
                <a:lnTo>
                  <a:pt x="52670" y="70773"/>
                </a:lnTo>
                <a:lnTo>
                  <a:pt x="53182" y="71489"/>
                </a:lnTo>
                <a:lnTo>
                  <a:pt x="53182" y="71284"/>
                </a:lnTo>
                <a:lnTo>
                  <a:pt x="53386" y="71386"/>
                </a:lnTo>
                <a:lnTo>
                  <a:pt x="53489" y="71284"/>
                </a:lnTo>
                <a:lnTo>
                  <a:pt x="53693" y="71693"/>
                </a:lnTo>
                <a:lnTo>
                  <a:pt x="53386" y="71386"/>
                </a:lnTo>
                <a:lnTo>
                  <a:pt x="53182" y="71795"/>
                </a:lnTo>
                <a:lnTo>
                  <a:pt x="53795" y="75682"/>
                </a:lnTo>
                <a:lnTo>
                  <a:pt x="53898" y="75682"/>
                </a:lnTo>
                <a:lnTo>
                  <a:pt x="53898" y="75989"/>
                </a:lnTo>
                <a:lnTo>
                  <a:pt x="54000" y="75886"/>
                </a:lnTo>
                <a:lnTo>
                  <a:pt x="54205" y="75989"/>
                </a:lnTo>
                <a:lnTo>
                  <a:pt x="53489" y="77216"/>
                </a:lnTo>
                <a:lnTo>
                  <a:pt x="52977" y="77523"/>
                </a:lnTo>
                <a:lnTo>
                  <a:pt x="52773" y="78239"/>
                </a:lnTo>
                <a:lnTo>
                  <a:pt x="52364" y="78341"/>
                </a:lnTo>
                <a:lnTo>
                  <a:pt x="52568" y="78750"/>
                </a:lnTo>
                <a:lnTo>
                  <a:pt x="51648" y="79159"/>
                </a:lnTo>
                <a:lnTo>
                  <a:pt x="51239" y="80693"/>
                </a:lnTo>
                <a:lnTo>
                  <a:pt x="51034" y="80591"/>
                </a:lnTo>
                <a:lnTo>
                  <a:pt x="50727" y="81307"/>
                </a:lnTo>
                <a:lnTo>
                  <a:pt x="50727" y="82227"/>
                </a:lnTo>
                <a:lnTo>
                  <a:pt x="51034" y="82739"/>
                </a:lnTo>
                <a:lnTo>
                  <a:pt x="51545" y="82432"/>
                </a:lnTo>
                <a:lnTo>
                  <a:pt x="51648" y="82125"/>
                </a:lnTo>
                <a:lnTo>
                  <a:pt x="51750" y="82841"/>
                </a:lnTo>
                <a:lnTo>
                  <a:pt x="50318" y="84886"/>
                </a:lnTo>
                <a:lnTo>
                  <a:pt x="50830" y="85909"/>
                </a:lnTo>
                <a:lnTo>
                  <a:pt x="50625" y="86011"/>
                </a:lnTo>
                <a:lnTo>
                  <a:pt x="60852" y="98693"/>
                </a:lnTo>
                <a:lnTo>
                  <a:pt x="61977" y="118125"/>
                </a:lnTo>
                <a:lnTo>
                  <a:pt x="61670" y="118330"/>
                </a:lnTo>
                <a:lnTo>
                  <a:pt x="63102" y="122932"/>
                </a:lnTo>
                <a:lnTo>
                  <a:pt x="64125" y="122625"/>
                </a:lnTo>
                <a:lnTo>
                  <a:pt x="63818" y="123136"/>
                </a:lnTo>
                <a:lnTo>
                  <a:pt x="64125" y="123136"/>
                </a:lnTo>
                <a:lnTo>
                  <a:pt x="64330" y="123648"/>
                </a:lnTo>
                <a:lnTo>
                  <a:pt x="64023" y="123648"/>
                </a:lnTo>
                <a:lnTo>
                  <a:pt x="64227" y="125284"/>
                </a:lnTo>
                <a:lnTo>
                  <a:pt x="64636" y="125489"/>
                </a:lnTo>
                <a:lnTo>
                  <a:pt x="64534" y="126511"/>
                </a:lnTo>
                <a:lnTo>
                  <a:pt x="64943" y="126716"/>
                </a:lnTo>
                <a:lnTo>
                  <a:pt x="64330" y="126716"/>
                </a:lnTo>
                <a:lnTo>
                  <a:pt x="64636" y="127432"/>
                </a:lnTo>
                <a:lnTo>
                  <a:pt x="64534" y="127739"/>
                </a:lnTo>
                <a:lnTo>
                  <a:pt x="64330" y="127023"/>
                </a:lnTo>
                <a:lnTo>
                  <a:pt x="64023" y="127432"/>
                </a:lnTo>
                <a:lnTo>
                  <a:pt x="64023" y="127432"/>
                </a:lnTo>
                <a:lnTo>
                  <a:pt x="64227" y="127023"/>
                </a:lnTo>
                <a:lnTo>
                  <a:pt x="64023" y="126614"/>
                </a:lnTo>
                <a:lnTo>
                  <a:pt x="64023" y="127023"/>
                </a:lnTo>
                <a:lnTo>
                  <a:pt x="63409" y="127125"/>
                </a:lnTo>
                <a:lnTo>
                  <a:pt x="63614" y="127432"/>
                </a:lnTo>
                <a:lnTo>
                  <a:pt x="63205" y="127943"/>
                </a:lnTo>
                <a:lnTo>
                  <a:pt x="63205" y="127943"/>
                </a:lnTo>
                <a:lnTo>
                  <a:pt x="63716" y="127739"/>
                </a:lnTo>
                <a:lnTo>
                  <a:pt x="64227" y="128148"/>
                </a:lnTo>
                <a:lnTo>
                  <a:pt x="64227" y="128045"/>
                </a:lnTo>
                <a:lnTo>
                  <a:pt x="64534" y="128250"/>
                </a:lnTo>
                <a:lnTo>
                  <a:pt x="64534" y="128455"/>
                </a:lnTo>
                <a:lnTo>
                  <a:pt x="64432" y="128659"/>
                </a:lnTo>
                <a:lnTo>
                  <a:pt x="64636" y="129068"/>
                </a:lnTo>
                <a:lnTo>
                  <a:pt x="65148" y="128864"/>
                </a:lnTo>
                <a:lnTo>
                  <a:pt x="65557" y="129477"/>
                </a:lnTo>
                <a:lnTo>
                  <a:pt x="64534" y="129273"/>
                </a:lnTo>
                <a:lnTo>
                  <a:pt x="65148" y="129682"/>
                </a:lnTo>
                <a:lnTo>
                  <a:pt x="65455" y="130705"/>
                </a:lnTo>
                <a:lnTo>
                  <a:pt x="65352" y="130295"/>
                </a:lnTo>
                <a:lnTo>
                  <a:pt x="65455" y="130295"/>
                </a:lnTo>
                <a:lnTo>
                  <a:pt x="65864" y="131216"/>
                </a:lnTo>
                <a:lnTo>
                  <a:pt x="65352" y="131420"/>
                </a:lnTo>
                <a:lnTo>
                  <a:pt x="66068" y="131727"/>
                </a:lnTo>
                <a:lnTo>
                  <a:pt x="65864" y="131727"/>
                </a:lnTo>
                <a:lnTo>
                  <a:pt x="66170" y="132034"/>
                </a:lnTo>
                <a:lnTo>
                  <a:pt x="66273" y="131727"/>
                </a:lnTo>
                <a:lnTo>
                  <a:pt x="66375" y="131932"/>
                </a:lnTo>
                <a:lnTo>
                  <a:pt x="66375" y="132239"/>
                </a:lnTo>
                <a:lnTo>
                  <a:pt x="66170" y="132034"/>
                </a:lnTo>
                <a:lnTo>
                  <a:pt x="65557" y="131625"/>
                </a:lnTo>
                <a:lnTo>
                  <a:pt x="65250" y="131932"/>
                </a:lnTo>
                <a:lnTo>
                  <a:pt x="67193" y="133261"/>
                </a:lnTo>
                <a:lnTo>
                  <a:pt x="67398" y="133159"/>
                </a:lnTo>
                <a:lnTo>
                  <a:pt x="67091" y="132750"/>
                </a:lnTo>
                <a:lnTo>
                  <a:pt x="67705" y="133057"/>
                </a:lnTo>
                <a:lnTo>
                  <a:pt x="67398" y="133159"/>
                </a:lnTo>
                <a:lnTo>
                  <a:pt x="67500" y="133261"/>
                </a:lnTo>
                <a:lnTo>
                  <a:pt x="67602" y="133159"/>
                </a:lnTo>
                <a:lnTo>
                  <a:pt x="67807" y="133568"/>
                </a:lnTo>
                <a:lnTo>
                  <a:pt x="67807" y="133568"/>
                </a:lnTo>
                <a:lnTo>
                  <a:pt x="67500" y="133261"/>
                </a:lnTo>
                <a:lnTo>
                  <a:pt x="67295" y="133364"/>
                </a:lnTo>
                <a:lnTo>
                  <a:pt x="66477" y="133364"/>
                </a:lnTo>
                <a:lnTo>
                  <a:pt x="66886" y="133773"/>
                </a:lnTo>
                <a:lnTo>
                  <a:pt x="67500" y="133670"/>
                </a:lnTo>
                <a:lnTo>
                  <a:pt x="67295" y="134080"/>
                </a:lnTo>
                <a:lnTo>
                  <a:pt x="67705" y="134284"/>
                </a:lnTo>
                <a:lnTo>
                  <a:pt x="67807" y="134080"/>
                </a:lnTo>
                <a:lnTo>
                  <a:pt x="67926" y="134000"/>
                </a:lnTo>
                <a:lnTo>
                  <a:pt x="67926" y="134000"/>
                </a:lnTo>
                <a:lnTo>
                  <a:pt x="68420" y="134693"/>
                </a:lnTo>
                <a:lnTo>
                  <a:pt x="69136" y="133977"/>
                </a:lnTo>
                <a:lnTo>
                  <a:pt x="69136" y="134284"/>
                </a:lnTo>
                <a:lnTo>
                  <a:pt x="68932" y="134489"/>
                </a:lnTo>
                <a:lnTo>
                  <a:pt x="68932" y="134693"/>
                </a:lnTo>
                <a:lnTo>
                  <a:pt x="68727" y="134795"/>
                </a:lnTo>
                <a:lnTo>
                  <a:pt x="69750" y="134795"/>
                </a:lnTo>
                <a:lnTo>
                  <a:pt x="69545" y="134182"/>
                </a:lnTo>
                <a:lnTo>
                  <a:pt x="69767" y="133988"/>
                </a:lnTo>
                <a:lnTo>
                  <a:pt x="69767" y="133988"/>
                </a:lnTo>
                <a:lnTo>
                  <a:pt x="70057" y="134182"/>
                </a:lnTo>
                <a:lnTo>
                  <a:pt x="69852" y="134284"/>
                </a:lnTo>
                <a:lnTo>
                  <a:pt x="70568" y="134591"/>
                </a:lnTo>
                <a:lnTo>
                  <a:pt x="70364" y="135000"/>
                </a:lnTo>
                <a:lnTo>
                  <a:pt x="71489" y="135614"/>
                </a:lnTo>
                <a:lnTo>
                  <a:pt x="71386" y="135716"/>
                </a:lnTo>
                <a:lnTo>
                  <a:pt x="70159" y="135205"/>
                </a:lnTo>
                <a:lnTo>
                  <a:pt x="70364" y="135205"/>
                </a:lnTo>
                <a:lnTo>
                  <a:pt x="70057" y="135000"/>
                </a:lnTo>
                <a:lnTo>
                  <a:pt x="69955" y="135102"/>
                </a:lnTo>
                <a:lnTo>
                  <a:pt x="70568" y="135716"/>
                </a:lnTo>
                <a:lnTo>
                  <a:pt x="70057" y="135511"/>
                </a:lnTo>
                <a:lnTo>
                  <a:pt x="69443" y="135716"/>
                </a:lnTo>
                <a:lnTo>
                  <a:pt x="69545" y="135818"/>
                </a:lnTo>
                <a:lnTo>
                  <a:pt x="73943" y="136125"/>
                </a:lnTo>
                <a:lnTo>
                  <a:pt x="74557" y="135818"/>
                </a:lnTo>
                <a:lnTo>
                  <a:pt x="71489" y="134489"/>
                </a:lnTo>
                <a:lnTo>
                  <a:pt x="71591" y="134284"/>
                </a:lnTo>
                <a:lnTo>
                  <a:pt x="71080" y="133875"/>
                </a:lnTo>
                <a:lnTo>
                  <a:pt x="69782" y="133975"/>
                </a:lnTo>
                <a:lnTo>
                  <a:pt x="69782" y="133975"/>
                </a:lnTo>
                <a:lnTo>
                  <a:pt x="70364" y="133466"/>
                </a:lnTo>
                <a:lnTo>
                  <a:pt x="71080" y="133568"/>
                </a:lnTo>
                <a:lnTo>
                  <a:pt x="71080" y="133568"/>
                </a:lnTo>
                <a:lnTo>
                  <a:pt x="70057" y="132852"/>
                </a:lnTo>
                <a:lnTo>
                  <a:pt x="70364" y="132750"/>
                </a:lnTo>
                <a:lnTo>
                  <a:pt x="69852" y="132341"/>
                </a:lnTo>
                <a:lnTo>
                  <a:pt x="70159" y="131318"/>
                </a:lnTo>
                <a:lnTo>
                  <a:pt x="69750" y="131216"/>
                </a:lnTo>
                <a:lnTo>
                  <a:pt x="69955" y="131216"/>
                </a:lnTo>
                <a:lnTo>
                  <a:pt x="69955" y="131011"/>
                </a:lnTo>
                <a:lnTo>
                  <a:pt x="70670" y="131216"/>
                </a:lnTo>
                <a:lnTo>
                  <a:pt x="70670" y="131216"/>
                </a:lnTo>
                <a:lnTo>
                  <a:pt x="70466" y="130500"/>
                </a:lnTo>
                <a:lnTo>
                  <a:pt x="71591" y="129170"/>
                </a:lnTo>
                <a:lnTo>
                  <a:pt x="71182" y="129068"/>
                </a:lnTo>
                <a:lnTo>
                  <a:pt x="71284" y="128455"/>
                </a:lnTo>
                <a:lnTo>
                  <a:pt x="69443" y="127330"/>
                </a:lnTo>
                <a:lnTo>
                  <a:pt x="69852" y="126409"/>
                </a:lnTo>
                <a:lnTo>
                  <a:pt x="70159" y="126205"/>
                </a:lnTo>
                <a:lnTo>
                  <a:pt x="70670" y="126205"/>
                </a:lnTo>
                <a:lnTo>
                  <a:pt x="70568" y="124670"/>
                </a:lnTo>
                <a:lnTo>
                  <a:pt x="71182" y="124159"/>
                </a:lnTo>
                <a:lnTo>
                  <a:pt x="70568" y="123852"/>
                </a:lnTo>
                <a:lnTo>
                  <a:pt x="70977" y="123750"/>
                </a:lnTo>
                <a:lnTo>
                  <a:pt x="71284" y="124057"/>
                </a:lnTo>
                <a:lnTo>
                  <a:pt x="71284" y="124057"/>
                </a:lnTo>
                <a:lnTo>
                  <a:pt x="70977" y="123443"/>
                </a:lnTo>
                <a:lnTo>
                  <a:pt x="70773" y="123545"/>
                </a:lnTo>
                <a:lnTo>
                  <a:pt x="70364" y="123239"/>
                </a:lnTo>
                <a:lnTo>
                  <a:pt x="69955" y="122318"/>
                </a:lnTo>
                <a:lnTo>
                  <a:pt x="70057" y="122011"/>
                </a:lnTo>
                <a:lnTo>
                  <a:pt x="71182" y="122318"/>
                </a:lnTo>
                <a:lnTo>
                  <a:pt x="72205" y="122011"/>
                </a:lnTo>
                <a:lnTo>
                  <a:pt x="72000" y="121193"/>
                </a:lnTo>
                <a:lnTo>
                  <a:pt x="72102" y="120886"/>
                </a:lnTo>
                <a:lnTo>
                  <a:pt x="71898" y="120580"/>
                </a:lnTo>
                <a:lnTo>
                  <a:pt x="72000" y="120580"/>
                </a:lnTo>
                <a:lnTo>
                  <a:pt x="71693" y="120170"/>
                </a:lnTo>
                <a:lnTo>
                  <a:pt x="75477" y="119250"/>
                </a:lnTo>
                <a:lnTo>
                  <a:pt x="75886" y="117716"/>
                </a:lnTo>
                <a:lnTo>
                  <a:pt x="73739" y="114545"/>
                </a:lnTo>
                <a:lnTo>
                  <a:pt x="73739" y="114034"/>
                </a:lnTo>
                <a:lnTo>
                  <a:pt x="73943" y="114034"/>
                </a:lnTo>
                <a:lnTo>
                  <a:pt x="73841" y="113420"/>
                </a:lnTo>
                <a:lnTo>
                  <a:pt x="74045" y="113932"/>
                </a:lnTo>
                <a:lnTo>
                  <a:pt x="73841" y="114341"/>
                </a:lnTo>
                <a:lnTo>
                  <a:pt x="74557" y="115466"/>
                </a:lnTo>
                <a:lnTo>
                  <a:pt x="77216" y="115875"/>
                </a:lnTo>
                <a:lnTo>
                  <a:pt x="79466" y="111580"/>
                </a:lnTo>
                <a:lnTo>
                  <a:pt x="79568" y="111682"/>
                </a:lnTo>
                <a:lnTo>
                  <a:pt x="79568" y="111273"/>
                </a:lnTo>
                <a:lnTo>
                  <a:pt x="79466" y="110966"/>
                </a:lnTo>
                <a:lnTo>
                  <a:pt x="79773" y="111273"/>
                </a:lnTo>
                <a:lnTo>
                  <a:pt x="79875" y="111273"/>
                </a:lnTo>
                <a:lnTo>
                  <a:pt x="79364" y="112500"/>
                </a:lnTo>
                <a:lnTo>
                  <a:pt x="79773" y="112193"/>
                </a:lnTo>
                <a:lnTo>
                  <a:pt x="80080" y="111170"/>
                </a:lnTo>
                <a:lnTo>
                  <a:pt x="79875" y="111273"/>
                </a:lnTo>
                <a:lnTo>
                  <a:pt x="79875" y="111273"/>
                </a:lnTo>
                <a:lnTo>
                  <a:pt x="81409" y="107898"/>
                </a:lnTo>
                <a:lnTo>
                  <a:pt x="81102" y="106159"/>
                </a:lnTo>
                <a:lnTo>
                  <a:pt x="81614" y="106057"/>
                </a:lnTo>
                <a:lnTo>
                  <a:pt x="81511" y="106159"/>
                </a:lnTo>
                <a:lnTo>
                  <a:pt x="85398" y="103705"/>
                </a:lnTo>
                <a:lnTo>
                  <a:pt x="85807" y="103602"/>
                </a:lnTo>
                <a:lnTo>
                  <a:pt x="85909" y="103398"/>
                </a:lnTo>
                <a:lnTo>
                  <a:pt x="86114" y="103705"/>
                </a:lnTo>
                <a:lnTo>
                  <a:pt x="86830" y="103602"/>
                </a:lnTo>
                <a:lnTo>
                  <a:pt x="86932" y="103091"/>
                </a:lnTo>
                <a:lnTo>
                  <a:pt x="87750" y="102580"/>
                </a:lnTo>
                <a:lnTo>
                  <a:pt x="89080" y="94398"/>
                </a:lnTo>
                <a:lnTo>
                  <a:pt x="89080" y="93170"/>
                </a:lnTo>
                <a:lnTo>
                  <a:pt x="89284" y="93068"/>
                </a:lnTo>
                <a:lnTo>
                  <a:pt x="89489" y="93375"/>
                </a:lnTo>
                <a:lnTo>
                  <a:pt x="90409" y="91534"/>
                </a:lnTo>
                <a:lnTo>
                  <a:pt x="90409" y="91739"/>
                </a:lnTo>
                <a:lnTo>
                  <a:pt x="92557" y="87136"/>
                </a:lnTo>
                <a:lnTo>
                  <a:pt x="91943" y="85398"/>
                </a:lnTo>
                <a:lnTo>
                  <a:pt x="84273" y="82739"/>
                </a:lnTo>
                <a:lnTo>
                  <a:pt x="84068" y="82943"/>
                </a:lnTo>
                <a:lnTo>
                  <a:pt x="83966" y="82534"/>
                </a:lnTo>
                <a:lnTo>
                  <a:pt x="83557" y="83352"/>
                </a:lnTo>
                <a:lnTo>
                  <a:pt x="83557" y="83352"/>
                </a:lnTo>
                <a:lnTo>
                  <a:pt x="83659" y="82636"/>
                </a:lnTo>
                <a:lnTo>
                  <a:pt x="83557" y="82330"/>
                </a:lnTo>
                <a:lnTo>
                  <a:pt x="83557" y="81818"/>
                </a:lnTo>
                <a:lnTo>
                  <a:pt x="80591" y="80795"/>
                </a:lnTo>
                <a:lnTo>
                  <a:pt x="79057" y="82739"/>
                </a:lnTo>
                <a:lnTo>
                  <a:pt x="79364" y="81818"/>
                </a:lnTo>
                <a:lnTo>
                  <a:pt x="78341" y="82125"/>
                </a:lnTo>
                <a:lnTo>
                  <a:pt x="77932" y="81307"/>
                </a:lnTo>
                <a:lnTo>
                  <a:pt x="77625" y="81205"/>
                </a:lnTo>
                <a:lnTo>
                  <a:pt x="77011" y="81614"/>
                </a:lnTo>
                <a:lnTo>
                  <a:pt x="76295" y="81614"/>
                </a:lnTo>
                <a:lnTo>
                  <a:pt x="78852" y="78750"/>
                </a:lnTo>
                <a:lnTo>
                  <a:pt x="77216" y="75375"/>
                </a:lnTo>
                <a:lnTo>
                  <a:pt x="77011" y="75580"/>
                </a:lnTo>
                <a:lnTo>
                  <a:pt x="76807" y="75068"/>
                </a:lnTo>
                <a:lnTo>
                  <a:pt x="76705" y="75170"/>
                </a:lnTo>
                <a:lnTo>
                  <a:pt x="75273" y="74148"/>
                </a:lnTo>
                <a:lnTo>
                  <a:pt x="75068" y="74557"/>
                </a:lnTo>
                <a:lnTo>
                  <a:pt x="74455" y="73841"/>
                </a:lnTo>
                <a:lnTo>
                  <a:pt x="73432" y="74148"/>
                </a:lnTo>
                <a:lnTo>
                  <a:pt x="72614" y="73943"/>
                </a:lnTo>
                <a:lnTo>
                  <a:pt x="72307" y="74352"/>
                </a:lnTo>
                <a:lnTo>
                  <a:pt x="72307" y="73739"/>
                </a:lnTo>
                <a:lnTo>
                  <a:pt x="71284" y="72920"/>
                </a:lnTo>
                <a:lnTo>
                  <a:pt x="70977" y="73432"/>
                </a:lnTo>
                <a:lnTo>
                  <a:pt x="70977" y="73432"/>
                </a:lnTo>
                <a:lnTo>
                  <a:pt x="71080" y="72307"/>
                </a:lnTo>
                <a:lnTo>
                  <a:pt x="69852" y="71284"/>
                </a:lnTo>
                <a:lnTo>
                  <a:pt x="68420" y="71182"/>
                </a:lnTo>
                <a:lnTo>
                  <a:pt x="68830" y="70875"/>
                </a:lnTo>
                <a:lnTo>
                  <a:pt x="69034" y="70568"/>
                </a:lnTo>
                <a:lnTo>
                  <a:pt x="68932" y="70159"/>
                </a:lnTo>
                <a:lnTo>
                  <a:pt x="68420" y="69852"/>
                </a:lnTo>
                <a:lnTo>
                  <a:pt x="68318" y="69955"/>
                </a:lnTo>
                <a:lnTo>
                  <a:pt x="68318" y="70159"/>
                </a:lnTo>
                <a:lnTo>
                  <a:pt x="67909" y="69852"/>
                </a:lnTo>
                <a:lnTo>
                  <a:pt x="67807" y="69955"/>
                </a:lnTo>
                <a:lnTo>
                  <a:pt x="67602" y="69545"/>
                </a:lnTo>
                <a:lnTo>
                  <a:pt x="67398" y="69648"/>
                </a:lnTo>
                <a:lnTo>
                  <a:pt x="67295" y="69239"/>
                </a:lnTo>
                <a:lnTo>
                  <a:pt x="68216" y="69034"/>
                </a:lnTo>
                <a:lnTo>
                  <a:pt x="66068" y="69136"/>
                </a:lnTo>
                <a:lnTo>
                  <a:pt x="66068" y="69239"/>
                </a:lnTo>
                <a:lnTo>
                  <a:pt x="66580" y="69239"/>
                </a:lnTo>
                <a:lnTo>
                  <a:pt x="65045" y="69648"/>
                </a:lnTo>
                <a:lnTo>
                  <a:pt x="64636" y="69443"/>
                </a:lnTo>
                <a:lnTo>
                  <a:pt x="64432" y="69136"/>
                </a:lnTo>
                <a:lnTo>
                  <a:pt x="62489" y="69136"/>
                </a:lnTo>
                <a:lnTo>
                  <a:pt x="62284" y="68523"/>
                </a:lnTo>
                <a:lnTo>
                  <a:pt x="61466" y="68216"/>
                </a:lnTo>
                <a:lnTo>
                  <a:pt x="61159" y="67705"/>
                </a:lnTo>
                <a:lnTo>
                  <a:pt x="60750" y="67705"/>
                </a:lnTo>
                <a:lnTo>
                  <a:pt x="61159" y="68114"/>
                </a:lnTo>
                <a:lnTo>
                  <a:pt x="59727" y="68727"/>
                </a:lnTo>
                <a:lnTo>
                  <a:pt x="59523" y="69239"/>
                </a:lnTo>
                <a:lnTo>
                  <a:pt x="59932" y="70057"/>
                </a:lnTo>
                <a:lnTo>
                  <a:pt x="59625" y="70670"/>
                </a:lnTo>
                <a:lnTo>
                  <a:pt x="59216" y="70364"/>
                </a:lnTo>
                <a:lnTo>
                  <a:pt x="59114" y="69648"/>
                </a:lnTo>
                <a:lnTo>
                  <a:pt x="59420" y="69239"/>
                </a:lnTo>
                <a:lnTo>
                  <a:pt x="59318" y="68727"/>
                </a:lnTo>
                <a:lnTo>
                  <a:pt x="59420" y="68727"/>
                </a:lnTo>
                <a:lnTo>
                  <a:pt x="59216" y="68114"/>
                </a:lnTo>
                <a:lnTo>
                  <a:pt x="59830" y="67807"/>
                </a:lnTo>
                <a:lnTo>
                  <a:pt x="59625" y="67295"/>
                </a:lnTo>
                <a:lnTo>
                  <a:pt x="56966" y="68932"/>
                </a:lnTo>
                <a:lnTo>
                  <a:pt x="56966" y="68727"/>
                </a:lnTo>
                <a:lnTo>
                  <a:pt x="56557" y="68625"/>
                </a:lnTo>
                <a:lnTo>
                  <a:pt x="55739" y="69648"/>
                </a:lnTo>
                <a:lnTo>
                  <a:pt x="55841" y="69545"/>
                </a:lnTo>
                <a:lnTo>
                  <a:pt x="55534" y="70364"/>
                </a:lnTo>
                <a:lnTo>
                  <a:pt x="54614" y="71182"/>
                </a:lnTo>
                <a:lnTo>
                  <a:pt x="54511" y="71898"/>
                </a:lnTo>
                <a:lnTo>
                  <a:pt x="52977" y="70364"/>
                </a:lnTo>
                <a:lnTo>
                  <a:pt x="52057" y="70261"/>
                </a:lnTo>
                <a:lnTo>
                  <a:pt x="51034" y="70875"/>
                </a:lnTo>
                <a:lnTo>
                  <a:pt x="50011" y="70670"/>
                </a:lnTo>
                <a:lnTo>
                  <a:pt x="50011" y="70670"/>
                </a:lnTo>
                <a:lnTo>
                  <a:pt x="50114" y="70875"/>
                </a:lnTo>
                <a:lnTo>
                  <a:pt x="48375" y="68420"/>
                </a:lnTo>
                <a:lnTo>
                  <a:pt x="48580" y="67602"/>
                </a:lnTo>
                <a:lnTo>
                  <a:pt x="48682" y="67705"/>
                </a:lnTo>
                <a:lnTo>
                  <a:pt x="48784" y="66989"/>
                </a:lnTo>
                <a:lnTo>
                  <a:pt x="48784" y="67193"/>
                </a:lnTo>
                <a:lnTo>
                  <a:pt x="49193" y="64739"/>
                </a:lnTo>
                <a:lnTo>
                  <a:pt x="48989" y="64330"/>
                </a:lnTo>
                <a:lnTo>
                  <a:pt x="48580" y="64125"/>
                </a:lnTo>
                <a:lnTo>
                  <a:pt x="48886" y="64227"/>
                </a:lnTo>
                <a:lnTo>
                  <a:pt x="48273" y="63716"/>
                </a:lnTo>
                <a:lnTo>
                  <a:pt x="44284" y="63614"/>
                </a:lnTo>
                <a:lnTo>
                  <a:pt x="45000" y="62795"/>
                </a:lnTo>
                <a:lnTo>
                  <a:pt x="45102" y="61159"/>
                </a:lnTo>
                <a:lnTo>
                  <a:pt x="45409" y="60648"/>
                </a:lnTo>
                <a:lnTo>
                  <a:pt x="45511" y="61261"/>
                </a:lnTo>
                <a:lnTo>
                  <a:pt x="46023" y="60136"/>
                </a:lnTo>
                <a:lnTo>
                  <a:pt x="45818" y="60239"/>
                </a:lnTo>
                <a:lnTo>
                  <a:pt x="46125" y="59932"/>
                </a:lnTo>
                <a:lnTo>
                  <a:pt x="46125" y="59625"/>
                </a:lnTo>
                <a:lnTo>
                  <a:pt x="46534" y="58807"/>
                </a:lnTo>
                <a:lnTo>
                  <a:pt x="46432" y="57989"/>
                </a:lnTo>
                <a:lnTo>
                  <a:pt x="43875" y="58295"/>
                </a:lnTo>
                <a:lnTo>
                  <a:pt x="42955" y="60239"/>
                </a:lnTo>
                <a:lnTo>
                  <a:pt x="42341" y="60648"/>
                </a:lnTo>
                <a:lnTo>
                  <a:pt x="42545" y="60648"/>
                </a:lnTo>
                <a:lnTo>
                  <a:pt x="42443" y="60955"/>
                </a:lnTo>
                <a:lnTo>
                  <a:pt x="39477" y="61261"/>
                </a:lnTo>
                <a:lnTo>
                  <a:pt x="38557" y="60750"/>
                </a:lnTo>
                <a:lnTo>
                  <a:pt x="38557" y="60750"/>
                </a:lnTo>
                <a:lnTo>
                  <a:pt x="38659" y="60852"/>
                </a:lnTo>
                <a:lnTo>
                  <a:pt x="38659" y="60852"/>
                </a:lnTo>
                <a:lnTo>
                  <a:pt x="38352" y="60648"/>
                </a:lnTo>
                <a:lnTo>
                  <a:pt x="38352" y="60648"/>
                </a:lnTo>
                <a:lnTo>
                  <a:pt x="38557" y="60750"/>
                </a:lnTo>
                <a:lnTo>
                  <a:pt x="37432" y="57989"/>
                </a:lnTo>
                <a:lnTo>
                  <a:pt x="37432" y="58193"/>
                </a:lnTo>
                <a:lnTo>
                  <a:pt x="37227" y="57375"/>
                </a:lnTo>
                <a:lnTo>
                  <a:pt x="37432" y="57989"/>
                </a:lnTo>
                <a:lnTo>
                  <a:pt x="38455" y="52159"/>
                </a:lnTo>
                <a:lnTo>
                  <a:pt x="38250" y="51750"/>
                </a:lnTo>
                <a:lnTo>
                  <a:pt x="38761" y="51545"/>
                </a:lnTo>
                <a:lnTo>
                  <a:pt x="38761" y="51341"/>
                </a:lnTo>
                <a:lnTo>
                  <a:pt x="39068" y="51136"/>
                </a:lnTo>
                <a:lnTo>
                  <a:pt x="38966" y="51136"/>
                </a:lnTo>
                <a:lnTo>
                  <a:pt x="39170" y="51034"/>
                </a:lnTo>
                <a:lnTo>
                  <a:pt x="39375" y="50830"/>
                </a:lnTo>
                <a:lnTo>
                  <a:pt x="39682" y="50727"/>
                </a:lnTo>
                <a:lnTo>
                  <a:pt x="39580" y="50523"/>
                </a:lnTo>
                <a:lnTo>
                  <a:pt x="40091" y="50625"/>
                </a:lnTo>
                <a:lnTo>
                  <a:pt x="41216" y="49909"/>
                </a:lnTo>
                <a:lnTo>
                  <a:pt x="41216" y="49705"/>
                </a:lnTo>
                <a:lnTo>
                  <a:pt x="41420" y="49398"/>
                </a:lnTo>
                <a:lnTo>
                  <a:pt x="41420" y="49602"/>
                </a:lnTo>
                <a:lnTo>
                  <a:pt x="41625" y="49602"/>
                </a:lnTo>
                <a:lnTo>
                  <a:pt x="41318" y="49807"/>
                </a:lnTo>
                <a:lnTo>
                  <a:pt x="42341" y="49193"/>
                </a:lnTo>
                <a:lnTo>
                  <a:pt x="43773" y="49602"/>
                </a:lnTo>
                <a:lnTo>
                  <a:pt x="43977" y="49398"/>
                </a:lnTo>
                <a:lnTo>
                  <a:pt x="44489" y="49602"/>
                </a:lnTo>
                <a:lnTo>
                  <a:pt x="44489" y="49909"/>
                </a:lnTo>
                <a:lnTo>
                  <a:pt x="44386" y="49909"/>
                </a:lnTo>
                <a:lnTo>
                  <a:pt x="45205" y="50114"/>
                </a:lnTo>
                <a:lnTo>
                  <a:pt x="45409" y="49705"/>
                </a:lnTo>
                <a:lnTo>
                  <a:pt x="45920" y="50216"/>
                </a:lnTo>
                <a:lnTo>
                  <a:pt x="46125" y="50216"/>
                </a:lnTo>
                <a:lnTo>
                  <a:pt x="45818" y="49705"/>
                </a:lnTo>
                <a:lnTo>
                  <a:pt x="46227" y="49091"/>
                </a:lnTo>
                <a:lnTo>
                  <a:pt x="46227" y="49091"/>
                </a:lnTo>
                <a:lnTo>
                  <a:pt x="45920" y="49295"/>
                </a:lnTo>
                <a:lnTo>
                  <a:pt x="46023" y="48989"/>
                </a:lnTo>
                <a:lnTo>
                  <a:pt x="45307" y="49091"/>
                </a:lnTo>
                <a:lnTo>
                  <a:pt x="47557" y="48477"/>
                </a:lnTo>
                <a:lnTo>
                  <a:pt x="47557" y="48477"/>
                </a:lnTo>
                <a:lnTo>
                  <a:pt x="47455" y="48989"/>
                </a:lnTo>
                <a:lnTo>
                  <a:pt x="47966" y="48784"/>
                </a:lnTo>
                <a:lnTo>
                  <a:pt x="47966" y="48886"/>
                </a:lnTo>
                <a:lnTo>
                  <a:pt x="48477" y="48580"/>
                </a:lnTo>
                <a:lnTo>
                  <a:pt x="48477" y="48580"/>
                </a:lnTo>
                <a:lnTo>
                  <a:pt x="48170" y="48886"/>
                </a:lnTo>
                <a:lnTo>
                  <a:pt x="48886" y="48784"/>
                </a:lnTo>
                <a:lnTo>
                  <a:pt x="49602" y="48886"/>
                </a:lnTo>
                <a:lnTo>
                  <a:pt x="49500" y="49091"/>
                </a:lnTo>
                <a:lnTo>
                  <a:pt x="49655" y="49401"/>
                </a:lnTo>
                <a:lnTo>
                  <a:pt x="49655" y="49401"/>
                </a:lnTo>
                <a:lnTo>
                  <a:pt x="51239" y="49500"/>
                </a:lnTo>
                <a:lnTo>
                  <a:pt x="51750" y="50216"/>
                </a:lnTo>
                <a:lnTo>
                  <a:pt x="51443" y="51545"/>
                </a:lnTo>
                <a:lnTo>
                  <a:pt x="51648" y="51239"/>
                </a:lnTo>
                <a:lnTo>
                  <a:pt x="51852" y="51341"/>
                </a:lnTo>
                <a:lnTo>
                  <a:pt x="51443" y="51750"/>
                </a:lnTo>
                <a:lnTo>
                  <a:pt x="52670" y="54102"/>
                </a:lnTo>
                <a:lnTo>
                  <a:pt x="52875" y="54102"/>
                </a:lnTo>
                <a:lnTo>
                  <a:pt x="53485" y="53390"/>
                </a:lnTo>
                <a:lnTo>
                  <a:pt x="53485" y="53390"/>
                </a:lnTo>
                <a:lnTo>
                  <a:pt x="53403" y="50915"/>
                </a:lnTo>
                <a:lnTo>
                  <a:pt x="53591" y="50727"/>
                </a:lnTo>
                <a:lnTo>
                  <a:pt x="53489" y="47761"/>
                </a:lnTo>
                <a:lnTo>
                  <a:pt x="53693" y="47659"/>
                </a:lnTo>
                <a:lnTo>
                  <a:pt x="54307" y="46636"/>
                </a:lnTo>
                <a:lnTo>
                  <a:pt x="54307" y="46841"/>
                </a:lnTo>
                <a:lnTo>
                  <a:pt x="54409" y="46739"/>
                </a:lnTo>
                <a:lnTo>
                  <a:pt x="54409" y="46636"/>
                </a:lnTo>
                <a:lnTo>
                  <a:pt x="55841" y="45716"/>
                </a:lnTo>
                <a:lnTo>
                  <a:pt x="55841" y="45818"/>
                </a:lnTo>
                <a:lnTo>
                  <a:pt x="57170" y="44898"/>
                </a:lnTo>
                <a:lnTo>
                  <a:pt x="57170" y="45102"/>
                </a:lnTo>
                <a:lnTo>
                  <a:pt x="57784" y="44284"/>
                </a:lnTo>
                <a:lnTo>
                  <a:pt x="58705" y="44080"/>
                </a:lnTo>
                <a:lnTo>
                  <a:pt x="58193" y="43875"/>
                </a:lnTo>
                <a:lnTo>
                  <a:pt x="58602" y="43875"/>
                </a:lnTo>
                <a:lnTo>
                  <a:pt x="58295" y="43466"/>
                </a:lnTo>
                <a:lnTo>
                  <a:pt x="59420" y="43364"/>
                </a:lnTo>
                <a:lnTo>
                  <a:pt x="59523" y="43057"/>
                </a:lnTo>
                <a:lnTo>
                  <a:pt x="59523" y="43057"/>
                </a:lnTo>
                <a:lnTo>
                  <a:pt x="59216" y="43364"/>
                </a:lnTo>
                <a:lnTo>
                  <a:pt x="58705" y="43057"/>
                </a:lnTo>
                <a:lnTo>
                  <a:pt x="58807" y="42750"/>
                </a:lnTo>
                <a:lnTo>
                  <a:pt x="59216" y="42852"/>
                </a:lnTo>
                <a:lnTo>
                  <a:pt x="59318" y="42750"/>
                </a:lnTo>
                <a:lnTo>
                  <a:pt x="59523" y="42852"/>
                </a:lnTo>
                <a:lnTo>
                  <a:pt x="59523" y="42545"/>
                </a:lnTo>
                <a:lnTo>
                  <a:pt x="59420" y="42034"/>
                </a:lnTo>
                <a:lnTo>
                  <a:pt x="59216" y="41932"/>
                </a:lnTo>
                <a:lnTo>
                  <a:pt x="58705" y="41625"/>
                </a:lnTo>
                <a:lnTo>
                  <a:pt x="59114" y="41727"/>
                </a:lnTo>
                <a:lnTo>
                  <a:pt x="59216" y="41932"/>
                </a:lnTo>
                <a:lnTo>
                  <a:pt x="59216" y="41932"/>
                </a:lnTo>
                <a:lnTo>
                  <a:pt x="59114" y="41420"/>
                </a:lnTo>
                <a:lnTo>
                  <a:pt x="59420" y="41420"/>
                </a:lnTo>
                <a:lnTo>
                  <a:pt x="59523" y="41318"/>
                </a:lnTo>
                <a:lnTo>
                  <a:pt x="59011" y="40705"/>
                </a:lnTo>
                <a:lnTo>
                  <a:pt x="59523" y="41216"/>
                </a:lnTo>
                <a:lnTo>
                  <a:pt x="59523" y="40807"/>
                </a:lnTo>
                <a:lnTo>
                  <a:pt x="58909" y="40500"/>
                </a:lnTo>
                <a:lnTo>
                  <a:pt x="59318" y="39989"/>
                </a:lnTo>
                <a:lnTo>
                  <a:pt x="59011" y="40500"/>
                </a:lnTo>
                <a:lnTo>
                  <a:pt x="59216" y="40398"/>
                </a:lnTo>
                <a:lnTo>
                  <a:pt x="59216" y="40602"/>
                </a:lnTo>
                <a:lnTo>
                  <a:pt x="59318" y="40500"/>
                </a:lnTo>
                <a:lnTo>
                  <a:pt x="59625" y="40807"/>
                </a:lnTo>
                <a:lnTo>
                  <a:pt x="59523" y="40295"/>
                </a:lnTo>
                <a:lnTo>
                  <a:pt x="59727" y="40500"/>
                </a:lnTo>
                <a:lnTo>
                  <a:pt x="59830" y="39580"/>
                </a:lnTo>
                <a:lnTo>
                  <a:pt x="60034" y="39477"/>
                </a:lnTo>
                <a:lnTo>
                  <a:pt x="60034" y="39580"/>
                </a:lnTo>
                <a:lnTo>
                  <a:pt x="60136" y="39375"/>
                </a:lnTo>
                <a:lnTo>
                  <a:pt x="60136" y="39477"/>
                </a:lnTo>
                <a:lnTo>
                  <a:pt x="60443" y="39273"/>
                </a:lnTo>
                <a:lnTo>
                  <a:pt x="60443" y="39375"/>
                </a:lnTo>
                <a:lnTo>
                  <a:pt x="60341" y="39477"/>
                </a:lnTo>
                <a:lnTo>
                  <a:pt x="60443" y="39477"/>
                </a:lnTo>
                <a:lnTo>
                  <a:pt x="60034" y="39784"/>
                </a:lnTo>
                <a:lnTo>
                  <a:pt x="60136" y="39784"/>
                </a:lnTo>
                <a:lnTo>
                  <a:pt x="59830" y="40193"/>
                </a:lnTo>
                <a:lnTo>
                  <a:pt x="60136" y="40295"/>
                </a:lnTo>
                <a:lnTo>
                  <a:pt x="60136" y="40500"/>
                </a:lnTo>
                <a:lnTo>
                  <a:pt x="60034" y="40705"/>
                </a:lnTo>
                <a:lnTo>
                  <a:pt x="60034" y="40909"/>
                </a:lnTo>
                <a:lnTo>
                  <a:pt x="60136" y="40909"/>
                </a:lnTo>
                <a:lnTo>
                  <a:pt x="59727" y="41830"/>
                </a:lnTo>
                <a:lnTo>
                  <a:pt x="60750" y="40500"/>
                </a:lnTo>
                <a:lnTo>
                  <a:pt x="60750" y="39375"/>
                </a:lnTo>
                <a:lnTo>
                  <a:pt x="61057" y="39886"/>
                </a:lnTo>
                <a:lnTo>
                  <a:pt x="62182" y="38864"/>
                </a:lnTo>
                <a:lnTo>
                  <a:pt x="62386" y="38455"/>
                </a:lnTo>
                <a:lnTo>
                  <a:pt x="62284" y="38250"/>
                </a:lnTo>
                <a:lnTo>
                  <a:pt x="62591" y="37636"/>
                </a:lnTo>
                <a:lnTo>
                  <a:pt x="62489" y="38148"/>
                </a:lnTo>
                <a:lnTo>
                  <a:pt x="64943" y="37125"/>
                </a:lnTo>
                <a:lnTo>
                  <a:pt x="65045" y="37227"/>
                </a:lnTo>
                <a:lnTo>
                  <a:pt x="65148" y="37125"/>
                </a:lnTo>
                <a:lnTo>
                  <a:pt x="65148" y="37125"/>
                </a:lnTo>
                <a:lnTo>
                  <a:pt x="65045" y="37432"/>
                </a:lnTo>
                <a:lnTo>
                  <a:pt x="65557" y="37227"/>
                </a:lnTo>
                <a:lnTo>
                  <a:pt x="65557" y="37227"/>
                </a:lnTo>
                <a:lnTo>
                  <a:pt x="65455" y="37330"/>
                </a:lnTo>
                <a:lnTo>
                  <a:pt x="66068" y="37227"/>
                </a:lnTo>
                <a:lnTo>
                  <a:pt x="65966" y="36818"/>
                </a:lnTo>
                <a:lnTo>
                  <a:pt x="65761" y="37125"/>
                </a:lnTo>
                <a:lnTo>
                  <a:pt x="65455" y="36614"/>
                </a:lnTo>
                <a:lnTo>
                  <a:pt x="66784" y="35080"/>
                </a:lnTo>
                <a:lnTo>
                  <a:pt x="66886" y="35182"/>
                </a:lnTo>
                <a:lnTo>
                  <a:pt x="66989" y="34977"/>
                </a:lnTo>
                <a:lnTo>
                  <a:pt x="66989" y="35080"/>
                </a:lnTo>
                <a:lnTo>
                  <a:pt x="67091" y="34875"/>
                </a:lnTo>
                <a:lnTo>
                  <a:pt x="67091" y="35080"/>
                </a:lnTo>
                <a:lnTo>
                  <a:pt x="67193" y="34977"/>
                </a:lnTo>
                <a:lnTo>
                  <a:pt x="68011" y="34364"/>
                </a:lnTo>
                <a:lnTo>
                  <a:pt x="68011" y="34466"/>
                </a:lnTo>
                <a:lnTo>
                  <a:pt x="67909" y="34568"/>
                </a:lnTo>
                <a:lnTo>
                  <a:pt x="68114" y="34670"/>
                </a:lnTo>
                <a:lnTo>
                  <a:pt x="68216" y="34364"/>
                </a:lnTo>
                <a:lnTo>
                  <a:pt x="68523" y="34568"/>
                </a:lnTo>
                <a:lnTo>
                  <a:pt x="69136" y="34261"/>
                </a:lnTo>
                <a:lnTo>
                  <a:pt x="69545" y="33648"/>
                </a:lnTo>
                <a:lnTo>
                  <a:pt x="70568" y="33443"/>
                </a:lnTo>
                <a:lnTo>
                  <a:pt x="70466" y="33545"/>
                </a:lnTo>
                <a:lnTo>
                  <a:pt x="71795" y="32932"/>
                </a:lnTo>
                <a:lnTo>
                  <a:pt x="72102" y="33034"/>
                </a:lnTo>
                <a:lnTo>
                  <a:pt x="71386" y="33443"/>
                </a:lnTo>
                <a:lnTo>
                  <a:pt x="72716" y="33443"/>
                </a:lnTo>
                <a:lnTo>
                  <a:pt x="71898" y="33852"/>
                </a:lnTo>
                <a:lnTo>
                  <a:pt x="71898" y="33545"/>
                </a:lnTo>
                <a:lnTo>
                  <a:pt x="71795" y="33545"/>
                </a:lnTo>
                <a:lnTo>
                  <a:pt x="70568" y="34261"/>
                </a:lnTo>
                <a:lnTo>
                  <a:pt x="70568" y="34261"/>
                </a:lnTo>
                <a:lnTo>
                  <a:pt x="70364" y="34364"/>
                </a:lnTo>
                <a:lnTo>
                  <a:pt x="69955" y="35182"/>
                </a:lnTo>
                <a:lnTo>
                  <a:pt x="70261" y="35386"/>
                </a:lnTo>
                <a:lnTo>
                  <a:pt x="71795" y="34364"/>
                </a:lnTo>
                <a:lnTo>
                  <a:pt x="71795" y="34466"/>
                </a:lnTo>
                <a:lnTo>
                  <a:pt x="71898" y="34261"/>
                </a:lnTo>
                <a:lnTo>
                  <a:pt x="74250" y="33648"/>
                </a:lnTo>
                <a:lnTo>
                  <a:pt x="74250" y="33443"/>
                </a:lnTo>
                <a:lnTo>
                  <a:pt x="74250" y="33136"/>
                </a:lnTo>
                <a:lnTo>
                  <a:pt x="73943" y="32932"/>
                </a:lnTo>
                <a:lnTo>
                  <a:pt x="73227" y="33239"/>
                </a:lnTo>
                <a:lnTo>
                  <a:pt x="73330" y="33136"/>
                </a:lnTo>
                <a:lnTo>
                  <a:pt x="72307" y="32830"/>
                </a:lnTo>
                <a:lnTo>
                  <a:pt x="72511" y="32727"/>
                </a:lnTo>
                <a:lnTo>
                  <a:pt x="72000" y="32420"/>
                </a:lnTo>
                <a:lnTo>
                  <a:pt x="72000" y="31807"/>
                </a:lnTo>
                <a:lnTo>
                  <a:pt x="71693" y="31705"/>
                </a:lnTo>
                <a:lnTo>
                  <a:pt x="72409" y="31091"/>
                </a:lnTo>
                <a:lnTo>
                  <a:pt x="72146" y="31003"/>
                </a:lnTo>
                <a:lnTo>
                  <a:pt x="72146" y="31003"/>
                </a:lnTo>
                <a:lnTo>
                  <a:pt x="71795" y="31091"/>
                </a:lnTo>
                <a:lnTo>
                  <a:pt x="70875" y="30784"/>
                </a:lnTo>
                <a:lnTo>
                  <a:pt x="72102" y="30784"/>
                </a:lnTo>
                <a:lnTo>
                  <a:pt x="72818" y="29966"/>
                </a:lnTo>
                <a:lnTo>
                  <a:pt x="70568" y="29966"/>
                </a:lnTo>
                <a:lnTo>
                  <a:pt x="63307" y="33852"/>
                </a:lnTo>
                <a:lnTo>
                  <a:pt x="63307" y="33852"/>
                </a:lnTo>
                <a:lnTo>
                  <a:pt x="68114" y="31091"/>
                </a:lnTo>
                <a:lnTo>
                  <a:pt x="67602" y="30375"/>
                </a:lnTo>
                <a:lnTo>
                  <a:pt x="79977" y="27205"/>
                </a:lnTo>
                <a:lnTo>
                  <a:pt x="80795" y="26489"/>
                </a:lnTo>
                <a:lnTo>
                  <a:pt x="80591" y="26284"/>
                </a:lnTo>
                <a:lnTo>
                  <a:pt x="81000" y="26080"/>
                </a:lnTo>
                <a:lnTo>
                  <a:pt x="81205" y="25466"/>
                </a:lnTo>
                <a:lnTo>
                  <a:pt x="80898" y="25159"/>
                </a:lnTo>
                <a:lnTo>
                  <a:pt x="80080" y="25364"/>
                </a:lnTo>
                <a:lnTo>
                  <a:pt x="79977" y="25261"/>
                </a:lnTo>
                <a:lnTo>
                  <a:pt x="80386" y="24852"/>
                </a:lnTo>
                <a:lnTo>
                  <a:pt x="79875" y="24750"/>
                </a:lnTo>
                <a:lnTo>
                  <a:pt x="77727" y="25568"/>
                </a:lnTo>
                <a:lnTo>
                  <a:pt x="78034" y="25364"/>
                </a:lnTo>
                <a:lnTo>
                  <a:pt x="77830" y="25261"/>
                </a:lnTo>
                <a:lnTo>
                  <a:pt x="80182" y="24545"/>
                </a:lnTo>
                <a:lnTo>
                  <a:pt x="80182" y="24034"/>
                </a:lnTo>
                <a:lnTo>
                  <a:pt x="79773" y="24136"/>
                </a:lnTo>
                <a:lnTo>
                  <a:pt x="79261" y="23727"/>
                </a:lnTo>
                <a:lnTo>
                  <a:pt x="78648" y="24034"/>
                </a:lnTo>
                <a:lnTo>
                  <a:pt x="79159" y="23727"/>
                </a:lnTo>
                <a:lnTo>
                  <a:pt x="78852" y="23625"/>
                </a:lnTo>
                <a:lnTo>
                  <a:pt x="78239" y="23830"/>
                </a:lnTo>
                <a:lnTo>
                  <a:pt x="78648" y="23523"/>
                </a:lnTo>
                <a:lnTo>
                  <a:pt x="78648" y="23114"/>
                </a:lnTo>
                <a:lnTo>
                  <a:pt x="78545" y="23216"/>
                </a:lnTo>
                <a:lnTo>
                  <a:pt x="78443" y="23011"/>
                </a:lnTo>
                <a:lnTo>
                  <a:pt x="77932" y="22909"/>
                </a:lnTo>
                <a:lnTo>
                  <a:pt x="78136" y="22705"/>
                </a:lnTo>
                <a:lnTo>
                  <a:pt x="77830" y="22705"/>
                </a:lnTo>
                <a:lnTo>
                  <a:pt x="78136" y="22602"/>
                </a:lnTo>
                <a:lnTo>
                  <a:pt x="77727" y="22500"/>
                </a:lnTo>
                <a:lnTo>
                  <a:pt x="77932" y="22398"/>
                </a:lnTo>
                <a:lnTo>
                  <a:pt x="77523" y="22193"/>
                </a:lnTo>
                <a:lnTo>
                  <a:pt x="78341" y="22091"/>
                </a:lnTo>
                <a:lnTo>
                  <a:pt x="77727" y="21477"/>
                </a:lnTo>
                <a:lnTo>
                  <a:pt x="78341" y="21170"/>
                </a:lnTo>
                <a:lnTo>
                  <a:pt x="78034" y="20864"/>
                </a:lnTo>
                <a:lnTo>
                  <a:pt x="77420" y="20966"/>
                </a:lnTo>
                <a:lnTo>
                  <a:pt x="77420" y="20966"/>
                </a:lnTo>
                <a:lnTo>
                  <a:pt x="78136" y="20557"/>
                </a:lnTo>
                <a:lnTo>
                  <a:pt x="77318" y="20659"/>
                </a:lnTo>
                <a:lnTo>
                  <a:pt x="77318" y="20659"/>
                </a:lnTo>
                <a:lnTo>
                  <a:pt x="77932" y="20455"/>
                </a:lnTo>
                <a:lnTo>
                  <a:pt x="77727" y="20148"/>
                </a:lnTo>
                <a:lnTo>
                  <a:pt x="77932" y="20045"/>
                </a:lnTo>
                <a:lnTo>
                  <a:pt x="77318" y="20045"/>
                </a:lnTo>
                <a:lnTo>
                  <a:pt x="77727" y="19943"/>
                </a:lnTo>
                <a:lnTo>
                  <a:pt x="77523" y="19636"/>
                </a:lnTo>
                <a:lnTo>
                  <a:pt x="77727" y="19534"/>
                </a:lnTo>
                <a:lnTo>
                  <a:pt x="77625" y="19330"/>
                </a:lnTo>
                <a:lnTo>
                  <a:pt x="77420" y="19330"/>
                </a:lnTo>
                <a:lnTo>
                  <a:pt x="77216" y="19125"/>
                </a:lnTo>
                <a:lnTo>
                  <a:pt x="77216" y="18818"/>
                </a:lnTo>
                <a:lnTo>
                  <a:pt x="76705" y="19739"/>
                </a:lnTo>
                <a:lnTo>
                  <a:pt x="76398" y="19739"/>
                </a:lnTo>
                <a:lnTo>
                  <a:pt x="76295" y="20045"/>
                </a:lnTo>
                <a:lnTo>
                  <a:pt x="75580" y="20557"/>
                </a:lnTo>
                <a:lnTo>
                  <a:pt x="75477" y="20250"/>
                </a:lnTo>
                <a:lnTo>
                  <a:pt x="74148" y="21068"/>
                </a:lnTo>
                <a:lnTo>
                  <a:pt x="74250" y="20659"/>
                </a:lnTo>
                <a:lnTo>
                  <a:pt x="73943" y="20864"/>
                </a:lnTo>
                <a:lnTo>
                  <a:pt x="73841" y="20761"/>
                </a:lnTo>
                <a:lnTo>
                  <a:pt x="73739" y="20761"/>
                </a:lnTo>
                <a:lnTo>
                  <a:pt x="73943" y="20250"/>
                </a:lnTo>
                <a:lnTo>
                  <a:pt x="72716" y="20250"/>
                </a:lnTo>
                <a:lnTo>
                  <a:pt x="73534" y="19739"/>
                </a:lnTo>
                <a:lnTo>
                  <a:pt x="73330" y="19739"/>
                </a:lnTo>
                <a:lnTo>
                  <a:pt x="73534" y="19330"/>
                </a:lnTo>
                <a:lnTo>
                  <a:pt x="72920" y="19125"/>
                </a:lnTo>
                <a:lnTo>
                  <a:pt x="73636" y="19023"/>
                </a:lnTo>
                <a:lnTo>
                  <a:pt x="74148" y="18102"/>
                </a:lnTo>
                <a:lnTo>
                  <a:pt x="74148" y="18102"/>
                </a:lnTo>
                <a:lnTo>
                  <a:pt x="73841" y="18307"/>
                </a:lnTo>
                <a:lnTo>
                  <a:pt x="72716" y="17795"/>
                </a:lnTo>
                <a:lnTo>
                  <a:pt x="73023" y="17591"/>
                </a:lnTo>
                <a:lnTo>
                  <a:pt x="72511" y="17591"/>
                </a:lnTo>
                <a:lnTo>
                  <a:pt x="72000" y="16875"/>
                </a:lnTo>
                <a:lnTo>
                  <a:pt x="70364" y="17080"/>
                </a:lnTo>
                <a:lnTo>
                  <a:pt x="70466" y="16977"/>
                </a:lnTo>
                <a:lnTo>
                  <a:pt x="68932" y="16875"/>
                </a:lnTo>
                <a:lnTo>
                  <a:pt x="68727" y="17693"/>
                </a:lnTo>
                <a:lnTo>
                  <a:pt x="67909" y="18307"/>
                </a:lnTo>
                <a:lnTo>
                  <a:pt x="68318" y="18307"/>
                </a:lnTo>
                <a:lnTo>
                  <a:pt x="67909" y="19023"/>
                </a:lnTo>
                <a:lnTo>
                  <a:pt x="68114" y="19125"/>
                </a:lnTo>
                <a:lnTo>
                  <a:pt x="66580" y="20250"/>
                </a:lnTo>
                <a:lnTo>
                  <a:pt x="67193" y="21784"/>
                </a:lnTo>
                <a:lnTo>
                  <a:pt x="63511" y="24239"/>
                </a:lnTo>
                <a:lnTo>
                  <a:pt x="63716" y="24750"/>
                </a:lnTo>
                <a:lnTo>
                  <a:pt x="63614" y="24750"/>
                </a:lnTo>
                <a:lnTo>
                  <a:pt x="63716" y="25057"/>
                </a:lnTo>
                <a:lnTo>
                  <a:pt x="63307" y="26591"/>
                </a:lnTo>
                <a:lnTo>
                  <a:pt x="62693" y="27000"/>
                </a:lnTo>
                <a:lnTo>
                  <a:pt x="62795" y="27307"/>
                </a:lnTo>
                <a:lnTo>
                  <a:pt x="62489" y="27614"/>
                </a:lnTo>
                <a:lnTo>
                  <a:pt x="62386" y="27205"/>
                </a:lnTo>
                <a:lnTo>
                  <a:pt x="61977" y="27511"/>
                </a:lnTo>
                <a:lnTo>
                  <a:pt x="61977" y="28023"/>
                </a:lnTo>
                <a:lnTo>
                  <a:pt x="60955" y="27716"/>
                </a:lnTo>
                <a:lnTo>
                  <a:pt x="61364" y="27000"/>
                </a:lnTo>
                <a:lnTo>
                  <a:pt x="60648" y="26591"/>
                </a:lnTo>
                <a:lnTo>
                  <a:pt x="61466" y="24341"/>
                </a:lnTo>
                <a:lnTo>
                  <a:pt x="60852" y="23625"/>
                </a:lnTo>
                <a:lnTo>
                  <a:pt x="59420" y="23830"/>
                </a:lnTo>
                <a:lnTo>
                  <a:pt x="59216" y="23216"/>
                </a:lnTo>
                <a:lnTo>
                  <a:pt x="57682" y="22091"/>
                </a:lnTo>
                <a:lnTo>
                  <a:pt x="55227" y="21989"/>
                </a:lnTo>
                <a:lnTo>
                  <a:pt x="55330" y="21886"/>
                </a:lnTo>
                <a:lnTo>
                  <a:pt x="54920" y="22091"/>
                </a:lnTo>
                <a:lnTo>
                  <a:pt x="55636" y="20761"/>
                </a:lnTo>
                <a:lnTo>
                  <a:pt x="55534" y="20250"/>
                </a:lnTo>
                <a:lnTo>
                  <a:pt x="54614" y="20761"/>
                </a:lnTo>
                <a:lnTo>
                  <a:pt x="54920" y="20352"/>
                </a:lnTo>
                <a:lnTo>
                  <a:pt x="54716" y="20045"/>
                </a:lnTo>
                <a:lnTo>
                  <a:pt x="57580" y="17489"/>
                </a:lnTo>
                <a:lnTo>
                  <a:pt x="57580" y="17284"/>
                </a:lnTo>
                <a:lnTo>
                  <a:pt x="58091" y="16875"/>
                </a:lnTo>
                <a:lnTo>
                  <a:pt x="58398" y="17080"/>
                </a:lnTo>
                <a:lnTo>
                  <a:pt x="58398" y="16875"/>
                </a:lnTo>
                <a:lnTo>
                  <a:pt x="59114" y="16670"/>
                </a:lnTo>
                <a:lnTo>
                  <a:pt x="59216" y="16466"/>
                </a:lnTo>
                <a:lnTo>
                  <a:pt x="60136" y="16364"/>
                </a:lnTo>
                <a:lnTo>
                  <a:pt x="60239" y="15852"/>
                </a:lnTo>
                <a:lnTo>
                  <a:pt x="59830" y="15648"/>
                </a:lnTo>
                <a:lnTo>
                  <a:pt x="59420" y="15852"/>
                </a:lnTo>
                <a:lnTo>
                  <a:pt x="59727" y="15648"/>
                </a:lnTo>
                <a:lnTo>
                  <a:pt x="59011" y="15443"/>
                </a:lnTo>
                <a:lnTo>
                  <a:pt x="58909" y="15239"/>
                </a:lnTo>
                <a:lnTo>
                  <a:pt x="59932" y="15545"/>
                </a:lnTo>
                <a:lnTo>
                  <a:pt x="59932" y="15648"/>
                </a:lnTo>
                <a:lnTo>
                  <a:pt x="64227" y="14318"/>
                </a:lnTo>
                <a:lnTo>
                  <a:pt x="61670" y="13602"/>
                </a:lnTo>
                <a:lnTo>
                  <a:pt x="62693" y="13705"/>
                </a:lnTo>
                <a:lnTo>
                  <a:pt x="64330" y="14114"/>
                </a:lnTo>
                <a:lnTo>
                  <a:pt x="65455" y="13602"/>
                </a:lnTo>
                <a:lnTo>
                  <a:pt x="65250" y="13193"/>
                </a:lnTo>
                <a:lnTo>
                  <a:pt x="66170" y="13091"/>
                </a:lnTo>
                <a:lnTo>
                  <a:pt x="66375" y="13398"/>
                </a:lnTo>
                <a:lnTo>
                  <a:pt x="66784" y="13295"/>
                </a:lnTo>
                <a:lnTo>
                  <a:pt x="67091" y="13091"/>
                </a:lnTo>
                <a:lnTo>
                  <a:pt x="66580" y="12784"/>
                </a:lnTo>
                <a:lnTo>
                  <a:pt x="66580" y="12784"/>
                </a:lnTo>
                <a:lnTo>
                  <a:pt x="67091" y="12886"/>
                </a:lnTo>
                <a:lnTo>
                  <a:pt x="67398" y="13295"/>
                </a:lnTo>
                <a:lnTo>
                  <a:pt x="69545" y="12273"/>
                </a:lnTo>
                <a:lnTo>
                  <a:pt x="69443" y="11659"/>
                </a:lnTo>
                <a:lnTo>
                  <a:pt x="69955" y="11045"/>
                </a:lnTo>
                <a:lnTo>
                  <a:pt x="70568" y="10841"/>
                </a:lnTo>
                <a:lnTo>
                  <a:pt x="69955" y="10739"/>
                </a:lnTo>
                <a:lnTo>
                  <a:pt x="69852" y="10534"/>
                </a:lnTo>
                <a:lnTo>
                  <a:pt x="70159" y="10432"/>
                </a:lnTo>
                <a:lnTo>
                  <a:pt x="68216" y="10227"/>
                </a:lnTo>
                <a:lnTo>
                  <a:pt x="67909" y="10739"/>
                </a:lnTo>
                <a:lnTo>
                  <a:pt x="68114" y="10943"/>
                </a:lnTo>
                <a:lnTo>
                  <a:pt x="67807" y="11045"/>
                </a:lnTo>
                <a:lnTo>
                  <a:pt x="68011" y="11148"/>
                </a:lnTo>
                <a:lnTo>
                  <a:pt x="65352" y="12580"/>
                </a:lnTo>
                <a:lnTo>
                  <a:pt x="65148" y="11761"/>
                </a:lnTo>
                <a:lnTo>
                  <a:pt x="65352" y="11557"/>
                </a:lnTo>
                <a:lnTo>
                  <a:pt x="65455" y="11557"/>
                </a:lnTo>
                <a:lnTo>
                  <a:pt x="65864" y="11045"/>
                </a:lnTo>
                <a:lnTo>
                  <a:pt x="64841" y="11045"/>
                </a:lnTo>
                <a:lnTo>
                  <a:pt x="64023" y="11557"/>
                </a:lnTo>
                <a:lnTo>
                  <a:pt x="64023" y="11557"/>
                </a:lnTo>
                <a:lnTo>
                  <a:pt x="64125" y="10739"/>
                </a:lnTo>
                <a:lnTo>
                  <a:pt x="64739" y="10534"/>
                </a:lnTo>
                <a:lnTo>
                  <a:pt x="64125" y="10534"/>
                </a:lnTo>
                <a:lnTo>
                  <a:pt x="64432" y="10432"/>
                </a:lnTo>
                <a:lnTo>
                  <a:pt x="63307" y="10330"/>
                </a:lnTo>
                <a:lnTo>
                  <a:pt x="64125" y="10023"/>
                </a:lnTo>
                <a:lnTo>
                  <a:pt x="63818" y="10023"/>
                </a:lnTo>
                <a:lnTo>
                  <a:pt x="64330" y="9920"/>
                </a:lnTo>
                <a:lnTo>
                  <a:pt x="64125" y="9409"/>
                </a:lnTo>
                <a:lnTo>
                  <a:pt x="64432" y="9000"/>
                </a:lnTo>
                <a:lnTo>
                  <a:pt x="64227" y="8591"/>
                </a:lnTo>
                <a:lnTo>
                  <a:pt x="63920" y="8386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830" name="Google Shape;830;p67"/>
          <p:cNvSpPr/>
          <p:nvPr/>
        </p:nvSpPr>
        <p:spPr>
          <a:xfrm rot="10800000">
            <a:off x="2052167" y="2984033"/>
            <a:ext cx="193600" cy="167600"/>
          </a:xfrm>
          <a:prstGeom prst="triangle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831" name="Google Shape;831;p67"/>
          <p:cNvSpPr/>
          <p:nvPr/>
        </p:nvSpPr>
        <p:spPr>
          <a:xfrm rot="10800000">
            <a:off x="4108600" y="4946233"/>
            <a:ext cx="193600" cy="167600"/>
          </a:xfrm>
          <a:prstGeom prst="triangle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832" name="Google Shape;832;p67"/>
          <p:cNvSpPr/>
          <p:nvPr/>
        </p:nvSpPr>
        <p:spPr>
          <a:xfrm rot="10800000">
            <a:off x="5348333" y="2657533"/>
            <a:ext cx="193600" cy="167600"/>
          </a:xfrm>
          <a:prstGeom prst="triangle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833" name="Google Shape;833;p67"/>
          <p:cNvSpPr/>
          <p:nvPr/>
        </p:nvSpPr>
        <p:spPr>
          <a:xfrm rot="10800000">
            <a:off x="6263533" y="5300267"/>
            <a:ext cx="193600" cy="167600"/>
          </a:xfrm>
          <a:prstGeom prst="triangle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834" name="Google Shape;834;p67"/>
          <p:cNvSpPr/>
          <p:nvPr/>
        </p:nvSpPr>
        <p:spPr>
          <a:xfrm rot="10800000">
            <a:off x="8833000" y="3294267"/>
            <a:ext cx="193600" cy="167600"/>
          </a:xfrm>
          <a:prstGeom prst="triangle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835" name="Google Shape;835;p67"/>
          <p:cNvSpPr/>
          <p:nvPr/>
        </p:nvSpPr>
        <p:spPr>
          <a:xfrm rot="10800000">
            <a:off x="9821467" y="5423967"/>
            <a:ext cx="193600" cy="167600"/>
          </a:xfrm>
          <a:prstGeom prst="triangle">
            <a:avLst>
              <a:gd fmla="val 50000" name="adj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836" name="Google Shape;836;p67"/>
          <p:cNvSpPr txBox="1"/>
          <p:nvPr/>
        </p:nvSpPr>
        <p:spPr>
          <a:xfrm>
            <a:off x="1861931" y="2614252"/>
            <a:ext cx="2662908" cy="307777"/>
          </a:xfrm>
          <a:prstGeom prst="rect">
            <a:avLst/>
          </a:prstGeom>
          <a:solidFill>
            <a:srgbClr val="7F7F7F">
              <a:alpha val="84705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Lorem Ipsum dolor sit amet</a:t>
            </a:r>
            <a:endParaRPr sz="14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837" name="Google Shape;837;p67"/>
          <p:cNvSpPr txBox="1"/>
          <p:nvPr/>
        </p:nvSpPr>
        <p:spPr>
          <a:xfrm>
            <a:off x="1861931" y="4573552"/>
            <a:ext cx="2662908" cy="307777"/>
          </a:xfrm>
          <a:prstGeom prst="rect">
            <a:avLst/>
          </a:prstGeom>
          <a:solidFill>
            <a:srgbClr val="7F7F7F">
              <a:alpha val="84705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Lorem Ipsum dolor sit amet</a:t>
            </a:r>
            <a:endParaRPr sz="14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838" name="Google Shape;838;p67"/>
          <p:cNvSpPr txBox="1"/>
          <p:nvPr/>
        </p:nvSpPr>
        <p:spPr>
          <a:xfrm>
            <a:off x="5732677" y="4913103"/>
            <a:ext cx="2662908" cy="307777"/>
          </a:xfrm>
          <a:prstGeom prst="rect">
            <a:avLst/>
          </a:prstGeom>
          <a:solidFill>
            <a:srgbClr val="7F7F7F">
              <a:alpha val="84705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Lorem Ipsum dolor sit amet</a:t>
            </a:r>
            <a:endParaRPr sz="14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839" name="Google Shape;839;p67"/>
          <p:cNvSpPr txBox="1"/>
          <p:nvPr/>
        </p:nvSpPr>
        <p:spPr>
          <a:xfrm>
            <a:off x="5176086" y="2278896"/>
            <a:ext cx="2662908" cy="307777"/>
          </a:xfrm>
          <a:prstGeom prst="rect">
            <a:avLst/>
          </a:prstGeom>
          <a:solidFill>
            <a:srgbClr val="7F7F7F">
              <a:alpha val="84705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Lorem Ipsum dolor sit amet</a:t>
            </a:r>
            <a:endParaRPr sz="14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840" name="Google Shape;840;p67"/>
          <p:cNvSpPr txBox="1"/>
          <p:nvPr/>
        </p:nvSpPr>
        <p:spPr>
          <a:xfrm>
            <a:off x="8674550" y="2922029"/>
            <a:ext cx="2662908" cy="307777"/>
          </a:xfrm>
          <a:prstGeom prst="rect">
            <a:avLst/>
          </a:prstGeom>
          <a:solidFill>
            <a:srgbClr val="7F7F7F">
              <a:alpha val="84705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Lorem Ipsum dolor sit amet</a:t>
            </a:r>
            <a:endParaRPr sz="14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841" name="Google Shape;841;p67"/>
          <p:cNvSpPr txBox="1"/>
          <p:nvPr/>
        </p:nvSpPr>
        <p:spPr>
          <a:xfrm>
            <a:off x="9193069" y="5055300"/>
            <a:ext cx="2662908" cy="307777"/>
          </a:xfrm>
          <a:prstGeom prst="rect">
            <a:avLst/>
          </a:prstGeom>
          <a:solidFill>
            <a:srgbClr val="7F7F7F">
              <a:alpha val="84705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Lorem Ipsum dolor sit amet</a:t>
            </a:r>
            <a:endParaRPr sz="14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842" name="Google Shape;842;p67"/>
          <p:cNvSpPr txBox="1"/>
          <p:nvPr>
            <p:ph type="title"/>
          </p:nvPr>
        </p:nvSpPr>
        <p:spPr>
          <a:xfrm>
            <a:off x="276305" y="180000"/>
            <a:ext cx="11652170" cy="7073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entury Gothic"/>
              <a:buNone/>
              <a:defRPr sz="4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Titolo sezione" showMasterSp="0" type="title">
  <p:cSld name="TITLE">
    <p:bg>
      <p:bgPr>
        <a:solidFill>
          <a:schemeClr val="dk2"/>
        </a:solidFill>
      </p:bgPr>
    </p:bg>
    <p:spTree>
      <p:nvGrpSpPr>
        <p:cNvPr id="843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68"/>
          <p:cNvSpPr txBox="1"/>
          <p:nvPr>
            <p:ph type="ctrTitle"/>
          </p:nvPr>
        </p:nvSpPr>
        <p:spPr>
          <a:xfrm>
            <a:off x="263525" y="2682222"/>
            <a:ext cx="1166495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  <a:defRPr sz="40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5" name="Google Shape;845;p68"/>
          <p:cNvSpPr txBox="1"/>
          <p:nvPr>
            <p:ph idx="1" type="subTitle"/>
          </p:nvPr>
        </p:nvSpPr>
        <p:spPr>
          <a:xfrm>
            <a:off x="263525" y="5202238"/>
            <a:ext cx="11664950" cy="7144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846" name="Google Shape;846;p6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6400" y="266400"/>
            <a:ext cx="1309846" cy="57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0" Type="http://schemas.openxmlformats.org/officeDocument/2006/relationships/slideLayout" Target="../slideLayouts/slideLayout19.xml"/><Relationship Id="rId22" Type="http://schemas.openxmlformats.org/officeDocument/2006/relationships/slideLayout" Target="../slideLayouts/slideLayout21.xml"/><Relationship Id="rId21" Type="http://schemas.openxmlformats.org/officeDocument/2006/relationships/slideLayout" Target="../slideLayouts/slideLayout20.xml"/><Relationship Id="rId24" Type="http://schemas.openxmlformats.org/officeDocument/2006/relationships/slideLayout" Target="../slideLayouts/slideLayout23.xml"/><Relationship Id="rId23" Type="http://schemas.openxmlformats.org/officeDocument/2006/relationships/slideLayout" Target="../slideLayouts/slideLayout22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26" Type="http://schemas.openxmlformats.org/officeDocument/2006/relationships/slideLayout" Target="../slideLayouts/slideLayout25.xml"/><Relationship Id="rId25" Type="http://schemas.openxmlformats.org/officeDocument/2006/relationships/slideLayout" Target="../slideLayouts/slideLayout24.xml"/><Relationship Id="rId28" Type="http://schemas.openxmlformats.org/officeDocument/2006/relationships/slideLayout" Target="../slideLayouts/slideLayout27.xml"/><Relationship Id="rId27" Type="http://schemas.openxmlformats.org/officeDocument/2006/relationships/slideLayout" Target="../slideLayouts/slideLayout26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29" Type="http://schemas.openxmlformats.org/officeDocument/2006/relationships/theme" Target="../theme/theme2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3.xml"/><Relationship Id="rId17" Type="http://schemas.openxmlformats.org/officeDocument/2006/relationships/slideLayout" Target="../slideLayouts/slideLayout16.xml"/><Relationship Id="rId16" Type="http://schemas.openxmlformats.org/officeDocument/2006/relationships/slideLayout" Target="../slideLayouts/slideLayout15.xml"/><Relationship Id="rId19" Type="http://schemas.openxmlformats.org/officeDocument/2006/relationships/slideLayout" Target="../slideLayouts/slideLayout18.xml"/><Relationship Id="rId18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1"/>
          <p:cNvSpPr/>
          <p:nvPr/>
        </p:nvSpPr>
        <p:spPr>
          <a:xfrm>
            <a:off x="0" y="6308725"/>
            <a:ext cx="12192000" cy="549275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7" name="Google Shape;7;p41"/>
          <p:cNvSpPr txBox="1"/>
          <p:nvPr>
            <p:ph type="title"/>
          </p:nvPr>
        </p:nvSpPr>
        <p:spPr>
          <a:xfrm>
            <a:off x="266400" y="180000"/>
            <a:ext cx="1166495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ts val="3600"/>
              <a:buFont typeface="Century Gothic"/>
              <a:buNone/>
              <a:defRPr b="1" i="0" sz="3600" u="none" cap="none" strike="noStrike">
                <a:solidFill>
                  <a:srgbClr val="003F76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8" name="Google Shape;8;p41"/>
          <p:cNvSpPr txBox="1"/>
          <p:nvPr>
            <p:ph idx="1" type="body"/>
          </p:nvPr>
        </p:nvSpPr>
        <p:spPr>
          <a:xfrm>
            <a:off x="266400" y="1533167"/>
            <a:ext cx="11664950" cy="46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›"/>
              <a:defRPr b="0" i="0" sz="20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›"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›"/>
              <a:defRPr b="0" i="0" sz="16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›"/>
              <a:defRPr b="0" i="0" sz="16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pic>
        <p:nvPicPr>
          <p:cNvPr id="9" name="Google Shape;9;p4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288000" y="6400800"/>
            <a:ext cx="818653" cy="360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166">
          <p15:clr>
            <a:srgbClr val="F26B43"/>
          </p15:clr>
        </p15:guide>
        <p15:guide id="4" pos="7514">
          <p15:clr>
            <a:srgbClr val="F26B43"/>
          </p15:clr>
        </p15:guide>
        <p15:guide id="5" orient="horz" pos="164">
          <p15:clr>
            <a:srgbClr val="F26B43"/>
          </p15:clr>
        </p15:guide>
        <p15:guide id="6" orient="horz" pos="4156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0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p1"/>
          <p:cNvSpPr txBox="1"/>
          <p:nvPr>
            <p:ph idx="1" type="body"/>
          </p:nvPr>
        </p:nvSpPr>
        <p:spPr>
          <a:xfrm>
            <a:off x="6602817" y="888227"/>
            <a:ext cx="5040000" cy="3024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Century Gothic"/>
              <a:buNone/>
            </a:pPr>
            <a:r>
              <a:rPr lang="en-US" sz="3200" b="1">
                <a:solidFill>
                  <a:srgbClr val="FFFFFF"/>
                </a:solidFill>
              </a:rPr>
              <a:t>Migrating Legacy Services to a Cloud-Native Architecture</a:t>
            </a: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>
                <a:solidFill>
                  <a:srgbClr val="CADCFC"/>
                </a:solidFill>
              </a:rPr>
              <a:t>A Case Study on Outsight Cloud</a:t>
            </a:r>
          </a:p>
        </p:txBody>
      </p:sp>
      <p:sp>
        <p:nvSpPr>
          <p:cNvPr id="852" name="Google Shape;852;p1"/>
          <p:cNvSpPr txBox="1"/>
          <p:nvPr>
            <p:ph idx="2" type="body"/>
          </p:nvPr>
        </p:nvSpPr>
        <p:spPr>
          <a:xfrm>
            <a:off x="6602413" y="4249738"/>
            <a:ext cx="5040312" cy="10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entury Gothic"/>
              <a:buNone/>
            </a:pPr>
            <a:r>
              <a:rPr lang="en-US" sz="1200" b="1">
                <a:solidFill>
                  <a:srgbClr val="FFFFFF"/>
                </a:solidFill>
              </a:rPr>
              <a:t xml:space="preserve">Candidate: </a:t>
            </a:r>
            <a:r>
              <a:rPr lang="en-US" sz="1200">
                <a:solidFill>
                  <a:srgbClr val="CADCFC"/>
                </a:solidFill>
              </a:rPr>
              <a:t>Giovanni Russo</a:t>
            </a:r>
          </a:p>
          <a:p>
            <a:pPr indent="0" lvl="0" marL="0" rtl="0" algn="l">
              <a:lnSpc>
                <a:spcPct val="120000"/>
              </a:lnSpc>
              <a:buNone/>
            </a:pPr>
            <a:r>
              <a:rPr lang="en-US" sz="1000">
                <a:solidFill>
                  <a:srgbClr val="CADCFC"/>
                </a:solidFill>
              </a:rPr>
              <a:t>Supervisors: Prof. F. G. Risso, Prof. A. Ksentini</a:t>
            </a:r>
          </a:p>
          <a:p>
            <a:pPr indent="0" lvl="0" marL="0" rtl="0" algn="l">
              <a:lnSpc>
                <a:spcPct val="120000"/>
              </a:lnSpc>
              <a:buNone/>
            </a:pPr>
            <a:r>
              <a:rPr lang="en-US" sz="1000">
                <a:solidFill>
                  <a:srgbClr val="CADCFC"/>
                </a:solidFill>
              </a:rPr>
              <a:t>Company: K. Rutten, A. Kostrygin  |  A.Y.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3" name="Shape 8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Google Shape;864;p3"/>
          <p:cNvSpPr txBox="1"/>
          <p:nvPr>
            <p:ph type="title"/>
          </p:nvPr>
        </p:nvSpPr>
        <p:spPr>
          <a:xfrm>
            <a:off x="266400" y="180000"/>
            <a:ext cx="1166495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ts val="3600"/>
              <a:buFont typeface="Century Gothic"/>
              <a:buNone/>
            </a:pPr>
            <a:r>
              <a:rPr lang="en-US" sz="2800" b="1">
                <a:solidFill>
                  <a:srgbClr val="003F76"/>
                </a:solidFill>
              </a:rPr>
              <a:t>Context and Problem</a:t>
            </a:r>
          </a:p>
        </p:txBody>
      </p:sp>
      <p:sp>
        <p:nvSpPr>
          <p:cNvPr id="865" name="Google Shape;865;p3"/>
          <p:cNvSpPr txBox="1"/>
          <p:nvPr>
            <p:ph idx="1" type="body"/>
          </p:nvPr>
        </p:nvSpPr>
        <p:spPr>
          <a:xfrm>
            <a:off x="266400" y="1417320"/>
            <a:ext cx="640080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3F76"/>
                </a:solidFill>
              </a:rPr>
              <a:t>Outsight Cloud</a:t>
            </a:r>
            <a:r>
              <a:rPr lang="en-US" sz="1600">
                <a:solidFill>
                  <a:srgbClr val="1A1A1A"/>
                </a:solidFill>
              </a:rPr>
              <a:t xml:space="preserve"> is a production platform managing LiDAR-related workflows, simulations, organizations, sites and assets.</a:t>
            </a:r>
          </a:p>
          <a:p>
            <a:pPr indent="0" lvl="0" marL="0" rtl="0"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1A1A1A"/>
                </a:solidFill>
              </a:rPr>
              <a:t>The legacy platform enabled fast early delivery, but progressively accumulated architectural strain as usage and integrations grew: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600">
                <a:solidFill>
                  <a:srgbClr val="1A1A1A"/>
                </a:solidFill>
              </a:rPr>
              <a:t>Deployed on DigitalOcean VMs, orchestrated only by Docker Compose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600" b="1">
                <a:solidFill>
                  <a:srgbClr val="C8102E"/>
                </a:solidFill>
              </a:rPr>
              <a:t>Airtable</a:t>
            </a:r>
            <a:r>
              <a:rPr lang="en-US" sz="1600">
                <a:solidFill>
                  <a:srgbClr val="1A1A1A"/>
                </a:solidFill>
              </a:rPr>
              <a:t xml:space="preserve"> used as the primary operational database, deeply embedded in workflows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600">
                <a:solidFill>
                  <a:srgbClr val="1A1A1A"/>
                </a:solidFill>
              </a:rPr>
              <a:t>No fully relational data model, limiting consistency guarantees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600">
                <a:solidFill>
                  <a:srgbClr val="1A1A1A"/>
                </a:solidFill>
              </a:rPr>
              <a:t>Manual operational procedures, increasing effort and risk of error</a:t>
            </a:r>
          </a:p>
        </p:txBody>
      </p:sp>
      <p:sp>
        <p:nvSpPr>
          <p:cNvPr id="9010" name="GoalCard"/>
          <p:cNvSpPr txBox="1"/>
          <p:nvPr/>
        </p:nvSpPr>
        <p:spPr>
          <a:xfrm>
            <a:off x="6995160" y="1600200"/>
            <a:ext cx="3703320" cy="329184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>
            <a:outerShdw blurRad="90000" dist="38100" dir="5400000" rotWithShape="0">
              <a:srgbClr val="000000">
                <a:alpha val="20000"/>
              </a:srgbClr>
            </a:outerShdw>
          </a:effectLst>
        </p:spPr>
        <p:txBody>
          <a:bodyPr anchorCtr="0" anchor="t" bIns="45700" lIns="182880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C8102E"/>
                </a:solidFill>
              </a:rPr>
              <a:t>ENGINEERING GOAL</a:t>
            </a:r>
          </a:p>
          <a:p>
            <a:pPr indent="0" lvl="0" marL="0" rtl="0"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03F76"/>
                </a:solidFill>
              </a:rPr>
              <a:t>Regain explicit ownership of core data and infrastructure through a controlled, incremental migration to a cloud-native AWS architecture.</a:t>
            </a:r>
          </a:p>
          <a:p>
            <a:pPr indent="0" lvl="0" marL="0" rtl="0"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5A6B7B"/>
                </a:solidFill>
              </a:rPr>
              <a:t>Reduce risk before cutover via validation, reproducible IaC and coexistence mechanisms.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9" name="Shape 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Google Shape;870;p4"/>
          <p:cNvSpPr txBox="1"/>
          <p:nvPr>
            <p:ph type="title"/>
          </p:nvPr>
        </p:nvSpPr>
        <p:spPr>
          <a:xfrm>
            <a:off x="266400" y="180000"/>
            <a:ext cx="11662075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ctr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ts val="3600"/>
              <a:buFont typeface="Century Gothic"/>
              <a:buNone/>
            </a:pPr>
            <a:r>
              <a:rPr lang="en-US" sz="2800" b="1">
                <a:solidFill>
                  <a:srgbClr val="003F76"/>
                </a:solidFill>
              </a:rPr>
              <a:t>The Legacy Baseline (As-Is)</a:t>
            </a:r>
          </a:p>
        </p:txBody>
      </p:sp>
      <p:sp>
        <p:nvSpPr>
          <p:cNvPr id="871" name="Google Shape;871;p4"/>
          <p:cNvSpPr txBox="1"/>
          <p:nvPr>
            <p:ph idx="1" type="body"/>
          </p:nvPr>
        </p:nvSpPr>
        <p:spPr>
          <a:xfrm>
            <a:off x="266400" y="1548000"/>
            <a:ext cx="5852160" cy="46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1A1A1A"/>
                </a:solidFill>
              </a:rPr>
              <a:t>A containerized stack built for rapid iteration, combining self-managed VMs with multiple external service dependencies.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600" b="1">
                <a:solidFill>
                  <a:srgbClr val="003F76"/>
                </a:solidFill>
              </a:rPr>
              <a:t>Vue 3 SPA</a:t>
            </a:r>
            <a:r>
              <a:rPr lang="en-US" sz="1600">
                <a:solidFill>
                  <a:srgbClr val="1A1A1A"/>
                </a:solidFill>
              </a:rPr>
              <a:t xml:space="preserve"> frontend + </a:t>
            </a:r>
            <a:r>
              <a:rPr lang="en-US" sz="1600" b="1">
                <a:solidFill>
                  <a:srgbClr val="003F76"/>
                </a:solidFill>
              </a:rPr>
              <a:t>Node.js / Express</a:t>
            </a:r>
            <a:r>
              <a:rPr lang="en-US" sz="1600">
                <a:solidFill>
                  <a:srgbClr val="1A1A1A"/>
                </a:solidFill>
              </a:rPr>
              <a:t xml:space="preserve"> backend API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600" b="1">
                <a:solidFill>
                  <a:srgbClr val="003F76"/>
                </a:solidFill>
              </a:rPr>
              <a:t>Redis</a:t>
            </a:r>
            <a:r>
              <a:rPr lang="en-US" sz="1600">
                <a:solidFill>
                  <a:srgbClr val="1A1A1A"/>
                </a:solidFill>
              </a:rPr>
              <a:t xml:space="preserve"> for sessions and temporary state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600" b="1">
                <a:solidFill>
                  <a:srgbClr val="003F76"/>
                </a:solidFill>
              </a:rPr>
              <a:t>Traefik</a:t>
            </a:r>
            <a:r>
              <a:rPr lang="en-US" sz="1600">
                <a:solidFill>
                  <a:srgbClr val="1A1A1A"/>
                </a:solidFill>
              </a:rPr>
              <a:t xml:space="preserve"> reverse proxy for HTTPS and routing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600" b="1">
                <a:solidFill>
                  <a:srgbClr val="C8102E"/>
                </a:solidFill>
              </a:rPr>
              <a:t>Airtable</a:t>
            </a:r>
            <a:r>
              <a:rPr lang="en-US" sz="1600">
                <a:solidFill>
                  <a:srgbClr val="1A1A1A"/>
                </a:solidFill>
              </a:rPr>
              <a:t xml:space="preserve"> as primary datastore + workflow hub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600" b="1">
                <a:solidFill>
                  <a:srgbClr val="003F76"/>
                </a:solidFill>
              </a:rPr>
              <a:t>S3-compatible</a:t>
            </a:r>
            <a:r>
              <a:rPr lang="en-US" sz="1600">
                <a:solidFill>
                  <a:srgbClr val="1A1A1A"/>
                </a:solidFill>
              </a:rPr>
              <a:t xml:space="preserve"> object storage for simulation files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600" b="1">
                <a:solidFill>
                  <a:srgbClr val="003F76"/>
                </a:solidFill>
              </a:rPr>
              <a:t>Docker Compose</a:t>
            </a:r>
            <a:r>
              <a:rPr lang="en-US" sz="1600">
                <a:solidFill>
                  <a:srgbClr val="1A1A1A"/>
                </a:solidFill>
              </a:rPr>
              <a:t xml:space="preserve"> on DigitalOcean Droplets</a:t>
            </a:r>
          </a:p>
        </p:txBody>
      </p:sp>
      <p:sp>
        <p:nvSpPr>
          <p:cNvPr id="872" name="Google Shape;872;p4"/>
          <p:cNvSpPr txBox="1"/>
          <p:nvPr>
            <p:ph idx="2" type="body"/>
          </p:nvPr>
        </p:nvSpPr>
        <p:spPr>
          <a:xfrm>
            <a:off x="3614608" y="6362246"/>
            <a:ext cx="8421867" cy="2365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</a:pPr>
            <a:r>
              <a:t/>
            </a:r>
            <a:endParaRPr/>
          </a:p>
        </p:txBody>
      </p:sp>
      <p:sp>
        <p:nvSpPr>
          <p:cNvPr id="873" name="Google Shape;873;p4"/>
          <p:cNvSpPr txBox="1"/>
          <p:nvPr>
            <p:ph idx="3" type="body"/>
          </p:nvPr>
        </p:nvSpPr>
        <p:spPr>
          <a:xfrm>
            <a:off x="3609474" y="6609589"/>
            <a:ext cx="8451065" cy="2158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</a:pPr>
            <a:r>
              <a:t/>
            </a:r>
            <a:endParaRPr/>
          </a:p>
        </p:txBody>
      </p:sp>
      <p:sp>
        <p:nvSpPr>
          <p:cNvPr id="9100" name="Browser"/>
          <p:cNvSpPr txBox="1"/>
          <p:nvPr/>
        </p:nvSpPr>
        <p:spPr>
          <a:xfrm>
            <a:off x="7040880" y="1572768"/>
            <a:ext cx="3566160" cy="786384"/>
          </a:xfrm>
          <a:prstGeom prst="roundRect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FFFFFF"/>
                </a:solidFill>
              </a:rPr>
              <a:t>Browser</a:t>
            </a:r>
          </a:p>
          <a:p>
            <a:pPr indent="0" lvl="0" marL="0" rtl="0" algn="ctr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ADCFC"/>
                </a:solidFill>
              </a:rPr>
              <a:t>Vue 3 SPA</a:t>
            </a:r>
          </a:p>
        </p:txBody>
      </p:sp>
      <p:sp>
        <p:nvSpPr>
          <p:cNvPr id="9200" name="arrow"/>
          <p:cNvSpPr txBox="1"/>
          <p:nvPr/>
        </p:nvSpPr>
        <p:spPr>
          <a:xfrm>
            <a:off x="7040880" y="2350008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003F76"/>
                </a:solidFill>
              </a:rPr>
              <a:t>↓</a:t>
            </a:r>
          </a:p>
        </p:txBody>
      </p:sp>
      <p:sp>
        <p:nvSpPr>
          <p:cNvPr id="9101" name="Traefik"/>
          <p:cNvSpPr txBox="1"/>
          <p:nvPr/>
        </p:nvSpPr>
        <p:spPr>
          <a:xfrm>
            <a:off x="7040880" y="2560320"/>
            <a:ext cx="3566160" cy="786384"/>
          </a:xfrm>
          <a:prstGeom prst="roundRect">
            <a:avLst/>
          </a:prstGeom>
          <a:solidFill>
            <a:srgbClr val="003F7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FFFFFF"/>
                </a:solidFill>
              </a:rPr>
              <a:t>Traefik</a:t>
            </a:r>
          </a:p>
          <a:p>
            <a:pPr indent="0" lvl="0" marL="0" rtl="0" algn="ctr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ADCFC"/>
                </a:solidFill>
              </a:rPr>
              <a:t>HTTPS : 443</a:t>
            </a:r>
          </a:p>
        </p:txBody>
      </p:sp>
      <p:sp>
        <p:nvSpPr>
          <p:cNvPr id="9201" name="arrow"/>
          <p:cNvSpPr txBox="1"/>
          <p:nvPr/>
        </p:nvSpPr>
        <p:spPr>
          <a:xfrm>
            <a:off x="7040880" y="3337559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003F76"/>
                </a:solidFill>
              </a:rPr>
              <a:t>↓</a:t>
            </a:r>
          </a:p>
        </p:txBody>
      </p:sp>
      <p:sp>
        <p:nvSpPr>
          <p:cNvPr id="9102" name="App containers"/>
          <p:cNvSpPr txBox="1"/>
          <p:nvPr/>
        </p:nvSpPr>
        <p:spPr>
          <a:xfrm>
            <a:off x="7040880" y="3547872"/>
            <a:ext cx="3566160" cy="786384"/>
          </a:xfrm>
          <a:prstGeom prst="roundRect">
            <a:avLst/>
          </a:prstGeom>
          <a:solidFill>
            <a:srgbClr val="5A6B7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FFFFFF"/>
                </a:solidFill>
              </a:rPr>
              <a:t>App containers</a:t>
            </a:r>
          </a:p>
          <a:p>
            <a:pPr indent="0" lvl="0" marL="0" rtl="0" algn="ctr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ADCFC"/>
                </a:solidFill>
              </a:rPr>
              <a:t>OWS_APP / OWS_API</a:t>
            </a:r>
          </a:p>
        </p:txBody>
      </p:sp>
      <p:sp>
        <p:nvSpPr>
          <p:cNvPr id="9202" name="arrow"/>
          <p:cNvSpPr txBox="1"/>
          <p:nvPr/>
        </p:nvSpPr>
        <p:spPr>
          <a:xfrm>
            <a:off x="7040880" y="4325112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003F76"/>
                </a:solidFill>
              </a:rPr>
              <a:t>↓</a:t>
            </a:r>
          </a:p>
        </p:txBody>
      </p:sp>
      <p:sp>
        <p:nvSpPr>
          <p:cNvPr id="9103" name="Airtable"/>
          <p:cNvSpPr txBox="1"/>
          <p:nvPr/>
        </p:nvSpPr>
        <p:spPr>
          <a:xfrm>
            <a:off x="7040880" y="4535424"/>
            <a:ext cx="3566160" cy="786384"/>
          </a:xfrm>
          <a:prstGeom prst="round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FFFFFF"/>
                </a:solidFill>
              </a:rPr>
              <a:t>Airtable</a:t>
            </a:r>
          </a:p>
          <a:p>
            <a:pPr indent="0" lvl="0" marL="0" rtl="0" algn="ctr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ADCFC"/>
                </a:solidFill>
              </a:rPr>
              <a:t>Primary DB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7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p5"/>
          <p:cNvSpPr txBox="1"/>
          <p:nvPr>
            <p:ph type="title"/>
          </p:nvPr>
        </p:nvSpPr>
        <p:spPr>
          <a:xfrm>
            <a:off x="266400" y="180000"/>
            <a:ext cx="6228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ts val="3600"/>
              <a:buFont typeface="Century Gothic"/>
              <a:buNone/>
            </a:pPr>
            <a:r>
              <a:rPr lang="en-US" sz="2800" b="1">
                <a:solidFill>
                  <a:srgbClr val="003F76"/>
                </a:solidFill>
              </a:rPr>
              <a:t>Limitations of the Legacy System</a:t>
            </a:r>
          </a:p>
        </p:txBody>
      </p:sp>
      <p:sp>
        <p:nvSpPr>
          <p:cNvPr id="879" name="Google Shape;879;p5"/>
          <p:cNvSpPr txBox="1"/>
          <p:nvPr>
            <p:ph idx="1" type="body"/>
          </p:nvPr>
        </p:nvSpPr>
        <p:spPr>
          <a:xfrm>
            <a:off x="266400" y="1234440"/>
            <a:ext cx="1066190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i="1">
                <a:solidFill>
                  <a:srgbClr val="5A6B7B"/>
                </a:solidFill>
              </a:rPr>
              <a:t>Why Airtable + VM hosting no longer scaled with the product:</a:t>
            </a:r>
          </a:p>
        </p:txBody>
      </p:sp>
      <p:sp>
        <p:nvSpPr>
          <p:cNvPr id="880" name="Google Shape;880;p5"/>
          <p:cNvSpPr/>
          <p:nvPr>
            <p:ph idx="2" type="pic"/>
          </p:nvPr>
        </p:nvSpPr>
        <p:spPr>
          <a:xfrm>
            <a:off x="6586538" y="267495"/>
            <a:ext cx="5341937" cy="577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81" name="Google Shape;881;p5"/>
          <p:cNvSpPr txBox="1"/>
          <p:nvPr>
            <p:ph idx="3" type="body"/>
          </p:nvPr>
        </p:nvSpPr>
        <p:spPr>
          <a:xfrm>
            <a:off x="3614608" y="6362246"/>
            <a:ext cx="8421867" cy="2365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</a:pPr>
            <a:r>
              <a:t/>
            </a:r>
            <a:endParaRPr/>
          </a:p>
        </p:txBody>
      </p:sp>
      <p:sp>
        <p:nvSpPr>
          <p:cNvPr id="882" name="Google Shape;882;p5"/>
          <p:cNvSpPr txBox="1"/>
          <p:nvPr>
            <p:ph idx="4" type="body"/>
          </p:nvPr>
        </p:nvSpPr>
        <p:spPr>
          <a:xfrm>
            <a:off x="3609474" y="6609589"/>
            <a:ext cx="8451065" cy="2158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</a:pPr>
            <a:r>
              <a:t/>
            </a:r>
            <a:endParaRPr/>
          </a:p>
        </p:txBody>
      </p:sp>
      <p:sp>
        <p:nvSpPr>
          <p:cNvPr id="9300" name="Data modeling"/>
          <p:cNvSpPr txBox="1"/>
          <p:nvPr/>
        </p:nvSpPr>
        <p:spPr>
          <a:xfrm>
            <a:off x="329184" y="2148840"/>
            <a:ext cx="3310128" cy="173736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>
            <a:outerShdw blurRad="90000" dist="38100" dir="5400000" rotWithShape="0">
              <a:srgbClr val="000000">
                <a:alpha val="20000"/>
              </a:srgbClr>
            </a:outerShdw>
          </a:effectLst>
        </p:spPr>
        <p:txBody>
          <a:bodyPr anchorCtr="0" anchor="t" bIns="45700" lIns="137160" spcFirstLastPara="1" rIns="91425" wrap="square" tIns="9144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3F76"/>
                </a:solidFill>
              </a:rPr>
              <a:t>Data modeling</a:t>
            </a:r>
          </a:p>
          <a:p>
            <a:pPr indent="0" lvl="0" marL="0" rtl="0" algn="l">
              <a:lnSpc>
                <a:spcPct val="104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1A1A1A"/>
                </a:solidFill>
              </a:rPr>
              <a:t>Linked records and lookups instead of relational constraints; consistency pushed into application code.</a:t>
            </a:r>
          </a:p>
        </p:txBody>
      </p:sp>
      <p:sp>
        <p:nvSpPr>
          <p:cNvPr id="9301" name="Relational limits"/>
          <p:cNvSpPr txBox="1"/>
          <p:nvPr/>
        </p:nvSpPr>
        <p:spPr>
          <a:xfrm>
            <a:off x="3895344" y="2148840"/>
            <a:ext cx="3310128" cy="173736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>
            <a:outerShdw blurRad="90000" dist="38100" dir="5400000" rotWithShape="0">
              <a:srgbClr val="000000">
                <a:alpha val="20000"/>
              </a:srgbClr>
            </a:outerShdw>
          </a:effectLst>
        </p:spPr>
        <p:txBody>
          <a:bodyPr anchorCtr="0" anchor="t" bIns="45700" lIns="137160" spcFirstLastPara="1" rIns="91425" wrap="square" tIns="9144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3F76"/>
                </a:solidFill>
              </a:rPr>
              <a:t>Relational limits</a:t>
            </a:r>
          </a:p>
          <a:p>
            <a:pPr indent="0" lvl="0" marL="0" rtl="0" algn="l">
              <a:lnSpc>
                <a:spcPct val="104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1A1A1A"/>
                </a:solidFill>
              </a:rPr>
              <a:t>No advanced joins, indexing or transactions; growing app-side logic to compensate.</a:t>
            </a:r>
          </a:p>
        </p:txBody>
      </p:sp>
      <p:sp>
        <p:nvSpPr>
          <p:cNvPr id="9302" name="Operational inefficiency"/>
          <p:cNvSpPr txBox="1"/>
          <p:nvPr/>
        </p:nvSpPr>
        <p:spPr>
          <a:xfrm>
            <a:off x="7461504" y="2148840"/>
            <a:ext cx="3310128" cy="173736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>
            <a:outerShdw blurRad="90000" dist="38100" dir="5400000" rotWithShape="0">
              <a:srgbClr val="000000">
                <a:alpha val="20000"/>
              </a:srgbClr>
            </a:outerShdw>
          </a:effectLst>
        </p:spPr>
        <p:txBody>
          <a:bodyPr anchorCtr="0" anchor="t" bIns="45700" lIns="137160" spcFirstLastPara="1" rIns="91425" wrap="square" tIns="9144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C8102E"/>
                </a:solidFill>
              </a:rPr>
              <a:t>Operational inefficiency</a:t>
            </a:r>
          </a:p>
          <a:p>
            <a:pPr indent="0" lvl="0" marL="0" rtl="0" algn="l">
              <a:lnSpc>
                <a:spcPct val="104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1A1A1A"/>
                </a:solidFill>
              </a:rPr>
              <a:t>Manual onboarding and account management; slow, error-prone, hard to scale.</a:t>
            </a:r>
          </a:p>
        </p:txBody>
      </p:sp>
      <p:sp>
        <p:nvSpPr>
          <p:cNvPr id="9303" name="Scalability &amp; coupling"/>
          <p:cNvSpPr txBox="1"/>
          <p:nvPr/>
        </p:nvSpPr>
        <p:spPr>
          <a:xfrm>
            <a:off x="329184" y="4142231"/>
            <a:ext cx="3310128" cy="173736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>
            <a:outerShdw blurRad="90000" dist="38100" dir="5400000" rotWithShape="0">
              <a:srgbClr val="000000">
                <a:alpha val="20000"/>
              </a:srgbClr>
            </a:outerShdw>
          </a:effectLst>
        </p:spPr>
        <p:txBody>
          <a:bodyPr anchorCtr="0" anchor="t" bIns="45700" lIns="137160" spcFirstLastPara="1" rIns="91425" wrap="square" tIns="9144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3F76"/>
                </a:solidFill>
              </a:rPr>
              <a:t>Scalability &amp; coupling</a:t>
            </a:r>
          </a:p>
          <a:p>
            <a:pPr indent="0" lvl="0" marL="0" rtl="0" algn="l">
              <a:lnSpc>
                <a:spcPct val="104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1A1A1A"/>
                </a:solidFill>
              </a:rPr>
              <a:t>Airtable became a critical dependency; VM stack harder to scale and maintain.</a:t>
            </a:r>
          </a:p>
        </p:txBody>
      </p:sp>
      <p:sp>
        <p:nvSpPr>
          <p:cNvPr id="9304" name="Cost pressure"/>
          <p:cNvSpPr txBox="1"/>
          <p:nvPr/>
        </p:nvSpPr>
        <p:spPr>
          <a:xfrm>
            <a:off x="3895344" y="4142231"/>
            <a:ext cx="3310128" cy="173736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>
            <a:outerShdw blurRad="90000" dist="38100" dir="5400000" rotWithShape="0">
              <a:srgbClr val="000000">
                <a:alpha val="20000"/>
              </a:srgbClr>
            </a:outerShdw>
          </a:effectLst>
        </p:spPr>
        <p:txBody>
          <a:bodyPr anchorCtr="0" anchor="t" bIns="45700" lIns="137160" spcFirstLastPara="1" rIns="91425" wrap="square" tIns="9144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C8102E"/>
                </a:solidFill>
              </a:rPr>
              <a:t>Cost pressure</a:t>
            </a:r>
          </a:p>
          <a:p>
            <a:pPr indent="0" lvl="0" marL="0" rtl="0" algn="l">
              <a:lnSpc>
                <a:spcPct val="104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1A1A1A"/>
                </a:solidFill>
              </a:rPr>
              <a:t>7 Airtable editor licences at EUR 294 / month, with cost hard to control as usage grew.</a:t>
            </a:r>
          </a:p>
        </p:txBody>
      </p:sp>
      <p:sp>
        <p:nvSpPr>
          <p:cNvPr id="9305" name="Technical debt"/>
          <p:cNvSpPr txBox="1"/>
          <p:nvPr/>
        </p:nvSpPr>
        <p:spPr>
          <a:xfrm>
            <a:off x="7461504" y="4142231"/>
            <a:ext cx="3310128" cy="173736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>
            <a:outerShdw blurRad="90000" dist="38100" dir="5400000" rotWithShape="0">
              <a:srgbClr val="000000">
                <a:alpha val="20000"/>
              </a:srgbClr>
            </a:outerShdw>
          </a:effectLst>
        </p:spPr>
        <p:txBody>
          <a:bodyPr anchorCtr="0" anchor="t" bIns="45700" lIns="137160" spcFirstLastPara="1" rIns="91425" wrap="square" tIns="9144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5A6B7B"/>
                </a:solidFill>
              </a:rPr>
              <a:t>Technical debt</a:t>
            </a:r>
          </a:p>
          <a:p>
            <a:pPr indent="0" lvl="0" marL="0" rtl="0" algn="l">
              <a:lnSpc>
                <a:spcPct val="104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1A1A1A"/>
                </a:solidFill>
              </a:rPr>
              <a:t>Vendor-specific concepts embedded in business logic reduced architectural flexibility.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6" name="Shape 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Google Shape;887;p6"/>
          <p:cNvSpPr txBox="1"/>
          <p:nvPr>
            <p:ph type="title"/>
          </p:nvPr>
        </p:nvSpPr>
        <p:spPr>
          <a:xfrm>
            <a:off x="266399" y="180000"/>
            <a:ext cx="11662075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ts val="3600"/>
              <a:buFont typeface="Century Gothic"/>
              <a:buNone/>
            </a:pPr>
            <a:r>
              <a:rPr lang="en-US" sz="2800" b="1">
                <a:solidFill>
                  <a:srgbClr val="003F76"/>
                </a:solidFill>
              </a:rPr>
              <a:t>Migration Goals and Success Criteria</a:t>
            </a:r>
          </a:p>
        </p:txBody>
      </p:sp>
      <p:sp>
        <p:nvSpPr>
          <p:cNvPr id="888" name="Google Shape;888;p6"/>
          <p:cNvSpPr txBox="1"/>
          <p:nvPr>
            <p:ph idx="1" type="body"/>
          </p:nvPr>
        </p:nvSpPr>
        <p:spPr>
          <a:xfrm>
            <a:off x="266400" y="1234440"/>
            <a:ext cx="1066190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i="1">
                <a:solidFill>
                  <a:srgbClr val="5A6B7B"/>
                </a:solidFill>
              </a:rPr>
              <a:t>The strategy was framed by explicit goals before any technology was chosen.</a:t>
            </a:r>
          </a:p>
        </p:txBody>
      </p:sp>
      <p:sp>
        <p:nvSpPr>
          <p:cNvPr id="889" name="Google Shape;889;p6"/>
          <p:cNvSpPr txBox="1"/>
          <p:nvPr>
            <p:ph idx="2" type="body"/>
          </p:nvPr>
        </p:nvSpPr>
        <p:spPr>
          <a:xfrm>
            <a:off x="3609474" y="6609589"/>
            <a:ext cx="8451065" cy="2158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</a:pPr>
            <a:r>
              <a:t/>
            </a:r>
            <a:endParaRPr/>
          </a:p>
        </p:txBody>
      </p:sp>
      <p:sp>
        <p:nvSpPr>
          <p:cNvPr id="890" name="Google Shape;890;p6"/>
          <p:cNvSpPr/>
          <p:nvPr>
            <p:ph idx="3" type="pic"/>
          </p:nvPr>
        </p:nvSpPr>
        <p:spPr>
          <a:xfrm>
            <a:off x="6221898" y="1548000"/>
            <a:ext cx="5706579" cy="468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91" name="Google Shape;891;p6"/>
          <p:cNvSpPr txBox="1"/>
          <p:nvPr>
            <p:ph idx="4" type="body"/>
          </p:nvPr>
        </p:nvSpPr>
        <p:spPr>
          <a:xfrm>
            <a:off x="263525" y="1548000"/>
            <a:ext cx="5832475" cy="46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/>
          </a:p>
        </p:txBody>
      </p:sp>
      <p:sp>
        <p:nvSpPr>
          <p:cNvPr id="9400" name="Circle1"/>
          <p:cNvSpPr/>
          <p:nvPr/>
        </p:nvSpPr>
        <p:spPr>
          <a:xfrm>
            <a:off x="365760" y="1874519"/>
            <a:ext cx="603504" cy="603504"/>
          </a:xfrm>
          <a:prstGeom prst="ellipse">
            <a:avLst/>
          </a:prstGeom>
          <a:solidFill>
            <a:srgbClr val="003F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r>
              <a:rPr lang="en-US"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500" name="No disruptive cutover"/>
          <p:cNvSpPr txBox="1"/>
          <p:nvPr/>
        </p:nvSpPr>
        <p:spPr>
          <a:xfrm>
            <a:off x="1133856" y="1874519"/>
            <a:ext cx="965606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b="1">
                <a:solidFill>
                  <a:srgbClr val="003F76"/>
                </a:solidFill>
              </a:rPr>
              <a:t xml:space="preserve">No disruptive cutover   </a:t>
            </a:r>
            <a:r>
              <a:rPr lang="en-US" sz="1300">
                <a:solidFill>
                  <a:srgbClr val="1A1A1A"/>
                </a:solidFill>
              </a:rPr>
              <a:t>Staged rollout, rollback readiness and validation of critical flows before switchover.</a:t>
            </a:r>
          </a:p>
        </p:txBody>
      </p:sp>
      <p:sp>
        <p:nvSpPr>
          <p:cNvPr id="9401" name="Circle2"/>
          <p:cNvSpPr/>
          <p:nvPr/>
        </p:nvSpPr>
        <p:spPr>
          <a:xfrm>
            <a:off x="365760" y="2587752"/>
            <a:ext cx="603504" cy="603504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r>
              <a:rPr lang="en-US"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501" name="Reduce legacy coupling"/>
          <p:cNvSpPr txBox="1"/>
          <p:nvPr/>
        </p:nvSpPr>
        <p:spPr>
          <a:xfrm>
            <a:off x="1133856" y="2587752"/>
            <a:ext cx="965606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b="1">
                <a:solidFill>
                  <a:srgbClr val="003F76"/>
                </a:solidFill>
              </a:rPr>
              <a:t xml:space="preserve">Reduce legacy coupling   </a:t>
            </a:r>
            <a:r>
              <a:rPr lang="en-US" sz="1300">
                <a:solidFill>
                  <a:srgbClr val="1A1A1A"/>
                </a:solidFill>
              </a:rPr>
              <a:t>Cut dependency on Airtable-specific workflows and platform integrations.</a:t>
            </a:r>
          </a:p>
        </p:txBody>
      </p:sp>
      <p:sp>
        <p:nvSpPr>
          <p:cNvPr id="9402" name="Circle3"/>
          <p:cNvSpPr/>
          <p:nvPr/>
        </p:nvSpPr>
        <p:spPr>
          <a:xfrm>
            <a:off x="365760" y="3300984"/>
            <a:ext cx="603504" cy="603504"/>
          </a:xfrm>
          <a:prstGeom prst="ellipse">
            <a:avLst/>
          </a:prstGeom>
          <a:solidFill>
            <a:srgbClr val="003F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r>
              <a:rPr lang="en-US"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502" name="Regain ownership"/>
          <p:cNvSpPr txBox="1"/>
          <p:nvPr/>
        </p:nvSpPr>
        <p:spPr>
          <a:xfrm>
            <a:off x="1133856" y="3300984"/>
            <a:ext cx="965606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b="1">
                <a:solidFill>
                  <a:srgbClr val="003F76"/>
                </a:solidFill>
              </a:rPr>
              <a:t xml:space="preserve">Regain ownership   </a:t>
            </a:r>
            <a:r>
              <a:rPr lang="en-US" sz="1300">
                <a:solidFill>
                  <a:srgbClr val="1A1A1A"/>
                </a:solidFill>
              </a:rPr>
              <a:t>Own the data model and infrastructure via IaC and PostgreSQL.</a:t>
            </a:r>
          </a:p>
        </p:txBody>
      </p:sp>
      <p:sp>
        <p:nvSpPr>
          <p:cNvPr id="9403" name="Circle4"/>
          <p:cNvSpPr/>
          <p:nvPr/>
        </p:nvSpPr>
        <p:spPr>
          <a:xfrm>
            <a:off x="365760" y="4014215"/>
            <a:ext cx="603504" cy="603504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r>
              <a:rPr lang="en-US"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9503" name="Lower operating cost"/>
          <p:cNvSpPr txBox="1"/>
          <p:nvPr/>
        </p:nvSpPr>
        <p:spPr>
          <a:xfrm>
            <a:off x="1133856" y="4014215"/>
            <a:ext cx="965606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b="1">
                <a:solidFill>
                  <a:srgbClr val="003F76"/>
                </a:solidFill>
              </a:rPr>
              <a:t xml:space="preserve">Lower operating cost   </a:t>
            </a:r>
            <a:r>
              <a:rPr lang="en-US" sz="1300">
                <a:solidFill>
                  <a:srgbClr val="1A1A1A"/>
                </a:solidFill>
              </a:rPr>
              <a:t>Replace SaaS + self-managed infra with managed cloud services.</a:t>
            </a:r>
          </a:p>
        </p:txBody>
      </p:sp>
      <p:sp>
        <p:nvSpPr>
          <p:cNvPr id="9404" name="Circle5"/>
          <p:cNvSpPr/>
          <p:nvPr/>
        </p:nvSpPr>
        <p:spPr>
          <a:xfrm>
            <a:off x="365760" y="4727448"/>
            <a:ext cx="603504" cy="603504"/>
          </a:xfrm>
          <a:prstGeom prst="ellipse">
            <a:avLst/>
          </a:prstGeom>
          <a:solidFill>
            <a:srgbClr val="003F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r>
              <a:rPr lang="en-US"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9504" name="Environment governance"/>
          <p:cNvSpPr txBox="1"/>
          <p:nvPr/>
        </p:nvSpPr>
        <p:spPr>
          <a:xfrm>
            <a:off x="1133856" y="4727448"/>
            <a:ext cx="965606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b="1">
                <a:solidFill>
                  <a:srgbClr val="003F76"/>
                </a:solidFill>
              </a:rPr>
              <a:t xml:space="preserve">Environment governance   </a:t>
            </a:r>
            <a:r>
              <a:rPr lang="en-US" sz="1300">
                <a:solidFill>
                  <a:srgbClr val="1A1A1A"/>
                </a:solidFill>
              </a:rPr>
              <a:t>Separate dev and prod; reproducible, traceable infrastructure.</a:t>
            </a:r>
          </a:p>
        </p:txBody>
      </p:sp>
      <p:sp>
        <p:nvSpPr>
          <p:cNvPr id="9405" name="Circle6"/>
          <p:cNvSpPr/>
          <p:nvPr/>
        </p:nvSpPr>
        <p:spPr>
          <a:xfrm>
            <a:off x="365760" y="5440680"/>
            <a:ext cx="603504" cy="603504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r>
              <a:rPr lang="en-US" sz="16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9505" name="Long-term evolvability"/>
          <p:cNvSpPr txBox="1"/>
          <p:nvPr/>
        </p:nvSpPr>
        <p:spPr>
          <a:xfrm>
            <a:off x="1133856" y="5440680"/>
            <a:ext cx="9656064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b="1">
                <a:solidFill>
                  <a:srgbClr val="003F76"/>
                </a:solidFill>
              </a:rPr>
              <a:t xml:space="preserve">Long-term evolvability   </a:t>
            </a:r>
            <a:r>
              <a:rPr lang="en-US" sz="1300">
                <a:solidFill>
                  <a:srgbClr val="1A1A1A"/>
                </a:solidFill>
              </a:rPr>
              <a:t>A scalable, maintainable foundation for future growth.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5" name="Shape 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Google Shape;896;p7"/>
          <p:cNvSpPr txBox="1"/>
          <p:nvPr>
            <p:ph type="title"/>
          </p:nvPr>
        </p:nvSpPr>
        <p:spPr>
          <a:xfrm>
            <a:off x="266400" y="180000"/>
            <a:ext cx="43920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ts val="3600"/>
              <a:buFont typeface="Century Gothic"/>
              <a:buNone/>
            </a:pPr>
            <a:r>
              <a:rPr lang="en-US" sz="2800" b="1">
                <a:solidFill>
                  <a:srgbClr val="003F76"/>
                </a:solidFill>
              </a:rPr>
              <a:t>Decision Framework: Choosing AWS</a:t>
            </a:r>
          </a:p>
        </p:txBody>
      </p:sp>
      <p:sp>
        <p:nvSpPr>
          <p:cNvPr id="897" name="Google Shape;897;p7"/>
          <p:cNvSpPr txBox="1"/>
          <p:nvPr>
            <p:ph idx="1" type="body"/>
          </p:nvPr>
        </p:nvSpPr>
        <p:spPr>
          <a:xfrm>
            <a:off x="266400" y="1234440"/>
            <a:ext cx="1066190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i="1">
                <a:solidFill>
                  <a:srgbClr val="5A6B7B"/>
                </a:solidFill>
              </a:rPr>
              <a:t>Cloud providers were scored against technical, operational and economic criteria.</a:t>
            </a:r>
          </a:p>
        </p:txBody>
      </p:sp>
      <p:sp>
        <p:nvSpPr>
          <p:cNvPr id="898" name="Google Shape;898;p7"/>
          <p:cNvSpPr/>
          <p:nvPr>
            <p:ph idx="2" type="pic"/>
          </p:nvPr>
        </p:nvSpPr>
        <p:spPr>
          <a:xfrm>
            <a:off x="4685212" y="266400"/>
            <a:ext cx="7242674" cy="28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99" name="Google Shape;899;p7"/>
          <p:cNvSpPr txBox="1"/>
          <p:nvPr>
            <p:ph idx="3" type="body"/>
          </p:nvPr>
        </p:nvSpPr>
        <p:spPr>
          <a:xfrm>
            <a:off x="3614608" y="6362246"/>
            <a:ext cx="8421867" cy="2365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</a:pPr>
            <a:r>
              <a:t/>
            </a:r>
            <a:endParaRPr/>
          </a:p>
        </p:txBody>
      </p:sp>
      <p:sp>
        <p:nvSpPr>
          <p:cNvPr id="900" name="Google Shape;900;p7"/>
          <p:cNvSpPr txBox="1"/>
          <p:nvPr>
            <p:ph idx="4" type="body"/>
          </p:nvPr>
        </p:nvSpPr>
        <p:spPr>
          <a:xfrm>
            <a:off x="3609474" y="6609589"/>
            <a:ext cx="8451065" cy="2158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</a:pPr>
            <a:r>
              <a:t/>
            </a:r>
            <a:endParaRPr/>
          </a:p>
        </p:txBody>
      </p:sp>
      <p:sp>
        <p:nvSpPr>
          <p:cNvPr id="901" name="Google Shape;901;p7"/>
          <p:cNvSpPr/>
          <p:nvPr>
            <p:ph idx="5" type="pic"/>
          </p:nvPr>
        </p:nvSpPr>
        <p:spPr>
          <a:xfrm>
            <a:off x="4685212" y="3200400"/>
            <a:ext cx="7242674" cy="28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601" name="cell"/>
          <p:cNvSpPr txBox="1"/>
          <p:nvPr/>
        </p:nvSpPr>
        <p:spPr>
          <a:xfrm>
            <a:off x="329184" y="2011680"/>
            <a:ext cx="3291840" cy="566928"/>
          </a:xfrm>
          <a:prstGeom prst="rect">
            <a:avLst/>
          </a:prstGeom>
          <a:solidFill>
            <a:srgbClr val="003F76"/>
          </a:solidFill>
          <a:ln w="12700">
            <a:solidFill>
              <a:srgbClr val="D5DEE8"/>
            </a:solidFill>
          </a:ln>
        </p:spPr>
        <p:txBody>
          <a:bodyPr anchorCtr="0" anchor="ctr" bIns="45700" lIns="91440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FFFFFF"/>
                </a:solidFill>
              </a:rPr>
              <a:t>Criterion</a:t>
            </a:r>
          </a:p>
        </p:txBody>
      </p:sp>
      <p:sp>
        <p:nvSpPr>
          <p:cNvPr id="9602" name="cell"/>
          <p:cNvSpPr txBox="1"/>
          <p:nvPr/>
        </p:nvSpPr>
        <p:spPr>
          <a:xfrm>
            <a:off x="3621024" y="2011680"/>
            <a:ext cx="1874519" cy="566928"/>
          </a:xfrm>
          <a:prstGeom prst="rect">
            <a:avLst/>
          </a:prstGeom>
          <a:solidFill>
            <a:srgbClr val="003F76"/>
          </a:solidFill>
          <a:ln w="12700">
            <a:solidFill>
              <a:srgbClr val="D5DEE8"/>
            </a:solidFill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FFFFFF"/>
                </a:solidFill>
              </a:rPr>
              <a:t>AWS</a:t>
            </a:r>
          </a:p>
        </p:txBody>
      </p:sp>
      <p:sp>
        <p:nvSpPr>
          <p:cNvPr id="9603" name="cell"/>
          <p:cNvSpPr txBox="1"/>
          <p:nvPr/>
        </p:nvSpPr>
        <p:spPr>
          <a:xfrm>
            <a:off x="5495544" y="2011680"/>
            <a:ext cx="1828800" cy="566928"/>
          </a:xfrm>
          <a:prstGeom prst="rect">
            <a:avLst/>
          </a:prstGeom>
          <a:solidFill>
            <a:srgbClr val="003F76"/>
          </a:solidFill>
          <a:ln w="12700">
            <a:solidFill>
              <a:srgbClr val="D5DEE8"/>
            </a:solidFill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FFFFFF"/>
                </a:solidFill>
              </a:rPr>
              <a:t>Azure</a:t>
            </a:r>
          </a:p>
        </p:txBody>
      </p:sp>
      <p:sp>
        <p:nvSpPr>
          <p:cNvPr id="9604" name="cell"/>
          <p:cNvSpPr txBox="1"/>
          <p:nvPr/>
        </p:nvSpPr>
        <p:spPr>
          <a:xfrm>
            <a:off x="7324344" y="2011680"/>
            <a:ext cx="1828800" cy="566928"/>
          </a:xfrm>
          <a:prstGeom prst="rect">
            <a:avLst/>
          </a:prstGeom>
          <a:solidFill>
            <a:srgbClr val="003F76"/>
          </a:solidFill>
          <a:ln w="12700">
            <a:solidFill>
              <a:srgbClr val="D5DEE8"/>
            </a:solidFill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FFFFFF"/>
                </a:solidFill>
              </a:rPr>
              <a:t>GCP</a:t>
            </a:r>
          </a:p>
        </p:txBody>
      </p:sp>
      <p:sp>
        <p:nvSpPr>
          <p:cNvPr id="9605" name="cell"/>
          <p:cNvSpPr txBox="1"/>
          <p:nvPr/>
        </p:nvSpPr>
        <p:spPr>
          <a:xfrm>
            <a:off x="9153144" y="2011680"/>
            <a:ext cx="1737360" cy="566928"/>
          </a:xfrm>
          <a:prstGeom prst="rect">
            <a:avLst/>
          </a:prstGeom>
          <a:solidFill>
            <a:srgbClr val="003F76"/>
          </a:solidFill>
          <a:ln w="12700">
            <a:solidFill>
              <a:srgbClr val="D5DEE8"/>
            </a:solidFill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FFFFFF"/>
                </a:solidFill>
              </a:rPr>
              <a:t>On-prem</a:t>
            </a:r>
          </a:p>
        </p:txBody>
      </p:sp>
      <p:sp>
        <p:nvSpPr>
          <p:cNvPr id="9606" name="cell"/>
          <p:cNvSpPr txBox="1"/>
          <p:nvPr/>
        </p:nvSpPr>
        <p:spPr>
          <a:xfrm>
            <a:off x="329184" y="2578608"/>
            <a:ext cx="3291840" cy="566928"/>
          </a:xfrm>
          <a:prstGeom prst="rect">
            <a:avLst/>
          </a:prstGeom>
          <a:solidFill>
            <a:srgbClr val="F0F4FA"/>
          </a:solidFill>
          <a:ln w="12700">
            <a:solidFill>
              <a:srgbClr val="D5DEE8"/>
            </a:solidFill>
          </a:ln>
        </p:spPr>
        <p:txBody>
          <a:bodyPr anchorCtr="0" anchor="ctr" bIns="45700" lIns="91440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003F76"/>
                </a:solidFill>
              </a:rPr>
              <a:t>Managed services fit</a:t>
            </a:r>
          </a:p>
        </p:txBody>
      </p:sp>
      <p:sp>
        <p:nvSpPr>
          <p:cNvPr id="9607" name="cell"/>
          <p:cNvSpPr txBox="1"/>
          <p:nvPr/>
        </p:nvSpPr>
        <p:spPr>
          <a:xfrm>
            <a:off x="3621024" y="2578608"/>
            <a:ext cx="1874519" cy="566928"/>
          </a:xfrm>
          <a:prstGeom prst="rect">
            <a:avLst/>
          </a:prstGeom>
          <a:solidFill>
            <a:srgbClr val="DCEBD9"/>
          </a:solidFill>
          <a:ln w="12700">
            <a:solidFill>
              <a:srgbClr val="D5DEE8"/>
            </a:solidFill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1E7A46"/>
                </a:solidFill>
              </a:rPr>
              <a:t>High</a:t>
            </a:r>
          </a:p>
        </p:txBody>
      </p:sp>
      <p:sp>
        <p:nvSpPr>
          <p:cNvPr id="9608" name="cell"/>
          <p:cNvSpPr txBox="1"/>
          <p:nvPr/>
        </p:nvSpPr>
        <p:spPr>
          <a:xfrm>
            <a:off x="5495544" y="2578608"/>
            <a:ext cx="1828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1A1A1A"/>
                </a:solidFill>
              </a:rPr>
              <a:t>Medium</a:t>
            </a:r>
          </a:p>
        </p:txBody>
      </p:sp>
      <p:sp>
        <p:nvSpPr>
          <p:cNvPr id="9609" name="cell"/>
          <p:cNvSpPr txBox="1"/>
          <p:nvPr/>
        </p:nvSpPr>
        <p:spPr>
          <a:xfrm>
            <a:off x="7324344" y="2578608"/>
            <a:ext cx="1828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1A1A1A"/>
                </a:solidFill>
              </a:rPr>
              <a:t>Medium</a:t>
            </a:r>
          </a:p>
        </p:txBody>
      </p:sp>
      <p:sp>
        <p:nvSpPr>
          <p:cNvPr id="9610" name="cell"/>
          <p:cNvSpPr txBox="1"/>
          <p:nvPr/>
        </p:nvSpPr>
        <p:spPr>
          <a:xfrm>
            <a:off x="9153144" y="2578608"/>
            <a:ext cx="1737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1A1A1A"/>
                </a:solidFill>
              </a:rPr>
              <a:t>Low</a:t>
            </a:r>
          </a:p>
        </p:txBody>
      </p:sp>
      <p:sp>
        <p:nvSpPr>
          <p:cNvPr id="9611" name="cell"/>
          <p:cNvSpPr txBox="1"/>
          <p:nvPr/>
        </p:nvSpPr>
        <p:spPr>
          <a:xfrm>
            <a:off x="329184" y="3145536"/>
            <a:ext cx="3291840" cy="566928"/>
          </a:xfrm>
          <a:prstGeom prst="rect">
            <a:avLst/>
          </a:prstGeom>
          <a:solidFill>
            <a:srgbClr val="F0F4FA"/>
          </a:solidFill>
          <a:ln w="12700">
            <a:solidFill>
              <a:srgbClr val="D5DEE8"/>
            </a:solidFill>
          </a:ln>
        </p:spPr>
        <p:txBody>
          <a:bodyPr anchorCtr="0" anchor="ctr" bIns="45700" lIns="91440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003F76"/>
                </a:solidFill>
              </a:rPr>
              <a:t>IaC &amp; automation</a:t>
            </a:r>
          </a:p>
        </p:txBody>
      </p:sp>
      <p:sp>
        <p:nvSpPr>
          <p:cNvPr id="9612" name="cell"/>
          <p:cNvSpPr txBox="1"/>
          <p:nvPr/>
        </p:nvSpPr>
        <p:spPr>
          <a:xfrm>
            <a:off x="3621024" y="3145536"/>
            <a:ext cx="1874519" cy="566928"/>
          </a:xfrm>
          <a:prstGeom prst="rect">
            <a:avLst/>
          </a:prstGeom>
          <a:solidFill>
            <a:srgbClr val="DCEBD9"/>
          </a:solidFill>
          <a:ln w="12700">
            <a:solidFill>
              <a:srgbClr val="D5DEE8"/>
            </a:solidFill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1E7A46"/>
                </a:solidFill>
              </a:rPr>
              <a:t>High</a:t>
            </a:r>
          </a:p>
        </p:txBody>
      </p:sp>
      <p:sp>
        <p:nvSpPr>
          <p:cNvPr id="9613" name="cell"/>
          <p:cNvSpPr txBox="1"/>
          <p:nvPr/>
        </p:nvSpPr>
        <p:spPr>
          <a:xfrm>
            <a:off x="5495544" y="3145536"/>
            <a:ext cx="1828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1A1A1A"/>
                </a:solidFill>
              </a:rPr>
              <a:t>Medium</a:t>
            </a:r>
          </a:p>
        </p:txBody>
      </p:sp>
      <p:sp>
        <p:nvSpPr>
          <p:cNvPr id="9614" name="cell"/>
          <p:cNvSpPr txBox="1"/>
          <p:nvPr/>
        </p:nvSpPr>
        <p:spPr>
          <a:xfrm>
            <a:off x="7324344" y="3145536"/>
            <a:ext cx="1828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1A1A1A"/>
                </a:solidFill>
              </a:rPr>
              <a:t>Medium</a:t>
            </a:r>
          </a:p>
        </p:txBody>
      </p:sp>
      <p:sp>
        <p:nvSpPr>
          <p:cNvPr id="9615" name="cell"/>
          <p:cNvSpPr txBox="1"/>
          <p:nvPr/>
        </p:nvSpPr>
        <p:spPr>
          <a:xfrm>
            <a:off x="9153144" y="3145536"/>
            <a:ext cx="1737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1A1A1A"/>
                </a:solidFill>
              </a:rPr>
              <a:t>Low</a:t>
            </a:r>
          </a:p>
        </p:txBody>
      </p:sp>
      <p:sp>
        <p:nvSpPr>
          <p:cNvPr id="9616" name="cell"/>
          <p:cNvSpPr txBox="1"/>
          <p:nvPr/>
        </p:nvSpPr>
        <p:spPr>
          <a:xfrm>
            <a:off x="329184" y="3712464"/>
            <a:ext cx="3291840" cy="566928"/>
          </a:xfrm>
          <a:prstGeom prst="rect">
            <a:avLst/>
          </a:prstGeom>
          <a:solidFill>
            <a:srgbClr val="F0F4FA"/>
          </a:solidFill>
          <a:ln w="12700">
            <a:solidFill>
              <a:srgbClr val="D5DEE8"/>
            </a:solidFill>
          </a:ln>
        </p:spPr>
        <p:txBody>
          <a:bodyPr anchorCtr="0" anchor="ctr" bIns="45700" lIns="91440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003F76"/>
                </a:solidFill>
              </a:rPr>
              <a:t>Operational complexity</a:t>
            </a:r>
          </a:p>
        </p:txBody>
      </p:sp>
      <p:sp>
        <p:nvSpPr>
          <p:cNvPr id="9617" name="cell"/>
          <p:cNvSpPr txBox="1"/>
          <p:nvPr/>
        </p:nvSpPr>
        <p:spPr>
          <a:xfrm>
            <a:off x="3621024" y="3712464"/>
            <a:ext cx="1874519" cy="566928"/>
          </a:xfrm>
          <a:prstGeom prst="rect">
            <a:avLst/>
          </a:prstGeom>
          <a:solidFill>
            <a:srgbClr val="DCEBD9"/>
          </a:solidFill>
          <a:ln w="12700">
            <a:solidFill>
              <a:srgbClr val="D5DEE8"/>
            </a:solidFill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1E7A46"/>
                </a:solidFill>
              </a:rPr>
              <a:t>Low-Med</a:t>
            </a:r>
          </a:p>
        </p:txBody>
      </p:sp>
      <p:sp>
        <p:nvSpPr>
          <p:cNvPr id="9618" name="cell"/>
          <p:cNvSpPr txBox="1"/>
          <p:nvPr/>
        </p:nvSpPr>
        <p:spPr>
          <a:xfrm>
            <a:off x="5495544" y="3712464"/>
            <a:ext cx="1828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1A1A1A"/>
                </a:solidFill>
              </a:rPr>
              <a:t>Medium</a:t>
            </a:r>
          </a:p>
        </p:txBody>
      </p:sp>
      <p:sp>
        <p:nvSpPr>
          <p:cNvPr id="9619" name="cell"/>
          <p:cNvSpPr txBox="1"/>
          <p:nvPr/>
        </p:nvSpPr>
        <p:spPr>
          <a:xfrm>
            <a:off x="7324344" y="3712464"/>
            <a:ext cx="1828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1A1A1A"/>
                </a:solidFill>
              </a:rPr>
              <a:t>Medium</a:t>
            </a:r>
          </a:p>
        </p:txBody>
      </p:sp>
      <p:sp>
        <p:nvSpPr>
          <p:cNvPr id="9620" name="cell"/>
          <p:cNvSpPr txBox="1"/>
          <p:nvPr/>
        </p:nvSpPr>
        <p:spPr>
          <a:xfrm>
            <a:off x="9153144" y="3712464"/>
            <a:ext cx="1737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1A1A1A"/>
                </a:solidFill>
              </a:rPr>
              <a:t>High</a:t>
            </a:r>
          </a:p>
        </p:txBody>
      </p:sp>
      <p:sp>
        <p:nvSpPr>
          <p:cNvPr id="9621" name="cell"/>
          <p:cNvSpPr txBox="1"/>
          <p:nvPr/>
        </p:nvSpPr>
        <p:spPr>
          <a:xfrm>
            <a:off x="329184" y="4279392"/>
            <a:ext cx="3291840" cy="566928"/>
          </a:xfrm>
          <a:prstGeom prst="rect">
            <a:avLst/>
          </a:prstGeom>
          <a:solidFill>
            <a:srgbClr val="F0F4FA"/>
          </a:solidFill>
          <a:ln w="12700">
            <a:solidFill>
              <a:srgbClr val="D5DEE8"/>
            </a:solidFill>
          </a:ln>
        </p:spPr>
        <p:txBody>
          <a:bodyPr anchorCtr="0" anchor="ctr" bIns="45700" lIns="91440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003F76"/>
                </a:solidFill>
              </a:rPr>
              <a:t>Ecosystem maturity</a:t>
            </a:r>
          </a:p>
        </p:txBody>
      </p:sp>
      <p:sp>
        <p:nvSpPr>
          <p:cNvPr id="9622" name="cell"/>
          <p:cNvSpPr txBox="1"/>
          <p:nvPr/>
        </p:nvSpPr>
        <p:spPr>
          <a:xfrm>
            <a:off x="3621024" y="4279392"/>
            <a:ext cx="1874519" cy="566928"/>
          </a:xfrm>
          <a:prstGeom prst="rect">
            <a:avLst/>
          </a:prstGeom>
          <a:solidFill>
            <a:srgbClr val="DCEBD9"/>
          </a:solidFill>
          <a:ln w="12700">
            <a:solidFill>
              <a:srgbClr val="D5DEE8"/>
            </a:solidFill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1E7A46"/>
                </a:solidFill>
              </a:rPr>
              <a:t>Very high</a:t>
            </a:r>
          </a:p>
        </p:txBody>
      </p:sp>
      <p:sp>
        <p:nvSpPr>
          <p:cNvPr id="9623" name="cell"/>
          <p:cNvSpPr txBox="1"/>
          <p:nvPr/>
        </p:nvSpPr>
        <p:spPr>
          <a:xfrm>
            <a:off x="5495544" y="4279392"/>
            <a:ext cx="1828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1A1A1A"/>
                </a:solidFill>
              </a:rPr>
              <a:t>High</a:t>
            </a:r>
          </a:p>
        </p:txBody>
      </p:sp>
      <p:sp>
        <p:nvSpPr>
          <p:cNvPr id="9624" name="cell"/>
          <p:cNvSpPr txBox="1"/>
          <p:nvPr/>
        </p:nvSpPr>
        <p:spPr>
          <a:xfrm>
            <a:off x="7324344" y="4279392"/>
            <a:ext cx="1828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1A1A1A"/>
                </a:solidFill>
              </a:rPr>
              <a:t>High</a:t>
            </a:r>
          </a:p>
        </p:txBody>
      </p:sp>
      <p:sp>
        <p:nvSpPr>
          <p:cNvPr id="9625" name="cell"/>
          <p:cNvSpPr txBox="1"/>
          <p:nvPr/>
        </p:nvSpPr>
        <p:spPr>
          <a:xfrm>
            <a:off x="9153144" y="4279392"/>
            <a:ext cx="1737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1A1A1A"/>
                </a:solidFill>
              </a:rPr>
              <a:t>Variable</a:t>
            </a:r>
          </a:p>
        </p:txBody>
      </p:sp>
      <p:sp>
        <p:nvSpPr>
          <p:cNvPr id="9626" name="cell"/>
          <p:cNvSpPr txBox="1"/>
          <p:nvPr/>
        </p:nvSpPr>
        <p:spPr>
          <a:xfrm>
            <a:off x="329184" y="4846320"/>
            <a:ext cx="3291840" cy="566928"/>
          </a:xfrm>
          <a:prstGeom prst="rect">
            <a:avLst/>
          </a:prstGeom>
          <a:solidFill>
            <a:srgbClr val="F0F4FA"/>
          </a:solidFill>
          <a:ln w="12700">
            <a:solidFill>
              <a:srgbClr val="D5DEE8"/>
            </a:solidFill>
          </a:ln>
        </p:spPr>
        <p:txBody>
          <a:bodyPr anchorCtr="0" anchor="ctr" bIns="45700" lIns="91440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003F76"/>
                </a:solidFill>
              </a:rPr>
              <a:t>Continuity w/ baseline</a:t>
            </a:r>
          </a:p>
        </p:txBody>
      </p:sp>
      <p:sp>
        <p:nvSpPr>
          <p:cNvPr id="9627" name="cell"/>
          <p:cNvSpPr txBox="1"/>
          <p:nvPr/>
        </p:nvSpPr>
        <p:spPr>
          <a:xfrm>
            <a:off x="3621024" y="4846320"/>
            <a:ext cx="1874519" cy="566928"/>
          </a:xfrm>
          <a:prstGeom prst="rect">
            <a:avLst/>
          </a:prstGeom>
          <a:solidFill>
            <a:srgbClr val="DCEBD9"/>
          </a:solidFill>
          <a:ln w="12700">
            <a:solidFill>
              <a:srgbClr val="D5DEE8"/>
            </a:solidFill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1E7A46"/>
                </a:solidFill>
              </a:rPr>
              <a:t>High</a:t>
            </a:r>
          </a:p>
        </p:txBody>
      </p:sp>
      <p:sp>
        <p:nvSpPr>
          <p:cNvPr id="9628" name="cell"/>
          <p:cNvSpPr txBox="1"/>
          <p:nvPr/>
        </p:nvSpPr>
        <p:spPr>
          <a:xfrm>
            <a:off x="5495544" y="4846320"/>
            <a:ext cx="1828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1A1A1A"/>
                </a:solidFill>
              </a:rPr>
              <a:t>Med-low</a:t>
            </a:r>
          </a:p>
        </p:txBody>
      </p:sp>
      <p:sp>
        <p:nvSpPr>
          <p:cNvPr id="9629" name="cell"/>
          <p:cNvSpPr txBox="1"/>
          <p:nvPr/>
        </p:nvSpPr>
        <p:spPr>
          <a:xfrm>
            <a:off x="7324344" y="4846320"/>
            <a:ext cx="1828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1A1A1A"/>
                </a:solidFill>
              </a:rPr>
              <a:t>Med-low</a:t>
            </a:r>
          </a:p>
        </p:txBody>
      </p:sp>
      <p:sp>
        <p:nvSpPr>
          <p:cNvPr id="9630" name="cell"/>
          <p:cNvSpPr txBox="1"/>
          <p:nvPr/>
        </p:nvSpPr>
        <p:spPr>
          <a:xfrm>
            <a:off x="9153144" y="4846320"/>
            <a:ext cx="1737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1A1A1A"/>
                </a:solidFill>
              </a:rPr>
              <a:t>Low</a:t>
            </a:r>
          </a:p>
        </p:txBody>
      </p:sp>
      <p:sp>
        <p:nvSpPr>
          <p:cNvPr id="9700" name="note"/>
          <p:cNvSpPr txBox="1"/>
          <p:nvPr/>
        </p:nvSpPr>
        <p:spPr>
          <a:xfrm>
            <a:off x="329184" y="5550408"/>
            <a:ext cx="10469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>
                <a:solidFill>
                  <a:srgbClr val="C8102E"/>
                </a:solidFill>
              </a:rPr>
              <a:t xml:space="preserve">Selected: </a:t>
            </a:r>
            <a:r>
              <a:rPr lang="en-US" sz="1350">
                <a:solidFill>
                  <a:srgbClr val="1A1A1A"/>
                </a:solidFill>
              </a:rPr>
              <a:t>AWS — mature managed services, strong Terraform support and alignment with the company's cloudification path.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5" name="Shape 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Google Shape;906;p8"/>
          <p:cNvSpPr txBox="1"/>
          <p:nvPr>
            <p:ph type="title"/>
          </p:nvPr>
        </p:nvSpPr>
        <p:spPr>
          <a:xfrm>
            <a:off x="266400" y="180000"/>
            <a:ext cx="720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ts val="3600"/>
              <a:buFont typeface="Century Gothic"/>
              <a:buNone/>
            </a:pPr>
            <a:r>
              <a:rPr lang="en-US" sz="2800" b="1">
                <a:solidFill>
                  <a:srgbClr val="003F76"/>
                </a:solidFill>
              </a:rPr>
              <a:t>Container Runtime: Kubernetes vs ECS Fargate</a:t>
            </a:r>
          </a:p>
        </p:txBody>
      </p:sp>
      <p:sp>
        <p:nvSpPr>
          <p:cNvPr id="907" name="Google Shape;907;p8"/>
          <p:cNvSpPr txBox="1"/>
          <p:nvPr>
            <p:ph idx="1" type="body"/>
          </p:nvPr>
        </p:nvSpPr>
        <p:spPr>
          <a:xfrm>
            <a:off x="266400" y="1234440"/>
            <a:ext cx="1066190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i="1">
                <a:solidFill>
                  <a:srgbClr val="5A6B7B"/>
                </a:solidFill>
              </a:rPr>
              <a:t>Two runtime options were weighed for an incremental migration.</a:t>
            </a:r>
          </a:p>
        </p:txBody>
      </p:sp>
      <p:sp>
        <p:nvSpPr>
          <p:cNvPr id="908" name="Google Shape;908;p8"/>
          <p:cNvSpPr/>
          <p:nvPr>
            <p:ph idx="2" type="pic"/>
          </p:nvPr>
        </p:nvSpPr>
        <p:spPr>
          <a:xfrm>
            <a:off x="7865995" y="267494"/>
            <a:ext cx="3444446" cy="1872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09" name="Google Shape;909;p8"/>
          <p:cNvSpPr/>
          <p:nvPr>
            <p:ph idx="3" type="pic"/>
          </p:nvPr>
        </p:nvSpPr>
        <p:spPr>
          <a:xfrm>
            <a:off x="7865995" y="2217984"/>
            <a:ext cx="3444446" cy="1872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10" name="Google Shape;910;p8"/>
          <p:cNvSpPr/>
          <p:nvPr>
            <p:ph idx="4" type="pic"/>
          </p:nvPr>
        </p:nvSpPr>
        <p:spPr>
          <a:xfrm>
            <a:off x="7865995" y="4168474"/>
            <a:ext cx="3444446" cy="1872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11" name="Google Shape;911;p8"/>
          <p:cNvSpPr txBox="1"/>
          <p:nvPr>
            <p:ph idx="5" type="body"/>
          </p:nvPr>
        </p:nvSpPr>
        <p:spPr>
          <a:xfrm>
            <a:off x="3614608" y="6362246"/>
            <a:ext cx="8421867" cy="2365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</a:pPr>
            <a:r>
              <a:t/>
            </a:r>
            <a:endParaRPr/>
          </a:p>
        </p:txBody>
      </p:sp>
      <p:sp>
        <p:nvSpPr>
          <p:cNvPr id="912" name="Google Shape;912;p8"/>
          <p:cNvSpPr txBox="1"/>
          <p:nvPr>
            <p:ph idx="6" type="body"/>
          </p:nvPr>
        </p:nvSpPr>
        <p:spPr>
          <a:xfrm>
            <a:off x="3609474" y="6609589"/>
            <a:ext cx="8451065" cy="2158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</a:pPr>
            <a:r>
              <a:t/>
            </a:r>
            <a:endParaRPr/>
          </a:p>
        </p:txBody>
      </p:sp>
      <p:sp>
        <p:nvSpPr>
          <p:cNvPr id="9800" name="khead"/>
          <p:cNvSpPr txBox="1"/>
          <p:nvPr/>
        </p:nvSpPr>
        <p:spPr>
          <a:xfrm>
            <a:off x="329184" y="2011680"/>
            <a:ext cx="5074920" cy="566928"/>
          </a:xfrm>
          <a:prstGeom prst="rect">
            <a:avLst/>
          </a:prstGeom>
          <a:solidFill>
            <a:srgbClr val="5A6B7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FFFFFF"/>
                </a:solidFill>
              </a:rPr>
              <a:t>Kubernetes</a:t>
            </a:r>
          </a:p>
        </p:txBody>
      </p:sp>
      <p:sp>
        <p:nvSpPr>
          <p:cNvPr id="9801" name="kbody"/>
          <p:cNvSpPr txBox="1"/>
          <p:nvPr/>
        </p:nvSpPr>
        <p:spPr>
          <a:xfrm>
            <a:off x="329184" y="2578608"/>
            <a:ext cx="5074920" cy="324612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txBody>
          <a:bodyPr anchorCtr="0" anchor="t" bIns="45700" lIns="137160" spcFirstLastPara="1" rIns="91425" wrap="square" tIns="137160">
            <a:noAutofit/>
          </a:bodyPr>
          <a:lstStyle/>
          <a:p>
            <a:pPr indent="-228600" lvl="0" marL="28575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350">
                <a:solidFill>
                  <a:srgbClr val="1A1A1A"/>
                </a:solidFill>
              </a:rPr>
              <a:t>Powerful orchestration: scaling, failover, service discovery, rollouts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45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350">
                <a:solidFill>
                  <a:srgbClr val="1A1A1A"/>
                </a:solidFill>
              </a:rPr>
              <a:t>Requires cluster administration expertise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45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350">
                <a:solidFill>
                  <a:srgbClr val="1A1A1A"/>
                </a:solidFill>
              </a:rPr>
              <a:t>Networking, upgrades, monitoring, capacity &amp; security overhead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45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350" b="1">
                <a:solidFill>
                  <a:srgbClr val="C8102E"/>
                </a:solidFill>
              </a:rPr>
              <a:t>Complexity not justified at Outsight Cloud's current scale</a:t>
            </a:r>
          </a:p>
        </p:txBody>
      </p:sp>
      <p:sp>
        <p:nvSpPr>
          <p:cNvPr id="9802" name="fhead"/>
          <p:cNvSpPr txBox="1"/>
          <p:nvPr/>
        </p:nvSpPr>
        <p:spPr>
          <a:xfrm>
            <a:off x="5724144" y="2011680"/>
            <a:ext cx="5074920" cy="566928"/>
          </a:xfrm>
          <a:prstGeom prst="rect">
            <a:avLst/>
          </a:prstGeom>
          <a:solidFill>
            <a:srgbClr val="003F7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FFFFFF"/>
                </a:solidFill>
              </a:rPr>
              <a:t>Amazon ECS Fargate  ✓</a:t>
            </a:r>
          </a:p>
        </p:txBody>
      </p:sp>
      <p:sp>
        <p:nvSpPr>
          <p:cNvPr id="9803" name="fbody"/>
          <p:cNvSpPr txBox="1"/>
          <p:nvPr/>
        </p:nvSpPr>
        <p:spPr>
          <a:xfrm>
            <a:off x="5724144" y="2578608"/>
            <a:ext cx="5074920" cy="3246120"/>
          </a:xfrm>
          <a:prstGeom prst="rect">
            <a:avLst/>
          </a:prstGeom>
          <a:solidFill>
            <a:srgbClr val="EAF1FB"/>
          </a:solidFill>
          <a:ln>
            <a:noFill/>
          </a:ln>
        </p:spPr>
        <p:txBody>
          <a:bodyPr anchorCtr="0" anchor="t" bIns="45700" lIns="137160" spcFirstLastPara="1" rIns="91425" wrap="square" tIns="137160">
            <a:noAutofit/>
          </a:bodyPr>
          <a:lstStyle/>
          <a:p>
            <a:pPr indent="-228600" lvl="0" marL="28575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350">
                <a:solidFill>
                  <a:srgbClr val="1A1A1A"/>
                </a:solidFill>
              </a:rPr>
              <a:t>Serverless containers — no worker nodes to manage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45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350">
                <a:solidFill>
                  <a:srgbClr val="1A1A1A"/>
                </a:solidFill>
              </a:rPr>
              <a:t>Native ALB, CloudWatch, IAM and Auto Scaling integration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45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350">
                <a:solidFill>
                  <a:srgbClr val="1A1A1A"/>
                </a:solidFill>
              </a:rPr>
              <a:t>Keeps the existing Docker packaging model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45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350" b="1">
                <a:solidFill>
                  <a:srgbClr val="1E7A46"/>
                </a:solidFill>
              </a:rPr>
              <a:t>Best balance of scalability and operational simplicity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6" name="Shape 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Google Shape;917;p9"/>
          <p:cNvSpPr txBox="1"/>
          <p:nvPr>
            <p:ph type="title"/>
          </p:nvPr>
        </p:nvSpPr>
        <p:spPr>
          <a:xfrm>
            <a:off x="266400" y="180000"/>
            <a:ext cx="43920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ts val="3600"/>
              <a:buFont typeface="Century Gothic"/>
              <a:buNone/>
            </a:pPr>
            <a:r>
              <a:rPr lang="en-US" sz="2800" b="1">
                <a:solidFill>
                  <a:srgbClr val="003F76"/>
                </a:solidFill>
              </a:rPr>
              <a:t>Target Architecture (To-Be)</a:t>
            </a:r>
          </a:p>
        </p:txBody>
      </p:sp>
      <p:sp>
        <p:nvSpPr>
          <p:cNvPr id="918" name="Google Shape;918;p9"/>
          <p:cNvSpPr txBox="1"/>
          <p:nvPr>
            <p:ph idx="1" type="body"/>
          </p:nvPr>
        </p:nvSpPr>
        <p:spPr>
          <a:xfrm>
            <a:off x="266400" y="1234440"/>
            <a:ext cx="1066190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i="1">
                <a:solidFill>
                  <a:srgbClr val="5A6B7B"/>
                </a:solidFill>
              </a:rPr>
              <a:t>A layered AWS cloud-native design, left-to-right request flow.</a:t>
            </a:r>
          </a:p>
        </p:txBody>
      </p:sp>
      <p:sp>
        <p:nvSpPr>
          <p:cNvPr id="919" name="Google Shape;919;p9"/>
          <p:cNvSpPr/>
          <p:nvPr>
            <p:ph idx="2" type="pic"/>
          </p:nvPr>
        </p:nvSpPr>
        <p:spPr>
          <a:xfrm>
            <a:off x="4685212" y="266400"/>
            <a:ext cx="3565014" cy="28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20" name="Google Shape;920;p9"/>
          <p:cNvSpPr txBox="1"/>
          <p:nvPr>
            <p:ph idx="3" type="body"/>
          </p:nvPr>
        </p:nvSpPr>
        <p:spPr>
          <a:xfrm>
            <a:off x="3614608" y="6362246"/>
            <a:ext cx="8421867" cy="2365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</a:pPr>
            <a:r>
              <a:t/>
            </a:r>
            <a:endParaRPr/>
          </a:p>
        </p:txBody>
      </p:sp>
      <p:sp>
        <p:nvSpPr>
          <p:cNvPr id="921" name="Google Shape;921;p9"/>
          <p:cNvSpPr txBox="1"/>
          <p:nvPr>
            <p:ph idx="4" type="body"/>
          </p:nvPr>
        </p:nvSpPr>
        <p:spPr>
          <a:xfrm>
            <a:off x="3609474" y="6609589"/>
            <a:ext cx="8451065" cy="2158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</a:pPr>
            <a:r>
              <a:t/>
            </a:r>
            <a:endParaRPr/>
          </a:p>
        </p:txBody>
      </p:sp>
      <p:sp>
        <p:nvSpPr>
          <p:cNvPr id="922" name="Google Shape;922;p9"/>
          <p:cNvSpPr/>
          <p:nvPr>
            <p:ph idx="5" type="pic"/>
          </p:nvPr>
        </p:nvSpPr>
        <p:spPr>
          <a:xfrm>
            <a:off x="4685212" y="3200400"/>
            <a:ext cx="3565014" cy="28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23" name="Google Shape;923;p9"/>
          <p:cNvSpPr/>
          <p:nvPr>
            <p:ph idx="6" type="pic"/>
          </p:nvPr>
        </p:nvSpPr>
        <p:spPr>
          <a:xfrm>
            <a:off x="8360586" y="266400"/>
            <a:ext cx="3565014" cy="28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24" name="Google Shape;924;p9"/>
          <p:cNvSpPr/>
          <p:nvPr>
            <p:ph idx="7" type="pic"/>
          </p:nvPr>
        </p:nvSpPr>
        <p:spPr>
          <a:xfrm>
            <a:off x="8360586" y="3200400"/>
            <a:ext cx="3565014" cy="28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900" name="Browser"/>
          <p:cNvSpPr txBox="1"/>
          <p:nvPr/>
        </p:nvSpPr>
        <p:spPr>
          <a:xfrm>
            <a:off x="365760" y="2057400"/>
            <a:ext cx="2331720" cy="91440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>
            <a:outerShdw blurRad="90000" dist="38100" dir="5400000" rotWithShape="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FFFFFF"/>
                </a:solidFill>
              </a:rPr>
              <a:t>Browser</a:t>
            </a:r>
          </a:p>
          <a:p>
            <a:pPr indent="0" lvl="0" marL="0" rtl="0" algn="ctr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ADCFC"/>
                </a:solidFill>
              </a:rPr>
              <a:t>Client</a:t>
            </a:r>
          </a:p>
        </p:txBody>
      </p:sp>
      <p:sp>
        <p:nvSpPr>
          <p:cNvPr id="9950" name="arr"/>
          <p:cNvSpPr txBox="1"/>
          <p:nvPr/>
        </p:nvSpPr>
        <p:spPr>
          <a:xfrm>
            <a:off x="2697479" y="2057400"/>
            <a:ext cx="347472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003F76"/>
                </a:solidFill>
              </a:rPr>
              <a:t>→</a:t>
            </a:r>
          </a:p>
        </p:txBody>
      </p:sp>
      <p:sp>
        <p:nvSpPr>
          <p:cNvPr id="9901" name="CloudFront"/>
          <p:cNvSpPr txBox="1"/>
          <p:nvPr/>
        </p:nvSpPr>
        <p:spPr>
          <a:xfrm>
            <a:off x="3044951" y="2057400"/>
            <a:ext cx="2331720" cy="914400"/>
          </a:xfrm>
          <a:prstGeom prst="roundRect">
            <a:avLst/>
          </a:prstGeom>
          <a:solidFill>
            <a:srgbClr val="003F76"/>
          </a:solidFill>
          <a:ln>
            <a:noFill/>
          </a:ln>
          <a:effectLst>
            <a:outerShdw blurRad="90000" dist="38100" dir="5400000" rotWithShape="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FFFFFF"/>
                </a:solidFill>
              </a:rPr>
              <a:t>CloudFront</a:t>
            </a:r>
          </a:p>
          <a:p>
            <a:pPr indent="0" lvl="0" marL="0" rtl="0" algn="ctr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ADCFC"/>
                </a:solidFill>
              </a:rPr>
              <a:t>CDN . TLS</a:t>
            </a:r>
          </a:p>
        </p:txBody>
      </p:sp>
      <p:sp>
        <p:nvSpPr>
          <p:cNvPr id="9951" name="arr"/>
          <p:cNvSpPr txBox="1"/>
          <p:nvPr/>
        </p:nvSpPr>
        <p:spPr>
          <a:xfrm>
            <a:off x="5376671" y="2057400"/>
            <a:ext cx="347472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003F76"/>
                </a:solidFill>
              </a:rPr>
              <a:t>→</a:t>
            </a:r>
          </a:p>
        </p:txBody>
      </p:sp>
      <p:sp>
        <p:nvSpPr>
          <p:cNvPr id="9902" name="ALB"/>
          <p:cNvSpPr txBox="1"/>
          <p:nvPr/>
        </p:nvSpPr>
        <p:spPr>
          <a:xfrm>
            <a:off x="5724144" y="2057400"/>
            <a:ext cx="2331720" cy="914400"/>
          </a:xfrm>
          <a:prstGeom prst="roundRect">
            <a:avLst/>
          </a:prstGeom>
          <a:solidFill>
            <a:srgbClr val="003F76"/>
          </a:solidFill>
          <a:ln>
            <a:noFill/>
          </a:ln>
          <a:effectLst>
            <a:outerShdw blurRad="90000" dist="38100" dir="5400000" rotWithShape="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FFFFFF"/>
                </a:solidFill>
              </a:rPr>
              <a:t>ALB</a:t>
            </a:r>
          </a:p>
          <a:p>
            <a:pPr indent="0" lvl="0" marL="0" rtl="0" algn="ctr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ADCFC"/>
                </a:solidFill>
              </a:rPr>
              <a:t>Routing</a:t>
            </a:r>
          </a:p>
        </p:txBody>
      </p:sp>
      <p:sp>
        <p:nvSpPr>
          <p:cNvPr id="9952" name="arr"/>
          <p:cNvSpPr txBox="1"/>
          <p:nvPr/>
        </p:nvSpPr>
        <p:spPr>
          <a:xfrm>
            <a:off x="8055863" y="2057400"/>
            <a:ext cx="347472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003F76"/>
                </a:solidFill>
              </a:rPr>
              <a:t>→</a:t>
            </a:r>
          </a:p>
        </p:txBody>
      </p:sp>
      <p:sp>
        <p:nvSpPr>
          <p:cNvPr id="9903" name="ECS Fargate"/>
          <p:cNvSpPr txBox="1"/>
          <p:nvPr/>
        </p:nvSpPr>
        <p:spPr>
          <a:xfrm>
            <a:off x="8403336" y="2057400"/>
            <a:ext cx="2331720" cy="914400"/>
          </a:xfrm>
          <a:prstGeom prst="roundRect">
            <a:avLst/>
          </a:prstGeom>
          <a:solidFill>
            <a:srgbClr val="C8102E"/>
          </a:solidFill>
          <a:ln>
            <a:noFill/>
          </a:ln>
          <a:effectLst>
            <a:outerShdw blurRad="90000" dist="38100" dir="5400000" rotWithShape="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FFFFFF"/>
                </a:solidFill>
              </a:rPr>
              <a:t>ECS Fargate</a:t>
            </a:r>
          </a:p>
          <a:p>
            <a:pPr indent="0" lvl="0" marL="0" rtl="0" algn="ctr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ADCFC"/>
                </a:solidFill>
              </a:rPr>
              <a:t>Vue + Node API</a:t>
            </a:r>
          </a:p>
        </p:txBody>
      </p:sp>
      <p:sp>
        <p:nvSpPr>
          <p:cNvPr id="9970" name="mslabel"/>
          <p:cNvSpPr txBox="1"/>
          <p:nvPr/>
        </p:nvSpPr>
        <p:spPr>
          <a:xfrm>
            <a:off x="365760" y="3154680"/>
            <a:ext cx="10424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20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>
                <a:solidFill>
                  <a:srgbClr val="003F76"/>
                </a:solidFill>
              </a:rPr>
              <a:t>MANAGED SERVICES LAYER</a:t>
            </a:r>
          </a:p>
        </p:txBody>
      </p:sp>
      <p:sp>
        <p:nvSpPr>
          <p:cNvPr id="9980" name="PostgreSQL"/>
          <p:cNvSpPr txBox="1"/>
          <p:nvPr/>
        </p:nvSpPr>
        <p:spPr>
          <a:xfrm>
            <a:off x="365760" y="3611880"/>
            <a:ext cx="1673352" cy="914400"/>
          </a:xfrm>
          <a:prstGeom prst="roundRect">
            <a:avLst/>
          </a:prstGeom>
          <a:solidFill>
            <a:srgbClr val="F0F4FA"/>
          </a:solidFill>
          <a:ln w="12700">
            <a:solidFill>
              <a:srgbClr val="C5D3E6"/>
            </a:solidFill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003F76"/>
                </a:solidFill>
              </a:rPr>
              <a:t>PostgreSQL</a:t>
            </a:r>
          </a:p>
          <a:p>
            <a:pPr indent="0" lvl="0" marL="0" rtl="0" algn="ctr">
              <a:lnSpc>
                <a:spcPct val="105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A6B7B"/>
                </a:solidFill>
              </a:rPr>
              <a:t>Primary DB</a:t>
            </a:r>
          </a:p>
        </p:txBody>
      </p:sp>
      <p:sp>
        <p:nvSpPr>
          <p:cNvPr id="9981" name="Redis"/>
          <p:cNvSpPr txBox="1"/>
          <p:nvPr/>
        </p:nvSpPr>
        <p:spPr>
          <a:xfrm>
            <a:off x="2121408" y="3611880"/>
            <a:ext cx="1673352" cy="914400"/>
          </a:xfrm>
          <a:prstGeom prst="roundRect">
            <a:avLst/>
          </a:prstGeom>
          <a:solidFill>
            <a:srgbClr val="F0F4FA"/>
          </a:solidFill>
          <a:ln w="12700">
            <a:solidFill>
              <a:srgbClr val="C5D3E6"/>
            </a:solidFill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003F76"/>
                </a:solidFill>
              </a:rPr>
              <a:t>Redis</a:t>
            </a:r>
          </a:p>
          <a:p>
            <a:pPr indent="0" lvl="0" marL="0" rtl="0" algn="ctr">
              <a:lnSpc>
                <a:spcPct val="105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A6B7B"/>
                </a:solidFill>
              </a:rPr>
              <a:t>Cache</a:t>
            </a:r>
          </a:p>
        </p:txBody>
      </p:sp>
      <p:sp>
        <p:nvSpPr>
          <p:cNvPr id="9982" name="Amazon S3"/>
          <p:cNvSpPr txBox="1"/>
          <p:nvPr/>
        </p:nvSpPr>
        <p:spPr>
          <a:xfrm>
            <a:off x="3877056" y="3611880"/>
            <a:ext cx="1673352" cy="914400"/>
          </a:xfrm>
          <a:prstGeom prst="roundRect">
            <a:avLst/>
          </a:prstGeom>
          <a:solidFill>
            <a:srgbClr val="F0F4FA"/>
          </a:solidFill>
          <a:ln w="12700">
            <a:solidFill>
              <a:srgbClr val="C5D3E6"/>
            </a:solidFill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003F76"/>
                </a:solidFill>
              </a:rPr>
              <a:t>Amazon S3</a:t>
            </a:r>
          </a:p>
          <a:p>
            <a:pPr indent="0" lvl="0" marL="0" rtl="0" algn="ctr">
              <a:lnSpc>
                <a:spcPct val="105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A6B7B"/>
                </a:solidFill>
              </a:rPr>
              <a:t>File storage</a:t>
            </a:r>
          </a:p>
        </p:txBody>
      </p:sp>
      <p:sp>
        <p:nvSpPr>
          <p:cNvPr id="9983" name="Cognito"/>
          <p:cNvSpPr txBox="1"/>
          <p:nvPr/>
        </p:nvSpPr>
        <p:spPr>
          <a:xfrm>
            <a:off x="5632704" y="3611880"/>
            <a:ext cx="1673352" cy="914400"/>
          </a:xfrm>
          <a:prstGeom prst="roundRect">
            <a:avLst/>
          </a:prstGeom>
          <a:solidFill>
            <a:srgbClr val="F0F4FA"/>
          </a:solidFill>
          <a:ln w="12700">
            <a:solidFill>
              <a:srgbClr val="C5D3E6"/>
            </a:solidFill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003F76"/>
                </a:solidFill>
              </a:rPr>
              <a:t>Cognito</a:t>
            </a:r>
          </a:p>
          <a:p>
            <a:pPr indent="0" lvl="0" marL="0" rtl="0" algn="ctr">
              <a:lnSpc>
                <a:spcPct val="105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A6B7B"/>
                </a:solidFill>
              </a:rPr>
              <a:t>Auth</a:t>
            </a:r>
          </a:p>
        </p:txBody>
      </p:sp>
      <p:sp>
        <p:nvSpPr>
          <p:cNvPr id="9984" name="SES"/>
          <p:cNvSpPr txBox="1"/>
          <p:nvPr/>
        </p:nvSpPr>
        <p:spPr>
          <a:xfrm>
            <a:off x="7388352" y="3611880"/>
            <a:ext cx="1673352" cy="914400"/>
          </a:xfrm>
          <a:prstGeom prst="roundRect">
            <a:avLst/>
          </a:prstGeom>
          <a:solidFill>
            <a:srgbClr val="F0F4FA"/>
          </a:solidFill>
          <a:ln w="12700">
            <a:solidFill>
              <a:srgbClr val="C5D3E6"/>
            </a:solidFill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003F76"/>
                </a:solidFill>
              </a:rPr>
              <a:t>SES</a:t>
            </a:r>
          </a:p>
          <a:p>
            <a:pPr indent="0" lvl="0" marL="0" rtl="0" algn="ctr">
              <a:lnSpc>
                <a:spcPct val="105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A6B7B"/>
                </a:solidFill>
              </a:rPr>
              <a:t>Email</a:t>
            </a:r>
          </a:p>
        </p:txBody>
      </p:sp>
      <p:sp>
        <p:nvSpPr>
          <p:cNvPr id="9985" name="SNS"/>
          <p:cNvSpPr txBox="1"/>
          <p:nvPr/>
        </p:nvSpPr>
        <p:spPr>
          <a:xfrm>
            <a:off x="9144000" y="3611880"/>
            <a:ext cx="1673352" cy="914400"/>
          </a:xfrm>
          <a:prstGeom prst="roundRect">
            <a:avLst/>
          </a:prstGeom>
          <a:solidFill>
            <a:srgbClr val="F0F4FA"/>
          </a:solidFill>
          <a:ln w="12700">
            <a:solidFill>
              <a:srgbClr val="C5D3E6"/>
            </a:solidFill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003F76"/>
                </a:solidFill>
              </a:rPr>
              <a:t>SNS</a:t>
            </a:r>
          </a:p>
          <a:p>
            <a:pPr indent="0" lvl="0" marL="0" rtl="0" algn="ctr">
              <a:lnSpc>
                <a:spcPct val="105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5A6B7B"/>
                </a:solidFill>
              </a:rPr>
              <a:t>Notifications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8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10"/>
          <p:cNvSpPr txBox="1"/>
          <p:nvPr>
            <p:ph type="title"/>
          </p:nvPr>
        </p:nvSpPr>
        <p:spPr>
          <a:xfrm>
            <a:off x="266400" y="180000"/>
            <a:ext cx="49320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ts val="3600"/>
              <a:buFont typeface="Century Gothic"/>
              <a:buNone/>
            </a:pPr>
            <a:r>
              <a:rPr lang="en-US" sz="2800" b="1">
                <a:solidFill>
                  <a:srgbClr val="003F76"/>
                </a:solidFill>
              </a:rPr>
              <a:t>Incremental Migration Execution</a:t>
            </a:r>
          </a:p>
        </p:txBody>
      </p:sp>
      <p:sp>
        <p:nvSpPr>
          <p:cNvPr id="930" name="Google Shape;930;p10"/>
          <p:cNvSpPr txBox="1"/>
          <p:nvPr>
            <p:ph idx="1" type="body"/>
          </p:nvPr>
        </p:nvSpPr>
        <p:spPr>
          <a:xfrm>
            <a:off x="266400" y="1234440"/>
            <a:ext cx="1066190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i="1">
                <a:solidFill>
                  <a:srgbClr val="5A6B7B"/>
                </a:solidFill>
              </a:rPr>
              <a:t>Four tracks executed in a deliberate sequence, each independently verifiable.</a:t>
            </a:r>
          </a:p>
        </p:txBody>
      </p:sp>
      <p:sp>
        <p:nvSpPr>
          <p:cNvPr id="931" name="Google Shape;931;p10"/>
          <p:cNvSpPr/>
          <p:nvPr>
            <p:ph idx="2" type="pic"/>
          </p:nvPr>
        </p:nvSpPr>
        <p:spPr>
          <a:xfrm>
            <a:off x="5231904" y="267494"/>
            <a:ext cx="6696571" cy="577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32" name="Google Shape;932;p10"/>
          <p:cNvSpPr txBox="1"/>
          <p:nvPr>
            <p:ph idx="3" type="body"/>
          </p:nvPr>
        </p:nvSpPr>
        <p:spPr>
          <a:xfrm>
            <a:off x="3614608" y="6362246"/>
            <a:ext cx="8421867" cy="2365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</a:pPr>
            <a:r>
              <a:t/>
            </a:r>
            <a:endParaRPr/>
          </a:p>
        </p:txBody>
      </p:sp>
      <p:sp>
        <p:nvSpPr>
          <p:cNvPr id="933" name="Google Shape;933;p10"/>
          <p:cNvSpPr txBox="1"/>
          <p:nvPr>
            <p:ph idx="4" type="body"/>
          </p:nvPr>
        </p:nvSpPr>
        <p:spPr>
          <a:xfrm>
            <a:off x="3609474" y="6609589"/>
            <a:ext cx="8451065" cy="2158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</a:pPr>
            <a:r>
              <a:t/>
            </a:r>
            <a:endParaRPr/>
          </a:p>
        </p:txBody>
      </p:sp>
      <p:sp>
        <p:nvSpPr>
          <p:cNvPr id="10000" name="Cloud infrastructure"/>
          <p:cNvSpPr txBox="1"/>
          <p:nvPr/>
        </p:nvSpPr>
        <p:spPr>
          <a:xfrm>
            <a:off x="365760" y="2103120"/>
            <a:ext cx="2487168" cy="246888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>
            <a:outerShdw blurRad="90000" dist="38100" dir="5400000" rotWithShape="0">
              <a:srgbClr val="000000">
                <a:alpha val="20000"/>
              </a:srgbClr>
            </a:outerShdw>
          </a:effectLst>
        </p:spPr>
        <p:txBody>
          <a:bodyPr anchorCtr="0" anchor="t" bIns="45700" lIns="137160" spcFirstLastPara="1" rIns="91425" wrap="square" tIns="5940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b="1">
                <a:solidFill>
                  <a:srgbClr val="003F76"/>
                </a:solidFill>
              </a:rPr>
              <a:t>Cloud infrastructure</a:t>
            </a:r>
          </a:p>
          <a:p>
            <a:pPr indent="0" lvl="0" marL="0" rtl="0" algn="l">
              <a:lnSpc>
                <a:spcPct val="106000"/>
              </a:lnSpc>
              <a:spcBef>
                <a:spcPts val="35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1A1A1A"/>
                </a:solidFill>
              </a:rPr>
              <a:t>Provision AWS: VPC, ECS Fargate, ALB, ACM.</a:t>
            </a:r>
          </a:p>
        </p:txBody>
      </p:sp>
      <p:sp>
        <p:nvSpPr>
          <p:cNvPr id="10100" name="Circle1"/>
          <p:cNvSpPr/>
          <p:nvPr/>
        </p:nvSpPr>
        <p:spPr>
          <a:xfrm>
            <a:off x="566928" y="1801367"/>
            <a:ext cx="603504" cy="603504"/>
          </a:xfrm>
          <a:prstGeom prst="ellipse">
            <a:avLst/>
          </a:prstGeom>
          <a:solidFill>
            <a:srgbClr val="003F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r>
              <a:rPr lang="en-US"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200" name="arr"/>
          <p:cNvSpPr txBox="1"/>
          <p:nvPr/>
        </p:nvSpPr>
        <p:spPr>
          <a:xfrm>
            <a:off x="2834640" y="2103120"/>
            <a:ext cx="201168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3F76"/>
                </a:solidFill>
              </a:rPr>
              <a:t>→</a:t>
            </a:r>
          </a:p>
        </p:txBody>
      </p:sp>
      <p:sp>
        <p:nvSpPr>
          <p:cNvPr id="10001" name="Reproducible IaC"/>
          <p:cNvSpPr txBox="1"/>
          <p:nvPr/>
        </p:nvSpPr>
        <p:spPr>
          <a:xfrm>
            <a:off x="3017520" y="2103120"/>
            <a:ext cx="2487168" cy="246888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>
            <a:outerShdw blurRad="90000" dist="38100" dir="5400000" rotWithShape="0">
              <a:srgbClr val="000000">
                <a:alpha val="20000"/>
              </a:srgbClr>
            </a:outerShdw>
          </a:effectLst>
        </p:spPr>
        <p:txBody>
          <a:bodyPr anchorCtr="0" anchor="t" bIns="45700" lIns="137160" spcFirstLastPara="1" rIns="91425" wrap="square" tIns="5940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b="1">
                <a:solidFill>
                  <a:srgbClr val="003F76"/>
                </a:solidFill>
              </a:rPr>
              <a:t>Reproducible IaC</a:t>
            </a:r>
          </a:p>
          <a:p>
            <a:pPr indent="0" lvl="0" marL="0" rtl="0" algn="l">
              <a:lnSpc>
                <a:spcPct val="106000"/>
              </a:lnSpc>
              <a:spcBef>
                <a:spcPts val="35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1A1A1A"/>
                </a:solidFill>
              </a:rPr>
              <a:t>Formalize provisioning with Terraform; dev isolated from prod.</a:t>
            </a:r>
          </a:p>
        </p:txBody>
      </p:sp>
      <p:sp>
        <p:nvSpPr>
          <p:cNvPr id="10101" name="Circle2"/>
          <p:cNvSpPr/>
          <p:nvPr/>
        </p:nvSpPr>
        <p:spPr>
          <a:xfrm>
            <a:off x="3218688" y="1801367"/>
            <a:ext cx="603504" cy="603504"/>
          </a:xfrm>
          <a:prstGeom prst="ellipse">
            <a:avLst/>
          </a:prstGeom>
          <a:solidFill>
            <a:srgbClr val="003F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r>
              <a:rPr lang="en-US"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201" name="arr"/>
          <p:cNvSpPr txBox="1"/>
          <p:nvPr/>
        </p:nvSpPr>
        <p:spPr>
          <a:xfrm>
            <a:off x="5486400" y="2103120"/>
            <a:ext cx="201168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3F76"/>
                </a:solidFill>
              </a:rPr>
              <a:t>→</a:t>
            </a:r>
          </a:p>
        </p:txBody>
      </p:sp>
      <p:sp>
        <p:nvSpPr>
          <p:cNvPr id="10002" name="Data migration"/>
          <p:cNvSpPr txBox="1"/>
          <p:nvPr/>
        </p:nvSpPr>
        <p:spPr>
          <a:xfrm>
            <a:off x="5669280" y="2103120"/>
            <a:ext cx="2487168" cy="246888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>
            <a:outerShdw blurRad="90000" dist="38100" dir="5400000" rotWithShape="0">
              <a:srgbClr val="000000">
                <a:alpha val="20000"/>
              </a:srgbClr>
            </a:outerShdw>
          </a:effectLst>
        </p:spPr>
        <p:txBody>
          <a:bodyPr anchorCtr="0" anchor="t" bIns="45700" lIns="137160" spcFirstLastPara="1" rIns="91425" wrap="square" tIns="5940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b="1">
                <a:solidFill>
                  <a:srgbClr val="003F76"/>
                </a:solidFill>
              </a:rPr>
              <a:t>Data migration</a:t>
            </a:r>
          </a:p>
          <a:p>
            <a:pPr indent="0" lvl="0" marL="0" rtl="0" algn="l">
              <a:lnSpc>
                <a:spcPct val="106000"/>
              </a:lnSpc>
              <a:spcBef>
                <a:spcPts val="35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1A1A1A"/>
                </a:solidFill>
              </a:rPr>
              <a:t>Replicate Airtable to PostgreSQL with schema mapping.</a:t>
            </a:r>
          </a:p>
        </p:txBody>
      </p:sp>
      <p:sp>
        <p:nvSpPr>
          <p:cNvPr id="10102" name="Circle3"/>
          <p:cNvSpPr/>
          <p:nvPr/>
        </p:nvSpPr>
        <p:spPr>
          <a:xfrm>
            <a:off x="5870448" y="1801367"/>
            <a:ext cx="603504" cy="603504"/>
          </a:xfrm>
          <a:prstGeom prst="ellipse">
            <a:avLst/>
          </a:prstGeom>
          <a:solidFill>
            <a:srgbClr val="003F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r>
              <a:rPr lang="en-US"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202" name="arr"/>
          <p:cNvSpPr txBox="1"/>
          <p:nvPr/>
        </p:nvSpPr>
        <p:spPr>
          <a:xfrm>
            <a:off x="8138160" y="2103120"/>
            <a:ext cx="201168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3F76"/>
                </a:solidFill>
              </a:rPr>
              <a:t>→</a:t>
            </a:r>
          </a:p>
        </p:txBody>
      </p:sp>
      <p:sp>
        <p:nvSpPr>
          <p:cNvPr id="10003" name="Validation &amp; cutover"/>
          <p:cNvSpPr txBox="1"/>
          <p:nvPr/>
        </p:nvSpPr>
        <p:spPr>
          <a:xfrm>
            <a:off x="8321040" y="2103120"/>
            <a:ext cx="2487168" cy="246888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>
            <a:outerShdw blurRad="90000" dist="38100" dir="5400000" rotWithShape="0">
              <a:srgbClr val="000000">
                <a:alpha val="20000"/>
              </a:srgbClr>
            </a:outerShdw>
          </a:effectLst>
        </p:spPr>
        <p:txBody>
          <a:bodyPr anchorCtr="0" anchor="t" bIns="45700" lIns="137160" spcFirstLastPara="1" rIns="91425" wrap="square" tIns="5940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b="1">
                <a:solidFill>
                  <a:srgbClr val="003F76"/>
                </a:solidFill>
              </a:rPr>
              <a:t>Validation &amp; cutover</a:t>
            </a:r>
          </a:p>
          <a:p>
            <a:pPr indent="0" lvl="0" marL="0" rtl="0" algn="l">
              <a:lnSpc>
                <a:spcPct val="106000"/>
              </a:lnSpc>
              <a:spcBef>
                <a:spcPts val="35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1A1A1A"/>
                </a:solidFill>
              </a:rPr>
              <a:t>Dual-backend checks and consistency reports before switchover.</a:t>
            </a:r>
          </a:p>
        </p:txBody>
      </p:sp>
      <p:sp>
        <p:nvSpPr>
          <p:cNvPr id="10103" name="Circle4"/>
          <p:cNvSpPr/>
          <p:nvPr/>
        </p:nvSpPr>
        <p:spPr>
          <a:xfrm>
            <a:off x="8522208" y="1801367"/>
            <a:ext cx="603504" cy="603504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r>
              <a:rPr lang="en-US"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0300" name="result"/>
          <p:cNvSpPr txBox="1"/>
          <p:nvPr/>
        </p:nvSpPr>
        <p:spPr>
          <a:xfrm>
            <a:off x="365760" y="4892040"/>
            <a:ext cx="10424160" cy="502920"/>
          </a:xfrm>
          <a:prstGeom prst="roundRect">
            <a:avLst/>
          </a:prstGeom>
          <a:solidFill>
            <a:srgbClr val="DCEBD9"/>
          </a:solidFill>
          <a:ln>
            <a:noFill/>
          </a:ln>
        </p:spPr>
        <p:txBody>
          <a:bodyPr anchorCtr="0" anchor="ctr" bIns="45700" lIns="137160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>
                <a:solidFill>
                  <a:srgbClr val="1E7A46"/>
                </a:solidFill>
              </a:rPr>
              <a:t xml:space="preserve">Result: </a:t>
            </a:r>
            <a:r>
              <a:rPr lang="en-US" sz="1300">
                <a:solidFill>
                  <a:srgbClr val="1A1A1A"/>
                </a:solidFill>
              </a:rPr>
              <a:t>infrastructure readiness, provisioning reproducibility, data correctness and application behavior validated as separate workstreams — no single high-risk cutover.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7" name="Shape 9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Google Shape;938;p11"/>
          <p:cNvSpPr txBox="1"/>
          <p:nvPr>
            <p:ph idx="1" type="body"/>
          </p:nvPr>
        </p:nvSpPr>
        <p:spPr>
          <a:xfrm>
            <a:off x="266400" y="1417320"/>
            <a:ext cx="594360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3F76"/>
                </a:solidFill>
              </a:rPr>
              <a:t>Terraform</a:t>
            </a:r>
            <a:r>
              <a:rPr lang="en-US" sz="1600">
                <a:solidFill>
                  <a:srgbClr val="1A1A1A"/>
                </a:solidFill>
              </a:rPr>
              <a:t xml:space="preserve"> became the primary infrastructure control layer — declarative, versioned and reviewable.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65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600">
                <a:solidFill>
                  <a:srgbClr val="1A1A1A"/>
                </a:solidFill>
              </a:rPr>
              <a:t>Write / Plan / Apply workflow: changes reviewed before execution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600">
                <a:solidFill>
                  <a:srgbClr val="1A1A1A"/>
                </a:solidFill>
              </a:rPr>
              <a:t>State management enables drift detection and predictable updates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600">
                <a:solidFill>
                  <a:srgbClr val="1A1A1A"/>
                </a:solidFill>
              </a:rPr>
              <a:t>AWS provider manages ECS, ALB, Route 53, ACM, VPC and S3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600">
                <a:solidFill>
                  <a:srgbClr val="1A1A1A"/>
                </a:solidFill>
              </a:rPr>
              <a:t>Dev and prod environments governed separately</a:t>
            </a:r>
          </a:p>
          <a:p>
            <a:pPr indent="0" lvl="0" marL="0" rtl="0" algn="l">
              <a:lnSpc>
                <a:spcPct val="105000"/>
              </a:lnSpc>
              <a:spcBef>
                <a:spcPts val="65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1A1A1A"/>
                </a:solidFill>
              </a:rPr>
              <a:t>Data migration became a repeatable, verifiable workflow: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SzPct val="90000"/>
              <a:buFont typeface="Arial"/>
              <a:buChar char="›"/>
            </a:pPr>
            <a:r>
              <a:rPr lang="en-US" sz="1600">
                <a:solidFill>
                  <a:srgbClr val="1A1A1A"/>
                </a:solidFill>
              </a:rPr>
              <a:t>Replicate Airtable to PostgreSQL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350"/>
              </a:spcBef>
              <a:spcAft>
                <a:spcPts val="0"/>
              </a:spcAft>
              <a:buClr>
                <a:srgbClr val="C8102E"/>
              </a:buClr>
              <a:buSzPct val="90000"/>
              <a:buFont typeface="Arial"/>
              <a:buChar char="›"/>
            </a:pPr>
            <a:r>
              <a:rPr lang="en-US" sz="1600">
                <a:solidFill>
                  <a:srgbClr val="1A1A1A"/>
                </a:solidFill>
              </a:rPr>
              <a:t>Validate consistency via machine-readable reports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350"/>
              </a:spcBef>
              <a:spcAft>
                <a:spcPts val="0"/>
              </a:spcAft>
              <a:buClr>
                <a:srgbClr val="C8102E"/>
              </a:buClr>
              <a:buSzPct val="90000"/>
              <a:buFont typeface="Arial"/>
              <a:buChar char="›"/>
            </a:pPr>
            <a:r>
              <a:rPr lang="en-US" sz="1600">
                <a:solidFill>
                  <a:srgbClr val="1A1A1A"/>
                </a:solidFill>
              </a:rPr>
              <a:t>Verify correctness at each checkpoint before cutover</a:t>
            </a:r>
          </a:p>
        </p:txBody>
      </p:sp>
      <p:sp>
        <p:nvSpPr>
          <p:cNvPr id="939" name="Google Shape;939;p11"/>
          <p:cNvSpPr txBox="1"/>
          <p:nvPr>
            <p:ph idx="2" type="body"/>
          </p:nvPr>
        </p:nvSpPr>
        <p:spPr>
          <a:xfrm>
            <a:off x="3609474" y="6609589"/>
            <a:ext cx="8451065" cy="2158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</a:pPr>
            <a:r>
              <a:t/>
            </a:r>
            <a:endParaRPr/>
          </a:p>
        </p:txBody>
      </p:sp>
      <p:sp>
        <p:nvSpPr>
          <p:cNvPr id="940" name="Google Shape;940;p11"/>
          <p:cNvSpPr/>
          <p:nvPr>
            <p:ph idx="3" type="pic"/>
          </p:nvPr>
        </p:nvSpPr>
        <p:spPr>
          <a:xfrm>
            <a:off x="270152" y="1006784"/>
            <a:ext cx="2827043" cy="2449895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41" name="Google Shape;941;p11"/>
          <p:cNvSpPr/>
          <p:nvPr>
            <p:ph idx="4" type="pic"/>
          </p:nvPr>
        </p:nvSpPr>
        <p:spPr>
          <a:xfrm>
            <a:off x="3211703" y="1006784"/>
            <a:ext cx="2827043" cy="2449895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42" name="Google Shape;942;p11"/>
          <p:cNvSpPr/>
          <p:nvPr>
            <p:ph idx="5" type="pic"/>
          </p:nvPr>
        </p:nvSpPr>
        <p:spPr>
          <a:xfrm>
            <a:off x="6153254" y="1006784"/>
            <a:ext cx="2827043" cy="2449895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43" name="Google Shape;943;p11"/>
          <p:cNvSpPr/>
          <p:nvPr>
            <p:ph idx="6" type="pic"/>
          </p:nvPr>
        </p:nvSpPr>
        <p:spPr>
          <a:xfrm>
            <a:off x="9094806" y="1006784"/>
            <a:ext cx="2827043" cy="2449895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44" name="Google Shape;944;p11"/>
          <p:cNvSpPr txBox="1"/>
          <p:nvPr>
            <p:ph idx="7" type="body"/>
          </p:nvPr>
        </p:nvSpPr>
        <p:spPr>
          <a:xfrm>
            <a:off x="263524" y="3618190"/>
            <a:ext cx="2827043" cy="700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/>
          </a:p>
        </p:txBody>
      </p:sp>
      <p:sp>
        <p:nvSpPr>
          <p:cNvPr id="945" name="Google Shape;945;p11"/>
          <p:cNvSpPr txBox="1"/>
          <p:nvPr>
            <p:ph idx="8" type="body"/>
          </p:nvPr>
        </p:nvSpPr>
        <p:spPr>
          <a:xfrm>
            <a:off x="263524" y="4318765"/>
            <a:ext cx="2827043" cy="6465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2B7"/>
              </a:buClr>
              <a:buSzPts val="1800"/>
              <a:buNone/>
            </a:pPr>
            <a:r>
              <a:t/>
            </a:r>
            <a:endParaRPr/>
          </a:p>
        </p:txBody>
      </p:sp>
      <p:sp>
        <p:nvSpPr>
          <p:cNvPr id="946" name="Google Shape;946;p11"/>
          <p:cNvSpPr txBox="1"/>
          <p:nvPr>
            <p:ph idx="9" type="body"/>
          </p:nvPr>
        </p:nvSpPr>
        <p:spPr>
          <a:xfrm>
            <a:off x="263524" y="4965303"/>
            <a:ext cx="2827043" cy="12837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/>
          </a:p>
        </p:txBody>
      </p:sp>
      <p:sp>
        <p:nvSpPr>
          <p:cNvPr id="947" name="Google Shape;947;p11"/>
          <p:cNvSpPr txBox="1"/>
          <p:nvPr>
            <p:ph idx="13" type="body"/>
          </p:nvPr>
        </p:nvSpPr>
        <p:spPr>
          <a:xfrm>
            <a:off x="3211703" y="3618190"/>
            <a:ext cx="2827043" cy="700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/>
          </a:p>
        </p:txBody>
      </p:sp>
      <p:sp>
        <p:nvSpPr>
          <p:cNvPr id="948" name="Google Shape;948;p11"/>
          <p:cNvSpPr txBox="1"/>
          <p:nvPr>
            <p:ph idx="14" type="body"/>
          </p:nvPr>
        </p:nvSpPr>
        <p:spPr>
          <a:xfrm>
            <a:off x="3211703" y="4318765"/>
            <a:ext cx="2827043" cy="6465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2B7"/>
              </a:buClr>
              <a:buSzPts val="1800"/>
              <a:buNone/>
            </a:pPr>
            <a:r>
              <a:t/>
            </a:r>
            <a:endParaRPr/>
          </a:p>
        </p:txBody>
      </p:sp>
      <p:sp>
        <p:nvSpPr>
          <p:cNvPr id="949" name="Google Shape;949;p11"/>
          <p:cNvSpPr txBox="1"/>
          <p:nvPr>
            <p:ph idx="15" type="body"/>
          </p:nvPr>
        </p:nvSpPr>
        <p:spPr>
          <a:xfrm>
            <a:off x="3211703" y="4965303"/>
            <a:ext cx="2827043" cy="12837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/>
          </a:p>
        </p:txBody>
      </p:sp>
      <p:sp>
        <p:nvSpPr>
          <p:cNvPr id="950" name="Google Shape;950;p11"/>
          <p:cNvSpPr txBox="1"/>
          <p:nvPr>
            <p:ph idx="16" type="body"/>
          </p:nvPr>
        </p:nvSpPr>
        <p:spPr>
          <a:xfrm>
            <a:off x="9094806" y="3618190"/>
            <a:ext cx="2827043" cy="700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/>
          </a:p>
        </p:txBody>
      </p:sp>
      <p:sp>
        <p:nvSpPr>
          <p:cNvPr id="951" name="Google Shape;951;p11"/>
          <p:cNvSpPr txBox="1"/>
          <p:nvPr>
            <p:ph idx="17" type="body"/>
          </p:nvPr>
        </p:nvSpPr>
        <p:spPr>
          <a:xfrm>
            <a:off x="9094806" y="4318765"/>
            <a:ext cx="2827043" cy="6465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2B7"/>
              </a:buClr>
              <a:buSzPts val="1800"/>
              <a:buNone/>
            </a:pPr>
            <a:r>
              <a:t/>
            </a:r>
            <a:endParaRPr/>
          </a:p>
        </p:txBody>
      </p:sp>
      <p:sp>
        <p:nvSpPr>
          <p:cNvPr id="952" name="Google Shape;952;p11"/>
          <p:cNvSpPr txBox="1"/>
          <p:nvPr>
            <p:ph idx="18" type="body"/>
          </p:nvPr>
        </p:nvSpPr>
        <p:spPr>
          <a:xfrm>
            <a:off x="9094806" y="4965303"/>
            <a:ext cx="2827043" cy="12837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/>
          </a:p>
        </p:txBody>
      </p:sp>
      <p:sp>
        <p:nvSpPr>
          <p:cNvPr id="953" name="Google Shape;953;p11"/>
          <p:cNvSpPr txBox="1"/>
          <p:nvPr>
            <p:ph idx="19" type="body"/>
          </p:nvPr>
        </p:nvSpPr>
        <p:spPr>
          <a:xfrm>
            <a:off x="6159882" y="3618190"/>
            <a:ext cx="2827043" cy="700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t/>
            </a:r>
            <a:endParaRPr/>
          </a:p>
        </p:txBody>
      </p:sp>
      <p:sp>
        <p:nvSpPr>
          <p:cNvPr id="954" name="Google Shape;954;p11"/>
          <p:cNvSpPr txBox="1"/>
          <p:nvPr>
            <p:ph idx="20" type="body"/>
          </p:nvPr>
        </p:nvSpPr>
        <p:spPr>
          <a:xfrm>
            <a:off x="6159882" y="4318765"/>
            <a:ext cx="2827043" cy="6465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2B7"/>
              </a:buClr>
              <a:buSzPts val="1800"/>
              <a:buNone/>
            </a:pPr>
            <a:r>
              <a:t/>
            </a:r>
            <a:endParaRPr/>
          </a:p>
        </p:txBody>
      </p:sp>
      <p:sp>
        <p:nvSpPr>
          <p:cNvPr id="955" name="Google Shape;955;p11"/>
          <p:cNvSpPr txBox="1"/>
          <p:nvPr>
            <p:ph idx="21" type="body"/>
          </p:nvPr>
        </p:nvSpPr>
        <p:spPr>
          <a:xfrm>
            <a:off x="6159882" y="4965303"/>
            <a:ext cx="2827043" cy="12837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/>
          </a:p>
        </p:txBody>
      </p:sp>
      <p:sp>
        <p:nvSpPr>
          <p:cNvPr id="956" name="Google Shape;956;p11"/>
          <p:cNvSpPr txBox="1"/>
          <p:nvPr>
            <p:ph type="title"/>
          </p:nvPr>
        </p:nvSpPr>
        <p:spPr>
          <a:xfrm>
            <a:off x="266399" y="180000"/>
            <a:ext cx="11662075" cy="61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ts val="3600"/>
              <a:buFont typeface="Century Gothic"/>
              <a:buNone/>
            </a:pPr>
            <a:r>
              <a:rPr lang="en-US" sz="2800" b="1">
                <a:solidFill>
                  <a:srgbClr val="003F76"/>
                </a:solidFill>
              </a:rPr>
              <a:t>Infrastructure as Code &amp; Validation</a:t>
            </a:r>
          </a:p>
        </p:txBody>
      </p:sp>
      <p:sp>
        <p:nvSpPr>
          <p:cNvPr id="10400" name="code"/>
          <p:cNvSpPr txBox="1"/>
          <p:nvPr/>
        </p:nvSpPr>
        <p:spPr>
          <a:xfrm>
            <a:off x="6492240" y="1691640"/>
            <a:ext cx="4206240" cy="310896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5D3E6"/>
            </a:solidFill>
          </a:ln>
        </p:spPr>
        <p:txBody>
          <a:bodyPr anchorCtr="0" anchor="t" bIns="45700" lIns="137160" spcFirstLastPara="1" rIns="91425" wrap="square" tIns="13716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5A6B7B"/>
                </a:solidFill>
              </a:rPr>
              <a:t>Simplified ECS Fargate service (Terraform / HCL)</a:t>
            </a: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003F76"/>
                </a:solidFill>
              </a:rPr>
              <a:t>resource "aws_ecs_service" "backend" {</a:t>
            </a:r>
          </a:p>
          <a:p>
            <a:pPr indent="0" lvl="0" marL="0" rtl="0" algn="l">
              <a:lnSpc>
                <a:spcPct val="110000"/>
              </a:lnSpc>
              <a:spcBef>
                <a:spcPts val="12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A1A1A"/>
                </a:solidFill>
              </a:rPr>
              <a:t xml:space="preserve">  name            = "outsight-backend"</a:t>
            </a:r>
          </a:p>
          <a:p>
            <a:pPr indent="0" lvl="0" marL="0" rtl="0" algn="l">
              <a:lnSpc>
                <a:spcPct val="110000"/>
              </a:lnSpc>
              <a:spcBef>
                <a:spcPts val="12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A1A1A"/>
                </a:solidFill>
              </a:rPr>
              <a:t xml:space="preserve">  cluster         = aws_ecs_cluster.main.id</a:t>
            </a:r>
          </a:p>
          <a:p>
            <a:pPr indent="0" lvl="0" marL="0" rtl="0" algn="l">
              <a:lnSpc>
                <a:spcPct val="110000"/>
              </a:lnSpc>
              <a:spcBef>
                <a:spcPts val="12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C8102E"/>
                </a:solidFill>
              </a:rPr>
              <a:t xml:space="preserve">  launch_type     = "FARGATE"</a:t>
            </a:r>
          </a:p>
          <a:p>
            <a:pPr indent="0" lvl="0" marL="0" rtl="0" algn="l">
              <a:lnSpc>
                <a:spcPct val="110000"/>
              </a:lnSpc>
              <a:spcBef>
                <a:spcPts val="12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A1A1A"/>
                </a:solidFill>
              </a:rPr>
              <a:t xml:space="preserve">  desired_count   = 1</a:t>
            </a:r>
          </a:p>
          <a:p>
            <a:pPr indent="0" lvl="0" marL="0" rtl="0" algn="l">
              <a:lnSpc>
                <a:spcPct val="110000"/>
              </a:lnSpc>
              <a:spcBef>
                <a:spcPts val="12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3F76"/>
                </a:solidFill>
              </a:rPr>
              <a:t xml:space="preserve">  network_configuration {</a:t>
            </a:r>
          </a:p>
          <a:p>
            <a:pPr indent="0" lvl="0" marL="0" rtl="0" algn="l">
              <a:lnSpc>
                <a:spcPct val="110000"/>
              </a:lnSpc>
              <a:spcBef>
                <a:spcPts val="12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A1A1A"/>
                </a:solidFill>
              </a:rPr>
              <a:t xml:space="preserve">    subnets = aws_subnet.public[*].id</a:t>
            </a:r>
          </a:p>
          <a:p>
            <a:pPr indent="0" lvl="0" marL="0" rtl="0" algn="l">
              <a:lnSpc>
                <a:spcPct val="110000"/>
              </a:lnSpc>
              <a:spcBef>
                <a:spcPts val="12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A1A1A"/>
                </a:solidFill>
              </a:rPr>
              <a:t xml:space="preserve">    assign_public_ip = true</a:t>
            </a:r>
          </a:p>
          <a:p>
            <a:pPr indent="0" lvl="0" marL="0" rtl="0" algn="l">
              <a:lnSpc>
                <a:spcPct val="110000"/>
              </a:lnSpc>
              <a:spcBef>
                <a:spcPts val="12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3F76"/>
                </a:solidFill>
              </a:rPr>
              <a:t xml:space="preserve">  }</a:t>
            </a:r>
          </a:p>
          <a:p>
            <a:pPr indent="0" lvl="0" marL="0" rtl="0" algn="l">
              <a:lnSpc>
                <a:spcPct val="110000"/>
              </a:lnSpc>
              <a:spcBef>
                <a:spcPts val="12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003F76"/>
                </a:solidFill>
              </a:rP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0" name="Shape 9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1" name="Google Shape;961;p12"/>
          <p:cNvSpPr txBox="1"/>
          <p:nvPr>
            <p:ph type="title"/>
          </p:nvPr>
        </p:nvSpPr>
        <p:spPr>
          <a:xfrm>
            <a:off x="266399" y="180000"/>
            <a:ext cx="11662075" cy="118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ts val="3600"/>
              <a:buFont typeface="Century Gothic"/>
              <a:buNone/>
            </a:pPr>
            <a:r>
              <a:rPr lang="en-US" sz="2800" b="1">
                <a:solidFill>
                  <a:srgbClr val="003F76"/>
                </a:solidFill>
              </a:rPr>
              <a:t>Results: Cost and Total Cost of Ownership</a:t>
            </a:r>
          </a:p>
        </p:txBody>
      </p:sp>
      <p:sp>
        <p:nvSpPr>
          <p:cNvPr id="962" name="Google Shape;962;p12"/>
          <p:cNvSpPr txBox="1"/>
          <p:nvPr>
            <p:ph idx="1" type="body"/>
          </p:nvPr>
        </p:nvSpPr>
        <p:spPr>
          <a:xfrm>
            <a:off x="266400" y="1234440"/>
            <a:ext cx="1066190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i="1">
                <a:solidFill>
                  <a:srgbClr val="5A6B7B"/>
                </a:solidFill>
              </a:rPr>
              <a:t>Monthly infrastructure spend, Legacy (DigitalOcean + Airtable) vs AWS.</a:t>
            </a:r>
          </a:p>
        </p:txBody>
      </p:sp>
      <p:sp>
        <p:nvSpPr>
          <p:cNvPr id="963" name="Google Shape;963;p12"/>
          <p:cNvSpPr txBox="1"/>
          <p:nvPr>
            <p:ph idx="2" type="body"/>
          </p:nvPr>
        </p:nvSpPr>
        <p:spPr>
          <a:xfrm>
            <a:off x="3609474" y="6609589"/>
            <a:ext cx="8451065" cy="2158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</a:pPr>
            <a:r>
              <a:t/>
            </a:r>
            <a:endParaRPr/>
          </a:p>
        </p:txBody>
      </p:sp>
      <p:sp>
        <p:nvSpPr>
          <p:cNvPr id="10500" name="Legacy / month"/>
          <p:cNvSpPr txBox="1"/>
          <p:nvPr/>
        </p:nvSpPr>
        <p:spPr>
          <a:xfrm>
            <a:off x="329184" y="2011680"/>
            <a:ext cx="3310128" cy="155448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>
            <a:outerShdw blurRad="90000" dist="38100" dir="5400000" rotWithShape="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1E2761"/>
                </a:solidFill>
              </a:rPr>
              <a:t>EUR 466</a:t>
            </a:r>
          </a:p>
          <a:p>
            <a:pPr indent="0" lvl="0" marL="0" rtl="0" algn="ctr">
              <a:lnSpc>
                <a:spcPct val="105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5A6B7B"/>
                </a:solidFill>
              </a:rPr>
              <a:t>Legacy / month</a:t>
            </a:r>
          </a:p>
        </p:txBody>
      </p:sp>
      <p:sp>
        <p:nvSpPr>
          <p:cNvPr id="10501" name="AWS / month"/>
          <p:cNvSpPr txBox="1"/>
          <p:nvPr/>
        </p:nvSpPr>
        <p:spPr>
          <a:xfrm>
            <a:off x="3895344" y="2011680"/>
            <a:ext cx="3310128" cy="155448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>
            <a:outerShdw blurRad="90000" dist="38100" dir="5400000" rotWithShape="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003F76"/>
                </a:solidFill>
              </a:rPr>
              <a:t>EUR 231</a:t>
            </a:r>
          </a:p>
          <a:p>
            <a:pPr indent="0" lvl="0" marL="0" rtl="0" algn="ctr">
              <a:lnSpc>
                <a:spcPct val="105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5A6B7B"/>
                </a:solidFill>
              </a:rPr>
              <a:t>AWS / month</a:t>
            </a:r>
          </a:p>
        </p:txBody>
      </p:sp>
      <p:sp>
        <p:nvSpPr>
          <p:cNvPr id="10502" name="Direct infra cost"/>
          <p:cNvSpPr txBox="1"/>
          <p:nvPr/>
        </p:nvSpPr>
        <p:spPr>
          <a:xfrm>
            <a:off x="7461504" y="2011680"/>
            <a:ext cx="3310128" cy="155448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>
            <a:outerShdw blurRad="90000" dist="38100" dir="5400000" rotWithShape="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C8102E"/>
                </a:solidFill>
              </a:rPr>
              <a:t>-50%</a:t>
            </a:r>
          </a:p>
          <a:p>
            <a:pPr indent="0" lvl="0" marL="0" rtl="0" algn="ctr">
              <a:lnSpc>
                <a:spcPct val="105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5A6B7B"/>
                </a:solidFill>
              </a:rPr>
              <a:t>Direct infra cost</a:t>
            </a:r>
          </a:p>
        </p:txBody>
      </p:sp>
      <p:sp>
        <p:nvSpPr>
          <p:cNvPr id="10590" name="barlabel"/>
          <p:cNvSpPr txBox="1"/>
          <p:nvPr/>
        </p:nvSpPr>
        <p:spPr>
          <a:xfrm>
            <a:off x="329184" y="3502152"/>
            <a:ext cx="10424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3F76"/>
                </a:solidFill>
              </a:rPr>
              <a:t>Largest savings by category (EUR / month)</a:t>
            </a:r>
          </a:p>
        </p:txBody>
      </p:sp>
      <p:sp>
        <p:nvSpPr>
          <p:cNvPr id="10600" name="Database / SaaS"/>
          <p:cNvSpPr txBox="1"/>
          <p:nvPr/>
        </p:nvSpPr>
        <p:spPr>
          <a:xfrm>
            <a:off x="329184" y="3886200"/>
            <a:ext cx="26517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A1A1A"/>
                </a:solidFill>
              </a:rPr>
              <a:t>Database / SaaS</a:t>
            </a:r>
          </a:p>
          <a:p>
            <a:pPr indent="0" lvl="0" marL="0" rtl="0" algn="l">
              <a:lnSpc>
                <a:spcPct val="105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5A6B7B"/>
                </a:solidFill>
              </a:rPr>
              <a:t>Airtable → RDS</a:t>
            </a:r>
          </a:p>
        </p:txBody>
      </p:sp>
      <p:sp>
        <p:nvSpPr>
          <p:cNvPr id="10620" name="legbar"/>
          <p:cNvSpPr txBox="1"/>
          <p:nvPr/>
        </p:nvSpPr>
        <p:spPr>
          <a:xfrm>
            <a:off x="3072384" y="3913632"/>
            <a:ext cx="5669280" cy="2286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45700" lIns="27432" spcFirstLastPara="1" rIns="91425" wrap="square" tIns="45700">
            <a:noAutofit/>
          </a:bodyPr>
          <a:lstStyle/>
          <a:p>
            <a:pPr indent="0" lvl="0" marL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>
                <a:solidFill>
                  <a:srgbClr val="FFFFFF"/>
                </a:solidFill>
              </a:rPr>
              <a:t>EUR 294</a:t>
            </a:r>
          </a:p>
        </p:txBody>
      </p:sp>
      <p:sp>
        <p:nvSpPr>
          <p:cNvPr id="10640" name="awsbar"/>
          <p:cNvSpPr txBox="1"/>
          <p:nvPr/>
        </p:nvSpPr>
        <p:spPr>
          <a:xfrm>
            <a:off x="3072384" y="4169663"/>
            <a:ext cx="925596" cy="228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45700" lIns="27432" spcFirstLastPara="1" rIns="91425" wrap="square" tIns="45700">
            <a:noAutofit/>
          </a:bodyPr>
          <a:lstStyle/>
          <a:p>
            <a:pPr indent="0" lvl="0" marL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>
                <a:solidFill>
                  <a:srgbClr val="FFFFFF"/>
                </a:solidFill>
              </a:rPr>
              <a:t>EUR 48</a:t>
            </a:r>
          </a:p>
        </p:txBody>
      </p:sp>
      <p:sp>
        <p:nvSpPr>
          <p:cNvPr id="10601" name="Compute"/>
          <p:cNvSpPr txBox="1"/>
          <p:nvPr/>
        </p:nvSpPr>
        <p:spPr>
          <a:xfrm>
            <a:off x="329184" y="4636008"/>
            <a:ext cx="26517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A1A1A"/>
                </a:solidFill>
              </a:rPr>
              <a:t>Compute</a:t>
            </a:r>
          </a:p>
          <a:p>
            <a:pPr indent="0" lvl="0" marL="0" rtl="0" algn="l">
              <a:lnSpc>
                <a:spcPct val="105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5A6B7B"/>
                </a:solidFill>
              </a:rPr>
              <a:t>Droplets → ECS Fargate</a:t>
            </a:r>
          </a:p>
        </p:txBody>
      </p:sp>
      <p:sp>
        <p:nvSpPr>
          <p:cNvPr id="10621" name="legbar"/>
          <p:cNvSpPr txBox="1"/>
          <p:nvPr/>
        </p:nvSpPr>
        <p:spPr>
          <a:xfrm>
            <a:off x="3072384" y="4663440"/>
            <a:ext cx="1966893" cy="2286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45700" lIns="27432" spcFirstLastPara="1" rIns="91425" wrap="square" tIns="45700">
            <a:noAutofit/>
          </a:bodyPr>
          <a:lstStyle/>
          <a:p>
            <a:pPr indent="0" lvl="0" marL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>
                <a:solidFill>
                  <a:srgbClr val="FFFFFF"/>
                </a:solidFill>
              </a:rPr>
              <a:t>EUR 102</a:t>
            </a:r>
          </a:p>
        </p:txBody>
      </p:sp>
      <p:sp>
        <p:nvSpPr>
          <p:cNvPr id="10641" name="awsbar"/>
          <p:cNvSpPr txBox="1"/>
          <p:nvPr/>
        </p:nvSpPr>
        <p:spPr>
          <a:xfrm>
            <a:off x="3072384" y="4919472"/>
            <a:ext cx="1137712" cy="228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45700" lIns="27432" spcFirstLastPara="1" rIns="91425" wrap="square" tIns="45700">
            <a:noAutofit/>
          </a:bodyPr>
          <a:lstStyle/>
          <a:p>
            <a:pPr indent="0" lvl="0" marL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>
                <a:solidFill>
                  <a:srgbClr val="FFFFFF"/>
                </a:solidFill>
              </a:rPr>
              <a:t>EUR 59</a:t>
            </a:r>
          </a:p>
        </p:txBody>
      </p:sp>
      <p:sp>
        <p:nvSpPr>
          <p:cNvPr id="10602" name="Storage"/>
          <p:cNvSpPr txBox="1"/>
          <p:nvPr/>
        </p:nvSpPr>
        <p:spPr>
          <a:xfrm>
            <a:off x="329184" y="5385816"/>
            <a:ext cx="26517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A1A1A"/>
                </a:solidFill>
              </a:rPr>
              <a:t>Storage</a:t>
            </a:r>
          </a:p>
          <a:p>
            <a:pPr indent="0" lvl="0" marL="0" rtl="0" algn="l">
              <a:lnSpc>
                <a:spcPct val="105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5A6B7B"/>
                </a:solidFill>
              </a:rPr>
              <a:t>Spaces → S3</a:t>
            </a:r>
          </a:p>
        </p:txBody>
      </p:sp>
      <p:sp>
        <p:nvSpPr>
          <p:cNvPr id="10622" name="legbar"/>
          <p:cNvSpPr txBox="1"/>
          <p:nvPr/>
        </p:nvSpPr>
        <p:spPr>
          <a:xfrm>
            <a:off x="3072384" y="5413248"/>
            <a:ext cx="1349828" cy="2286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45700" lIns="27432" spcFirstLastPara="1" rIns="91425" wrap="square" tIns="45700">
            <a:noAutofit/>
          </a:bodyPr>
          <a:lstStyle/>
          <a:p>
            <a:pPr indent="0" lvl="0" marL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>
                <a:solidFill>
                  <a:srgbClr val="FFFFFF"/>
                </a:solidFill>
              </a:rPr>
              <a:t>EUR 70</a:t>
            </a:r>
          </a:p>
        </p:txBody>
      </p:sp>
      <p:sp>
        <p:nvSpPr>
          <p:cNvPr id="10642" name="awsbar"/>
          <p:cNvSpPr txBox="1"/>
          <p:nvPr/>
        </p:nvSpPr>
        <p:spPr>
          <a:xfrm>
            <a:off x="3072384" y="5669279"/>
            <a:ext cx="457200" cy="228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45700" lIns="27432" spcFirstLastPara="1" rIns="91425" wrap="square" tIns="45700">
            <a:noAutofit/>
          </a:bodyPr>
          <a:lstStyle/>
          <a:p>
            <a:pPr indent="0" lvl="0" marL="0" rtl="0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>
                <a:solidFill>
                  <a:srgbClr val="FFFFFF"/>
                </a:solidFill>
              </a:rPr>
              <a:t>EUR 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7" name="Shape 9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Google Shape;968;p13"/>
          <p:cNvSpPr txBox="1"/>
          <p:nvPr>
            <p:ph type="title"/>
          </p:nvPr>
        </p:nvSpPr>
        <p:spPr>
          <a:xfrm>
            <a:off x="266399" y="180001"/>
            <a:ext cx="11662075" cy="61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ts val="3600"/>
              <a:buFont typeface="Century Gothic"/>
              <a:buNone/>
            </a:pPr>
            <a:r>
              <a:rPr lang="en-US" sz="2800" b="1">
                <a:solidFill>
                  <a:srgbClr val="003F76"/>
                </a:solidFill>
              </a:rPr>
              <a:t>Results: Latency and Operational Effort</a:t>
            </a:r>
          </a:p>
        </p:txBody>
      </p:sp>
      <p:sp>
        <p:nvSpPr>
          <p:cNvPr id="969" name="Google Shape;969;p13"/>
          <p:cNvSpPr/>
          <p:nvPr>
            <p:ph idx="2" type="pic"/>
          </p:nvPr>
        </p:nvSpPr>
        <p:spPr>
          <a:xfrm>
            <a:off x="1021442" y="969402"/>
            <a:ext cx="10161896" cy="519076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70" name="Google Shape;970;p13"/>
          <p:cNvSpPr txBox="1"/>
          <p:nvPr>
            <p:ph idx="1" type="body"/>
          </p:nvPr>
        </p:nvSpPr>
        <p:spPr>
          <a:xfrm>
            <a:off x="266400" y="1234440"/>
            <a:ext cx="1066190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i="1">
                <a:solidFill>
                  <a:srgbClr val="5A6B7B"/>
                </a:solidFill>
              </a:rPr>
              <a:t>HTTP benchmark (N = 100 / environment) and recurring operational effort.</a:t>
            </a:r>
          </a:p>
        </p:txBody>
      </p:sp>
      <p:sp>
        <p:nvSpPr>
          <p:cNvPr id="971" name="Google Shape;971;p13"/>
          <p:cNvSpPr txBox="1"/>
          <p:nvPr>
            <p:ph idx="3" type="body"/>
          </p:nvPr>
        </p:nvSpPr>
        <p:spPr>
          <a:xfrm>
            <a:off x="3609474" y="6609589"/>
            <a:ext cx="8451065" cy="2158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</a:pPr>
            <a:r>
              <a:t/>
            </a:r>
            <a:endParaRPr/>
          </a:p>
        </p:txBody>
      </p:sp>
      <p:sp>
        <p:nvSpPr>
          <p:cNvPr id="10700" name="Mean TTFB"/>
          <p:cNvSpPr txBox="1"/>
          <p:nvPr/>
        </p:nvSpPr>
        <p:spPr>
          <a:xfrm>
            <a:off x="329184" y="1965960"/>
            <a:ext cx="3310128" cy="141732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>
            <a:outerShdw blurRad="90000" dist="38100" dir="5400000" rotWithShape="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>
                <a:solidFill>
                  <a:srgbClr val="003F76"/>
                </a:solidFill>
              </a:rPr>
              <a:t>-38%</a:t>
            </a:r>
          </a:p>
          <a:p>
            <a:pPr indent="0" lvl="0" marL="0" rtl="0" algn="ctr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A1A1A"/>
                </a:solidFill>
              </a:rPr>
              <a:t>Mean TTFB</a:t>
            </a:r>
          </a:p>
          <a:p>
            <a:pPr indent="0" lvl="0" marL="0" rtl="0" algn="ctr">
              <a:lnSpc>
                <a:spcPct val="105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A6B7B"/>
                </a:solidFill>
              </a:rPr>
              <a:t>81 vs 131 ms</a:t>
            </a:r>
          </a:p>
        </p:txBody>
      </p:sp>
      <p:sp>
        <p:nvSpPr>
          <p:cNvPr id="10701" name="DNS / TCP"/>
          <p:cNvSpPr txBox="1"/>
          <p:nvPr/>
        </p:nvSpPr>
        <p:spPr>
          <a:xfrm>
            <a:off x="3895344" y="1965960"/>
            <a:ext cx="3310128" cy="141732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>
            <a:outerShdw blurRad="90000" dist="38100" dir="5400000" rotWithShape="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>
                <a:solidFill>
                  <a:srgbClr val="003F76"/>
                </a:solidFill>
              </a:rPr>
              <a:t>-89%</a:t>
            </a:r>
          </a:p>
          <a:p>
            <a:pPr indent="0" lvl="0" marL="0" rtl="0" algn="ctr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A1A1A"/>
                </a:solidFill>
              </a:rPr>
              <a:t>DNS / TCP</a:t>
            </a:r>
          </a:p>
          <a:p>
            <a:pPr indent="0" lvl="0" marL="0" rtl="0" algn="ctr">
              <a:lnSpc>
                <a:spcPct val="105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A6B7B"/>
                </a:solidFill>
              </a:rPr>
              <a:t>anycast + CDN</a:t>
            </a:r>
          </a:p>
        </p:txBody>
      </p:sp>
      <p:sp>
        <p:nvSpPr>
          <p:cNvPr id="10702" name="TLS handshake"/>
          <p:cNvSpPr txBox="1"/>
          <p:nvPr/>
        </p:nvSpPr>
        <p:spPr>
          <a:xfrm>
            <a:off x="7461504" y="1965960"/>
            <a:ext cx="3310128" cy="141732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>
            <a:outerShdw blurRad="90000" dist="38100" dir="5400000" rotWithShape="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>
                <a:solidFill>
                  <a:srgbClr val="003F76"/>
                </a:solidFill>
              </a:rPr>
              <a:t>-48%</a:t>
            </a:r>
          </a:p>
          <a:p>
            <a:pPr indent="0" lvl="0" marL="0" rtl="0" algn="ctr">
              <a:lnSpc>
                <a:spcPct val="105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A1A1A"/>
                </a:solidFill>
              </a:rPr>
              <a:t>TLS handshake</a:t>
            </a:r>
          </a:p>
          <a:p>
            <a:pPr indent="0" lvl="0" marL="0" rtl="0" algn="ctr">
              <a:lnSpc>
                <a:spcPct val="105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A6B7B"/>
                </a:solidFill>
              </a:rPr>
              <a:t>TLS 1.3 resumption</a:t>
            </a:r>
          </a:p>
        </p:txBody>
      </p:sp>
      <p:sp>
        <p:nvSpPr>
          <p:cNvPr id="10790" name="opslabel"/>
          <p:cNvSpPr txBox="1"/>
          <p:nvPr/>
        </p:nvSpPr>
        <p:spPr>
          <a:xfrm>
            <a:off x="329184" y="3703320"/>
            <a:ext cx="10424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003F76"/>
                </a:solidFill>
              </a:rPr>
              <a:t>Recurring operational effort (engineering hours / month)</a:t>
            </a:r>
          </a:p>
        </p:txBody>
      </p:sp>
      <p:sp>
        <p:nvSpPr>
          <p:cNvPr id="10800" name="Legacy"/>
          <p:cNvSpPr txBox="1"/>
          <p:nvPr/>
        </p:nvSpPr>
        <p:spPr>
          <a:xfrm>
            <a:off x="329184" y="4114800"/>
            <a:ext cx="3310128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5D3E6"/>
            </a:solidFill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1E2761"/>
                </a:solidFill>
              </a:rPr>
              <a:t>Legacy</a:t>
            </a:r>
          </a:p>
          <a:p>
            <a:pPr indent="0" lvl="0" marL="0" rtl="0" algn="ctr">
              <a:lnSpc>
                <a:spcPct val="105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1A"/>
                </a:solidFill>
              </a:rPr>
              <a:t>13-20 h</a:t>
            </a:r>
          </a:p>
          <a:p>
            <a:pPr indent="0" lvl="0" marL="0" rtl="0" algn="ctr">
              <a:lnSpc>
                <a:spcPct val="105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A6B7B"/>
                </a:solidFill>
              </a:rPr>
              <a:t>~ EUR 1,320 / mo</a:t>
            </a:r>
          </a:p>
        </p:txBody>
      </p:sp>
      <p:sp>
        <p:nvSpPr>
          <p:cNvPr id="10801" name="AWS"/>
          <p:cNvSpPr txBox="1"/>
          <p:nvPr/>
        </p:nvSpPr>
        <p:spPr>
          <a:xfrm>
            <a:off x="3895344" y="4114800"/>
            <a:ext cx="3310128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5D3E6"/>
            </a:solidFill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003F76"/>
                </a:solidFill>
              </a:rPr>
              <a:t>AWS</a:t>
            </a:r>
          </a:p>
          <a:p>
            <a:pPr indent="0" lvl="0" marL="0" rtl="0" algn="ctr">
              <a:lnSpc>
                <a:spcPct val="105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1A"/>
                </a:solidFill>
              </a:rPr>
              <a:t>1.5-2 h</a:t>
            </a:r>
          </a:p>
          <a:p>
            <a:pPr indent="0" lvl="0" marL="0" rtl="0" algn="ctr">
              <a:lnSpc>
                <a:spcPct val="105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A6B7B"/>
                </a:solidFill>
              </a:rPr>
              <a:t>~ EUR 140 / mo</a:t>
            </a:r>
          </a:p>
        </p:txBody>
      </p:sp>
      <p:sp>
        <p:nvSpPr>
          <p:cNvPr id="10802" name="Saved"/>
          <p:cNvSpPr txBox="1"/>
          <p:nvPr/>
        </p:nvSpPr>
        <p:spPr>
          <a:xfrm>
            <a:off x="7461504" y="4114800"/>
            <a:ext cx="3310128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5D3E6"/>
            </a:solidFill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C8102E"/>
                </a:solidFill>
              </a:rPr>
              <a:t>Saved</a:t>
            </a:r>
          </a:p>
          <a:p>
            <a:pPr indent="0" lvl="0" marL="0" rtl="0" algn="ctr">
              <a:lnSpc>
                <a:spcPct val="105000"/>
              </a:lnSpc>
              <a:spcBef>
                <a:spcPts val="8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1A"/>
                </a:solidFill>
              </a:rPr>
              <a:t>~ EUR 1,180</a:t>
            </a:r>
          </a:p>
          <a:p>
            <a:pPr indent="0" lvl="0" marL="0" rtl="0" algn="ctr">
              <a:lnSpc>
                <a:spcPct val="105000"/>
              </a:lnSpc>
              <a:spcBef>
                <a:spcPts val="4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A6B7B"/>
                </a:solidFill>
              </a:rPr>
              <a:t>engineering / mo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5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14"/>
          <p:cNvSpPr txBox="1"/>
          <p:nvPr>
            <p:ph type="title"/>
          </p:nvPr>
        </p:nvSpPr>
        <p:spPr>
          <a:xfrm>
            <a:off x="266399" y="180000"/>
            <a:ext cx="11662075" cy="61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rgbClr val="003F76"/>
              </a:buClr>
              <a:buSzPts val="3600"/>
              <a:buFont typeface="Century Gothic"/>
              <a:buNone/>
            </a:pPr>
            <a:r>
              <a:rPr lang="en-US" sz="2800" b="1">
                <a:solidFill>
                  <a:srgbClr val="003F76"/>
                </a:solidFill>
              </a:rPr>
              <a:t>Conclusions and Future Work</a:t>
            </a:r>
          </a:p>
        </p:txBody>
      </p:sp>
      <p:sp>
        <p:nvSpPr>
          <p:cNvPr id="977" name="Google Shape;977;p14"/>
          <p:cNvSpPr txBox="1"/>
          <p:nvPr>
            <p:ph idx="1" type="body"/>
          </p:nvPr>
        </p:nvSpPr>
        <p:spPr>
          <a:xfrm>
            <a:off x="266400" y="1280160"/>
            <a:ext cx="5852160" cy="4663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003F76"/>
                </a:solidFill>
              </a:rPr>
              <a:t>Key outcomes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45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600">
                <a:solidFill>
                  <a:srgbClr val="1A1A1A"/>
                </a:solidFill>
              </a:rPr>
              <a:t>Structural cost saving driven by replacing Airtable with RDS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35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600">
                <a:solidFill>
                  <a:srgbClr val="1A1A1A"/>
                </a:solidFill>
              </a:rPr>
              <a:t>~38% lower end-to-end latency with a tighter distribution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35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600">
                <a:solidFill>
                  <a:srgbClr val="1A1A1A"/>
                </a:solidFill>
              </a:rPr>
              <a:t>Managed services sharply cut undifferentiated operational effort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35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600">
                <a:solidFill>
                  <a:srgbClr val="1A1A1A"/>
                </a:solidFill>
              </a:rPr>
              <a:t>Terraform delivered reproducible, auditable infrastructure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350"/>
              </a:spcBef>
              <a:spcAft>
                <a:spcPts val="0"/>
              </a:spcAft>
              <a:buClr>
                <a:srgbClr val="003F76"/>
              </a:buClr>
              <a:buSzPct val="80000"/>
              <a:buFont typeface="Arial"/>
              <a:buChar char="•"/>
            </a:pPr>
            <a:r>
              <a:rPr lang="en-US" sz="1600">
                <a:solidFill>
                  <a:srgbClr val="1A1A1A"/>
                </a:solidFill>
              </a:rPr>
              <a:t>Incremental design minimized migration risk and disruption</a:t>
            </a:r>
          </a:p>
          <a:p>
            <a:pPr indent="0" lvl="0" marL="0" rtl="0" algn="l">
              <a:lnSpc>
                <a:spcPct val="105000"/>
              </a:lnSpc>
              <a:spcBef>
                <a:spcPts val="65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003F76"/>
                </a:solidFill>
              </a:rPr>
              <a:t>Future work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rgbClr val="C8102E"/>
              </a:buClr>
              <a:buSzPct val="90000"/>
              <a:buFont typeface="Arial"/>
              <a:buChar char="›"/>
            </a:pPr>
            <a:r>
              <a:rPr lang="en-US" sz="1600">
                <a:solidFill>
                  <a:srgbClr val="1A1A1A"/>
                </a:solidFill>
              </a:rPr>
              <a:t>Benchmark authenticated APIs and DB-intensive workflows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350"/>
              </a:spcBef>
              <a:spcAft>
                <a:spcPts val="0"/>
              </a:spcAft>
              <a:buClr>
                <a:srgbClr val="C8102E"/>
              </a:buClr>
              <a:buSzPct val="90000"/>
              <a:buFont typeface="Arial"/>
              <a:buChar char="›"/>
            </a:pPr>
            <a:r>
              <a:rPr lang="en-US" sz="1600">
                <a:solidFill>
                  <a:srgbClr val="1A1A1A"/>
                </a:solidFill>
              </a:rPr>
              <a:t>Load and scalability testing under concurrent demand</a:t>
            </a:r>
          </a:p>
          <a:p>
            <a:pPr indent="-228600" lvl="0" marL="285750" rtl="0" algn="l">
              <a:lnSpc>
                <a:spcPct val="105000"/>
              </a:lnSpc>
              <a:spcBef>
                <a:spcPts val="350"/>
              </a:spcBef>
              <a:spcAft>
                <a:spcPts val="0"/>
              </a:spcAft>
              <a:buClr>
                <a:srgbClr val="C8102E"/>
              </a:buClr>
              <a:buSzPct val="90000"/>
              <a:buFont typeface="Arial"/>
              <a:buChar char="›"/>
            </a:pPr>
            <a:r>
              <a:rPr lang="en-US" sz="1600">
                <a:solidFill>
                  <a:srgbClr val="1A1A1A"/>
                </a:solidFill>
              </a:rPr>
              <a:t>Deepen IAM standardization and observability</a:t>
            </a:r>
          </a:p>
        </p:txBody>
      </p:sp>
      <p:sp>
        <p:nvSpPr>
          <p:cNvPr id="978" name="Google Shape;978;p14"/>
          <p:cNvSpPr txBox="1"/>
          <p:nvPr>
            <p:ph idx="2" type="body"/>
          </p:nvPr>
        </p:nvSpPr>
        <p:spPr>
          <a:xfrm>
            <a:off x="3609474" y="6609589"/>
            <a:ext cx="8451065" cy="2158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None/>
            </a:pPr>
            <a:r>
              <a:t/>
            </a:r>
            <a:endParaRPr/>
          </a:p>
        </p:txBody>
      </p:sp>
      <p:sp>
        <p:nvSpPr>
          <p:cNvPr id="979" name="Google Shape;979;p14"/>
          <p:cNvSpPr/>
          <p:nvPr>
            <p:ph idx="3" type="pic"/>
          </p:nvPr>
        </p:nvSpPr>
        <p:spPr>
          <a:xfrm>
            <a:off x="262800" y="1224000"/>
            <a:ext cx="5706579" cy="468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80" name="Google Shape;980;p14"/>
          <p:cNvSpPr/>
          <p:nvPr>
            <p:ph idx="4" type="pic"/>
          </p:nvPr>
        </p:nvSpPr>
        <p:spPr>
          <a:xfrm>
            <a:off x="6220800" y="1224000"/>
            <a:ext cx="5706579" cy="468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900" name="takeaway"/>
          <p:cNvSpPr txBox="1"/>
          <p:nvPr/>
        </p:nvSpPr>
        <p:spPr>
          <a:xfrm>
            <a:off x="6858000" y="1600200"/>
            <a:ext cx="3840480" cy="3657600"/>
          </a:xfrm>
          <a:prstGeom prst="roundRect">
            <a:avLst/>
          </a:prstGeom>
          <a:solidFill>
            <a:srgbClr val="003F76"/>
          </a:solidFill>
          <a:ln>
            <a:noFill/>
          </a:ln>
          <a:effectLst>
            <a:outerShdw blurRad="90000" dist="38100" dir="5400000" rotWithShape="0">
              <a:srgbClr val="000000">
                <a:alpha val="20000"/>
              </a:srgbClr>
            </a:outerShdw>
          </a:effectLst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CADCFC"/>
                </a:solidFill>
              </a:rPr>
              <a:t>TOTAL ESTIMATED SAVING</a:t>
            </a:r>
          </a:p>
          <a:p>
            <a:pPr indent="0" lvl="0" marL="0" rtl="0" algn="ctr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rgbClr val="FFFFFF"/>
                </a:solidFill>
              </a:rPr>
              <a:t>~ EUR 1,415</a:t>
            </a:r>
          </a:p>
          <a:p>
            <a:pPr indent="0" lvl="0" marL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CADCFC"/>
                </a:solidFill>
              </a:rPr>
              <a:t>per month</a:t>
            </a:r>
          </a:p>
          <a:p>
            <a:pPr indent="0" lvl="0" marL="0" rtl="0" algn="ctr">
              <a:lnSpc>
                <a:spcPct val="105000"/>
              </a:lnSpc>
              <a:spcBef>
                <a:spcPts val="35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FFFFF"/>
                </a:solidFill>
              </a:rPr>
              <a:t>≈ EUR 17,000 / year</a:t>
            </a:r>
          </a:p>
          <a:p>
            <a:pPr indent="0" lvl="0" marL="0" rtl="0"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50" i="1">
                <a:solidFill>
                  <a:srgbClr val="CADCFC"/>
                </a:solidFill>
              </a:rPr>
              <a:t>Cloud-native modernization achieved incrementally through controlled evolution, continuous validation and risk-aware design.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7" name="Shape 99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oliTO Layout Generico TITOLO BLU">
  <a:themeElements>
    <a:clrScheme name="PoliTO">
      <a:dk1>
        <a:srgbClr val="00284B"/>
      </a:dk1>
      <a:lt1>
        <a:srgbClr val="FFFFFF"/>
      </a:lt1>
      <a:dk2>
        <a:srgbClr val="00284B"/>
      </a:dk2>
      <a:lt2>
        <a:srgbClr val="FFFFFF"/>
      </a:lt2>
      <a:accent1>
        <a:srgbClr val="185A7D"/>
      </a:accent1>
      <a:accent2>
        <a:srgbClr val="028FBE"/>
      </a:accent2>
      <a:accent3>
        <a:srgbClr val="EF7B00"/>
      </a:accent3>
      <a:accent4>
        <a:srgbClr val="FFC743"/>
      </a:accent4>
      <a:accent5>
        <a:srgbClr val="038375"/>
      </a:accent5>
      <a:accent6>
        <a:srgbClr val="8DD4BD"/>
      </a:accent6>
      <a:hlink>
        <a:srgbClr val="839794"/>
      </a:hlink>
      <a:folHlink>
        <a:srgbClr val="B6B09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2021-12-06T14:02:46Z</dcterms:created>
  <dc:creator>Cavaliere  Monica</dc:creator>
</cp:coreProperties>
</file>