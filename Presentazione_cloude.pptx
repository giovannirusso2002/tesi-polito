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27.xml" ContentType="application/vnd.openxmlformats-officedocument.theme+xml"/>
  <Override PartName="/ppt/theme/theme15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media/image4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</p:sld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e contenuto + 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e contenuto + 5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+ 4 Immagini +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hiusur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t Icone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ertura - 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t Icone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t Icone [c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t Icone [d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t Forme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t Forme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t Forme [c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pa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pa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Titolo sezione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central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centrale e contenut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pic>
        <p:nvPicPr>
          <p:cNvPr id="30" name="Google Shape;117;p58" descr=""/>
          <p:cNvPicPr/>
          <p:nvPr/>
        </p:nvPicPr>
        <p:blipFill>
          <a:blip r:embed="rId3"/>
          <a:stretch/>
        </p:blipFill>
        <p:spPr>
          <a:xfrm>
            <a:off x="619200" y="5410080"/>
            <a:ext cx="2165400" cy="95184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120;p59"/>
          <p:cNvSpPr/>
          <p:nvPr/>
        </p:nvSpPr>
        <p:spPr>
          <a:xfrm>
            <a:off x="263520" y="927720"/>
            <a:ext cx="3742560" cy="5255280"/>
          </a:xfrm>
          <a:prstGeom prst="roundRect">
            <a:avLst>
              <a:gd name="adj" fmla="val 3968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Google Shape;121;p59"/>
          <p:cNvSpPr/>
          <p:nvPr/>
        </p:nvSpPr>
        <p:spPr>
          <a:xfrm>
            <a:off x="441360" y="1125720"/>
            <a:ext cx="153000" cy="4859280"/>
          </a:xfrm>
          <a:prstGeom prst="roundRect">
            <a:avLst>
              <a:gd name="adj" fmla="val 50000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122;p59"/>
          <p:cNvSpPr/>
          <p:nvPr/>
        </p:nvSpPr>
        <p:spPr>
          <a:xfrm rot="5400000">
            <a:off x="3137040" y="1145520"/>
            <a:ext cx="685080" cy="684360"/>
          </a:xfrm>
          <a:prstGeom prst="halfFrame">
            <a:avLst>
              <a:gd name="adj1" fmla="val 23728"/>
              <a:gd name="adj2" fmla="val 24642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23;p59"/>
          <p:cNvSpPr/>
          <p:nvPr/>
        </p:nvSpPr>
        <p:spPr>
          <a:xfrm>
            <a:off x="621360" y="1658520"/>
            <a:ext cx="2585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ridimensionare senza perdere la qualità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24;p59"/>
          <p:cNvSpPr/>
          <p:nvPr/>
        </p:nvSpPr>
        <p:spPr>
          <a:xfrm>
            <a:off x="621360" y="2361240"/>
            <a:ext cx="2231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cambiare il colore di riempimento e il colore della linea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125;p59"/>
          <p:cNvSpPr/>
          <p:nvPr/>
        </p:nvSpPr>
        <p:spPr>
          <a:xfrm>
            <a:off x="630720" y="4198320"/>
            <a:ext cx="3356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SET DI ICONE COMPLETAMENTE MODIFICABILI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126;p59"/>
          <p:cNvSpPr/>
          <p:nvPr/>
        </p:nvSpPr>
        <p:spPr>
          <a:xfrm>
            <a:off x="3355200" y="5413680"/>
            <a:ext cx="531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" name="Google Shape;127;p59"/>
          <p:cNvGrpSpPr/>
          <p:nvPr/>
        </p:nvGrpSpPr>
        <p:grpSpPr>
          <a:xfrm>
            <a:off x="5361840" y="1523520"/>
            <a:ext cx="346320" cy="438120"/>
            <a:chOff x="5361840" y="1523520"/>
            <a:chExt cx="346320" cy="438120"/>
          </a:xfrm>
        </p:grpSpPr>
        <p:sp>
          <p:nvSpPr>
            <p:cNvPr id="43" name="Google Shape;128;p59"/>
            <p:cNvSpPr/>
            <p:nvPr/>
          </p:nvSpPr>
          <p:spPr>
            <a:xfrm>
              <a:off x="5392440" y="1574280"/>
              <a:ext cx="315720" cy="387360"/>
            </a:xfrm>
            <a:custGeom>
              <a:avLst/>
              <a:gdLst>
                <a:gd name="textAreaLeft" fmla="*/ 0 w 315720"/>
                <a:gd name="textAreaRight" fmla="*/ 316440 w 315720"/>
                <a:gd name="textAreaTop" fmla="*/ 0 h 387360"/>
                <a:gd name="textAreaBottom" fmla="*/ 388080 h 387360"/>
              </a:gdLst>
              <a:ahLst/>
              <a:rect l="textAreaLeft" t="textAreaTop" r="textAreaRight" b="textAreaBottom"/>
              <a:pathLst>
                <a:path w="15143" h="18562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Google Shape;129;p59"/>
            <p:cNvSpPr/>
            <p:nvPr/>
          </p:nvSpPr>
          <p:spPr>
            <a:xfrm>
              <a:off x="5402520" y="1523520"/>
              <a:ext cx="23760" cy="5220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52200"/>
                <a:gd name="textAreaBottom" fmla="*/ 52920 h 52200"/>
              </a:gdLst>
              <a:ahLst/>
              <a:rect l="textAreaLeft" t="textAreaTop" r="textAreaRight" b="textAreaBottom"/>
              <a:pathLst>
                <a:path w="1174" h="254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" name="Google Shape;130;p59"/>
            <p:cNvSpPr/>
            <p:nvPr/>
          </p:nvSpPr>
          <p:spPr>
            <a:xfrm>
              <a:off x="5472000" y="1523520"/>
              <a:ext cx="23760" cy="5220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52200"/>
                <a:gd name="textAreaBottom" fmla="*/ 52920 h 52200"/>
              </a:gdLst>
              <a:ahLst/>
              <a:rect l="textAreaLeft" t="textAreaTop" r="textAreaRight" b="textAreaBottom"/>
              <a:pathLst>
                <a:path w="1173" h="254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Google Shape;131;p59"/>
            <p:cNvSpPr/>
            <p:nvPr/>
          </p:nvSpPr>
          <p:spPr>
            <a:xfrm>
              <a:off x="5541480" y="1523520"/>
              <a:ext cx="23760" cy="5220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52200"/>
                <a:gd name="textAreaBottom" fmla="*/ 52920 h 52200"/>
              </a:gdLst>
              <a:ahLst/>
              <a:rect l="textAreaLeft" t="textAreaTop" r="textAreaRight" b="textAreaBottom"/>
              <a:pathLst>
                <a:path w="1174" h="254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" name="Google Shape;132;p59"/>
            <p:cNvSpPr/>
            <p:nvPr/>
          </p:nvSpPr>
          <p:spPr>
            <a:xfrm>
              <a:off x="5610600" y="1523520"/>
              <a:ext cx="23760" cy="5220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52200"/>
                <a:gd name="textAreaBottom" fmla="*/ 52920 h 52200"/>
              </a:gdLst>
              <a:ahLst/>
              <a:rect l="textAreaLeft" t="textAreaTop" r="textAreaRight" b="textAreaBottom"/>
              <a:pathLst>
                <a:path w="1173" h="254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Google Shape;133;p59"/>
            <p:cNvSpPr/>
            <p:nvPr/>
          </p:nvSpPr>
          <p:spPr>
            <a:xfrm>
              <a:off x="5361840" y="1542600"/>
              <a:ext cx="315720" cy="387360"/>
            </a:xfrm>
            <a:custGeom>
              <a:avLst/>
              <a:gdLst>
                <a:gd name="textAreaLeft" fmla="*/ 0 w 315720"/>
                <a:gd name="textAreaRight" fmla="*/ 316440 w 315720"/>
                <a:gd name="textAreaTop" fmla="*/ 0 h 387360"/>
                <a:gd name="textAreaBottom" fmla="*/ 388080 h 387360"/>
              </a:gdLst>
              <a:ahLst/>
              <a:rect l="textAreaLeft" t="textAreaTop" r="textAreaRight" b="textAreaBottom"/>
              <a:pathLst>
                <a:path w="15143" h="18562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" name="Google Shape;134;p59"/>
          <p:cNvGrpSpPr/>
          <p:nvPr/>
        </p:nvGrpSpPr>
        <p:grpSpPr>
          <a:xfrm>
            <a:off x="5913000" y="1587240"/>
            <a:ext cx="370800" cy="308520"/>
            <a:chOff x="5913000" y="1587240"/>
            <a:chExt cx="370800" cy="308520"/>
          </a:xfrm>
        </p:grpSpPr>
        <p:sp>
          <p:nvSpPr>
            <p:cNvPr id="50" name="Google Shape;135;p59"/>
            <p:cNvSpPr/>
            <p:nvPr/>
          </p:nvSpPr>
          <p:spPr>
            <a:xfrm>
              <a:off x="6033240" y="1711800"/>
              <a:ext cx="119160" cy="119160"/>
            </a:xfrm>
            <a:custGeom>
              <a:avLst/>
              <a:gdLst>
                <a:gd name="textAreaLeft" fmla="*/ 0 w 119160"/>
                <a:gd name="textAreaRight" fmla="*/ 119880 w 119160"/>
                <a:gd name="textAreaTop" fmla="*/ 0 h 119160"/>
                <a:gd name="textAreaBottom" fmla="*/ 119880 h 119160"/>
              </a:gdLst>
              <a:ahLst/>
              <a:rect l="textAreaLeft" t="textAreaTop" r="textAreaRight" b="textAreaBottom"/>
              <a:pathLst>
                <a:path w="5741" h="574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9760" bIns="59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Google Shape;136;p59"/>
            <p:cNvSpPr/>
            <p:nvPr/>
          </p:nvSpPr>
          <p:spPr>
            <a:xfrm>
              <a:off x="5913000" y="1587240"/>
              <a:ext cx="370800" cy="30852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308520"/>
                <a:gd name="textAreaBottom" fmla="*/ 309240 h 308520"/>
              </a:gdLst>
              <a:ahLst/>
              <a:rect l="textAreaLeft" t="textAreaTop" r="textAreaRight" b="textAreaBottom"/>
              <a:pathLst>
                <a:path w="17781" h="14802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2" name="Google Shape;137;p59"/>
          <p:cNvGrpSpPr/>
          <p:nvPr/>
        </p:nvGrpSpPr>
        <p:grpSpPr>
          <a:xfrm>
            <a:off x="6484680" y="1585800"/>
            <a:ext cx="354600" cy="311760"/>
            <a:chOff x="6484680" y="1585800"/>
            <a:chExt cx="354600" cy="311760"/>
          </a:xfrm>
        </p:grpSpPr>
        <p:sp>
          <p:nvSpPr>
            <p:cNvPr id="53" name="Google Shape;138;p59"/>
            <p:cNvSpPr/>
            <p:nvPr/>
          </p:nvSpPr>
          <p:spPr>
            <a:xfrm>
              <a:off x="6484680" y="1585800"/>
              <a:ext cx="354600" cy="311760"/>
            </a:xfrm>
            <a:custGeom>
              <a:avLst/>
              <a:gdLst>
                <a:gd name="textAreaLeft" fmla="*/ 0 w 354600"/>
                <a:gd name="textAreaRight" fmla="*/ 355320 w 354600"/>
                <a:gd name="textAreaTop" fmla="*/ 0 h 311760"/>
                <a:gd name="textAreaBottom" fmla="*/ 312480 h 311760"/>
              </a:gdLst>
              <a:ahLst/>
              <a:rect l="textAreaLeft" t="textAreaTop" r="textAreaRight" b="textAreaBottom"/>
              <a:pathLst>
                <a:path w="17000" h="14948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Google Shape;139;p59"/>
            <p:cNvSpPr/>
            <p:nvPr/>
          </p:nvSpPr>
          <p:spPr>
            <a:xfrm>
              <a:off x="6515280" y="1616400"/>
              <a:ext cx="293400" cy="250560"/>
            </a:xfrm>
            <a:custGeom>
              <a:avLst/>
              <a:gdLst>
                <a:gd name="textAreaLeft" fmla="*/ 0 w 293400"/>
                <a:gd name="textAreaRight" fmla="*/ 294120 w 29340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14068" h="12017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5" name="Google Shape;140;p59"/>
          <p:cNvSpPr/>
          <p:nvPr/>
        </p:nvSpPr>
        <p:spPr>
          <a:xfrm>
            <a:off x="7080480" y="1574280"/>
            <a:ext cx="290160" cy="334080"/>
          </a:xfrm>
          <a:custGeom>
            <a:avLst/>
            <a:gdLst>
              <a:gd name="textAreaLeft" fmla="*/ 0 w 290160"/>
              <a:gd name="textAreaRight" fmla="*/ 290880 w 290160"/>
              <a:gd name="textAreaTop" fmla="*/ 0 h 334080"/>
              <a:gd name="textAreaBottom" fmla="*/ 334800 h 334080"/>
            </a:gdLst>
            <a:ahLst/>
            <a:rect l="textAreaLeft" t="textAreaTop" r="textAreaRight" b="textAreaBottom"/>
            <a:pathLst>
              <a:path w="13922" h="16022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Google Shape;141;p59"/>
          <p:cNvSpPr/>
          <p:nvPr/>
        </p:nvSpPr>
        <p:spPr>
          <a:xfrm>
            <a:off x="7663680" y="1575360"/>
            <a:ext cx="250560" cy="331920"/>
          </a:xfrm>
          <a:custGeom>
            <a:avLst/>
            <a:gdLst>
              <a:gd name="textAreaLeft" fmla="*/ 0 w 250560"/>
              <a:gd name="textAreaRight" fmla="*/ 251280 w 250560"/>
              <a:gd name="textAreaTop" fmla="*/ 0 h 331920"/>
              <a:gd name="textAreaBottom" fmla="*/ 332640 h 331920"/>
            </a:gdLst>
            <a:ahLst/>
            <a:rect l="textAreaLeft" t="textAreaTop" r="textAreaRight" b="textAreaBottom"/>
            <a:pathLst>
              <a:path w="12018" h="15924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7" name="Google Shape;142;p59"/>
          <p:cNvGrpSpPr/>
          <p:nvPr/>
        </p:nvGrpSpPr>
        <p:grpSpPr>
          <a:xfrm>
            <a:off x="8148600" y="1569240"/>
            <a:ext cx="407520" cy="344520"/>
            <a:chOff x="8148600" y="1569240"/>
            <a:chExt cx="407520" cy="344520"/>
          </a:xfrm>
        </p:grpSpPr>
        <p:sp>
          <p:nvSpPr>
            <p:cNvPr id="58" name="Google Shape;143;p59"/>
            <p:cNvSpPr/>
            <p:nvPr/>
          </p:nvSpPr>
          <p:spPr>
            <a:xfrm>
              <a:off x="8287920" y="1569960"/>
              <a:ext cx="128520" cy="343800"/>
            </a:xfrm>
            <a:custGeom>
              <a:avLst/>
              <a:gdLst>
                <a:gd name="textAreaLeft" fmla="*/ 0 w 128520"/>
                <a:gd name="textAreaRight" fmla="*/ 129240 w 128520"/>
                <a:gd name="textAreaTop" fmla="*/ 0 h 343800"/>
                <a:gd name="textAreaBottom" fmla="*/ 344520 h 343800"/>
              </a:gdLst>
              <a:ahLst/>
              <a:rect l="textAreaLeft" t="textAreaTop" r="textAreaRight" b="textAreaBottom"/>
              <a:pathLst>
                <a:path w="6180" h="16487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" name="Google Shape;144;p59"/>
            <p:cNvSpPr/>
            <p:nvPr/>
          </p:nvSpPr>
          <p:spPr>
            <a:xfrm>
              <a:off x="8148600" y="1569240"/>
              <a:ext cx="127800" cy="339840"/>
            </a:xfrm>
            <a:custGeom>
              <a:avLst/>
              <a:gdLst>
                <a:gd name="textAreaLeft" fmla="*/ 0 w 127800"/>
                <a:gd name="textAreaRight" fmla="*/ 128520 w 127800"/>
                <a:gd name="textAreaTop" fmla="*/ 0 h 339840"/>
                <a:gd name="textAreaBottom" fmla="*/ 340560 h 339840"/>
              </a:gdLst>
              <a:ahLst/>
              <a:rect l="textAreaLeft" t="textAreaTop" r="textAreaRight" b="textAreaBottom"/>
              <a:pathLst>
                <a:path w="6156" h="16291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" name="Google Shape;145;p59"/>
            <p:cNvSpPr/>
            <p:nvPr/>
          </p:nvSpPr>
          <p:spPr>
            <a:xfrm>
              <a:off x="8428320" y="1573920"/>
              <a:ext cx="127800" cy="339120"/>
            </a:xfrm>
            <a:custGeom>
              <a:avLst/>
              <a:gdLst>
                <a:gd name="textAreaLeft" fmla="*/ 0 w 127800"/>
                <a:gd name="textAreaRight" fmla="*/ 128520 w 127800"/>
                <a:gd name="textAreaTop" fmla="*/ 0 h 339120"/>
                <a:gd name="textAreaBottom" fmla="*/ 339840 h 339120"/>
              </a:gdLst>
              <a:ahLst/>
              <a:rect l="textAreaLeft" t="textAreaTop" r="textAreaRight" b="textAreaBottom"/>
              <a:pathLst>
                <a:path w="6156" h="16267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1" name="Google Shape;146;p59"/>
          <p:cNvGrpSpPr/>
          <p:nvPr/>
        </p:nvGrpSpPr>
        <p:grpSpPr>
          <a:xfrm>
            <a:off x="8748360" y="1543320"/>
            <a:ext cx="335160" cy="396360"/>
            <a:chOff x="8748360" y="1543320"/>
            <a:chExt cx="335160" cy="396360"/>
          </a:xfrm>
        </p:grpSpPr>
        <p:sp>
          <p:nvSpPr>
            <p:cNvPr id="62" name="Google Shape;147;p59"/>
            <p:cNvSpPr/>
            <p:nvPr/>
          </p:nvSpPr>
          <p:spPr>
            <a:xfrm>
              <a:off x="8772840" y="1597320"/>
              <a:ext cx="310680" cy="80280"/>
            </a:xfrm>
            <a:custGeom>
              <a:avLst/>
              <a:gdLst>
                <a:gd name="textAreaLeft" fmla="*/ 0 w 310680"/>
                <a:gd name="textAreaRight" fmla="*/ 311400 w 310680"/>
                <a:gd name="textAreaTop" fmla="*/ 0 h 80280"/>
                <a:gd name="textAreaBottom" fmla="*/ 81000 h 80280"/>
              </a:gdLst>
              <a:ahLst/>
              <a:rect l="textAreaLeft" t="textAreaTop" r="textAreaRight" b="textAreaBottom"/>
              <a:pathLst>
                <a:path w="14899" h="3884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320" bIns="40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Google Shape;148;p59"/>
            <p:cNvSpPr/>
            <p:nvPr/>
          </p:nvSpPr>
          <p:spPr>
            <a:xfrm>
              <a:off x="8748360" y="1690920"/>
              <a:ext cx="310680" cy="80640"/>
            </a:xfrm>
            <a:custGeom>
              <a:avLst/>
              <a:gdLst>
                <a:gd name="textAreaLeft" fmla="*/ 0 w 310680"/>
                <a:gd name="textAreaRight" fmla="*/ 311400 w 310680"/>
                <a:gd name="textAreaTop" fmla="*/ 0 h 80640"/>
                <a:gd name="textAreaBottom" fmla="*/ 81360 h 80640"/>
              </a:gdLst>
              <a:ahLst/>
              <a:rect l="textAreaLeft" t="textAreaTop" r="textAreaRight" b="textAreaBottom"/>
              <a:pathLst>
                <a:path w="14899" h="3885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680" bIns="40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" name="Google Shape;149;p59"/>
            <p:cNvSpPr/>
            <p:nvPr/>
          </p:nvSpPr>
          <p:spPr>
            <a:xfrm>
              <a:off x="8898120" y="1543320"/>
              <a:ext cx="36000" cy="41040"/>
            </a:xfrm>
            <a:custGeom>
              <a:avLst/>
              <a:gdLst>
                <a:gd name="textAreaLeft" fmla="*/ 0 w 36000"/>
                <a:gd name="textAreaRight" fmla="*/ 36720 w 36000"/>
                <a:gd name="textAreaTop" fmla="*/ 0 h 41040"/>
                <a:gd name="textAreaBottom" fmla="*/ 41760 h 41040"/>
              </a:gdLst>
              <a:ahLst/>
              <a:rect l="textAreaLeft" t="textAreaTop" r="textAreaRight" b="textAreaBottom"/>
              <a:pathLst>
                <a:path w="1760" h="2004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" name="Google Shape;150;p59"/>
            <p:cNvSpPr/>
            <p:nvPr/>
          </p:nvSpPr>
          <p:spPr>
            <a:xfrm>
              <a:off x="8898120" y="1784160"/>
              <a:ext cx="36000" cy="155520"/>
            </a:xfrm>
            <a:custGeom>
              <a:avLst/>
              <a:gdLst>
                <a:gd name="textAreaLeft" fmla="*/ 0 w 36000"/>
                <a:gd name="textAreaRight" fmla="*/ 36720 w 36000"/>
                <a:gd name="textAreaTop" fmla="*/ 0 h 155520"/>
                <a:gd name="textAreaBottom" fmla="*/ 156240 h 155520"/>
              </a:gdLst>
              <a:ahLst/>
              <a:rect l="textAreaLeft" t="textAreaTop" r="textAreaRight" b="textAreaBottom"/>
              <a:pathLst>
                <a:path w="1760" h="7474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8120" bIns="78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6" name="Google Shape;151;p59"/>
          <p:cNvSpPr/>
          <p:nvPr/>
        </p:nvSpPr>
        <p:spPr>
          <a:xfrm>
            <a:off x="9287640" y="1573920"/>
            <a:ext cx="384120" cy="335160"/>
          </a:xfrm>
          <a:custGeom>
            <a:avLst/>
            <a:gdLst>
              <a:gd name="textAreaLeft" fmla="*/ 0 w 384120"/>
              <a:gd name="textAreaRight" fmla="*/ 384840 w 384120"/>
              <a:gd name="textAreaTop" fmla="*/ 0 h 335160"/>
              <a:gd name="textAreaBottom" fmla="*/ 335880 h 335160"/>
            </a:gdLst>
            <a:ahLst/>
            <a:rect l="textAreaLeft" t="textAreaTop" r="textAreaRight" b="textAreaBottom"/>
            <a:pathLst>
              <a:path w="18416" h="16072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7" name="Google Shape;152;p59"/>
          <p:cNvGrpSpPr/>
          <p:nvPr/>
        </p:nvGrpSpPr>
        <p:grpSpPr>
          <a:xfrm>
            <a:off x="9874800" y="1576440"/>
            <a:ext cx="336240" cy="329760"/>
            <a:chOff x="9874800" y="1576440"/>
            <a:chExt cx="336240" cy="329760"/>
          </a:xfrm>
        </p:grpSpPr>
        <p:sp>
          <p:nvSpPr>
            <p:cNvPr id="68" name="Google Shape;153;p59"/>
            <p:cNvSpPr/>
            <p:nvPr/>
          </p:nvSpPr>
          <p:spPr>
            <a:xfrm>
              <a:off x="9874800" y="1591920"/>
              <a:ext cx="336240" cy="55440"/>
            </a:xfrm>
            <a:custGeom>
              <a:avLst/>
              <a:gdLst>
                <a:gd name="textAreaLeft" fmla="*/ 0 w 336240"/>
                <a:gd name="textAreaRight" fmla="*/ 336960 w 336240"/>
                <a:gd name="textAreaTop" fmla="*/ 0 h 55440"/>
                <a:gd name="textAreaBottom" fmla="*/ 56160 h 55440"/>
              </a:gdLst>
              <a:ahLst/>
              <a:rect l="textAreaLeft" t="textAreaTop" r="textAreaRight" b="textAreaBottom"/>
              <a:pathLst>
                <a:path w="16120" h="2688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" name="Google Shape;154;p59"/>
            <p:cNvSpPr/>
            <p:nvPr/>
          </p:nvSpPr>
          <p:spPr>
            <a:xfrm>
              <a:off x="9874800" y="1880280"/>
              <a:ext cx="336240" cy="25920"/>
            </a:xfrm>
            <a:custGeom>
              <a:avLst/>
              <a:gdLst>
                <a:gd name="textAreaLeft" fmla="*/ 0 w 336240"/>
                <a:gd name="textAreaRight" fmla="*/ 336960 w 336240"/>
                <a:gd name="textAreaTop" fmla="*/ 0 h 25920"/>
                <a:gd name="textAreaBottom" fmla="*/ 26640 h 25920"/>
              </a:gdLst>
              <a:ahLst/>
              <a:rect l="textAreaLeft" t="textAreaTop" r="textAreaRight" b="textAreaBottom"/>
              <a:pathLst>
                <a:path w="16120" h="1271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320" bIns="13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" name="Google Shape;155;p59"/>
            <p:cNvSpPr/>
            <p:nvPr/>
          </p:nvSpPr>
          <p:spPr>
            <a:xfrm>
              <a:off x="9923040" y="1576440"/>
              <a:ext cx="23760" cy="5220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52200"/>
                <a:gd name="textAreaBottom" fmla="*/ 52920 h 52200"/>
              </a:gdLst>
              <a:ahLst/>
              <a:rect l="textAreaLeft" t="textAreaTop" r="textAreaRight" b="textAreaBottom"/>
              <a:pathLst>
                <a:path w="1173" h="254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Google Shape;156;p59"/>
            <p:cNvSpPr/>
            <p:nvPr/>
          </p:nvSpPr>
          <p:spPr>
            <a:xfrm>
              <a:off x="10137240" y="1576440"/>
              <a:ext cx="23760" cy="5220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52200"/>
                <a:gd name="textAreaBottom" fmla="*/ 52920 h 52200"/>
              </a:gdLst>
              <a:ahLst/>
              <a:rect l="textAreaLeft" t="textAreaTop" r="textAreaRight" b="textAreaBottom"/>
              <a:pathLst>
                <a:path w="1174" h="254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Google Shape;157;p59"/>
            <p:cNvSpPr/>
            <p:nvPr/>
          </p:nvSpPr>
          <p:spPr>
            <a:xfrm>
              <a:off x="9969840" y="1749960"/>
              <a:ext cx="41760" cy="4428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44280"/>
                <a:gd name="textAreaBottom" fmla="*/ 45000 h 44280"/>
              </a:gdLst>
              <a:ahLst/>
              <a:rect l="textAreaLeft" t="textAreaTop" r="textAreaRight" b="textAreaBottom"/>
              <a:pathLst>
                <a:path w="2028" h="2151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" name="Google Shape;158;p59"/>
            <p:cNvSpPr/>
            <p:nvPr/>
          </p:nvSpPr>
          <p:spPr>
            <a:xfrm>
              <a:off x="9969840" y="1698840"/>
              <a:ext cx="41760" cy="3996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28" h="1955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" name="Google Shape;159;p59"/>
            <p:cNvSpPr/>
            <p:nvPr/>
          </p:nvSpPr>
          <p:spPr>
            <a:xfrm>
              <a:off x="9969840" y="1805040"/>
              <a:ext cx="41760" cy="3996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28" h="1955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" name="Google Shape;160;p59"/>
            <p:cNvSpPr/>
            <p:nvPr/>
          </p:nvSpPr>
          <p:spPr>
            <a:xfrm>
              <a:off x="10022400" y="1805040"/>
              <a:ext cx="41040" cy="39960"/>
            </a:xfrm>
            <a:custGeom>
              <a:avLst/>
              <a:gdLst>
                <a:gd name="textAreaLeft" fmla="*/ 0 w 41040"/>
                <a:gd name="textAreaRight" fmla="*/ 41760 w 4104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04" h="1955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" name="Google Shape;161;p59"/>
            <p:cNvSpPr/>
            <p:nvPr/>
          </p:nvSpPr>
          <p:spPr>
            <a:xfrm>
              <a:off x="9917280" y="1749960"/>
              <a:ext cx="41760" cy="4428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44280"/>
                <a:gd name="textAreaBottom" fmla="*/ 45000 h 44280"/>
              </a:gdLst>
              <a:ahLst/>
              <a:rect l="textAreaLeft" t="textAreaTop" r="textAreaRight" b="textAreaBottom"/>
              <a:pathLst>
                <a:path w="2028" h="2151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" name="Google Shape;162;p59"/>
            <p:cNvSpPr/>
            <p:nvPr/>
          </p:nvSpPr>
          <p:spPr>
            <a:xfrm>
              <a:off x="9917280" y="1805040"/>
              <a:ext cx="41760" cy="3996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28" h="1955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Google Shape;163;p59"/>
            <p:cNvSpPr/>
            <p:nvPr/>
          </p:nvSpPr>
          <p:spPr>
            <a:xfrm>
              <a:off x="9917280" y="1698840"/>
              <a:ext cx="41760" cy="3996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28" h="1955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" name="Google Shape;164;p59"/>
            <p:cNvSpPr/>
            <p:nvPr/>
          </p:nvSpPr>
          <p:spPr>
            <a:xfrm>
              <a:off x="10022400" y="1749960"/>
              <a:ext cx="41040" cy="44280"/>
            </a:xfrm>
            <a:custGeom>
              <a:avLst/>
              <a:gdLst>
                <a:gd name="textAreaLeft" fmla="*/ 0 w 41040"/>
                <a:gd name="textAreaRight" fmla="*/ 41760 w 41040"/>
                <a:gd name="textAreaTop" fmla="*/ 0 h 44280"/>
                <a:gd name="textAreaBottom" fmla="*/ 45000 h 44280"/>
              </a:gdLst>
              <a:ahLst/>
              <a:rect l="textAreaLeft" t="textAreaTop" r="textAreaRight" b="textAreaBottom"/>
              <a:pathLst>
                <a:path w="2004" h="2151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" name="Google Shape;165;p59"/>
            <p:cNvSpPr/>
            <p:nvPr/>
          </p:nvSpPr>
          <p:spPr>
            <a:xfrm>
              <a:off x="9874800" y="1658160"/>
              <a:ext cx="336240" cy="227520"/>
            </a:xfrm>
            <a:custGeom>
              <a:avLst/>
              <a:gdLst>
                <a:gd name="textAreaLeft" fmla="*/ 0 w 336240"/>
                <a:gd name="textAreaRight" fmla="*/ 336960 w 336240"/>
                <a:gd name="textAreaTop" fmla="*/ 0 h 227520"/>
                <a:gd name="textAreaBottom" fmla="*/ 228240 h 227520"/>
              </a:gdLst>
              <a:ahLst/>
              <a:rect l="textAreaLeft" t="textAreaTop" r="textAreaRight" b="textAreaBottom"/>
              <a:pathLst>
                <a:path w="16120" h="10918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Google Shape;166;p59"/>
            <p:cNvSpPr/>
            <p:nvPr/>
          </p:nvSpPr>
          <p:spPr>
            <a:xfrm>
              <a:off x="10127160" y="1805040"/>
              <a:ext cx="41760" cy="3996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28" h="1955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" name="Google Shape;167;p59"/>
            <p:cNvSpPr/>
            <p:nvPr/>
          </p:nvSpPr>
          <p:spPr>
            <a:xfrm>
              <a:off x="10127160" y="1749960"/>
              <a:ext cx="41760" cy="4428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44280"/>
                <a:gd name="textAreaBottom" fmla="*/ 45000 h 44280"/>
              </a:gdLst>
              <a:ahLst/>
              <a:rect l="textAreaLeft" t="textAreaTop" r="textAreaRight" b="textAreaBottom"/>
              <a:pathLst>
                <a:path w="2028" h="2151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" name="Google Shape;168;p59"/>
            <p:cNvSpPr/>
            <p:nvPr/>
          </p:nvSpPr>
          <p:spPr>
            <a:xfrm>
              <a:off x="10127160" y="1698840"/>
              <a:ext cx="41760" cy="3996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28" h="1955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" name="Google Shape;169;p59"/>
            <p:cNvSpPr/>
            <p:nvPr/>
          </p:nvSpPr>
          <p:spPr>
            <a:xfrm>
              <a:off x="10074600" y="1805040"/>
              <a:ext cx="41760" cy="3996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28" h="1955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" name="Google Shape;170;p59"/>
            <p:cNvSpPr/>
            <p:nvPr/>
          </p:nvSpPr>
          <p:spPr>
            <a:xfrm>
              <a:off x="10022400" y="1698840"/>
              <a:ext cx="41040" cy="39960"/>
            </a:xfrm>
            <a:custGeom>
              <a:avLst/>
              <a:gdLst>
                <a:gd name="textAreaLeft" fmla="*/ 0 w 41040"/>
                <a:gd name="textAreaRight" fmla="*/ 41760 w 4104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04" h="1955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Google Shape;171;p59"/>
            <p:cNvSpPr/>
            <p:nvPr/>
          </p:nvSpPr>
          <p:spPr>
            <a:xfrm>
              <a:off x="10074600" y="1749960"/>
              <a:ext cx="41760" cy="4428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44280"/>
                <a:gd name="textAreaBottom" fmla="*/ 45000 h 44280"/>
              </a:gdLst>
              <a:ahLst/>
              <a:rect l="textAreaLeft" t="textAreaTop" r="textAreaRight" b="textAreaBottom"/>
              <a:pathLst>
                <a:path w="2028" h="2151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Google Shape;172;p59"/>
            <p:cNvSpPr/>
            <p:nvPr/>
          </p:nvSpPr>
          <p:spPr>
            <a:xfrm>
              <a:off x="10074600" y="1698840"/>
              <a:ext cx="41760" cy="39960"/>
            </a:xfrm>
            <a:custGeom>
              <a:avLst/>
              <a:gdLst>
                <a:gd name="textAreaLeft" fmla="*/ 0 w 41760"/>
                <a:gd name="textAreaRight" fmla="*/ 42480 w 41760"/>
                <a:gd name="textAreaTop" fmla="*/ 0 h 39960"/>
                <a:gd name="textAreaBottom" fmla="*/ 40680 h 39960"/>
              </a:gdLst>
              <a:ahLst/>
              <a:rect l="textAreaLeft" t="textAreaTop" r="textAreaRight" b="textAreaBottom"/>
              <a:pathLst>
                <a:path w="2028" h="1955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8" name="Google Shape;173;p59"/>
          <p:cNvGrpSpPr/>
          <p:nvPr/>
        </p:nvGrpSpPr>
        <p:grpSpPr>
          <a:xfrm>
            <a:off x="10441080" y="1573920"/>
            <a:ext cx="331200" cy="330480"/>
            <a:chOff x="10441080" y="1573920"/>
            <a:chExt cx="331200" cy="330480"/>
          </a:xfrm>
        </p:grpSpPr>
        <p:sp>
          <p:nvSpPr>
            <p:cNvPr id="89" name="Google Shape;174;p59"/>
            <p:cNvSpPr/>
            <p:nvPr/>
          </p:nvSpPr>
          <p:spPr>
            <a:xfrm>
              <a:off x="10441080" y="1573920"/>
              <a:ext cx="331200" cy="330480"/>
            </a:xfrm>
            <a:custGeom>
              <a:avLst/>
              <a:gdLst>
                <a:gd name="textAreaLeft" fmla="*/ 0 w 331200"/>
                <a:gd name="textAreaRight" fmla="*/ 331920 w 331200"/>
                <a:gd name="textAreaTop" fmla="*/ 0 h 330480"/>
                <a:gd name="textAreaBottom" fmla="*/ 331200 h 330480"/>
              </a:gdLst>
              <a:ahLst/>
              <a:rect l="textAreaLeft" t="textAreaTop" r="textAreaRight" b="textAreaBottom"/>
              <a:pathLst>
                <a:path w="15876" h="15852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" name="Google Shape;175;p59"/>
            <p:cNvSpPr/>
            <p:nvPr/>
          </p:nvSpPr>
          <p:spPr>
            <a:xfrm>
              <a:off x="10471680" y="1604520"/>
              <a:ext cx="270000" cy="269280"/>
            </a:xfrm>
            <a:custGeom>
              <a:avLst/>
              <a:gdLst>
                <a:gd name="textAreaLeft" fmla="*/ 0 w 270000"/>
                <a:gd name="textAreaRight" fmla="*/ 270720 w 270000"/>
                <a:gd name="textAreaTop" fmla="*/ 0 h 269280"/>
                <a:gd name="textAreaBottom" fmla="*/ 270000 h 269280"/>
              </a:gdLst>
              <a:ahLst/>
              <a:rect l="textAreaLeft" t="textAreaTop" r="textAreaRight" b="textAreaBottom"/>
              <a:pathLst>
                <a:path w="12945" h="12921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1" name="Google Shape;176;p59"/>
          <p:cNvGrpSpPr/>
          <p:nvPr/>
        </p:nvGrpSpPr>
        <p:grpSpPr>
          <a:xfrm>
            <a:off x="5361840" y="2095560"/>
            <a:ext cx="346320" cy="419400"/>
            <a:chOff x="5361840" y="2095560"/>
            <a:chExt cx="346320" cy="419400"/>
          </a:xfrm>
        </p:grpSpPr>
        <p:sp>
          <p:nvSpPr>
            <p:cNvPr id="92" name="Google Shape;177;p59"/>
            <p:cNvSpPr/>
            <p:nvPr/>
          </p:nvSpPr>
          <p:spPr>
            <a:xfrm>
              <a:off x="5361840" y="2127600"/>
              <a:ext cx="315720" cy="387360"/>
            </a:xfrm>
            <a:custGeom>
              <a:avLst/>
              <a:gdLst>
                <a:gd name="textAreaLeft" fmla="*/ 0 w 315720"/>
                <a:gd name="textAreaRight" fmla="*/ 316440 w 315720"/>
                <a:gd name="textAreaTop" fmla="*/ 0 h 387360"/>
                <a:gd name="textAreaBottom" fmla="*/ 388080 h 387360"/>
              </a:gdLst>
              <a:ahLst/>
              <a:rect l="textAreaLeft" t="textAreaTop" r="textAreaRight" b="textAreaBottom"/>
              <a:pathLst>
                <a:path w="15143" h="18563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" name="Google Shape;178;p59"/>
            <p:cNvSpPr/>
            <p:nvPr/>
          </p:nvSpPr>
          <p:spPr>
            <a:xfrm>
              <a:off x="5392440" y="2095560"/>
              <a:ext cx="315720" cy="387360"/>
            </a:xfrm>
            <a:custGeom>
              <a:avLst/>
              <a:gdLst>
                <a:gd name="textAreaLeft" fmla="*/ 0 w 315720"/>
                <a:gd name="textAreaRight" fmla="*/ 316440 w 315720"/>
                <a:gd name="textAreaTop" fmla="*/ 0 h 387360"/>
                <a:gd name="textAreaBottom" fmla="*/ 388080 h 387360"/>
              </a:gdLst>
              <a:ahLst/>
              <a:rect l="textAreaLeft" t="textAreaTop" r="textAreaRight" b="textAreaBottom"/>
              <a:pathLst>
                <a:path w="15143" h="18562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" name="Google Shape;179;p59"/>
            <p:cNvSpPr/>
            <p:nvPr/>
          </p:nvSpPr>
          <p:spPr>
            <a:xfrm>
              <a:off x="5638320" y="2095560"/>
              <a:ext cx="69840" cy="69840"/>
            </a:xfrm>
            <a:custGeom>
              <a:avLst/>
              <a:gdLst>
                <a:gd name="textAreaLeft" fmla="*/ 0 w 69840"/>
                <a:gd name="textAreaRight" fmla="*/ 70560 w 69840"/>
                <a:gd name="textAreaTop" fmla="*/ 0 h 69840"/>
                <a:gd name="textAreaBottom" fmla="*/ 70560 h 69840"/>
              </a:gdLst>
              <a:ahLst/>
              <a:rect l="textAreaLeft" t="textAreaTop" r="textAreaRight" b="textAreaBottom"/>
              <a:pathLst>
                <a:path w="3371" h="3371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5" name="Google Shape;180;p59"/>
          <p:cNvGrpSpPr/>
          <p:nvPr/>
        </p:nvGrpSpPr>
        <p:grpSpPr>
          <a:xfrm>
            <a:off x="5914800" y="2085840"/>
            <a:ext cx="367200" cy="437400"/>
            <a:chOff x="5914800" y="2085840"/>
            <a:chExt cx="367200" cy="437400"/>
          </a:xfrm>
        </p:grpSpPr>
        <p:sp>
          <p:nvSpPr>
            <p:cNvPr id="96" name="Google Shape;181;p59"/>
            <p:cNvSpPr/>
            <p:nvPr/>
          </p:nvSpPr>
          <p:spPr>
            <a:xfrm>
              <a:off x="5914800" y="2135880"/>
              <a:ext cx="315720" cy="387360"/>
            </a:xfrm>
            <a:custGeom>
              <a:avLst/>
              <a:gdLst>
                <a:gd name="textAreaLeft" fmla="*/ 0 w 315720"/>
                <a:gd name="textAreaRight" fmla="*/ 316440 w 315720"/>
                <a:gd name="textAreaTop" fmla="*/ 0 h 387360"/>
                <a:gd name="textAreaBottom" fmla="*/ 388080 h 387360"/>
              </a:gdLst>
              <a:ahLst/>
              <a:rect l="textAreaLeft" t="textAreaTop" r="textAreaRight" b="textAreaBottom"/>
              <a:pathLst>
                <a:path w="15143" h="18563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" name="Google Shape;182;p59"/>
            <p:cNvSpPr/>
            <p:nvPr/>
          </p:nvSpPr>
          <p:spPr>
            <a:xfrm>
              <a:off x="5965920" y="2085840"/>
              <a:ext cx="315720" cy="387360"/>
            </a:xfrm>
            <a:custGeom>
              <a:avLst/>
              <a:gdLst>
                <a:gd name="textAreaLeft" fmla="*/ 0 w 315720"/>
                <a:gd name="textAreaRight" fmla="*/ 316440 w 315720"/>
                <a:gd name="textAreaTop" fmla="*/ 0 h 387360"/>
                <a:gd name="textAreaBottom" fmla="*/ 388080 h 387360"/>
              </a:gdLst>
              <a:ahLst/>
              <a:rect l="textAreaLeft" t="textAreaTop" r="textAreaRight" b="textAreaBottom"/>
              <a:pathLst>
                <a:path w="15144" h="18562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" name="Google Shape;183;p59"/>
            <p:cNvSpPr/>
            <p:nvPr/>
          </p:nvSpPr>
          <p:spPr>
            <a:xfrm>
              <a:off x="6212160" y="2085840"/>
              <a:ext cx="69840" cy="69840"/>
            </a:xfrm>
            <a:custGeom>
              <a:avLst/>
              <a:gdLst>
                <a:gd name="textAreaLeft" fmla="*/ 0 w 69840"/>
                <a:gd name="textAreaRight" fmla="*/ 70560 w 69840"/>
                <a:gd name="textAreaTop" fmla="*/ 0 h 69840"/>
                <a:gd name="textAreaBottom" fmla="*/ 70560 h 69840"/>
              </a:gdLst>
              <a:ahLst/>
              <a:rect l="textAreaLeft" t="textAreaTop" r="textAreaRight" b="textAreaBottom"/>
              <a:pathLst>
                <a:path w="3372" h="3371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9" name="Google Shape;184;p59"/>
          <p:cNvGrpSpPr/>
          <p:nvPr/>
        </p:nvGrpSpPr>
        <p:grpSpPr>
          <a:xfrm>
            <a:off x="6483240" y="2156400"/>
            <a:ext cx="357480" cy="297360"/>
            <a:chOff x="6483240" y="2156400"/>
            <a:chExt cx="357480" cy="297360"/>
          </a:xfrm>
        </p:grpSpPr>
        <p:sp>
          <p:nvSpPr>
            <p:cNvPr id="100" name="Google Shape;185;p59"/>
            <p:cNvSpPr/>
            <p:nvPr/>
          </p:nvSpPr>
          <p:spPr>
            <a:xfrm>
              <a:off x="6483240" y="2409480"/>
              <a:ext cx="173520" cy="4428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44280"/>
                <a:gd name="textAreaBottom" fmla="*/ 45000 h 44280"/>
              </a:gdLst>
              <a:ahLst/>
              <a:rect l="textAreaLeft" t="textAreaTop" r="textAreaRight" b="textAreaBottom"/>
              <a:pathLst>
                <a:path w="8329" h="215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Google Shape;186;p59"/>
            <p:cNvSpPr/>
            <p:nvPr/>
          </p:nvSpPr>
          <p:spPr>
            <a:xfrm>
              <a:off x="6667200" y="2409480"/>
              <a:ext cx="173520" cy="4428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44280"/>
                <a:gd name="textAreaBottom" fmla="*/ 45000 h 44280"/>
              </a:gdLst>
              <a:ahLst/>
              <a:rect l="textAreaLeft" t="textAreaTop" r="textAreaRight" b="textAreaBottom"/>
              <a:pathLst>
                <a:path w="8329" h="215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" name="Google Shape;187;p59"/>
            <p:cNvSpPr/>
            <p:nvPr/>
          </p:nvSpPr>
          <p:spPr>
            <a:xfrm>
              <a:off x="6483240" y="2156400"/>
              <a:ext cx="173520" cy="27684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276840"/>
                <a:gd name="textAreaBottom" fmla="*/ 277560 h 276840"/>
              </a:gdLst>
              <a:ahLst/>
              <a:rect l="textAreaLeft" t="textAreaTop" r="textAreaRight" b="textAreaBottom"/>
              <a:pathLst>
                <a:path w="8329" h="13287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" name="Google Shape;188;p59"/>
            <p:cNvSpPr/>
            <p:nvPr/>
          </p:nvSpPr>
          <p:spPr>
            <a:xfrm>
              <a:off x="6667200" y="2156400"/>
              <a:ext cx="173520" cy="27684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276840"/>
                <a:gd name="textAreaBottom" fmla="*/ 277560 h 276840"/>
              </a:gdLst>
              <a:ahLst/>
              <a:rect l="textAreaLeft" t="textAreaTop" r="textAreaRight" b="textAreaBottom"/>
              <a:pathLst>
                <a:path w="8329" h="13287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4" name="Google Shape;189;p59"/>
          <p:cNvSpPr/>
          <p:nvPr/>
        </p:nvSpPr>
        <p:spPr>
          <a:xfrm>
            <a:off x="7050600" y="2131200"/>
            <a:ext cx="349560" cy="347400"/>
          </a:xfrm>
          <a:custGeom>
            <a:avLst/>
            <a:gdLst>
              <a:gd name="textAreaLeft" fmla="*/ 0 w 349560"/>
              <a:gd name="textAreaRight" fmla="*/ 350280 w 349560"/>
              <a:gd name="textAreaTop" fmla="*/ 0 h 347400"/>
              <a:gd name="textAreaBottom" fmla="*/ 348120 h 347400"/>
            </a:gdLst>
            <a:ahLst/>
            <a:rect l="textAreaLeft" t="textAreaTop" r="textAreaRight" b="textAreaBottom"/>
            <a:pathLst>
              <a:path w="16756" h="16658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90;p59"/>
          <p:cNvSpPr/>
          <p:nvPr/>
        </p:nvSpPr>
        <p:spPr>
          <a:xfrm>
            <a:off x="7614720" y="2148840"/>
            <a:ext cx="348480" cy="312840"/>
          </a:xfrm>
          <a:custGeom>
            <a:avLst/>
            <a:gdLst>
              <a:gd name="textAreaLeft" fmla="*/ 0 w 348480"/>
              <a:gd name="textAreaRight" fmla="*/ 349200 w 348480"/>
              <a:gd name="textAreaTop" fmla="*/ 0 h 312840"/>
              <a:gd name="textAreaBottom" fmla="*/ 313560 h 312840"/>
            </a:gdLst>
            <a:ahLst/>
            <a:rect l="textAreaLeft" t="textAreaTop" r="textAreaRight" b="textAreaBottom"/>
            <a:pathLst>
              <a:path w="16706" h="14997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91;p59"/>
          <p:cNvSpPr/>
          <p:nvPr/>
        </p:nvSpPr>
        <p:spPr>
          <a:xfrm>
            <a:off x="8183520" y="2151360"/>
            <a:ext cx="338400" cy="307440"/>
          </a:xfrm>
          <a:custGeom>
            <a:avLst/>
            <a:gdLst>
              <a:gd name="textAreaLeft" fmla="*/ 0 w 338400"/>
              <a:gd name="textAreaRight" fmla="*/ 339120 w 338400"/>
              <a:gd name="textAreaTop" fmla="*/ 0 h 307440"/>
              <a:gd name="textAreaBottom" fmla="*/ 308160 h 307440"/>
            </a:gdLst>
            <a:ahLst/>
            <a:rect l="textAreaLeft" t="textAreaTop" r="textAreaRight" b="textAreaBottom"/>
            <a:pathLst>
              <a:path w="16218" h="14752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92;p59"/>
          <p:cNvSpPr/>
          <p:nvPr/>
        </p:nvSpPr>
        <p:spPr>
          <a:xfrm>
            <a:off x="8758440" y="2154240"/>
            <a:ext cx="315720" cy="301320"/>
          </a:xfrm>
          <a:custGeom>
            <a:avLst/>
            <a:gdLst>
              <a:gd name="textAreaLeft" fmla="*/ 0 w 315720"/>
              <a:gd name="textAreaRight" fmla="*/ 316440 w 315720"/>
              <a:gd name="textAreaTop" fmla="*/ 0 h 301320"/>
              <a:gd name="textAreaBottom" fmla="*/ 302040 h 301320"/>
            </a:gdLst>
            <a:ahLst/>
            <a:rect l="textAreaLeft" t="textAreaTop" r="textAreaRight" b="textAreaBottom"/>
            <a:pathLst>
              <a:path w="15144" h="1446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" name="Google Shape;193;p59"/>
          <p:cNvGrpSpPr/>
          <p:nvPr/>
        </p:nvGrpSpPr>
        <p:grpSpPr>
          <a:xfrm>
            <a:off x="9305280" y="2133720"/>
            <a:ext cx="348480" cy="348840"/>
            <a:chOff x="9305280" y="2133720"/>
            <a:chExt cx="348480" cy="348840"/>
          </a:xfrm>
        </p:grpSpPr>
        <p:sp>
          <p:nvSpPr>
            <p:cNvPr id="109" name="Google Shape;194;p59"/>
            <p:cNvSpPr/>
            <p:nvPr/>
          </p:nvSpPr>
          <p:spPr>
            <a:xfrm>
              <a:off x="9331200" y="2153160"/>
              <a:ext cx="126360" cy="128880"/>
            </a:xfrm>
            <a:custGeom>
              <a:avLst/>
              <a:gdLst>
                <a:gd name="textAreaLeft" fmla="*/ 0 w 126360"/>
                <a:gd name="textAreaRight" fmla="*/ 127080 w 126360"/>
                <a:gd name="textAreaTop" fmla="*/ 0 h 128880"/>
                <a:gd name="textAreaBottom" fmla="*/ 129600 h 128880"/>
              </a:gdLst>
              <a:ahLst/>
              <a:rect l="textAreaLeft" t="textAreaTop" r="textAreaRight" b="textAreaBottom"/>
              <a:pathLst>
                <a:path w="6083" h="6204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0" bIns="64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" name="Google Shape;195;p59"/>
            <p:cNvSpPr/>
            <p:nvPr/>
          </p:nvSpPr>
          <p:spPr>
            <a:xfrm>
              <a:off x="9305280" y="2133720"/>
              <a:ext cx="348480" cy="348840"/>
            </a:xfrm>
            <a:custGeom>
              <a:avLst/>
              <a:gdLst>
                <a:gd name="textAreaLeft" fmla="*/ 0 w 348480"/>
                <a:gd name="textAreaRight" fmla="*/ 349200 w 348480"/>
                <a:gd name="textAreaTop" fmla="*/ 0 h 348840"/>
                <a:gd name="textAreaBottom" fmla="*/ 349560 h 348840"/>
              </a:gdLst>
              <a:ahLst/>
              <a:rect l="textAreaLeft" t="textAreaTop" r="textAreaRight" b="textAreaBottom"/>
              <a:pathLst>
                <a:path w="16706" h="1673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1" name="Google Shape;196;p59"/>
          <p:cNvGrpSpPr/>
          <p:nvPr/>
        </p:nvGrpSpPr>
        <p:grpSpPr>
          <a:xfrm>
            <a:off x="9826920" y="2094480"/>
            <a:ext cx="432000" cy="420840"/>
            <a:chOff x="9826920" y="2094480"/>
            <a:chExt cx="432000" cy="420840"/>
          </a:xfrm>
        </p:grpSpPr>
        <p:sp>
          <p:nvSpPr>
            <p:cNvPr id="112" name="Google Shape;197;p59"/>
            <p:cNvSpPr/>
            <p:nvPr/>
          </p:nvSpPr>
          <p:spPr>
            <a:xfrm>
              <a:off x="9826920" y="2094480"/>
              <a:ext cx="432000" cy="420840"/>
            </a:xfrm>
            <a:custGeom>
              <a:avLst/>
              <a:gdLst>
                <a:gd name="textAreaLeft" fmla="*/ 0 w 432000"/>
                <a:gd name="textAreaRight" fmla="*/ 432720 w 432000"/>
                <a:gd name="textAreaTop" fmla="*/ 0 h 420840"/>
                <a:gd name="textAreaBottom" fmla="*/ 421560 h 420840"/>
              </a:gdLst>
              <a:ahLst/>
              <a:rect l="textAreaLeft" t="textAreaTop" r="textAreaRight" b="textAreaBottom"/>
              <a:pathLst>
                <a:path w="20712" h="20174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" name="Google Shape;198;p59"/>
            <p:cNvSpPr/>
            <p:nvPr/>
          </p:nvSpPr>
          <p:spPr>
            <a:xfrm>
              <a:off x="9902520" y="2164320"/>
              <a:ext cx="281160" cy="281160"/>
            </a:xfrm>
            <a:custGeom>
              <a:avLst/>
              <a:gdLst>
                <a:gd name="textAreaLeft" fmla="*/ 0 w 281160"/>
                <a:gd name="textAreaRight" fmla="*/ 281880 w 281160"/>
                <a:gd name="textAreaTop" fmla="*/ 0 h 281160"/>
                <a:gd name="textAreaBottom" fmla="*/ 281880 h 281160"/>
              </a:gdLst>
              <a:ahLst/>
              <a:rect l="textAreaLeft" t="textAreaTop" r="textAreaRight" b="textAreaBottom"/>
              <a:pathLst>
                <a:path w="13482" h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" name="Google Shape;199;p59"/>
          <p:cNvGrpSpPr/>
          <p:nvPr/>
        </p:nvGrpSpPr>
        <p:grpSpPr>
          <a:xfrm>
            <a:off x="10404720" y="2102760"/>
            <a:ext cx="403560" cy="404640"/>
            <a:chOff x="10404720" y="2102760"/>
            <a:chExt cx="403560" cy="404640"/>
          </a:xfrm>
        </p:grpSpPr>
        <p:sp>
          <p:nvSpPr>
            <p:cNvPr id="115" name="Google Shape;200;p59"/>
            <p:cNvSpPr/>
            <p:nvPr/>
          </p:nvSpPr>
          <p:spPr>
            <a:xfrm>
              <a:off x="10594080" y="2314080"/>
              <a:ext cx="100800" cy="193320"/>
            </a:xfrm>
            <a:custGeom>
              <a:avLst/>
              <a:gdLst>
                <a:gd name="textAreaLeft" fmla="*/ 0 w 100800"/>
                <a:gd name="textAreaRight" fmla="*/ 101520 w 100800"/>
                <a:gd name="textAreaTop" fmla="*/ 0 h 193320"/>
                <a:gd name="textAreaBottom" fmla="*/ 194040 h 193320"/>
              </a:gdLst>
              <a:ahLst/>
              <a:rect l="textAreaLeft" t="textAreaTop" r="textAreaRight" b="textAreaBottom"/>
              <a:pathLst>
                <a:path w="4861" h="9282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" name="Google Shape;201;p59"/>
            <p:cNvSpPr/>
            <p:nvPr/>
          </p:nvSpPr>
          <p:spPr>
            <a:xfrm>
              <a:off x="10404720" y="2102760"/>
              <a:ext cx="403560" cy="216360"/>
            </a:xfrm>
            <a:custGeom>
              <a:avLst/>
              <a:gdLst>
                <a:gd name="textAreaLeft" fmla="*/ 0 w 403560"/>
                <a:gd name="textAreaRight" fmla="*/ 404280 w 403560"/>
                <a:gd name="textAreaTop" fmla="*/ 0 h 216360"/>
                <a:gd name="textAreaBottom" fmla="*/ 217080 h 216360"/>
              </a:gdLst>
              <a:ahLst/>
              <a:rect l="textAreaLeft" t="textAreaTop" r="textAreaRight" b="textAreaBottom"/>
              <a:pathLst>
                <a:path w="19344" h="1038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7" name="Google Shape;202;p59"/>
          <p:cNvGrpSpPr/>
          <p:nvPr/>
        </p:nvGrpSpPr>
        <p:grpSpPr>
          <a:xfrm>
            <a:off x="5340240" y="2732040"/>
            <a:ext cx="389160" cy="272880"/>
            <a:chOff x="5340240" y="2732040"/>
            <a:chExt cx="389160" cy="272880"/>
          </a:xfrm>
        </p:grpSpPr>
        <p:sp>
          <p:nvSpPr>
            <p:cNvPr id="118" name="Google Shape;203;p59"/>
            <p:cNvSpPr/>
            <p:nvPr/>
          </p:nvSpPr>
          <p:spPr>
            <a:xfrm>
              <a:off x="5340240" y="2732040"/>
              <a:ext cx="389160" cy="164520"/>
            </a:xfrm>
            <a:custGeom>
              <a:avLst/>
              <a:gdLst>
                <a:gd name="textAreaLeft" fmla="*/ 0 w 389160"/>
                <a:gd name="textAreaRight" fmla="*/ 389880 w 389160"/>
                <a:gd name="textAreaTop" fmla="*/ 0 h 164520"/>
                <a:gd name="textAreaBottom" fmla="*/ 165240 h 164520"/>
              </a:gdLst>
              <a:ahLst/>
              <a:rect l="textAreaLeft" t="textAreaTop" r="textAreaRight" b="textAreaBottom"/>
              <a:pathLst>
                <a:path w="18660" h="7914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440" bIns="82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" name="Google Shape;204;p59"/>
            <p:cNvSpPr/>
            <p:nvPr/>
          </p:nvSpPr>
          <p:spPr>
            <a:xfrm>
              <a:off x="5340240" y="2768760"/>
              <a:ext cx="389160" cy="236160"/>
            </a:xfrm>
            <a:custGeom>
              <a:avLst/>
              <a:gdLst>
                <a:gd name="textAreaLeft" fmla="*/ 0 w 389160"/>
                <a:gd name="textAreaRight" fmla="*/ 389880 w 389160"/>
                <a:gd name="textAreaTop" fmla="*/ 0 h 236160"/>
                <a:gd name="textAreaBottom" fmla="*/ 236880 h 236160"/>
              </a:gdLst>
              <a:ahLst/>
              <a:rect l="textAreaLeft" t="textAreaTop" r="textAreaRight" b="textAreaBottom"/>
              <a:pathLst>
                <a:path w="18660" h="11333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0" name="Google Shape;205;p59"/>
          <p:cNvGrpSpPr/>
          <p:nvPr/>
        </p:nvGrpSpPr>
        <p:grpSpPr>
          <a:xfrm>
            <a:off x="5903640" y="2678040"/>
            <a:ext cx="389160" cy="381240"/>
            <a:chOff x="5903640" y="2678040"/>
            <a:chExt cx="389160" cy="381240"/>
          </a:xfrm>
        </p:grpSpPr>
        <p:sp>
          <p:nvSpPr>
            <p:cNvPr id="121" name="Google Shape;206;p59"/>
            <p:cNvSpPr/>
            <p:nvPr/>
          </p:nvSpPr>
          <p:spPr>
            <a:xfrm>
              <a:off x="5903640" y="2678040"/>
              <a:ext cx="389160" cy="381240"/>
            </a:xfrm>
            <a:custGeom>
              <a:avLst/>
              <a:gdLst>
                <a:gd name="textAreaLeft" fmla="*/ 0 w 389160"/>
                <a:gd name="textAreaRight" fmla="*/ 389880 w 389160"/>
                <a:gd name="textAreaTop" fmla="*/ 0 h 381240"/>
                <a:gd name="textAreaBottom" fmla="*/ 381960 h 381240"/>
              </a:gdLst>
              <a:ahLst/>
              <a:rect l="textAreaLeft" t="textAreaTop" r="textAreaRight" b="textAreaBottom"/>
              <a:pathLst>
                <a:path w="18660" h="18269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Google Shape;207;p59"/>
            <p:cNvSpPr/>
            <p:nvPr/>
          </p:nvSpPr>
          <p:spPr>
            <a:xfrm>
              <a:off x="6028200" y="2822400"/>
              <a:ext cx="140040" cy="9360"/>
            </a:xfrm>
            <a:custGeom>
              <a:avLst/>
              <a:gdLst>
                <a:gd name="textAreaLeft" fmla="*/ 0 w 140040"/>
                <a:gd name="textAreaRight" fmla="*/ 140760 w 140040"/>
                <a:gd name="textAreaTop" fmla="*/ 0 h 9360"/>
                <a:gd name="textAreaBottom" fmla="*/ 10080 h 9360"/>
              </a:gdLst>
              <a:ahLst/>
              <a:rect l="textAreaLeft" t="textAreaTop" r="textAreaRight" b="textAreaBottom"/>
              <a:pathLst>
                <a:path w="6742" h="49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Google Shape;208;p59"/>
            <p:cNvSpPr/>
            <p:nvPr/>
          </p:nvSpPr>
          <p:spPr>
            <a:xfrm>
              <a:off x="6028200" y="2850120"/>
              <a:ext cx="140040" cy="9360"/>
            </a:xfrm>
            <a:custGeom>
              <a:avLst/>
              <a:gdLst>
                <a:gd name="textAreaLeft" fmla="*/ 0 w 140040"/>
                <a:gd name="textAreaRight" fmla="*/ 140760 w 140040"/>
                <a:gd name="textAreaTop" fmla="*/ 0 h 9360"/>
                <a:gd name="textAreaBottom" fmla="*/ 10080 h 9360"/>
              </a:gdLst>
              <a:ahLst/>
              <a:rect l="textAreaLeft" t="textAreaTop" r="textAreaRight" b="textAreaBottom"/>
              <a:pathLst>
                <a:path w="6742" h="49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" name="Google Shape;209;p59"/>
            <p:cNvSpPr/>
            <p:nvPr/>
          </p:nvSpPr>
          <p:spPr>
            <a:xfrm>
              <a:off x="6028200" y="2878200"/>
              <a:ext cx="58680" cy="9360"/>
            </a:xfrm>
            <a:custGeom>
              <a:avLst/>
              <a:gdLst>
                <a:gd name="textAreaLeft" fmla="*/ 0 w 58680"/>
                <a:gd name="textAreaRight" fmla="*/ 59400 w 58680"/>
                <a:gd name="textAreaTop" fmla="*/ 0 h 9360"/>
                <a:gd name="textAreaBottom" fmla="*/ 10080 h 9360"/>
              </a:gdLst>
              <a:ahLst/>
              <a:rect l="textAreaLeft" t="textAreaTop" r="textAreaRight" b="textAreaBottom"/>
              <a:pathLst>
                <a:path w="2834" h="49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5" name="Google Shape;210;p59"/>
          <p:cNvGrpSpPr/>
          <p:nvPr/>
        </p:nvGrpSpPr>
        <p:grpSpPr>
          <a:xfrm>
            <a:off x="6479640" y="2686320"/>
            <a:ext cx="364680" cy="364680"/>
            <a:chOff x="6479640" y="2686320"/>
            <a:chExt cx="364680" cy="364680"/>
          </a:xfrm>
        </p:grpSpPr>
        <p:sp>
          <p:nvSpPr>
            <p:cNvPr id="126" name="Google Shape;211;p59"/>
            <p:cNvSpPr/>
            <p:nvPr/>
          </p:nvSpPr>
          <p:spPr>
            <a:xfrm>
              <a:off x="6719040" y="2686320"/>
              <a:ext cx="125280" cy="125280"/>
            </a:xfrm>
            <a:custGeom>
              <a:avLst/>
              <a:gdLst>
                <a:gd name="textAreaLeft" fmla="*/ 0 w 125280"/>
                <a:gd name="textAreaRight" fmla="*/ 126000 w 125280"/>
                <a:gd name="textAreaTop" fmla="*/ 0 h 125280"/>
                <a:gd name="textAreaBottom" fmla="*/ 126000 h 125280"/>
              </a:gdLst>
              <a:ahLst/>
              <a:rect l="textAreaLeft" t="textAreaTop" r="textAreaRight" b="textAreaBottom"/>
              <a:pathLst>
                <a:path w="6034" h="6034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3000" bIns="63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Google Shape;212;p59"/>
            <p:cNvSpPr/>
            <p:nvPr/>
          </p:nvSpPr>
          <p:spPr>
            <a:xfrm>
              <a:off x="6479640" y="2734200"/>
              <a:ext cx="316800" cy="316800"/>
            </a:xfrm>
            <a:custGeom>
              <a:avLst/>
              <a:gdLst>
                <a:gd name="textAreaLeft" fmla="*/ 0 w 316800"/>
                <a:gd name="textAreaRight" fmla="*/ 317520 w 316800"/>
                <a:gd name="textAreaTop" fmla="*/ 0 h 316800"/>
                <a:gd name="textAreaBottom" fmla="*/ 317520 h 316800"/>
              </a:gdLst>
              <a:ahLst/>
              <a:rect l="textAreaLeft" t="textAreaTop" r="textAreaRight" b="textAreaBottom"/>
              <a:pathLst>
                <a:path w="15192" h="15192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8" name="Google Shape;213;p59"/>
          <p:cNvGrpSpPr/>
          <p:nvPr/>
        </p:nvGrpSpPr>
        <p:grpSpPr>
          <a:xfrm>
            <a:off x="7041600" y="2684520"/>
            <a:ext cx="367920" cy="367920"/>
            <a:chOff x="7041600" y="2684520"/>
            <a:chExt cx="367920" cy="367920"/>
          </a:xfrm>
        </p:grpSpPr>
        <p:sp>
          <p:nvSpPr>
            <p:cNvPr id="129" name="Google Shape;214;p59"/>
            <p:cNvSpPr/>
            <p:nvPr/>
          </p:nvSpPr>
          <p:spPr>
            <a:xfrm>
              <a:off x="7041600" y="2905200"/>
              <a:ext cx="147240" cy="147240"/>
            </a:xfrm>
            <a:custGeom>
              <a:avLst/>
              <a:gdLst>
                <a:gd name="textAreaLeft" fmla="*/ 0 w 147240"/>
                <a:gd name="textAreaRight" fmla="*/ 147960 w 147240"/>
                <a:gd name="textAreaTop" fmla="*/ 0 h 147240"/>
                <a:gd name="textAreaBottom" fmla="*/ 147960 h 147240"/>
              </a:gdLst>
              <a:ahLst/>
              <a:rect l="textAreaLeft" t="textAreaTop" r="textAreaRight" b="textAreaBottom"/>
              <a:pathLst>
                <a:path w="7083" h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3800" bIns="73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" name="Google Shape;215;p59"/>
            <p:cNvSpPr/>
            <p:nvPr/>
          </p:nvSpPr>
          <p:spPr>
            <a:xfrm>
              <a:off x="7262640" y="2684520"/>
              <a:ext cx="146880" cy="146880"/>
            </a:xfrm>
            <a:custGeom>
              <a:avLst/>
              <a:gdLst>
                <a:gd name="textAreaLeft" fmla="*/ 0 w 146880"/>
                <a:gd name="textAreaRight" fmla="*/ 147600 w 146880"/>
                <a:gd name="textAreaTop" fmla="*/ 0 h 146880"/>
                <a:gd name="textAreaBottom" fmla="*/ 147600 h 146880"/>
              </a:gdLst>
              <a:ahLst/>
              <a:rect l="textAreaLeft" t="textAreaTop" r="textAreaRight" b="textAreaBottom"/>
              <a:pathLst>
                <a:path w="7059" h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3800" bIns="73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" name="Google Shape;216;p59"/>
            <p:cNvSpPr/>
            <p:nvPr/>
          </p:nvSpPr>
          <p:spPr>
            <a:xfrm>
              <a:off x="7099200" y="2747520"/>
              <a:ext cx="247320" cy="247320"/>
            </a:xfrm>
            <a:custGeom>
              <a:avLst/>
              <a:gdLst>
                <a:gd name="textAreaLeft" fmla="*/ 0 w 247320"/>
                <a:gd name="textAreaRight" fmla="*/ 248040 w 247320"/>
                <a:gd name="textAreaTop" fmla="*/ 0 h 247320"/>
                <a:gd name="textAreaBottom" fmla="*/ 248040 h 247320"/>
              </a:gdLst>
              <a:ahLst/>
              <a:rect l="textAreaLeft" t="textAreaTop" r="textAreaRight" b="textAreaBottom"/>
              <a:pathLst>
                <a:path w="11870" h="11871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2" name="Google Shape;217;p59"/>
          <p:cNvSpPr/>
          <p:nvPr/>
        </p:nvSpPr>
        <p:spPr>
          <a:xfrm>
            <a:off x="7621560" y="2701080"/>
            <a:ext cx="335160" cy="335160"/>
          </a:xfrm>
          <a:custGeom>
            <a:avLst/>
            <a:gdLst>
              <a:gd name="textAreaLeft" fmla="*/ 0 w 335160"/>
              <a:gd name="textAreaRight" fmla="*/ 335880 w 335160"/>
              <a:gd name="textAreaTop" fmla="*/ 0 h 335160"/>
              <a:gd name="textAreaBottom" fmla="*/ 335880 h 335160"/>
            </a:gdLst>
            <a:ahLst/>
            <a:rect l="textAreaLeft" t="textAreaTop" r="textAreaRight" b="textAreaBottom"/>
            <a:pathLst>
              <a:path w="16072" h="16071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3" name="Google Shape;218;p59"/>
          <p:cNvGrpSpPr/>
          <p:nvPr/>
        </p:nvGrpSpPr>
        <p:grpSpPr>
          <a:xfrm>
            <a:off x="8203320" y="2657160"/>
            <a:ext cx="298440" cy="422640"/>
            <a:chOff x="8203320" y="2657160"/>
            <a:chExt cx="298440" cy="422640"/>
          </a:xfrm>
        </p:grpSpPr>
        <p:sp>
          <p:nvSpPr>
            <p:cNvPr id="134" name="Google Shape;219;p59"/>
            <p:cNvSpPr/>
            <p:nvPr/>
          </p:nvSpPr>
          <p:spPr>
            <a:xfrm>
              <a:off x="8203320" y="2660040"/>
              <a:ext cx="36720" cy="41976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419760"/>
                <a:gd name="textAreaBottom" fmla="*/ 420480 h 419760"/>
              </a:gdLst>
              <a:ahLst/>
              <a:rect l="textAreaLeft" t="textAreaTop" r="textAreaRight" b="textAreaBottom"/>
              <a:pathLst>
                <a:path w="1783" h="20125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Google Shape;220;p59"/>
            <p:cNvSpPr/>
            <p:nvPr/>
          </p:nvSpPr>
          <p:spPr>
            <a:xfrm>
              <a:off x="8251200" y="2657160"/>
              <a:ext cx="250560" cy="19116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191160"/>
                <a:gd name="textAreaBottom" fmla="*/ 191880 h 191160"/>
              </a:gdLst>
              <a:ahLst/>
              <a:rect l="textAreaLeft" t="textAreaTop" r="textAreaRight" b="textAreaBottom"/>
              <a:pathLst>
                <a:path w="12017" h="9184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6" name="Google Shape;221;p59"/>
          <p:cNvGrpSpPr/>
          <p:nvPr/>
        </p:nvGrpSpPr>
        <p:grpSpPr>
          <a:xfrm>
            <a:off x="8719200" y="2747880"/>
            <a:ext cx="393480" cy="241560"/>
            <a:chOff x="8719200" y="2747880"/>
            <a:chExt cx="393480" cy="241560"/>
          </a:xfrm>
        </p:grpSpPr>
        <p:sp>
          <p:nvSpPr>
            <p:cNvPr id="137" name="Google Shape;222;p59"/>
            <p:cNvSpPr/>
            <p:nvPr/>
          </p:nvSpPr>
          <p:spPr>
            <a:xfrm>
              <a:off x="8898840" y="2747880"/>
              <a:ext cx="33840" cy="33840"/>
            </a:xfrm>
            <a:custGeom>
              <a:avLst/>
              <a:gdLst>
                <a:gd name="textAreaLeft" fmla="*/ 0 w 33840"/>
                <a:gd name="textAreaRight" fmla="*/ 34560 w 33840"/>
                <a:gd name="textAreaTop" fmla="*/ 0 h 33840"/>
                <a:gd name="textAreaBottom" fmla="*/ 34560 h 33840"/>
              </a:gdLst>
              <a:ahLst/>
              <a:rect l="textAreaLeft" t="textAreaTop" r="textAreaRight" b="textAreaBottom"/>
              <a:pathLst>
                <a:path w="1662" h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Google Shape;223;p59"/>
            <p:cNvSpPr/>
            <p:nvPr/>
          </p:nvSpPr>
          <p:spPr>
            <a:xfrm>
              <a:off x="9078840" y="2793240"/>
              <a:ext cx="33840" cy="33840"/>
            </a:xfrm>
            <a:custGeom>
              <a:avLst/>
              <a:gdLst>
                <a:gd name="textAreaLeft" fmla="*/ 0 w 33840"/>
                <a:gd name="textAreaRight" fmla="*/ 34560 w 33840"/>
                <a:gd name="textAreaTop" fmla="*/ 0 h 33840"/>
                <a:gd name="textAreaBottom" fmla="*/ 34560 h 33840"/>
              </a:gdLst>
              <a:ahLst/>
              <a:rect l="textAreaLeft" t="textAreaTop" r="textAreaRight" b="textAreaBottom"/>
              <a:pathLst>
                <a:path w="1662" h="1662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Google Shape;224;p59"/>
            <p:cNvSpPr/>
            <p:nvPr/>
          </p:nvSpPr>
          <p:spPr>
            <a:xfrm>
              <a:off x="8747280" y="2792160"/>
              <a:ext cx="337320" cy="148320"/>
            </a:xfrm>
            <a:custGeom>
              <a:avLst/>
              <a:gdLst>
                <a:gd name="textAreaLeft" fmla="*/ 0 w 337320"/>
                <a:gd name="textAreaRight" fmla="*/ 338040 w 337320"/>
                <a:gd name="textAreaTop" fmla="*/ 0 h 148320"/>
                <a:gd name="textAreaBottom" fmla="*/ 149040 h 148320"/>
              </a:gdLst>
              <a:ahLst/>
              <a:rect l="textAreaLeft" t="textAreaTop" r="textAreaRight" b="textAreaBottom"/>
              <a:pathLst>
                <a:path w="16169" h="7133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4520" bIns="74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Google Shape;225;p59"/>
            <p:cNvSpPr/>
            <p:nvPr/>
          </p:nvSpPr>
          <p:spPr>
            <a:xfrm>
              <a:off x="8719200" y="2793240"/>
              <a:ext cx="33840" cy="33840"/>
            </a:xfrm>
            <a:custGeom>
              <a:avLst/>
              <a:gdLst>
                <a:gd name="textAreaLeft" fmla="*/ 0 w 33840"/>
                <a:gd name="textAreaRight" fmla="*/ 34560 w 33840"/>
                <a:gd name="textAreaTop" fmla="*/ 0 h 33840"/>
                <a:gd name="textAreaBottom" fmla="*/ 34560 h 33840"/>
              </a:gdLst>
              <a:ahLst/>
              <a:rect l="textAreaLeft" t="textAreaTop" r="textAreaRight" b="textAreaBottom"/>
              <a:pathLst>
                <a:path w="1662" h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Google Shape;226;p59"/>
            <p:cNvSpPr/>
            <p:nvPr/>
          </p:nvSpPr>
          <p:spPr>
            <a:xfrm>
              <a:off x="8779680" y="2952720"/>
              <a:ext cx="272880" cy="36720"/>
            </a:xfrm>
            <a:custGeom>
              <a:avLst/>
              <a:gdLst>
                <a:gd name="textAreaLeft" fmla="*/ 0 w 272880"/>
                <a:gd name="textAreaRight" fmla="*/ 273600 w 272880"/>
                <a:gd name="textAreaTop" fmla="*/ 0 h 36720"/>
                <a:gd name="textAreaBottom" fmla="*/ 37440 h 36720"/>
              </a:gdLst>
              <a:ahLst/>
              <a:rect l="textAreaLeft" t="textAreaTop" r="textAreaRight" b="textAreaBottom"/>
              <a:pathLst>
                <a:path w="13092" h="1784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720" bIns="187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2" name="Google Shape;227;p59"/>
          <p:cNvGrpSpPr/>
          <p:nvPr/>
        </p:nvGrpSpPr>
        <p:grpSpPr>
          <a:xfrm>
            <a:off x="9301680" y="2688840"/>
            <a:ext cx="355680" cy="359640"/>
            <a:chOff x="9301680" y="2688840"/>
            <a:chExt cx="355680" cy="359640"/>
          </a:xfrm>
        </p:grpSpPr>
        <p:sp>
          <p:nvSpPr>
            <p:cNvPr id="143" name="Google Shape;228;p59"/>
            <p:cNvSpPr/>
            <p:nvPr/>
          </p:nvSpPr>
          <p:spPr>
            <a:xfrm>
              <a:off x="9390960" y="2943000"/>
              <a:ext cx="176760" cy="105480"/>
            </a:xfrm>
            <a:custGeom>
              <a:avLst/>
              <a:gdLst>
                <a:gd name="textAreaLeft" fmla="*/ 0 w 176760"/>
                <a:gd name="textAreaRight" fmla="*/ 177480 w 176760"/>
                <a:gd name="textAreaTop" fmla="*/ 0 h 105480"/>
                <a:gd name="textAreaBottom" fmla="*/ 106200 h 105480"/>
              </a:gdLst>
              <a:ahLst/>
              <a:rect l="textAreaLeft" t="textAreaTop" r="textAreaRight" b="textAreaBottom"/>
              <a:pathLst>
                <a:path w="8500" h="5081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920" bIns="52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Google Shape;229;p59"/>
            <p:cNvSpPr/>
            <p:nvPr/>
          </p:nvSpPr>
          <p:spPr>
            <a:xfrm>
              <a:off x="9301680" y="2688840"/>
              <a:ext cx="355680" cy="245880"/>
            </a:xfrm>
            <a:custGeom>
              <a:avLst/>
              <a:gdLst>
                <a:gd name="textAreaLeft" fmla="*/ 0 w 355680"/>
                <a:gd name="textAreaRight" fmla="*/ 356400 w 355680"/>
                <a:gd name="textAreaTop" fmla="*/ 0 h 245880"/>
                <a:gd name="textAreaBottom" fmla="*/ 246600 h 245880"/>
              </a:gdLst>
              <a:ahLst/>
              <a:rect l="textAreaLeft" t="textAreaTop" r="textAreaRight" b="textAreaBottom"/>
              <a:pathLst>
                <a:path w="17048" h="11798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5" name="Google Shape;230;p59"/>
          <p:cNvGrpSpPr/>
          <p:nvPr/>
        </p:nvGrpSpPr>
        <p:grpSpPr>
          <a:xfrm>
            <a:off x="9864360" y="2678040"/>
            <a:ext cx="357480" cy="381240"/>
            <a:chOff x="9864360" y="2678040"/>
            <a:chExt cx="357480" cy="381240"/>
          </a:xfrm>
        </p:grpSpPr>
        <p:sp>
          <p:nvSpPr>
            <p:cNvPr id="146" name="Google Shape;231;p59"/>
            <p:cNvSpPr/>
            <p:nvPr/>
          </p:nvSpPr>
          <p:spPr>
            <a:xfrm>
              <a:off x="9864360" y="2723760"/>
              <a:ext cx="315360" cy="315360"/>
            </a:xfrm>
            <a:custGeom>
              <a:avLst/>
              <a:gdLst>
                <a:gd name="textAreaLeft" fmla="*/ 0 w 315360"/>
                <a:gd name="textAreaRight" fmla="*/ 316080 w 315360"/>
                <a:gd name="textAreaTop" fmla="*/ 0 h 315360"/>
                <a:gd name="textAreaBottom" fmla="*/ 316080 h 315360"/>
              </a:gdLst>
              <a:ahLst/>
              <a:rect l="textAreaLeft" t="textAreaTop" r="textAreaRight" b="textAreaBottom"/>
              <a:pathLst>
                <a:path w="15119" h="15118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Google Shape;232;p59"/>
            <p:cNvSpPr/>
            <p:nvPr/>
          </p:nvSpPr>
          <p:spPr>
            <a:xfrm>
              <a:off x="9946080" y="2805480"/>
              <a:ext cx="151920" cy="151920"/>
            </a:xfrm>
            <a:custGeom>
              <a:avLst/>
              <a:gdLst>
                <a:gd name="textAreaLeft" fmla="*/ 0 w 151920"/>
                <a:gd name="textAreaRight" fmla="*/ 152640 w 151920"/>
                <a:gd name="textAreaTop" fmla="*/ 0 h 151920"/>
                <a:gd name="textAreaBottom" fmla="*/ 152640 h 151920"/>
              </a:gdLst>
              <a:ahLst/>
              <a:rect l="textAreaLeft" t="textAreaTop" r="textAreaRight" b="textAreaBottom"/>
              <a:pathLst>
                <a:path w="7303" h="7304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6320" bIns="76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Google Shape;233;p59"/>
            <p:cNvSpPr/>
            <p:nvPr/>
          </p:nvSpPr>
          <p:spPr>
            <a:xfrm>
              <a:off x="9873000" y="3000600"/>
              <a:ext cx="61920" cy="58680"/>
            </a:xfrm>
            <a:custGeom>
              <a:avLst/>
              <a:gdLst>
                <a:gd name="textAreaLeft" fmla="*/ 0 w 61920"/>
                <a:gd name="textAreaRight" fmla="*/ 62640 w 61920"/>
                <a:gd name="textAreaTop" fmla="*/ 0 h 58680"/>
                <a:gd name="textAreaBottom" fmla="*/ 59400 h 58680"/>
              </a:gdLst>
              <a:ahLst/>
              <a:rect l="textAreaLeft" t="textAreaTop" r="textAreaRight" b="textAreaBottom"/>
              <a:pathLst>
                <a:path w="3005" h="2834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Google Shape;234;p59"/>
            <p:cNvSpPr/>
            <p:nvPr/>
          </p:nvSpPr>
          <p:spPr>
            <a:xfrm>
              <a:off x="10109160" y="3000600"/>
              <a:ext cx="61560" cy="58680"/>
            </a:xfrm>
            <a:custGeom>
              <a:avLst/>
              <a:gdLst>
                <a:gd name="textAreaLeft" fmla="*/ 0 w 61560"/>
                <a:gd name="textAreaRight" fmla="*/ 62280 w 61560"/>
                <a:gd name="textAreaTop" fmla="*/ 0 h 58680"/>
                <a:gd name="textAreaBottom" fmla="*/ 59400 h 58680"/>
              </a:gdLst>
              <a:ahLst/>
              <a:rect l="textAreaLeft" t="textAreaTop" r="textAreaRight" b="textAreaBottom"/>
              <a:pathLst>
                <a:path w="2981" h="2834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" name="Google Shape;235;p59"/>
            <p:cNvSpPr/>
            <p:nvPr/>
          </p:nvSpPr>
          <p:spPr>
            <a:xfrm>
              <a:off x="10012320" y="2678040"/>
              <a:ext cx="209520" cy="213120"/>
            </a:xfrm>
            <a:custGeom>
              <a:avLst/>
              <a:gdLst>
                <a:gd name="textAreaLeft" fmla="*/ 0 w 209520"/>
                <a:gd name="textAreaRight" fmla="*/ 210240 w 209520"/>
                <a:gd name="textAreaTop" fmla="*/ 0 h 213120"/>
                <a:gd name="textAreaBottom" fmla="*/ 213840 h 213120"/>
              </a:gdLst>
              <a:ahLst/>
              <a:rect l="textAreaLeft" t="textAreaTop" r="textAreaRight" b="textAreaBottom"/>
              <a:pathLst>
                <a:path w="10063" h="10234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1" name="Google Shape;236;p59"/>
          <p:cNvGrpSpPr/>
          <p:nvPr/>
        </p:nvGrpSpPr>
        <p:grpSpPr>
          <a:xfrm>
            <a:off x="10411560" y="2673360"/>
            <a:ext cx="400680" cy="365760"/>
            <a:chOff x="10411560" y="2673360"/>
            <a:chExt cx="400680" cy="365760"/>
          </a:xfrm>
        </p:grpSpPr>
        <p:sp>
          <p:nvSpPr>
            <p:cNvPr id="152" name="Google Shape;237;p59"/>
            <p:cNvSpPr/>
            <p:nvPr/>
          </p:nvSpPr>
          <p:spPr>
            <a:xfrm>
              <a:off x="10449360" y="2901960"/>
              <a:ext cx="97920" cy="137160"/>
            </a:xfrm>
            <a:custGeom>
              <a:avLst/>
              <a:gdLst>
                <a:gd name="textAreaLeft" fmla="*/ 0 w 97920"/>
                <a:gd name="textAreaRight" fmla="*/ 98640 w 97920"/>
                <a:gd name="textAreaTop" fmla="*/ 0 h 137160"/>
                <a:gd name="textAreaBottom" fmla="*/ 137880 h 137160"/>
              </a:gdLst>
              <a:ahLst/>
              <a:rect l="textAreaLeft" t="textAreaTop" r="textAreaRight" b="textAreaBottom"/>
              <a:pathLst>
                <a:path w="4715" h="6595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760" bIns="68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Google Shape;238;p59"/>
            <p:cNvSpPr/>
            <p:nvPr/>
          </p:nvSpPr>
          <p:spPr>
            <a:xfrm>
              <a:off x="10788120" y="2790720"/>
              <a:ext cx="24120" cy="82440"/>
            </a:xfrm>
            <a:custGeom>
              <a:avLst/>
              <a:gdLst>
                <a:gd name="textAreaLeft" fmla="*/ 0 w 24120"/>
                <a:gd name="textAreaRight" fmla="*/ 24840 w 24120"/>
                <a:gd name="textAreaTop" fmla="*/ 0 h 82440"/>
                <a:gd name="textAreaBottom" fmla="*/ 83160 h 82440"/>
              </a:gdLst>
              <a:ahLst/>
              <a:rect l="textAreaLeft" t="textAreaTop" r="textAreaRight" b="textAreaBottom"/>
              <a:pathLst>
                <a:path w="1197" h="3982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" name="Google Shape;239;p59"/>
            <p:cNvSpPr/>
            <p:nvPr/>
          </p:nvSpPr>
          <p:spPr>
            <a:xfrm>
              <a:off x="10411560" y="2770200"/>
              <a:ext cx="81000" cy="122400"/>
            </a:xfrm>
            <a:custGeom>
              <a:avLst/>
              <a:gdLst>
                <a:gd name="textAreaLeft" fmla="*/ 0 w 81000"/>
                <a:gd name="textAreaRight" fmla="*/ 81720 w 81000"/>
                <a:gd name="textAreaTop" fmla="*/ 0 h 122400"/>
                <a:gd name="textAreaBottom" fmla="*/ 123120 h 122400"/>
              </a:gdLst>
              <a:ahLst/>
              <a:rect l="textAreaLeft" t="textAreaTop" r="textAreaRight" b="textAreaBottom"/>
              <a:pathLst>
                <a:path w="3908" h="5887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560" bIns="61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Google Shape;240;p59"/>
            <p:cNvSpPr/>
            <p:nvPr/>
          </p:nvSpPr>
          <p:spPr>
            <a:xfrm>
              <a:off x="10504440" y="2693880"/>
              <a:ext cx="232920" cy="275400"/>
            </a:xfrm>
            <a:custGeom>
              <a:avLst/>
              <a:gdLst>
                <a:gd name="textAreaLeft" fmla="*/ 0 w 232920"/>
                <a:gd name="textAreaRight" fmla="*/ 233640 w 232920"/>
                <a:gd name="textAreaTop" fmla="*/ 0 h 275400"/>
                <a:gd name="textAreaBottom" fmla="*/ 276120 h 275400"/>
              </a:gdLst>
              <a:ahLst/>
              <a:rect l="textAreaLeft" t="textAreaTop" r="textAreaRight" b="textAreaBottom"/>
              <a:pathLst>
                <a:path w="11186" h="13213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Google Shape;241;p59"/>
            <p:cNvSpPr/>
            <p:nvPr/>
          </p:nvSpPr>
          <p:spPr>
            <a:xfrm>
              <a:off x="10749240" y="2673360"/>
              <a:ext cx="27720" cy="316800"/>
            </a:xfrm>
            <a:custGeom>
              <a:avLst/>
              <a:gdLst>
                <a:gd name="textAreaLeft" fmla="*/ 0 w 27720"/>
                <a:gd name="textAreaRight" fmla="*/ 28440 w 27720"/>
                <a:gd name="textAreaTop" fmla="*/ 0 h 316800"/>
                <a:gd name="textAreaBottom" fmla="*/ 317520 h 316800"/>
              </a:gdLst>
              <a:ahLst/>
              <a:rect l="textAreaLeft" t="textAreaTop" r="textAreaRight" b="textAreaBottom"/>
              <a:pathLst>
                <a:path w="1368" h="15192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7" name="Google Shape;242;p59"/>
          <p:cNvGrpSpPr/>
          <p:nvPr/>
        </p:nvGrpSpPr>
        <p:grpSpPr>
          <a:xfrm>
            <a:off x="5383440" y="3269520"/>
            <a:ext cx="302400" cy="325080"/>
            <a:chOff x="5383440" y="3269520"/>
            <a:chExt cx="302400" cy="325080"/>
          </a:xfrm>
        </p:grpSpPr>
        <p:sp>
          <p:nvSpPr>
            <p:cNvPr id="158" name="Google Shape;243;p59"/>
            <p:cNvSpPr/>
            <p:nvPr/>
          </p:nvSpPr>
          <p:spPr>
            <a:xfrm>
              <a:off x="5383440" y="3269520"/>
              <a:ext cx="302400" cy="325080"/>
            </a:xfrm>
            <a:custGeom>
              <a:avLst/>
              <a:gdLst>
                <a:gd name="textAreaLeft" fmla="*/ 0 w 302400"/>
                <a:gd name="textAreaRight" fmla="*/ 303120 w 302400"/>
                <a:gd name="textAreaTop" fmla="*/ 0 h 325080"/>
                <a:gd name="textAreaBottom" fmla="*/ 325800 h 325080"/>
              </a:gdLst>
              <a:ahLst/>
              <a:rect l="textAreaLeft" t="textAreaTop" r="textAreaRight" b="textAreaBottom"/>
              <a:pathLst>
                <a:path w="14508" h="15583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Google Shape;244;p59"/>
            <p:cNvSpPr/>
            <p:nvPr/>
          </p:nvSpPr>
          <p:spPr>
            <a:xfrm>
              <a:off x="5537160" y="3414960"/>
              <a:ext cx="19800" cy="19080"/>
            </a:xfrm>
            <a:custGeom>
              <a:avLst/>
              <a:gdLst>
                <a:gd name="textAreaLeft" fmla="*/ 0 w 19800"/>
                <a:gd name="textAreaRight" fmla="*/ 20520 w 19800"/>
                <a:gd name="textAreaTop" fmla="*/ 0 h 19080"/>
                <a:gd name="textAreaBottom" fmla="*/ 19800 h 19080"/>
              </a:gdLst>
              <a:ahLst/>
              <a:rect l="textAreaLeft" t="textAreaTop" r="textAreaRight" b="textAreaBottom"/>
              <a:pathLst>
                <a:path w="978" h="954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720" bIns="97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" name="Google Shape;245;p59"/>
            <p:cNvSpPr/>
            <p:nvPr/>
          </p:nvSpPr>
          <p:spPr>
            <a:xfrm>
              <a:off x="5503680" y="3314880"/>
              <a:ext cx="62640" cy="11160"/>
            </a:xfrm>
            <a:custGeom>
              <a:avLst/>
              <a:gdLst>
                <a:gd name="textAreaLeft" fmla="*/ 0 w 62640"/>
                <a:gd name="textAreaRight" fmla="*/ 63360 w 62640"/>
                <a:gd name="textAreaTop" fmla="*/ 0 h 11160"/>
                <a:gd name="textAreaBottom" fmla="*/ 11880 h 11160"/>
              </a:gdLst>
              <a:ahLst/>
              <a:rect l="textAreaLeft" t="textAreaTop" r="textAreaRight" b="textAreaBottom"/>
              <a:pathLst>
                <a:path w="3030" h="562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Google Shape;246;p59"/>
            <p:cNvSpPr/>
            <p:nvPr/>
          </p:nvSpPr>
          <p:spPr>
            <a:xfrm>
              <a:off x="5512320" y="3375720"/>
              <a:ext cx="25200" cy="25200"/>
            </a:xfrm>
            <a:custGeom>
              <a:avLst/>
              <a:gdLst>
                <a:gd name="textAreaLeft" fmla="*/ 0 w 25200"/>
                <a:gd name="textAreaRight" fmla="*/ 25920 w 25200"/>
                <a:gd name="textAreaTop" fmla="*/ 0 h 25200"/>
                <a:gd name="textAreaBottom" fmla="*/ 25920 h 25200"/>
              </a:gdLst>
              <a:ahLst/>
              <a:rect l="textAreaLeft" t="textAreaTop" r="textAreaRight" b="textAreaBottom"/>
              <a:pathLst>
                <a:path w="1247" h="1246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2" name="Google Shape;247;p59"/>
          <p:cNvSpPr/>
          <p:nvPr/>
        </p:nvSpPr>
        <p:spPr>
          <a:xfrm>
            <a:off x="5938920" y="3272760"/>
            <a:ext cx="318960" cy="318960"/>
          </a:xfrm>
          <a:custGeom>
            <a:avLst/>
            <a:gdLst>
              <a:gd name="textAreaLeft" fmla="*/ 0 w 318960"/>
              <a:gd name="textAreaRight" fmla="*/ 319680 w 318960"/>
              <a:gd name="textAreaTop" fmla="*/ 0 h 318960"/>
              <a:gd name="textAreaBottom" fmla="*/ 319680 h 318960"/>
            </a:gdLst>
            <a:ahLst/>
            <a:rect l="textAreaLeft" t="textAreaTop" r="textAreaRight" b="textAreaBottom"/>
            <a:pathLst>
              <a:path w="15290" h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248;p59"/>
          <p:cNvSpPr/>
          <p:nvPr/>
        </p:nvSpPr>
        <p:spPr>
          <a:xfrm>
            <a:off x="6502680" y="3272760"/>
            <a:ext cx="318960" cy="318960"/>
          </a:xfrm>
          <a:custGeom>
            <a:avLst/>
            <a:gdLst>
              <a:gd name="textAreaLeft" fmla="*/ 0 w 318960"/>
              <a:gd name="textAreaRight" fmla="*/ 319680 w 318960"/>
              <a:gd name="textAreaTop" fmla="*/ 0 h 318960"/>
              <a:gd name="textAreaBottom" fmla="*/ 319680 h 318960"/>
            </a:gdLst>
            <a:ahLst/>
            <a:rect l="textAreaLeft" t="textAreaTop" r="textAreaRight" b="textAreaBottom"/>
            <a:pathLst>
              <a:path w="15290" h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249;p59"/>
          <p:cNvSpPr/>
          <p:nvPr/>
        </p:nvSpPr>
        <p:spPr>
          <a:xfrm>
            <a:off x="7066080" y="3272760"/>
            <a:ext cx="318960" cy="318960"/>
          </a:xfrm>
          <a:custGeom>
            <a:avLst/>
            <a:gdLst>
              <a:gd name="textAreaLeft" fmla="*/ 0 w 318960"/>
              <a:gd name="textAreaRight" fmla="*/ 319680 w 318960"/>
              <a:gd name="textAreaTop" fmla="*/ 0 h 318960"/>
              <a:gd name="textAreaBottom" fmla="*/ 319680 h 318960"/>
            </a:gdLst>
            <a:ahLst/>
            <a:rect l="textAreaLeft" t="textAreaTop" r="textAreaRight" b="textAreaBottom"/>
            <a:pathLst>
              <a:path w="15290" h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5" name="Google Shape;250;p59"/>
          <p:cNvGrpSpPr/>
          <p:nvPr/>
        </p:nvGrpSpPr>
        <p:grpSpPr>
          <a:xfrm>
            <a:off x="7704000" y="3217680"/>
            <a:ext cx="169920" cy="424800"/>
            <a:chOff x="7704000" y="3217680"/>
            <a:chExt cx="169920" cy="424800"/>
          </a:xfrm>
        </p:grpSpPr>
        <p:sp>
          <p:nvSpPr>
            <p:cNvPr id="166" name="Google Shape;251;p59"/>
            <p:cNvSpPr/>
            <p:nvPr/>
          </p:nvSpPr>
          <p:spPr>
            <a:xfrm>
              <a:off x="7704000" y="3306240"/>
              <a:ext cx="169920" cy="336240"/>
            </a:xfrm>
            <a:custGeom>
              <a:avLst/>
              <a:gdLst>
                <a:gd name="textAreaLeft" fmla="*/ 0 w 169920"/>
                <a:gd name="textAreaRight" fmla="*/ 170640 w 169920"/>
                <a:gd name="textAreaTop" fmla="*/ 0 h 336240"/>
                <a:gd name="textAreaBottom" fmla="*/ 336960 h 336240"/>
              </a:gdLst>
              <a:ahLst/>
              <a:rect l="textAreaLeft" t="textAreaTop" r="textAreaRight" b="textAreaBottom"/>
              <a:pathLst>
                <a:path w="8158" h="16121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Google Shape;252;p59"/>
            <p:cNvSpPr/>
            <p:nvPr/>
          </p:nvSpPr>
          <p:spPr>
            <a:xfrm>
              <a:off x="7753680" y="3217680"/>
              <a:ext cx="70920" cy="77760"/>
            </a:xfrm>
            <a:custGeom>
              <a:avLst/>
              <a:gdLst>
                <a:gd name="textAreaLeft" fmla="*/ 0 w 70920"/>
                <a:gd name="textAreaRight" fmla="*/ 71640 w 70920"/>
                <a:gd name="textAreaTop" fmla="*/ 0 h 77760"/>
                <a:gd name="textAreaBottom" fmla="*/ 78480 h 77760"/>
              </a:gdLst>
              <a:ahLst/>
              <a:rect l="textAreaLeft" t="textAreaTop" r="textAreaRight" b="textAreaBottom"/>
              <a:pathLst>
                <a:path w="3420" h="3762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8" name="Google Shape;253;p59"/>
          <p:cNvGrpSpPr/>
          <p:nvPr/>
        </p:nvGrpSpPr>
        <p:grpSpPr>
          <a:xfrm>
            <a:off x="8846280" y="3271680"/>
            <a:ext cx="139320" cy="316800"/>
            <a:chOff x="8846280" y="3271680"/>
            <a:chExt cx="139320" cy="316800"/>
          </a:xfrm>
        </p:grpSpPr>
        <p:sp>
          <p:nvSpPr>
            <p:cNvPr id="169" name="Google Shape;254;p59"/>
            <p:cNvSpPr/>
            <p:nvPr/>
          </p:nvSpPr>
          <p:spPr>
            <a:xfrm>
              <a:off x="8846280" y="3351240"/>
              <a:ext cx="139320" cy="237240"/>
            </a:xfrm>
            <a:custGeom>
              <a:avLst/>
              <a:gdLst>
                <a:gd name="textAreaLeft" fmla="*/ 0 w 139320"/>
                <a:gd name="textAreaRight" fmla="*/ 140040 w 139320"/>
                <a:gd name="textAreaTop" fmla="*/ 0 h 237240"/>
                <a:gd name="textAreaBottom" fmla="*/ 237960 h 237240"/>
              </a:gdLst>
              <a:ahLst/>
              <a:rect l="textAreaLeft" t="textAreaTop" r="textAreaRight" b="textAreaBottom"/>
              <a:pathLst>
                <a:path w="6692" h="11382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Google Shape;255;p59"/>
            <p:cNvSpPr/>
            <p:nvPr/>
          </p:nvSpPr>
          <p:spPr>
            <a:xfrm>
              <a:off x="8884080" y="3271680"/>
              <a:ext cx="63720" cy="69840"/>
            </a:xfrm>
            <a:custGeom>
              <a:avLst/>
              <a:gdLst>
                <a:gd name="textAreaLeft" fmla="*/ 0 w 63720"/>
                <a:gd name="textAreaRight" fmla="*/ 64440 w 63720"/>
                <a:gd name="textAreaTop" fmla="*/ 0 h 69840"/>
                <a:gd name="textAreaBottom" fmla="*/ 70560 h 69840"/>
              </a:gdLst>
              <a:ahLst/>
              <a:rect l="textAreaLeft" t="textAreaTop" r="textAreaRight" b="textAreaBottom"/>
              <a:pathLst>
                <a:path w="3078" h="3371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1" name="Google Shape;256;p59"/>
          <p:cNvGrpSpPr/>
          <p:nvPr/>
        </p:nvGrpSpPr>
        <p:grpSpPr>
          <a:xfrm>
            <a:off x="8280360" y="3219480"/>
            <a:ext cx="144360" cy="421200"/>
            <a:chOff x="8280360" y="3219480"/>
            <a:chExt cx="144360" cy="421200"/>
          </a:xfrm>
        </p:grpSpPr>
        <p:sp>
          <p:nvSpPr>
            <p:cNvPr id="172" name="Google Shape;257;p59"/>
            <p:cNvSpPr/>
            <p:nvPr/>
          </p:nvSpPr>
          <p:spPr>
            <a:xfrm>
              <a:off x="8319240" y="3219480"/>
              <a:ext cx="66600" cy="75960"/>
            </a:xfrm>
            <a:custGeom>
              <a:avLst/>
              <a:gdLst>
                <a:gd name="textAreaLeft" fmla="*/ 0 w 66600"/>
                <a:gd name="textAreaRight" fmla="*/ 67320 w 66600"/>
                <a:gd name="textAreaTop" fmla="*/ 0 h 75960"/>
                <a:gd name="textAreaBottom" fmla="*/ 76680 h 75960"/>
              </a:gdLst>
              <a:ahLst/>
              <a:rect l="textAreaLeft" t="textAreaTop" r="textAreaRight" b="textAreaBottom"/>
              <a:pathLst>
                <a:path w="3224" h="3665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160" bIns="38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Google Shape;258;p59"/>
            <p:cNvSpPr/>
            <p:nvPr/>
          </p:nvSpPr>
          <p:spPr>
            <a:xfrm>
              <a:off x="8280360" y="3305880"/>
              <a:ext cx="144360" cy="334800"/>
            </a:xfrm>
            <a:custGeom>
              <a:avLst/>
              <a:gdLst>
                <a:gd name="textAreaLeft" fmla="*/ 0 w 144360"/>
                <a:gd name="textAreaRight" fmla="*/ 145080 w 144360"/>
                <a:gd name="textAreaTop" fmla="*/ 0 h 334800"/>
                <a:gd name="textAreaBottom" fmla="*/ 335520 h 334800"/>
              </a:gdLst>
              <a:ahLst/>
              <a:rect l="textAreaLeft" t="textAreaTop" r="textAreaRight" b="textAreaBottom"/>
              <a:pathLst>
                <a:path w="6938" h="16047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74" name="Google Shape;259;p59"/>
          <p:cNvSpPr/>
          <p:nvPr/>
        </p:nvSpPr>
        <p:spPr>
          <a:xfrm>
            <a:off x="9320400" y="3264120"/>
            <a:ext cx="318960" cy="336240"/>
          </a:xfrm>
          <a:custGeom>
            <a:avLst/>
            <a:gdLst>
              <a:gd name="textAreaLeft" fmla="*/ 0 w 318960"/>
              <a:gd name="textAreaRight" fmla="*/ 319680 w 318960"/>
              <a:gd name="textAreaTop" fmla="*/ 0 h 336240"/>
              <a:gd name="textAreaBottom" fmla="*/ 336960 h 336240"/>
            </a:gdLst>
            <a:ahLst/>
            <a:rect l="textAreaLeft" t="textAreaTop" r="textAreaRight" b="textAreaBottom"/>
            <a:pathLst>
              <a:path w="15290" h="1612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5" name="Google Shape;260;p59"/>
          <p:cNvGrpSpPr/>
          <p:nvPr/>
        </p:nvGrpSpPr>
        <p:grpSpPr>
          <a:xfrm>
            <a:off x="9867960" y="3270240"/>
            <a:ext cx="350280" cy="324000"/>
            <a:chOff x="9867960" y="3270240"/>
            <a:chExt cx="350280" cy="324000"/>
          </a:xfrm>
        </p:grpSpPr>
        <p:sp>
          <p:nvSpPr>
            <p:cNvPr id="176" name="Google Shape;261;p59"/>
            <p:cNvSpPr/>
            <p:nvPr/>
          </p:nvSpPr>
          <p:spPr>
            <a:xfrm>
              <a:off x="9867960" y="3393000"/>
              <a:ext cx="81360" cy="183600"/>
            </a:xfrm>
            <a:custGeom>
              <a:avLst/>
              <a:gdLst>
                <a:gd name="textAreaLeft" fmla="*/ 0 w 81360"/>
                <a:gd name="textAreaRight" fmla="*/ 82080 w 81360"/>
                <a:gd name="textAreaTop" fmla="*/ 0 h 183600"/>
                <a:gd name="textAreaBottom" fmla="*/ 184320 h 183600"/>
              </a:gdLst>
              <a:ahLst/>
              <a:rect l="textAreaLeft" t="textAreaTop" r="textAreaRight" b="textAreaBottom"/>
              <a:pathLst>
                <a:path w="3933" h="8818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Google Shape;262;p59"/>
            <p:cNvSpPr/>
            <p:nvPr/>
          </p:nvSpPr>
          <p:spPr>
            <a:xfrm>
              <a:off x="9962280" y="3270240"/>
              <a:ext cx="255960" cy="324000"/>
            </a:xfrm>
            <a:custGeom>
              <a:avLst/>
              <a:gdLst>
                <a:gd name="textAreaLeft" fmla="*/ 0 w 255960"/>
                <a:gd name="textAreaRight" fmla="*/ 256680 w 255960"/>
                <a:gd name="textAreaTop" fmla="*/ 0 h 324000"/>
                <a:gd name="textAreaBottom" fmla="*/ 324720 h 324000"/>
              </a:gdLst>
              <a:ahLst/>
              <a:rect l="textAreaLeft" t="textAreaTop" r="textAreaRight" b="textAreaBottom"/>
              <a:pathLst>
                <a:path w="12286" h="15534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8" name="Google Shape;263;p59"/>
          <p:cNvGrpSpPr/>
          <p:nvPr/>
        </p:nvGrpSpPr>
        <p:grpSpPr>
          <a:xfrm>
            <a:off x="10499400" y="3260520"/>
            <a:ext cx="214560" cy="350280"/>
            <a:chOff x="10499400" y="3260520"/>
            <a:chExt cx="214560" cy="350280"/>
          </a:xfrm>
        </p:grpSpPr>
        <p:sp>
          <p:nvSpPr>
            <p:cNvPr id="179" name="Google Shape;264;p59"/>
            <p:cNvSpPr/>
            <p:nvPr/>
          </p:nvSpPr>
          <p:spPr>
            <a:xfrm>
              <a:off x="10564200" y="3557520"/>
              <a:ext cx="84960" cy="1836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18360"/>
                <a:gd name="textAreaBottom" fmla="*/ 19080 h 18360"/>
              </a:gdLst>
              <a:ahLst/>
              <a:rect l="textAreaLeft" t="textAreaTop" r="textAreaRight" b="textAreaBottom"/>
              <a:pathLst>
                <a:path w="4104" h="905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360" bIns="9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0" name="Google Shape;265;p59"/>
            <p:cNvSpPr/>
            <p:nvPr/>
          </p:nvSpPr>
          <p:spPr>
            <a:xfrm>
              <a:off x="10564200" y="3528360"/>
              <a:ext cx="84960" cy="1836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18360"/>
                <a:gd name="textAreaBottom" fmla="*/ 19080 h 18360"/>
              </a:gdLst>
              <a:ahLst/>
              <a:rect l="textAreaLeft" t="textAreaTop" r="textAreaRight" b="textAreaBottom"/>
              <a:pathLst>
                <a:path w="4104" h="905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360" bIns="9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" name="Google Shape;266;p59"/>
            <p:cNvSpPr/>
            <p:nvPr/>
          </p:nvSpPr>
          <p:spPr>
            <a:xfrm>
              <a:off x="10564200" y="3586680"/>
              <a:ext cx="84960" cy="24120"/>
            </a:xfrm>
            <a:custGeom>
              <a:avLst/>
              <a:gdLst>
                <a:gd name="textAreaLeft" fmla="*/ 0 w 84960"/>
                <a:gd name="textAreaRight" fmla="*/ 85680 w 84960"/>
                <a:gd name="textAreaTop" fmla="*/ 0 h 24120"/>
                <a:gd name="textAreaBottom" fmla="*/ 24840 h 24120"/>
              </a:gdLst>
              <a:ahLst/>
              <a:rect l="textAreaLeft" t="textAreaTop" r="textAreaRight" b="textAreaBottom"/>
              <a:pathLst>
                <a:path w="4104" h="1197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240" bIns="12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" name="Google Shape;267;p59"/>
            <p:cNvSpPr/>
            <p:nvPr/>
          </p:nvSpPr>
          <p:spPr>
            <a:xfrm>
              <a:off x="10567080" y="3384000"/>
              <a:ext cx="78840" cy="133560"/>
            </a:xfrm>
            <a:custGeom>
              <a:avLst/>
              <a:gdLst>
                <a:gd name="textAreaLeft" fmla="*/ 0 w 78840"/>
                <a:gd name="textAreaRight" fmla="*/ 79560 w 78840"/>
                <a:gd name="textAreaTop" fmla="*/ 0 h 133560"/>
                <a:gd name="textAreaBottom" fmla="*/ 134280 h 133560"/>
              </a:gdLst>
              <a:ahLst/>
              <a:rect l="textAreaLeft" t="textAreaTop" r="textAreaRight" b="textAreaBottom"/>
              <a:pathLst>
                <a:path w="3811" h="6424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6960" bIns="66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Google Shape;268;p59"/>
            <p:cNvSpPr/>
            <p:nvPr/>
          </p:nvSpPr>
          <p:spPr>
            <a:xfrm>
              <a:off x="10499400" y="3260520"/>
              <a:ext cx="214560" cy="257040"/>
            </a:xfrm>
            <a:custGeom>
              <a:avLst/>
              <a:gdLst>
                <a:gd name="textAreaLeft" fmla="*/ 0 w 214560"/>
                <a:gd name="textAreaRight" fmla="*/ 215280 w 214560"/>
                <a:gd name="textAreaTop" fmla="*/ 0 h 257040"/>
                <a:gd name="textAreaBottom" fmla="*/ 257760 h 257040"/>
              </a:gdLst>
              <a:ahLst/>
              <a:rect l="textAreaLeft" t="textAreaTop" r="textAreaRight" b="textAreaBottom"/>
              <a:pathLst>
                <a:path w="10308" h="12335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84" name="Google Shape;269;p59"/>
          <p:cNvGrpSpPr/>
          <p:nvPr/>
        </p:nvGrpSpPr>
        <p:grpSpPr>
          <a:xfrm>
            <a:off x="5480640" y="3796920"/>
            <a:ext cx="108720" cy="397440"/>
            <a:chOff x="5480640" y="3796920"/>
            <a:chExt cx="108720" cy="397440"/>
          </a:xfrm>
        </p:grpSpPr>
        <p:sp>
          <p:nvSpPr>
            <p:cNvPr id="185" name="Google Shape;270;p59"/>
            <p:cNvSpPr/>
            <p:nvPr/>
          </p:nvSpPr>
          <p:spPr>
            <a:xfrm>
              <a:off x="5480640" y="3796920"/>
              <a:ext cx="108720" cy="39744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397440"/>
                <a:gd name="textAreaBottom" fmla="*/ 398160 h 397440"/>
              </a:gdLst>
              <a:ahLst/>
              <a:rect l="textAreaLeft" t="textAreaTop" r="textAreaRight" b="textAreaBottom"/>
              <a:pathLst>
                <a:path w="5228" h="19051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" name="Google Shape;271;p59"/>
            <p:cNvSpPr/>
            <p:nvPr/>
          </p:nvSpPr>
          <p:spPr>
            <a:xfrm>
              <a:off x="5501160" y="3907800"/>
              <a:ext cx="67680" cy="266400"/>
            </a:xfrm>
            <a:custGeom>
              <a:avLst/>
              <a:gdLst>
                <a:gd name="textAreaLeft" fmla="*/ 0 w 67680"/>
                <a:gd name="textAreaRight" fmla="*/ 68400 w 67680"/>
                <a:gd name="textAreaTop" fmla="*/ 0 h 266400"/>
                <a:gd name="textAreaBottom" fmla="*/ 267120 h 266400"/>
              </a:gdLst>
              <a:ahLst/>
              <a:rect l="textAreaLeft" t="textAreaTop" r="textAreaRight" b="textAreaBottom"/>
              <a:pathLst>
                <a:path w="3274" h="12774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87" name="Google Shape;272;p59"/>
          <p:cNvSpPr/>
          <p:nvPr/>
        </p:nvSpPr>
        <p:spPr>
          <a:xfrm>
            <a:off x="6494760" y="3781080"/>
            <a:ext cx="334080" cy="429120"/>
          </a:xfrm>
          <a:custGeom>
            <a:avLst/>
            <a:gdLst>
              <a:gd name="textAreaLeft" fmla="*/ 0 w 334080"/>
              <a:gd name="textAreaRight" fmla="*/ 334800 w 334080"/>
              <a:gd name="textAreaTop" fmla="*/ 0 h 429120"/>
              <a:gd name="textAreaBottom" fmla="*/ 429840 h 429120"/>
            </a:gdLst>
            <a:ahLst/>
            <a:rect l="textAreaLeft" t="textAreaTop" r="textAreaRight" b="textAreaBottom"/>
            <a:pathLst>
              <a:path w="16022" h="20565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273;p59"/>
          <p:cNvSpPr/>
          <p:nvPr/>
        </p:nvSpPr>
        <p:spPr>
          <a:xfrm>
            <a:off x="5974920" y="3781080"/>
            <a:ext cx="247320" cy="429120"/>
          </a:xfrm>
          <a:custGeom>
            <a:avLst/>
            <a:gdLst>
              <a:gd name="textAreaLeft" fmla="*/ 0 w 247320"/>
              <a:gd name="textAreaRight" fmla="*/ 248040 w 247320"/>
              <a:gd name="textAreaTop" fmla="*/ 0 h 429120"/>
              <a:gd name="textAreaBottom" fmla="*/ 429840 h 429120"/>
            </a:gdLst>
            <a:ahLst/>
            <a:rect l="textAreaLeft" t="textAreaTop" r="textAreaRight" b="textAreaBottom"/>
            <a:pathLst>
              <a:path w="11870" h="20565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9" name="Google Shape;274;p59"/>
          <p:cNvGrpSpPr/>
          <p:nvPr/>
        </p:nvGrpSpPr>
        <p:grpSpPr>
          <a:xfrm>
            <a:off x="7032240" y="3809520"/>
            <a:ext cx="386280" cy="371880"/>
            <a:chOff x="7032240" y="3809520"/>
            <a:chExt cx="386280" cy="371880"/>
          </a:xfrm>
        </p:grpSpPr>
        <p:sp>
          <p:nvSpPr>
            <p:cNvPr id="190" name="Google Shape;275;p59"/>
            <p:cNvSpPr/>
            <p:nvPr/>
          </p:nvSpPr>
          <p:spPr>
            <a:xfrm>
              <a:off x="7131240" y="4102560"/>
              <a:ext cx="188280" cy="78840"/>
            </a:xfrm>
            <a:custGeom>
              <a:avLst/>
              <a:gdLst>
                <a:gd name="textAreaLeft" fmla="*/ 0 w 188280"/>
                <a:gd name="textAreaRight" fmla="*/ 189000 w 188280"/>
                <a:gd name="textAreaTop" fmla="*/ 0 h 78840"/>
                <a:gd name="textAreaBottom" fmla="*/ 79560 h 78840"/>
              </a:gdLst>
              <a:ahLst/>
              <a:rect l="textAreaLeft" t="textAreaTop" r="textAreaRight" b="textAreaBottom"/>
              <a:pathLst>
                <a:path w="9038" h="3811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Google Shape;276;p59"/>
            <p:cNvSpPr/>
            <p:nvPr/>
          </p:nvSpPr>
          <p:spPr>
            <a:xfrm>
              <a:off x="7032240" y="3809520"/>
              <a:ext cx="386280" cy="281160"/>
            </a:xfrm>
            <a:custGeom>
              <a:avLst/>
              <a:gdLst>
                <a:gd name="textAreaLeft" fmla="*/ 0 w 386280"/>
                <a:gd name="textAreaRight" fmla="*/ 387000 w 386280"/>
                <a:gd name="textAreaTop" fmla="*/ 0 h 281160"/>
                <a:gd name="textAreaBottom" fmla="*/ 281880 h 281160"/>
              </a:gdLst>
              <a:ahLst/>
              <a:rect l="textAreaLeft" t="textAreaTop" r="textAreaRight" b="textAreaBottom"/>
              <a:pathLst>
                <a:path w="18514" h="13483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2" name="Google Shape;277;p59"/>
          <p:cNvGrpSpPr/>
          <p:nvPr/>
        </p:nvGrpSpPr>
        <p:grpSpPr>
          <a:xfrm>
            <a:off x="7582680" y="3865320"/>
            <a:ext cx="412920" cy="260640"/>
            <a:chOff x="7582680" y="3865320"/>
            <a:chExt cx="412920" cy="260640"/>
          </a:xfrm>
        </p:grpSpPr>
        <p:sp>
          <p:nvSpPr>
            <p:cNvPr id="193" name="Google Shape;278;p59"/>
            <p:cNvSpPr/>
            <p:nvPr/>
          </p:nvSpPr>
          <p:spPr>
            <a:xfrm>
              <a:off x="7582680" y="3865320"/>
              <a:ext cx="412920" cy="260640"/>
            </a:xfrm>
            <a:custGeom>
              <a:avLst/>
              <a:gdLst>
                <a:gd name="textAreaLeft" fmla="*/ 0 w 412920"/>
                <a:gd name="textAreaRight" fmla="*/ 413640 w 412920"/>
                <a:gd name="textAreaTop" fmla="*/ 0 h 260640"/>
                <a:gd name="textAreaBottom" fmla="*/ 261360 h 260640"/>
              </a:gdLst>
              <a:ahLst/>
              <a:rect l="textAreaLeft" t="textAreaTop" r="textAreaRight" b="textAreaBottom"/>
              <a:pathLst>
                <a:path w="19784" h="12505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" name="Google Shape;279;p59"/>
            <p:cNvSpPr/>
            <p:nvPr/>
          </p:nvSpPr>
          <p:spPr>
            <a:xfrm>
              <a:off x="7702200" y="3908520"/>
              <a:ext cx="173880" cy="173880"/>
            </a:xfrm>
            <a:custGeom>
              <a:avLst/>
              <a:gdLst>
                <a:gd name="textAreaLeft" fmla="*/ 0 w 173880"/>
                <a:gd name="textAreaRight" fmla="*/ 174600 w 173880"/>
                <a:gd name="textAreaTop" fmla="*/ 0 h 173880"/>
                <a:gd name="textAreaBottom" fmla="*/ 174600 h 173880"/>
              </a:gdLst>
              <a:ahLst/>
              <a:rect l="textAreaLeft" t="textAreaTop" r="textAreaRight" b="textAreaBottom"/>
              <a:pathLst>
                <a:path w="8354" h="8353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7120" bIns="87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95" name="Google Shape;280;p59"/>
          <p:cNvSpPr/>
          <p:nvPr/>
        </p:nvSpPr>
        <p:spPr>
          <a:xfrm>
            <a:off x="8739000" y="3818520"/>
            <a:ext cx="354600" cy="354600"/>
          </a:xfrm>
          <a:custGeom>
            <a:avLst/>
            <a:gdLst>
              <a:gd name="textAreaLeft" fmla="*/ 0 w 354600"/>
              <a:gd name="textAreaRight" fmla="*/ 355320 w 354600"/>
              <a:gd name="textAreaTop" fmla="*/ 0 h 354600"/>
              <a:gd name="textAreaBottom" fmla="*/ 355320 h 354600"/>
            </a:gdLst>
            <a:ahLst/>
            <a:rect l="textAreaLeft" t="textAreaTop" r="textAreaRight" b="textAreaBottom"/>
            <a:pathLst>
              <a:path w="17000" h="16999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6" name="Google Shape;281;p59"/>
          <p:cNvGrpSpPr/>
          <p:nvPr/>
        </p:nvGrpSpPr>
        <p:grpSpPr>
          <a:xfrm>
            <a:off x="9266040" y="3837600"/>
            <a:ext cx="426960" cy="315720"/>
            <a:chOff x="9266040" y="3837600"/>
            <a:chExt cx="426960" cy="315720"/>
          </a:xfrm>
        </p:grpSpPr>
        <p:sp>
          <p:nvSpPr>
            <p:cNvPr id="197" name="Google Shape;282;p59"/>
            <p:cNvSpPr/>
            <p:nvPr/>
          </p:nvSpPr>
          <p:spPr>
            <a:xfrm>
              <a:off x="9266040" y="3837600"/>
              <a:ext cx="291960" cy="291600"/>
            </a:xfrm>
            <a:custGeom>
              <a:avLst/>
              <a:gdLst>
                <a:gd name="textAreaLeft" fmla="*/ 0 w 291960"/>
                <a:gd name="textAreaRight" fmla="*/ 292680 w 291960"/>
                <a:gd name="textAreaTop" fmla="*/ 0 h 291600"/>
                <a:gd name="textAreaBottom" fmla="*/ 292320 h 291600"/>
              </a:gdLst>
              <a:ahLst/>
              <a:rect l="textAreaLeft" t="textAreaTop" r="textAreaRight" b="textAreaBottom"/>
              <a:pathLst>
                <a:path w="13996" h="13995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" name="Google Shape;283;p59"/>
            <p:cNvSpPr/>
            <p:nvPr/>
          </p:nvSpPr>
          <p:spPr>
            <a:xfrm>
              <a:off x="9527400" y="3987720"/>
              <a:ext cx="165600" cy="165600"/>
            </a:xfrm>
            <a:custGeom>
              <a:avLst/>
              <a:gdLst>
                <a:gd name="textAreaLeft" fmla="*/ 0 w 165600"/>
                <a:gd name="textAreaRight" fmla="*/ 166320 w 165600"/>
                <a:gd name="textAreaTop" fmla="*/ 0 h 165600"/>
                <a:gd name="textAreaBottom" fmla="*/ 166320 h 165600"/>
              </a:gdLst>
              <a:ahLst/>
              <a:rect l="textAreaLeft" t="textAreaTop" r="textAreaRight" b="textAreaBottom"/>
              <a:pathLst>
                <a:path w="7963" h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3160" bIns="83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9" name="Google Shape;284;p59"/>
          <p:cNvGrpSpPr/>
          <p:nvPr/>
        </p:nvGrpSpPr>
        <p:grpSpPr>
          <a:xfrm>
            <a:off x="8179920" y="3819240"/>
            <a:ext cx="345240" cy="352440"/>
            <a:chOff x="8179920" y="3819240"/>
            <a:chExt cx="345240" cy="352440"/>
          </a:xfrm>
        </p:grpSpPr>
        <p:sp>
          <p:nvSpPr>
            <p:cNvPr id="200" name="Google Shape;285;p59"/>
            <p:cNvSpPr/>
            <p:nvPr/>
          </p:nvSpPr>
          <p:spPr>
            <a:xfrm>
              <a:off x="8179920" y="3819240"/>
              <a:ext cx="263160" cy="263160"/>
            </a:xfrm>
            <a:custGeom>
              <a:avLst/>
              <a:gdLst>
                <a:gd name="textAreaLeft" fmla="*/ 0 w 263160"/>
                <a:gd name="textAreaRight" fmla="*/ 263880 w 263160"/>
                <a:gd name="textAreaTop" fmla="*/ 0 h 263160"/>
                <a:gd name="textAreaBottom" fmla="*/ 263880 h 263160"/>
              </a:gdLst>
              <a:ahLst/>
              <a:rect l="textAreaLeft" t="textAreaTop" r="textAreaRight" b="textAreaBottom"/>
              <a:pathLst>
                <a:path w="12628" h="12627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" name="Google Shape;286;p59"/>
            <p:cNvSpPr/>
            <p:nvPr/>
          </p:nvSpPr>
          <p:spPr>
            <a:xfrm>
              <a:off x="8210520" y="3849840"/>
              <a:ext cx="201960" cy="201960"/>
            </a:xfrm>
            <a:custGeom>
              <a:avLst/>
              <a:gdLst>
                <a:gd name="textAreaLeft" fmla="*/ 0 w 201960"/>
                <a:gd name="textAreaRight" fmla="*/ 202680 w 201960"/>
                <a:gd name="textAreaTop" fmla="*/ 0 h 201960"/>
                <a:gd name="textAreaBottom" fmla="*/ 202680 h 201960"/>
              </a:gdLst>
              <a:ahLst/>
              <a:rect l="textAreaLeft" t="textAreaTop" r="textAreaRight" b="textAreaBottom"/>
              <a:pathLst>
                <a:path w="9697" h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" name="Google Shape;287;p59"/>
            <p:cNvSpPr/>
            <p:nvPr/>
          </p:nvSpPr>
          <p:spPr>
            <a:xfrm>
              <a:off x="8396640" y="4043880"/>
              <a:ext cx="128520" cy="127800"/>
            </a:xfrm>
            <a:custGeom>
              <a:avLst/>
              <a:gdLst>
                <a:gd name="textAreaLeft" fmla="*/ 0 w 128520"/>
                <a:gd name="textAreaRight" fmla="*/ 129240 w 128520"/>
                <a:gd name="textAreaTop" fmla="*/ 0 h 127800"/>
                <a:gd name="textAreaBottom" fmla="*/ 128520 h 127800"/>
              </a:gdLst>
              <a:ahLst/>
              <a:rect l="textAreaLeft" t="textAreaTop" r="textAreaRight" b="textAreaBottom"/>
              <a:pathLst>
                <a:path w="6180" h="6155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080" bIns="64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03" name="Google Shape;288;p59"/>
          <p:cNvSpPr/>
          <p:nvPr/>
        </p:nvSpPr>
        <p:spPr>
          <a:xfrm>
            <a:off x="5343840" y="4407480"/>
            <a:ext cx="386280" cy="303480"/>
          </a:xfrm>
          <a:custGeom>
            <a:avLst/>
            <a:gdLst>
              <a:gd name="textAreaLeft" fmla="*/ 0 w 386280"/>
              <a:gd name="textAreaRight" fmla="*/ 387000 w 386280"/>
              <a:gd name="textAreaTop" fmla="*/ 0 h 303480"/>
              <a:gd name="textAreaBottom" fmla="*/ 304200 h 303480"/>
            </a:gdLst>
            <a:ahLst/>
            <a:rect l="textAreaLeft" t="textAreaTop" r="textAreaRight" b="textAreaBottom"/>
            <a:pathLst>
              <a:path w="18513" h="14557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Google Shape;289;p59"/>
          <p:cNvSpPr/>
          <p:nvPr/>
        </p:nvSpPr>
        <p:spPr>
          <a:xfrm>
            <a:off x="9909000" y="3801960"/>
            <a:ext cx="268920" cy="387360"/>
          </a:xfrm>
          <a:custGeom>
            <a:avLst/>
            <a:gdLst>
              <a:gd name="textAreaLeft" fmla="*/ 0 w 268920"/>
              <a:gd name="textAreaRight" fmla="*/ 269640 w 268920"/>
              <a:gd name="textAreaTop" fmla="*/ 0 h 387360"/>
              <a:gd name="textAreaBottom" fmla="*/ 388080 h 387360"/>
            </a:gdLst>
            <a:ahLst/>
            <a:rect l="textAreaLeft" t="textAreaTop" r="textAreaRight" b="textAreaBottom"/>
            <a:pathLst>
              <a:path w="12896" h="18563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5" name="Google Shape;290;p59"/>
          <p:cNvGrpSpPr/>
          <p:nvPr/>
        </p:nvGrpSpPr>
        <p:grpSpPr>
          <a:xfrm>
            <a:off x="10474920" y="3814200"/>
            <a:ext cx="263880" cy="375120"/>
            <a:chOff x="10474920" y="3814200"/>
            <a:chExt cx="263880" cy="375120"/>
          </a:xfrm>
        </p:grpSpPr>
        <p:sp>
          <p:nvSpPr>
            <p:cNvPr id="206" name="Google Shape;291;p59"/>
            <p:cNvSpPr/>
            <p:nvPr/>
          </p:nvSpPr>
          <p:spPr>
            <a:xfrm>
              <a:off x="10474920" y="3814200"/>
              <a:ext cx="263880" cy="64800"/>
            </a:xfrm>
            <a:custGeom>
              <a:avLst/>
              <a:gdLst>
                <a:gd name="textAreaLeft" fmla="*/ 0 w 263880"/>
                <a:gd name="textAreaRight" fmla="*/ 264600 w 263880"/>
                <a:gd name="textAreaTop" fmla="*/ 0 h 64800"/>
                <a:gd name="textAreaBottom" fmla="*/ 65520 h 64800"/>
              </a:gdLst>
              <a:ahLst/>
              <a:rect l="textAreaLeft" t="textAreaTop" r="textAreaRight" b="textAreaBottom"/>
              <a:pathLst>
                <a:path w="12652" h="3127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" name="Google Shape;292;p59"/>
            <p:cNvSpPr/>
            <p:nvPr/>
          </p:nvSpPr>
          <p:spPr>
            <a:xfrm>
              <a:off x="10485360" y="3889800"/>
              <a:ext cx="242280" cy="299520"/>
            </a:xfrm>
            <a:custGeom>
              <a:avLst/>
              <a:gdLst>
                <a:gd name="textAreaLeft" fmla="*/ 0 w 242280"/>
                <a:gd name="textAreaRight" fmla="*/ 243000 w 242280"/>
                <a:gd name="textAreaTop" fmla="*/ 0 h 299520"/>
                <a:gd name="textAreaBottom" fmla="*/ 300240 h 299520"/>
              </a:gdLst>
              <a:ahLst/>
              <a:rect l="textAreaLeft" t="textAreaTop" r="textAreaRight" b="textAreaBottom"/>
              <a:pathLst>
                <a:path w="11626" h="14362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8" name="Google Shape;293;p59"/>
          <p:cNvGrpSpPr/>
          <p:nvPr/>
        </p:nvGrpSpPr>
        <p:grpSpPr>
          <a:xfrm>
            <a:off x="5910480" y="4433040"/>
            <a:ext cx="376200" cy="252360"/>
            <a:chOff x="5910480" y="4433040"/>
            <a:chExt cx="376200" cy="252360"/>
          </a:xfrm>
        </p:grpSpPr>
        <p:sp>
          <p:nvSpPr>
            <p:cNvPr id="209" name="Google Shape;294;p59"/>
            <p:cNvSpPr/>
            <p:nvPr/>
          </p:nvSpPr>
          <p:spPr>
            <a:xfrm>
              <a:off x="5910480" y="4433040"/>
              <a:ext cx="376200" cy="252360"/>
            </a:xfrm>
            <a:custGeom>
              <a:avLst/>
              <a:gdLst>
                <a:gd name="textAreaLeft" fmla="*/ 0 w 376200"/>
                <a:gd name="textAreaRight" fmla="*/ 376920 w 376200"/>
                <a:gd name="textAreaTop" fmla="*/ 0 h 252360"/>
                <a:gd name="textAreaBottom" fmla="*/ 253080 h 252360"/>
              </a:gdLst>
              <a:ahLst/>
              <a:rect l="textAreaLeft" t="textAreaTop" r="textAreaRight" b="textAreaBottom"/>
              <a:pathLst>
                <a:path w="18026" h="12115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" name="Google Shape;295;p59"/>
            <p:cNvSpPr/>
            <p:nvPr/>
          </p:nvSpPr>
          <p:spPr>
            <a:xfrm>
              <a:off x="5953680" y="4581000"/>
              <a:ext cx="144720" cy="9360"/>
            </a:xfrm>
            <a:custGeom>
              <a:avLst/>
              <a:gdLst>
                <a:gd name="textAreaLeft" fmla="*/ 0 w 144720"/>
                <a:gd name="textAreaRight" fmla="*/ 145440 w 144720"/>
                <a:gd name="textAreaTop" fmla="*/ 0 h 9360"/>
                <a:gd name="textAreaBottom" fmla="*/ 10080 h 9360"/>
              </a:gdLst>
              <a:ahLst/>
              <a:rect l="textAreaLeft" t="textAreaTop" r="textAreaRight" b="textAreaBottom"/>
              <a:pathLst>
                <a:path w="6962" h="489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Google Shape;296;p59"/>
            <p:cNvSpPr/>
            <p:nvPr/>
          </p:nvSpPr>
          <p:spPr>
            <a:xfrm>
              <a:off x="5953680" y="4614480"/>
              <a:ext cx="101880" cy="9360"/>
            </a:xfrm>
            <a:custGeom>
              <a:avLst/>
              <a:gdLst>
                <a:gd name="textAreaLeft" fmla="*/ 0 w 101880"/>
                <a:gd name="textAreaRight" fmla="*/ 102600 w 101880"/>
                <a:gd name="textAreaTop" fmla="*/ 0 h 9360"/>
                <a:gd name="textAreaBottom" fmla="*/ 10080 h 9360"/>
              </a:gdLst>
              <a:ahLst/>
              <a:rect l="textAreaLeft" t="textAreaTop" r="textAreaRight" b="textAreaBottom"/>
              <a:pathLst>
                <a:path w="4910" h="489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Google Shape;297;p59"/>
            <p:cNvSpPr/>
            <p:nvPr/>
          </p:nvSpPr>
          <p:spPr>
            <a:xfrm>
              <a:off x="6185520" y="4586040"/>
              <a:ext cx="51480" cy="33120"/>
            </a:xfrm>
            <a:custGeom>
              <a:avLst/>
              <a:gdLst>
                <a:gd name="textAreaLeft" fmla="*/ 0 w 51480"/>
                <a:gd name="textAreaRight" fmla="*/ 52200 w 51480"/>
                <a:gd name="textAreaTop" fmla="*/ 0 h 33120"/>
                <a:gd name="textAreaBottom" fmla="*/ 33840 h 33120"/>
              </a:gdLst>
              <a:ahLst/>
              <a:rect l="textAreaLeft" t="textAreaTop" r="textAreaRight" b="textAreaBottom"/>
              <a:pathLst>
                <a:path w="2492" h="1613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920" bIns="16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13" name="Google Shape;298;p59"/>
          <p:cNvGrpSpPr/>
          <p:nvPr/>
        </p:nvGrpSpPr>
        <p:grpSpPr>
          <a:xfrm>
            <a:off x="6478920" y="4413600"/>
            <a:ext cx="365760" cy="291600"/>
            <a:chOff x="6478920" y="4413600"/>
            <a:chExt cx="365760" cy="291600"/>
          </a:xfrm>
        </p:grpSpPr>
        <p:sp>
          <p:nvSpPr>
            <p:cNvPr id="214" name="Google Shape;299;p59"/>
            <p:cNvSpPr/>
            <p:nvPr/>
          </p:nvSpPr>
          <p:spPr>
            <a:xfrm>
              <a:off x="6751080" y="4662000"/>
              <a:ext cx="43200" cy="43200"/>
            </a:xfrm>
            <a:custGeom>
              <a:avLst/>
              <a:gdLst>
                <a:gd name="textAreaLeft" fmla="*/ 0 w 43200"/>
                <a:gd name="textAreaRight" fmla="*/ 43920 w 43200"/>
                <a:gd name="textAreaTop" fmla="*/ 0 h 43200"/>
                <a:gd name="textAreaBottom" fmla="*/ 43920 h 43200"/>
              </a:gdLst>
              <a:ahLst/>
              <a:rect l="textAreaLeft" t="textAreaTop" r="textAreaRight" b="textAreaBottom"/>
              <a:pathLst>
                <a:path w="2101" h="2101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5" name="Google Shape;300;p59"/>
            <p:cNvSpPr/>
            <p:nvPr/>
          </p:nvSpPr>
          <p:spPr>
            <a:xfrm>
              <a:off x="6572880" y="4662000"/>
              <a:ext cx="43200" cy="43200"/>
            </a:xfrm>
            <a:custGeom>
              <a:avLst/>
              <a:gdLst>
                <a:gd name="textAreaLeft" fmla="*/ 0 w 43200"/>
                <a:gd name="textAreaRight" fmla="*/ 43920 w 43200"/>
                <a:gd name="textAreaTop" fmla="*/ 0 h 43200"/>
                <a:gd name="textAreaBottom" fmla="*/ 43920 h 43200"/>
              </a:gdLst>
              <a:ahLst/>
              <a:rect l="textAreaLeft" t="textAreaTop" r="textAreaRight" b="textAreaBottom"/>
              <a:pathLst>
                <a:path w="2102" h="2101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6" name="Google Shape;301;p59"/>
            <p:cNvSpPr/>
            <p:nvPr/>
          </p:nvSpPr>
          <p:spPr>
            <a:xfrm>
              <a:off x="6478920" y="4413600"/>
              <a:ext cx="365760" cy="248400"/>
            </a:xfrm>
            <a:custGeom>
              <a:avLst/>
              <a:gdLst>
                <a:gd name="textAreaLeft" fmla="*/ 0 w 365760"/>
                <a:gd name="textAreaRight" fmla="*/ 366480 w 365760"/>
                <a:gd name="textAreaTop" fmla="*/ 0 h 248400"/>
                <a:gd name="textAreaBottom" fmla="*/ 249120 h 248400"/>
              </a:gdLst>
              <a:ahLst/>
              <a:rect l="textAreaLeft" t="textAreaTop" r="textAreaRight" b="textAreaBottom"/>
              <a:pathLst>
                <a:path w="17536" h="11919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17" name="Google Shape;302;p59"/>
          <p:cNvGrpSpPr/>
          <p:nvPr/>
        </p:nvGrpSpPr>
        <p:grpSpPr>
          <a:xfrm>
            <a:off x="7046280" y="4408920"/>
            <a:ext cx="358560" cy="300240"/>
            <a:chOff x="7046280" y="4408920"/>
            <a:chExt cx="358560" cy="300240"/>
          </a:xfrm>
        </p:grpSpPr>
        <p:sp>
          <p:nvSpPr>
            <p:cNvPr id="218" name="Google Shape;303;p59"/>
            <p:cNvSpPr/>
            <p:nvPr/>
          </p:nvSpPr>
          <p:spPr>
            <a:xfrm>
              <a:off x="7046280" y="4408920"/>
              <a:ext cx="358560" cy="140760"/>
            </a:xfrm>
            <a:custGeom>
              <a:avLst/>
              <a:gdLst>
                <a:gd name="textAreaLeft" fmla="*/ 0 w 358560"/>
                <a:gd name="textAreaRight" fmla="*/ 359280 w 358560"/>
                <a:gd name="textAreaTop" fmla="*/ 0 h 140760"/>
                <a:gd name="textAreaBottom" fmla="*/ 141480 h 140760"/>
              </a:gdLst>
              <a:ahLst/>
              <a:rect l="textAreaLeft" t="textAreaTop" r="textAreaRight" b="textAreaBottom"/>
              <a:pathLst>
                <a:path w="17194" h="6766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0560" bIns="70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9" name="Google Shape;304;p59"/>
            <p:cNvSpPr/>
            <p:nvPr/>
          </p:nvSpPr>
          <p:spPr>
            <a:xfrm>
              <a:off x="7046280" y="4552200"/>
              <a:ext cx="358560" cy="156960"/>
            </a:xfrm>
            <a:custGeom>
              <a:avLst/>
              <a:gdLst>
                <a:gd name="textAreaLeft" fmla="*/ 0 w 358560"/>
                <a:gd name="textAreaRight" fmla="*/ 359280 w 358560"/>
                <a:gd name="textAreaTop" fmla="*/ 0 h 156960"/>
                <a:gd name="textAreaBottom" fmla="*/ 157680 h 156960"/>
              </a:gdLst>
              <a:ahLst/>
              <a:rect l="textAreaLeft" t="textAreaTop" r="textAreaRight" b="textAreaBottom"/>
              <a:pathLst>
                <a:path w="17194" h="7548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8840" bIns="78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0" name="Google Shape;305;p59"/>
          <p:cNvGrpSpPr/>
          <p:nvPr/>
        </p:nvGrpSpPr>
        <p:grpSpPr>
          <a:xfrm>
            <a:off x="7626960" y="4377600"/>
            <a:ext cx="324000" cy="338400"/>
            <a:chOff x="7626960" y="4377600"/>
            <a:chExt cx="324000" cy="338400"/>
          </a:xfrm>
        </p:grpSpPr>
        <p:sp>
          <p:nvSpPr>
            <p:cNvPr id="221" name="Google Shape;306;p59"/>
            <p:cNvSpPr/>
            <p:nvPr/>
          </p:nvSpPr>
          <p:spPr>
            <a:xfrm>
              <a:off x="7626960" y="4402440"/>
              <a:ext cx="313920" cy="313560"/>
            </a:xfrm>
            <a:custGeom>
              <a:avLst/>
              <a:gdLst>
                <a:gd name="textAreaLeft" fmla="*/ 0 w 313920"/>
                <a:gd name="textAreaRight" fmla="*/ 314640 w 313920"/>
                <a:gd name="textAreaTop" fmla="*/ 0 h 313560"/>
                <a:gd name="textAreaBottom" fmla="*/ 314280 h 313560"/>
              </a:gdLst>
              <a:ahLst/>
              <a:rect l="textAreaLeft" t="textAreaTop" r="textAreaRight" b="textAreaBottom"/>
              <a:pathLst>
                <a:path w="15046" h="15045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2" name="Google Shape;307;p59"/>
            <p:cNvSpPr/>
            <p:nvPr/>
          </p:nvSpPr>
          <p:spPr>
            <a:xfrm>
              <a:off x="7794360" y="4467960"/>
              <a:ext cx="156600" cy="8028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0 h 80280"/>
                <a:gd name="textAreaBottom" fmla="*/ 81000 h 80280"/>
              </a:gdLst>
              <a:ahLst/>
              <a:rect l="textAreaLeft" t="textAreaTop" r="textAreaRight" b="textAreaBottom"/>
              <a:pathLst>
                <a:path w="7523" h="3884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320" bIns="40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3" name="Google Shape;308;p59"/>
            <p:cNvSpPr/>
            <p:nvPr/>
          </p:nvSpPr>
          <p:spPr>
            <a:xfrm>
              <a:off x="7794360" y="4377600"/>
              <a:ext cx="133920" cy="156600"/>
            </a:xfrm>
            <a:custGeom>
              <a:avLst/>
              <a:gdLst>
                <a:gd name="textAreaLeft" fmla="*/ 0 w 133920"/>
                <a:gd name="textAreaRight" fmla="*/ 134640 w 133920"/>
                <a:gd name="textAreaTop" fmla="*/ 0 h 156600"/>
                <a:gd name="textAreaBottom" fmla="*/ 157320 h 156600"/>
              </a:gdLst>
              <a:ahLst/>
              <a:rect l="textAreaLeft" t="textAreaTop" r="textAreaRight" b="textAreaBottom"/>
              <a:pathLst>
                <a:path w="6448" h="7524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8480" bIns="784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4" name="Google Shape;309;p59"/>
          <p:cNvGrpSpPr/>
          <p:nvPr/>
        </p:nvGrpSpPr>
        <p:grpSpPr>
          <a:xfrm>
            <a:off x="8163360" y="4420800"/>
            <a:ext cx="378000" cy="276840"/>
            <a:chOff x="8163360" y="4420800"/>
            <a:chExt cx="378000" cy="276840"/>
          </a:xfrm>
        </p:grpSpPr>
        <p:sp>
          <p:nvSpPr>
            <p:cNvPr id="225" name="Google Shape;310;p59"/>
            <p:cNvSpPr/>
            <p:nvPr/>
          </p:nvSpPr>
          <p:spPr>
            <a:xfrm>
              <a:off x="8163360" y="4420800"/>
              <a:ext cx="378000" cy="276840"/>
            </a:xfrm>
            <a:custGeom>
              <a:avLst/>
              <a:gdLst>
                <a:gd name="textAreaLeft" fmla="*/ 0 w 378000"/>
                <a:gd name="textAreaRight" fmla="*/ 378720 w 378000"/>
                <a:gd name="textAreaTop" fmla="*/ 0 h 276840"/>
                <a:gd name="textAreaBottom" fmla="*/ 277560 h 276840"/>
              </a:gdLst>
              <a:ahLst/>
              <a:rect l="textAreaLeft" t="textAreaTop" r="textAreaRight" b="textAreaBottom"/>
              <a:pathLst>
                <a:path w="18122" h="13287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6" name="Google Shape;311;p59"/>
            <p:cNvSpPr/>
            <p:nvPr/>
          </p:nvSpPr>
          <p:spPr>
            <a:xfrm>
              <a:off x="8207280" y="4554720"/>
              <a:ext cx="64080" cy="110520"/>
            </a:xfrm>
            <a:custGeom>
              <a:avLst/>
              <a:gdLst>
                <a:gd name="textAreaLeft" fmla="*/ 0 w 64080"/>
                <a:gd name="textAreaRight" fmla="*/ 64800 w 64080"/>
                <a:gd name="textAreaTop" fmla="*/ 0 h 110520"/>
                <a:gd name="textAreaBottom" fmla="*/ 111240 h 110520"/>
              </a:gdLst>
              <a:ahLst/>
              <a:rect l="textAreaLeft" t="textAreaTop" r="textAreaRight" b="textAreaBottom"/>
              <a:pathLst>
                <a:path w="3103" h="5325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440" bIns="55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Google Shape;312;p59"/>
            <p:cNvSpPr/>
            <p:nvPr/>
          </p:nvSpPr>
          <p:spPr>
            <a:xfrm>
              <a:off x="8433360" y="4554720"/>
              <a:ext cx="64080" cy="110520"/>
            </a:xfrm>
            <a:custGeom>
              <a:avLst/>
              <a:gdLst>
                <a:gd name="textAreaLeft" fmla="*/ 0 w 64080"/>
                <a:gd name="textAreaRight" fmla="*/ 64800 w 64080"/>
                <a:gd name="textAreaTop" fmla="*/ 0 h 110520"/>
                <a:gd name="textAreaBottom" fmla="*/ 111240 h 110520"/>
              </a:gdLst>
              <a:ahLst/>
              <a:rect l="textAreaLeft" t="textAreaTop" r="textAreaRight" b="textAreaBottom"/>
              <a:pathLst>
                <a:path w="3103" h="5325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440" bIns="55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Google Shape;313;p59"/>
            <p:cNvSpPr/>
            <p:nvPr/>
          </p:nvSpPr>
          <p:spPr>
            <a:xfrm>
              <a:off x="8282520" y="4432320"/>
              <a:ext cx="64080" cy="232920"/>
            </a:xfrm>
            <a:custGeom>
              <a:avLst/>
              <a:gdLst>
                <a:gd name="textAreaLeft" fmla="*/ 0 w 64080"/>
                <a:gd name="textAreaRight" fmla="*/ 64800 w 64080"/>
                <a:gd name="textAreaTop" fmla="*/ 0 h 232920"/>
                <a:gd name="textAreaBottom" fmla="*/ 233640 h 232920"/>
              </a:gdLst>
              <a:ahLst/>
              <a:rect l="textAreaLeft" t="textAreaTop" r="textAreaRight" b="textAreaBottom"/>
              <a:pathLst>
                <a:path w="3103" h="11186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9" name="Google Shape;314;p59"/>
            <p:cNvSpPr/>
            <p:nvPr/>
          </p:nvSpPr>
          <p:spPr>
            <a:xfrm>
              <a:off x="8357400" y="4491720"/>
              <a:ext cx="64800" cy="173880"/>
            </a:xfrm>
            <a:custGeom>
              <a:avLst/>
              <a:gdLst>
                <a:gd name="textAreaLeft" fmla="*/ 0 w 64800"/>
                <a:gd name="textAreaRight" fmla="*/ 65520 w 64800"/>
                <a:gd name="textAreaTop" fmla="*/ 0 h 173880"/>
                <a:gd name="textAreaBottom" fmla="*/ 174600 h 173880"/>
              </a:gdLst>
              <a:ahLst/>
              <a:rect l="textAreaLeft" t="textAreaTop" r="textAreaRight" b="textAreaBottom"/>
              <a:pathLst>
                <a:path w="3127" h="8353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7120" bIns="87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0" name="Google Shape;315;p59"/>
          <p:cNvGrpSpPr/>
          <p:nvPr/>
        </p:nvGrpSpPr>
        <p:grpSpPr>
          <a:xfrm>
            <a:off x="8727120" y="4420800"/>
            <a:ext cx="378000" cy="276840"/>
            <a:chOff x="8727120" y="4420800"/>
            <a:chExt cx="378000" cy="276840"/>
          </a:xfrm>
        </p:grpSpPr>
        <p:sp>
          <p:nvSpPr>
            <p:cNvPr id="231" name="Google Shape;316;p59"/>
            <p:cNvSpPr/>
            <p:nvPr/>
          </p:nvSpPr>
          <p:spPr>
            <a:xfrm>
              <a:off x="8727120" y="4420800"/>
              <a:ext cx="378000" cy="276840"/>
            </a:xfrm>
            <a:custGeom>
              <a:avLst/>
              <a:gdLst>
                <a:gd name="textAreaLeft" fmla="*/ 0 w 378000"/>
                <a:gd name="textAreaRight" fmla="*/ 378720 w 378000"/>
                <a:gd name="textAreaTop" fmla="*/ 0 h 276840"/>
                <a:gd name="textAreaBottom" fmla="*/ 277560 h 276840"/>
              </a:gdLst>
              <a:ahLst/>
              <a:rect l="textAreaLeft" t="textAreaTop" r="textAreaRight" b="textAreaBottom"/>
              <a:pathLst>
                <a:path w="18122" h="13287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2" name="Google Shape;317;p59"/>
            <p:cNvSpPr/>
            <p:nvPr/>
          </p:nvSpPr>
          <p:spPr>
            <a:xfrm>
              <a:off x="8753400" y="4442760"/>
              <a:ext cx="325080" cy="207720"/>
            </a:xfrm>
            <a:custGeom>
              <a:avLst/>
              <a:gdLst>
                <a:gd name="textAreaLeft" fmla="*/ 0 w 325080"/>
                <a:gd name="textAreaRight" fmla="*/ 325800 w 325080"/>
                <a:gd name="textAreaTop" fmla="*/ 0 h 207720"/>
                <a:gd name="textAreaBottom" fmla="*/ 208440 h 207720"/>
              </a:gdLst>
              <a:ahLst/>
              <a:rect l="textAreaLeft" t="textAreaTop" r="textAreaRight" b="textAreaBottom"/>
              <a:pathLst>
                <a:path w="15582" h="9966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oogle Shape;318;p59"/>
          <p:cNvGrpSpPr/>
          <p:nvPr/>
        </p:nvGrpSpPr>
        <p:grpSpPr>
          <a:xfrm>
            <a:off x="9303840" y="4392720"/>
            <a:ext cx="351360" cy="333000"/>
            <a:chOff x="9303840" y="4392720"/>
            <a:chExt cx="351360" cy="333000"/>
          </a:xfrm>
        </p:grpSpPr>
        <p:sp>
          <p:nvSpPr>
            <p:cNvPr id="234" name="Google Shape;319;p59"/>
            <p:cNvSpPr/>
            <p:nvPr/>
          </p:nvSpPr>
          <p:spPr>
            <a:xfrm>
              <a:off x="9303840" y="4424040"/>
              <a:ext cx="351360" cy="222840"/>
            </a:xfrm>
            <a:custGeom>
              <a:avLst/>
              <a:gdLst>
                <a:gd name="textAreaLeft" fmla="*/ 0 w 351360"/>
                <a:gd name="textAreaRight" fmla="*/ 352080 w 351360"/>
                <a:gd name="textAreaTop" fmla="*/ 0 h 222840"/>
                <a:gd name="textAreaBottom" fmla="*/ 223560 h 222840"/>
              </a:gdLst>
              <a:ahLst/>
              <a:rect l="textAreaLeft" t="textAreaTop" r="textAreaRight" b="textAreaBottom"/>
              <a:pathLst>
                <a:path w="16852" h="10698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5" name="Google Shape;320;p59"/>
            <p:cNvSpPr/>
            <p:nvPr/>
          </p:nvSpPr>
          <p:spPr>
            <a:xfrm>
              <a:off x="9469800" y="4392720"/>
              <a:ext cx="19800" cy="20880"/>
            </a:xfrm>
            <a:custGeom>
              <a:avLst/>
              <a:gdLst>
                <a:gd name="textAreaLeft" fmla="*/ 0 w 19800"/>
                <a:gd name="textAreaRight" fmla="*/ 20520 w 19800"/>
                <a:gd name="textAreaTop" fmla="*/ 0 h 20880"/>
                <a:gd name="textAreaBottom" fmla="*/ 21600 h 20880"/>
              </a:gdLst>
              <a:ahLst/>
              <a:rect l="textAreaLeft" t="textAreaTop" r="textAreaRight" b="textAreaBottom"/>
              <a:pathLst>
                <a:path w="978" h="1026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6" name="Google Shape;321;p59"/>
            <p:cNvSpPr/>
            <p:nvPr/>
          </p:nvSpPr>
          <p:spPr>
            <a:xfrm>
              <a:off x="9358920" y="4658040"/>
              <a:ext cx="50400" cy="67680"/>
            </a:xfrm>
            <a:custGeom>
              <a:avLst/>
              <a:gdLst>
                <a:gd name="textAreaLeft" fmla="*/ 0 w 50400"/>
                <a:gd name="textAreaRight" fmla="*/ 51120 w 50400"/>
                <a:gd name="textAreaTop" fmla="*/ 0 h 67680"/>
                <a:gd name="textAreaBottom" fmla="*/ 68400 h 67680"/>
              </a:gdLst>
              <a:ahLst/>
              <a:rect l="textAreaLeft" t="textAreaTop" r="textAreaRight" b="textAreaBottom"/>
              <a:pathLst>
                <a:path w="2444" h="3273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Google Shape;322;p59"/>
            <p:cNvSpPr/>
            <p:nvPr/>
          </p:nvSpPr>
          <p:spPr>
            <a:xfrm>
              <a:off x="9549720" y="4658040"/>
              <a:ext cx="50400" cy="67680"/>
            </a:xfrm>
            <a:custGeom>
              <a:avLst/>
              <a:gdLst>
                <a:gd name="textAreaLeft" fmla="*/ 0 w 50400"/>
                <a:gd name="textAreaRight" fmla="*/ 51120 w 50400"/>
                <a:gd name="textAreaTop" fmla="*/ 0 h 67680"/>
                <a:gd name="textAreaBottom" fmla="*/ 68400 h 67680"/>
              </a:gdLst>
              <a:ahLst/>
              <a:rect l="textAreaLeft" t="textAreaTop" r="textAreaRight" b="textAreaBottom"/>
              <a:pathLst>
                <a:path w="2443" h="3273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8" name="Google Shape;323;p59"/>
            <p:cNvSpPr/>
            <p:nvPr/>
          </p:nvSpPr>
          <p:spPr>
            <a:xfrm>
              <a:off x="9324360" y="4444560"/>
              <a:ext cx="310680" cy="182160"/>
            </a:xfrm>
            <a:custGeom>
              <a:avLst/>
              <a:gdLst>
                <a:gd name="textAreaLeft" fmla="*/ 0 w 310680"/>
                <a:gd name="textAreaRight" fmla="*/ 311400 w 310680"/>
                <a:gd name="textAreaTop" fmla="*/ 0 h 182160"/>
                <a:gd name="textAreaBottom" fmla="*/ 182880 h 182160"/>
              </a:gdLst>
              <a:ahLst/>
              <a:rect l="textAreaLeft" t="textAreaTop" r="textAreaRight" b="textAreaBottom"/>
              <a:pathLst>
                <a:path w="14899" h="8744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39" name="Google Shape;324;p59"/>
          <p:cNvSpPr/>
          <p:nvPr/>
        </p:nvSpPr>
        <p:spPr>
          <a:xfrm>
            <a:off x="9847440" y="4363560"/>
            <a:ext cx="391320" cy="391320"/>
          </a:xfrm>
          <a:custGeom>
            <a:avLst/>
            <a:gdLst>
              <a:gd name="textAreaLeft" fmla="*/ 0 w 391320"/>
              <a:gd name="textAreaRight" fmla="*/ 392040 w 391320"/>
              <a:gd name="textAreaTop" fmla="*/ 0 h 391320"/>
              <a:gd name="textAreaBottom" fmla="*/ 392040 h 391320"/>
            </a:gdLst>
            <a:ahLst/>
            <a:rect l="textAreaLeft" t="textAreaTop" r="textAreaRight" b="textAreaBottom"/>
            <a:pathLst>
              <a:path w="18758" h="18757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0" name="Google Shape;325;p59"/>
          <p:cNvGrpSpPr/>
          <p:nvPr/>
        </p:nvGrpSpPr>
        <p:grpSpPr>
          <a:xfrm>
            <a:off x="10436040" y="4388400"/>
            <a:ext cx="341280" cy="341280"/>
            <a:chOff x="10436040" y="4388400"/>
            <a:chExt cx="341280" cy="341280"/>
          </a:xfrm>
        </p:grpSpPr>
        <p:sp>
          <p:nvSpPr>
            <p:cNvPr id="241" name="Google Shape;326;p59"/>
            <p:cNvSpPr/>
            <p:nvPr/>
          </p:nvSpPr>
          <p:spPr>
            <a:xfrm>
              <a:off x="10564560" y="4517280"/>
              <a:ext cx="176400" cy="176400"/>
            </a:xfrm>
            <a:custGeom>
              <a:avLst/>
              <a:gdLst>
                <a:gd name="textAreaLeft" fmla="*/ 0 w 176400"/>
                <a:gd name="textAreaRight" fmla="*/ 177120 w 176400"/>
                <a:gd name="textAreaTop" fmla="*/ 0 h 176400"/>
                <a:gd name="textAreaBottom" fmla="*/ 177120 h 176400"/>
              </a:gdLst>
              <a:ahLst/>
              <a:rect l="textAreaLeft" t="textAreaTop" r="textAreaRight" b="textAreaBottom"/>
              <a:pathLst>
                <a:path w="8475" h="8476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8560" bIns="88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2" name="Google Shape;327;p59"/>
            <p:cNvSpPr/>
            <p:nvPr/>
          </p:nvSpPr>
          <p:spPr>
            <a:xfrm>
              <a:off x="10436040" y="4388400"/>
              <a:ext cx="341280" cy="341280"/>
            </a:xfrm>
            <a:custGeom>
              <a:avLst/>
              <a:gdLst>
                <a:gd name="textAreaLeft" fmla="*/ 0 w 341280"/>
                <a:gd name="textAreaRight" fmla="*/ 342000 w 341280"/>
                <a:gd name="textAreaTop" fmla="*/ 0 h 341280"/>
                <a:gd name="textAreaBottom" fmla="*/ 342000 h 341280"/>
              </a:gdLst>
              <a:ahLst/>
              <a:rect l="textAreaLeft" t="textAreaTop" r="textAreaRight" b="textAreaBottom"/>
              <a:pathLst>
                <a:path w="16364" h="16365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3" name="Google Shape;328;p59"/>
          <p:cNvGrpSpPr/>
          <p:nvPr/>
        </p:nvGrpSpPr>
        <p:grpSpPr>
          <a:xfrm>
            <a:off x="5349960" y="4937760"/>
            <a:ext cx="369720" cy="370080"/>
            <a:chOff x="5349960" y="4937760"/>
            <a:chExt cx="369720" cy="370080"/>
          </a:xfrm>
        </p:grpSpPr>
        <p:sp>
          <p:nvSpPr>
            <p:cNvPr id="244" name="Google Shape;329;p59"/>
            <p:cNvSpPr/>
            <p:nvPr/>
          </p:nvSpPr>
          <p:spPr>
            <a:xfrm>
              <a:off x="5349960" y="4937760"/>
              <a:ext cx="369720" cy="370080"/>
            </a:xfrm>
            <a:custGeom>
              <a:avLst/>
              <a:gdLst>
                <a:gd name="textAreaLeft" fmla="*/ 0 w 369720"/>
                <a:gd name="textAreaRight" fmla="*/ 370440 w 369720"/>
                <a:gd name="textAreaTop" fmla="*/ 0 h 370080"/>
                <a:gd name="textAreaBottom" fmla="*/ 370800 h 370080"/>
              </a:gdLst>
              <a:ahLst/>
              <a:rect l="textAreaLeft" t="textAreaTop" r="textAreaRight" b="textAreaBottom"/>
              <a:pathLst>
                <a:path w="17732" h="17733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Google Shape;330;p59"/>
            <p:cNvSpPr/>
            <p:nvPr/>
          </p:nvSpPr>
          <p:spPr>
            <a:xfrm>
              <a:off x="5372280" y="5224680"/>
              <a:ext cx="60480" cy="60480"/>
            </a:xfrm>
            <a:custGeom>
              <a:avLst/>
              <a:gdLst>
                <a:gd name="textAreaLeft" fmla="*/ 0 w 60480"/>
                <a:gd name="textAreaRight" fmla="*/ 61200 w 60480"/>
                <a:gd name="textAreaTop" fmla="*/ 0 h 60480"/>
                <a:gd name="textAreaBottom" fmla="*/ 61200 h 60480"/>
              </a:gdLst>
              <a:ahLst/>
              <a:rect l="textAreaLeft" t="textAreaTop" r="textAreaRight" b="textAreaBottom"/>
              <a:pathLst>
                <a:path w="2932" h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6" name="Google Shape;331;p59"/>
            <p:cNvSpPr/>
            <p:nvPr/>
          </p:nvSpPr>
          <p:spPr>
            <a:xfrm>
              <a:off x="5419800" y="5260320"/>
              <a:ext cx="38520" cy="38520"/>
            </a:xfrm>
            <a:custGeom>
              <a:avLst/>
              <a:gdLst>
                <a:gd name="textAreaLeft" fmla="*/ 0 w 38520"/>
                <a:gd name="textAreaRight" fmla="*/ 39240 w 38520"/>
                <a:gd name="textAreaTop" fmla="*/ 0 h 38520"/>
                <a:gd name="textAreaBottom" fmla="*/ 39240 h 38520"/>
              </a:gdLst>
              <a:ahLst/>
              <a:rect l="textAreaLeft" t="textAreaTop" r="textAreaRight" b="textAreaBottom"/>
              <a:pathLst>
                <a:path w="1881" h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440" bIns="19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Google Shape;332;p59"/>
            <p:cNvSpPr/>
            <p:nvPr/>
          </p:nvSpPr>
          <p:spPr>
            <a:xfrm>
              <a:off x="5358600" y="5199120"/>
              <a:ext cx="38520" cy="38520"/>
            </a:xfrm>
            <a:custGeom>
              <a:avLst/>
              <a:gdLst>
                <a:gd name="textAreaLeft" fmla="*/ 0 w 38520"/>
                <a:gd name="textAreaRight" fmla="*/ 39240 w 38520"/>
                <a:gd name="textAreaTop" fmla="*/ 0 h 38520"/>
                <a:gd name="textAreaBottom" fmla="*/ 39240 h 38520"/>
              </a:gdLst>
              <a:ahLst/>
              <a:rect l="textAreaLeft" t="textAreaTop" r="textAreaRight" b="textAreaBottom"/>
              <a:pathLst>
                <a:path w="1882" h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440" bIns="19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8" name="Google Shape;333;p59"/>
          <p:cNvSpPr/>
          <p:nvPr/>
        </p:nvSpPr>
        <p:spPr>
          <a:xfrm>
            <a:off x="5898240" y="5009760"/>
            <a:ext cx="400680" cy="226080"/>
          </a:xfrm>
          <a:custGeom>
            <a:avLst/>
            <a:gdLst>
              <a:gd name="textAreaLeft" fmla="*/ 0 w 400680"/>
              <a:gd name="textAreaRight" fmla="*/ 401400 w 400680"/>
              <a:gd name="textAreaTop" fmla="*/ 0 h 226080"/>
              <a:gd name="textAreaBottom" fmla="*/ 226800 h 226080"/>
            </a:gdLst>
            <a:ahLst/>
            <a:rect l="textAreaLeft" t="textAreaTop" r="textAreaRight" b="textAreaBottom"/>
            <a:pathLst>
              <a:path w="19198" h="10845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9" name="Google Shape;334;p59"/>
          <p:cNvGrpSpPr/>
          <p:nvPr/>
        </p:nvGrpSpPr>
        <p:grpSpPr>
          <a:xfrm>
            <a:off x="6527520" y="4910040"/>
            <a:ext cx="268920" cy="425160"/>
            <a:chOff x="6527520" y="4910040"/>
            <a:chExt cx="268920" cy="425160"/>
          </a:xfrm>
        </p:grpSpPr>
        <p:sp>
          <p:nvSpPr>
            <p:cNvPr id="250" name="Google Shape;335;p59"/>
            <p:cNvSpPr/>
            <p:nvPr/>
          </p:nvSpPr>
          <p:spPr>
            <a:xfrm>
              <a:off x="6701040" y="5094000"/>
              <a:ext cx="95400" cy="95400"/>
            </a:xfrm>
            <a:custGeom>
              <a:avLst/>
              <a:gdLst>
                <a:gd name="textAreaLeft" fmla="*/ 0 w 95400"/>
                <a:gd name="textAreaRight" fmla="*/ 96120 w 95400"/>
                <a:gd name="textAreaTop" fmla="*/ 0 h 95400"/>
                <a:gd name="textAreaBottom" fmla="*/ 96120 h 95400"/>
              </a:gdLst>
              <a:ahLst/>
              <a:rect l="textAreaLeft" t="textAreaTop" r="textAreaRight" b="textAreaBottom"/>
              <a:pathLst>
                <a:path w="4592" h="4592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880" bIns="47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1" name="Google Shape;336;p59"/>
            <p:cNvSpPr/>
            <p:nvPr/>
          </p:nvSpPr>
          <p:spPr>
            <a:xfrm>
              <a:off x="6527520" y="5122080"/>
              <a:ext cx="130320" cy="130320"/>
            </a:xfrm>
            <a:custGeom>
              <a:avLst/>
              <a:gdLst>
                <a:gd name="textAreaLeft" fmla="*/ 0 w 130320"/>
                <a:gd name="textAreaRight" fmla="*/ 131040 w 130320"/>
                <a:gd name="textAreaTop" fmla="*/ 0 h 130320"/>
                <a:gd name="textAreaBottom" fmla="*/ 131040 h 130320"/>
              </a:gdLst>
              <a:ahLst/>
              <a:rect l="textAreaLeft" t="textAreaTop" r="textAreaRight" b="textAreaBottom"/>
              <a:pathLst>
                <a:path w="6277" h="6278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520" bIns="65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2" name="Google Shape;337;p59"/>
            <p:cNvSpPr/>
            <p:nvPr/>
          </p:nvSpPr>
          <p:spPr>
            <a:xfrm>
              <a:off x="6579000" y="4910040"/>
              <a:ext cx="199800" cy="425160"/>
            </a:xfrm>
            <a:custGeom>
              <a:avLst/>
              <a:gdLst>
                <a:gd name="textAreaLeft" fmla="*/ 0 w 199800"/>
                <a:gd name="textAreaRight" fmla="*/ 200520 w 199800"/>
                <a:gd name="textAreaTop" fmla="*/ 0 h 425160"/>
                <a:gd name="textAreaBottom" fmla="*/ 425880 h 425160"/>
              </a:gdLst>
              <a:ahLst/>
              <a:rect l="textAreaLeft" t="textAreaTop" r="textAreaRight" b="textAreaBottom"/>
              <a:pathLst>
                <a:path w="9600" h="20369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53" name="Google Shape;338;p59"/>
          <p:cNvGrpSpPr/>
          <p:nvPr/>
        </p:nvGrpSpPr>
        <p:grpSpPr>
          <a:xfrm>
            <a:off x="7067160" y="4915800"/>
            <a:ext cx="317160" cy="414000"/>
            <a:chOff x="7067160" y="4915800"/>
            <a:chExt cx="317160" cy="414000"/>
          </a:xfrm>
        </p:grpSpPr>
        <p:sp>
          <p:nvSpPr>
            <p:cNvPr id="254" name="Google Shape;339;p59"/>
            <p:cNvSpPr/>
            <p:nvPr/>
          </p:nvSpPr>
          <p:spPr>
            <a:xfrm>
              <a:off x="7251840" y="4915800"/>
              <a:ext cx="105120" cy="104400"/>
            </a:xfrm>
            <a:custGeom>
              <a:avLst/>
              <a:gdLst>
                <a:gd name="textAreaLeft" fmla="*/ 0 w 105120"/>
                <a:gd name="textAreaRight" fmla="*/ 105840 w 105120"/>
                <a:gd name="textAreaTop" fmla="*/ 0 h 104400"/>
                <a:gd name="textAreaBottom" fmla="*/ 105120 h 104400"/>
              </a:gdLst>
              <a:ahLst/>
              <a:rect l="textAreaLeft" t="textAreaTop" r="textAreaRight" b="textAreaBottom"/>
              <a:pathLst>
                <a:path w="5057" h="5032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560" bIns="52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5" name="Google Shape;340;p59"/>
            <p:cNvSpPr/>
            <p:nvPr/>
          </p:nvSpPr>
          <p:spPr>
            <a:xfrm>
              <a:off x="7076160" y="4932720"/>
              <a:ext cx="308160" cy="397080"/>
            </a:xfrm>
            <a:custGeom>
              <a:avLst/>
              <a:gdLst>
                <a:gd name="textAreaLeft" fmla="*/ 0 w 308160"/>
                <a:gd name="textAreaRight" fmla="*/ 308880 w 308160"/>
                <a:gd name="textAreaTop" fmla="*/ 0 h 397080"/>
                <a:gd name="textAreaBottom" fmla="*/ 397800 h 397080"/>
              </a:gdLst>
              <a:ahLst/>
              <a:rect l="textAreaLeft" t="textAreaTop" r="textAreaRight" b="textAreaBottom"/>
              <a:pathLst>
                <a:path w="14776" h="19027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6" name="Google Shape;341;p59"/>
            <p:cNvSpPr/>
            <p:nvPr/>
          </p:nvSpPr>
          <p:spPr>
            <a:xfrm>
              <a:off x="7067160" y="4967280"/>
              <a:ext cx="142560" cy="142560"/>
            </a:xfrm>
            <a:custGeom>
              <a:avLst/>
              <a:gdLst>
                <a:gd name="textAreaLeft" fmla="*/ 0 w 142560"/>
                <a:gd name="textAreaRight" fmla="*/ 143280 w 142560"/>
                <a:gd name="textAreaTop" fmla="*/ 0 h 142560"/>
                <a:gd name="textAreaBottom" fmla="*/ 143280 h 142560"/>
              </a:gdLst>
              <a:ahLst/>
              <a:rect l="textAreaLeft" t="textAreaTop" r="textAreaRight" b="textAreaBottom"/>
              <a:pathLst>
                <a:path w="6864" h="6864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640" bIns="71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57" name="Google Shape;342;p59"/>
          <p:cNvSpPr/>
          <p:nvPr/>
        </p:nvSpPr>
        <p:spPr>
          <a:xfrm>
            <a:off x="8183160" y="4953240"/>
            <a:ext cx="339120" cy="339120"/>
          </a:xfrm>
          <a:custGeom>
            <a:avLst/>
            <a:gdLst>
              <a:gd name="textAreaLeft" fmla="*/ 0 w 339120"/>
              <a:gd name="textAreaRight" fmla="*/ 339840 w 339120"/>
              <a:gd name="textAreaTop" fmla="*/ 0 h 339120"/>
              <a:gd name="textAreaBottom" fmla="*/ 339840 h 339120"/>
            </a:gdLst>
            <a:ahLst/>
            <a:rect l="textAreaLeft" t="textAreaTop" r="textAreaRight" b="textAreaBottom"/>
            <a:pathLst>
              <a:path w="16266" h="16267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Google Shape;343;p59"/>
          <p:cNvSpPr/>
          <p:nvPr/>
        </p:nvSpPr>
        <p:spPr>
          <a:xfrm>
            <a:off x="7619400" y="4974480"/>
            <a:ext cx="339120" cy="296280"/>
          </a:xfrm>
          <a:custGeom>
            <a:avLst/>
            <a:gdLst>
              <a:gd name="textAreaLeft" fmla="*/ 0 w 339120"/>
              <a:gd name="textAreaRight" fmla="*/ 339840 w 339120"/>
              <a:gd name="textAreaTop" fmla="*/ 0 h 296280"/>
              <a:gd name="textAreaBottom" fmla="*/ 297000 h 296280"/>
            </a:gdLst>
            <a:ahLst/>
            <a:rect l="textAreaLeft" t="textAreaTop" r="textAreaRight" b="textAreaBottom"/>
            <a:pathLst>
              <a:path w="16266" h="14215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Google Shape;344;p59"/>
          <p:cNvSpPr/>
          <p:nvPr/>
        </p:nvSpPr>
        <p:spPr>
          <a:xfrm>
            <a:off x="8745120" y="4951800"/>
            <a:ext cx="342360" cy="342360"/>
          </a:xfrm>
          <a:custGeom>
            <a:avLst/>
            <a:gdLst>
              <a:gd name="textAreaLeft" fmla="*/ 0 w 342360"/>
              <a:gd name="textAreaRight" fmla="*/ 343080 w 342360"/>
              <a:gd name="textAreaTop" fmla="*/ 0 h 342360"/>
              <a:gd name="textAreaBottom" fmla="*/ 343080 h 342360"/>
            </a:gdLst>
            <a:ahLst/>
            <a:rect l="textAreaLeft" t="textAreaTop" r="textAreaRight" b="textAreaBottom"/>
            <a:pathLst>
              <a:path w="16414" h="16413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0" name="Google Shape;345;p59"/>
          <p:cNvGrpSpPr/>
          <p:nvPr/>
        </p:nvGrpSpPr>
        <p:grpSpPr>
          <a:xfrm>
            <a:off x="9283320" y="4956480"/>
            <a:ext cx="392400" cy="332280"/>
            <a:chOff x="9283320" y="4956480"/>
            <a:chExt cx="392400" cy="332280"/>
          </a:xfrm>
        </p:grpSpPr>
        <p:sp>
          <p:nvSpPr>
            <p:cNvPr id="261" name="Google Shape;346;p59"/>
            <p:cNvSpPr/>
            <p:nvPr/>
          </p:nvSpPr>
          <p:spPr>
            <a:xfrm>
              <a:off x="9605520" y="5245560"/>
              <a:ext cx="54360" cy="43200"/>
            </a:xfrm>
            <a:custGeom>
              <a:avLst/>
              <a:gdLst>
                <a:gd name="textAreaLeft" fmla="*/ 0 w 54360"/>
                <a:gd name="textAreaRight" fmla="*/ 55080 w 54360"/>
                <a:gd name="textAreaTop" fmla="*/ 0 h 43200"/>
                <a:gd name="textAreaBottom" fmla="*/ 43920 h 43200"/>
              </a:gdLst>
              <a:ahLst/>
              <a:rect l="textAreaLeft" t="textAreaTop" r="textAreaRight" b="textAreaBottom"/>
              <a:pathLst>
                <a:path w="2638" h="2101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2" name="Google Shape;347;p59"/>
            <p:cNvSpPr/>
            <p:nvPr/>
          </p:nvSpPr>
          <p:spPr>
            <a:xfrm>
              <a:off x="9299160" y="5245560"/>
              <a:ext cx="54360" cy="43200"/>
            </a:xfrm>
            <a:custGeom>
              <a:avLst/>
              <a:gdLst>
                <a:gd name="textAreaLeft" fmla="*/ 0 w 54360"/>
                <a:gd name="textAreaRight" fmla="*/ 55080 w 54360"/>
                <a:gd name="textAreaTop" fmla="*/ 0 h 43200"/>
                <a:gd name="textAreaBottom" fmla="*/ 43920 h 43200"/>
              </a:gdLst>
              <a:ahLst/>
              <a:rect l="textAreaLeft" t="textAreaTop" r="textAreaRight" b="textAreaBottom"/>
              <a:pathLst>
                <a:path w="2638" h="2101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Google Shape;348;p59"/>
            <p:cNvSpPr/>
            <p:nvPr/>
          </p:nvSpPr>
          <p:spPr>
            <a:xfrm>
              <a:off x="9283320" y="4956480"/>
              <a:ext cx="392400" cy="278640"/>
            </a:xfrm>
            <a:custGeom>
              <a:avLst/>
              <a:gdLst>
                <a:gd name="textAreaLeft" fmla="*/ 0 w 392400"/>
                <a:gd name="textAreaRight" fmla="*/ 393120 w 392400"/>
                <a:gd name="textAreaTop" fmla="*/ 0 h 278640"/>
                <a:gd name="textAreaBottom" fmla="*/ 279360 h 278640"/>
              </a:gdLst>
              <a:ahLst/>
              <a:rect l="textAreaLeft" t="textAreaTop" r="textAreaRight" b="textAreaBottom"/>
              <a:pathLst>
                <a:path w="18806" h="13361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4" name="Google Shape;349;p59"/>
          <p:cNvSpPr/>
          <p:nvPr/>
        </p:nvSpPr>
        <p:spPr>
          <a:xfrm>
            <a:off x="9866880" y="4946400"/>
            <a:ext cx="352440" cy="352440"/>
          </a:xfrm>
          <a:custGeom>
            <a:avLst/>
            <a:gdLst>
              <a:gd name="textAreaLeft" fmla="*/ 0 w 352440"/>
              <a:gd name="textAreaRight" fmla="*/ 353160 w 352440"/>
              <a:gd name="textAreaTop" fmla="*/ 0 h 352440"/>
              <a:gd name="textAreaBottom" fmla="*/ 353160 h 352440"/>
            </a:gdLst>
            <a:ahLst/>
            <a:rect l="textAreaLeft" t="textAreaTop" r="textAreaRight" b="textAreaBottom"/>
            <a:pathLst>
              <a:path w="16902" h="16901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5" name="Google Shape;350;p59"/>
          <p:cNvGrpSpPr/>
          <p:nvPr/>
        </p:nvGrpSpPr>
        <p:grpSpPr>
          <a:xfrm>
            <a:off x="10425600" y="4929480"/>
            <a:ext cx="361800" cy="386280"/>
            <a:chOff x="10425600" y="4929480"/>
            <a:chExt cx="361800" cy="386280"/>
          </a:xfrm>
        </p:grpSpPr>
        <p:sp>
          <p:nvSpPr>
            <p:cNvPr id="266" name="Google Shape;351;p59"/>
            <p:cNvSpPr/>
            <p:nvPr/>
          </p:nvSpPr>
          <p:spPr>
            <a:xfrm>
              <a:off x="10425600" y="5243040"/>
              <a:ext cx="361800" cy="32040"/>
            </a:xfrm>
            <a:custGeom>
              <a:avLst/>
              <a:gdLst>
                <a:gd name="textAreaLeft" fmla="*/ 0 w 361800"/>
                <a:gd name="textAreaRight" fmla="*/ 362520 w 361800"/>
                <a:gd name="textAreaTop" fmla="*/ 0 h 32040"/>
                <a:gd name="textAreaBottom" fmla="*/ 32760 h 32040"/>
              </a:gdLst>
              <a:ahLst/>
              <a:rect l="textAreaLeft" t="textAreaTop" r="textAreaRight" b="textAreaBottom"/>
              <a:pathLst>
                <a:path w="17342" h="1565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200" bIns="16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Google Shape;352;p59"/>
            <p:cNvSpPr/>
            <p:nvPr/>
          </p:nvSpPr>
          <p:spPr>
            <a:xfrm>
              <a:off x="10425600" y="5283720"/>
              <a:ext cx="361800" cy="32040"/>
            </a:xfrm>
            <a:custGeom>
              <a:avLst/>
              <a:gdLst>
                <a:gd name="textAreaLeft" fmla="*/ 0 w 361800"/>
                <a:gd name="textAreaRight" fmla="*/ 362520 w 361800"/>
                <a:gd name="textAreaTop" fmla="*/ 0 h 32040"/>
                <a:gd name="textAreaBottom" fmla="*/ 32760 h 32040"/>
              </a:gdLst>
              <a:ahLst/>
              <a:rect l="textAreaLeft" t="textAreaTop" r="textAreaRight" b="textAreaBottom"/>
              <a:pathLst>
                <a:path w="17342" h="1564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200" bIns="16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Google Shape;353;p59"/>
            <p:cNvSpPr/>
            <p:nvPr/>
          </p:nvSpPr>
          <p:spPr>
            <a:xfrm>
              <a:off x="10460880" y="4929480"/>
              <a:ext cx="291600" cy="314640"/>
            </a:xfrm>
            <a:custGeom>
              <a:avLst/>
              <a:gdLst>
                <a:gd name="textAreaLeft" fmla="*/ 0 w 291600"/>
                <a:gd name="textAreaRight" fmla="*/ 292320 w 291600"/>
                <a:gd name="textAreaTop" fmla="*/ 0 h 314640"/>
                <a:gd name="textAreaBottom" fmla="*/ 315360 h 314640"/>
              </a:gdLst>
              <a:ahLst/>
              <a:rect l="textAreaLeft" t="textAreaTop" r="textAreaRight" b="textAreaBottom"/>
              <a:pathLst>
                <a:path w="13995" h="15094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9" name="Google Shape;354;p59"/>
          <p:cNvSpPr/>
          <p:nvPr/>
        </p:nvSpPr>
        <p:spPr>
          <a:xfrm>
            <a:off x="5302440" y="5549400"/>
            <a:ext cx="464760" cy="273960"/>
          </a:xfrm>
          <a:custGeom>
            <a:avLst/>
            <a:gdLst>
              <a:gd name="textAreaLeft" fmla="*/ 0 w 464760"/>
              <a:gd name="textAreaRight" fmla="*/ 465480 w 464760"/>
              <a:gd name="textAreaTop" fmla="*/ 0 h 273960"/>
              <a:gd name="textAreaBottom" fmla="*/ 274680 h 273960"/>
            </a:gdLst>
            <a:ahLst/>
            <a:rect l="textAreaLeft" t="textAreaTop" r="textAreaRight" b="textAreaBottom"/>
            <a:pathLst>
              <a:path w="22274" h="13141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70" name="Google Shape;355;p59"/>
          <p:cNvGrpSpPr/>
          <p:nvPr/>
        </p:nvGrpSpPr>
        <p:grpSpPr>
          <a:xfrm>
            <a:off x="5913000" y="5503680"/>
            <a:ext cx="370800" cy="365040"/>
            <a:chOff x="5913000" y="5503680"/>
            <a:chExt cx="370800" cy="365040"/>
          </a:xfrm>
        </p:grpSpPr>
        <p:sp>
          <p:nvSpPr>
            <p:cNvPr id="271" name="Google Shape;356;p59"/>
            <p:cNvSpPr/>
            <p:nvPr/>
          </p:nvSpPr>
          <p:spPr>
            <a:xfrm>
              <a:off x="5913000" y="5639040"/>
              <a:ext cx="312840" cy="185040"/>
            </a:xfrm>
            <a:custGeom>
              <a:avLst/>
              <a:gdLst>
                <a:gd name="textAreaLeft" fmla="*/ 0 w 312840"/>
                <a:gd name="textAreaRight" fmla="*/ 313560 w 312840"/>
                <a:gd name="textAreaTop" fmla="*/ 0 h 185040"/>
                <a:gd name="textAreaBottom" fmla="*/ 185760 h 185040"/>
              </a:gdLst>
              <a:ahLst/>
              <a:rect l="textAreaLeft" t="textAreaTop" r="textAreaRight" b="textAreaBottom"/>
              <a:pathLst>
                <a:path w="14997" h="8891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2" name="Google Shape;357;p59"/>
            <p:cNvSpPr/>
            <p:nvPr/>
          </p:nvSpPr>
          <p:spPr>
            <a:xfrm>
              <a:off x="5913000" y="5836680"/>
              <a:ext cx="370800" cy="3204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32040"/>
                <a:gd name="textAreaBottom" fmla="*/ 32760 h 32040"/>
              </a:gdLst>
              <a:ahLst/>
              <a:rect l="textAreaLeft" t="textAreaTop" r="textAreaRight" b="textAreaBottom"/>
              <a:pathLst>
                <a:path w="17781" h="1564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200" bIns="16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3" name="Google Shape;358;p59"/>
            <p:cNvSpPr/>
            <p:nvPr/>
          </p:nvSpPr>
          <p:spPr>
            <a:xfrm>
              <a:off x="6086520" y="5503680"/>
              <a:ext cx="25200" cy="107640"/>
            </a:xfrm>
            <a:custGeom>
              <a:avLst/>
              <a:gdLst>
                <a:gd name="textAreaLeft" fmla="*/ 0 w 25200"/>
                <a:gd name="textAreaRight" fmla="*/ 25920 w 25200"/>
                <a:gd name="textAreaTop" fmla="*/ 0 h 107640"/>
                <a:gd name="textAreaBottom" fmla="*/ 108360 h 107640"/>
              </a:gdLst>
              <a:ahLst/>
              <a:rect l="textAreaLeft" t="textAreaTop" r="textAreaRight" b="textAreaBottom"/>
              <a:pathLst>
                <a:path w="1247" h="5178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Google Shape;359;p59"/>
            <p:cNvSpPr/>
            <p:nvPr/>
          </p:nvSpPr>
          <p:spPr>
            <a:xfrm>
              <a:off x="6049800" y="5503680"/>
              <a:ext cx="25200" cy="107640"/>
            </a:xfrm>
            <a:custGeom>
              <a:avLst/>
              <a:gdLst>
                <a:gd name="textAreaLeft" fmla="*/ 0 w 25200"/>
                <a:gd name="textAreaRight" fmla="*/ 25920 w 25200"/>
                <a:gd name="textAreaTop" fmla="*/ 0 h 107640"/>
                <a:gd name="textAreaBottom" fmla="*/ 108360 h 107640"/>
              </a:gdLst>
              <a:ahLst/>
              <a:rect l="textAreaLeft" t="textAreaTop" r="textAreaRight" b="textAreaBottom"/>
              <a:pathLst>
                <a:path w="1246" h="5178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5" name="Google Shape;360;p59"/>
            <p:cNvSpPr/>
            <p:nvPr/>
          </p:nvSpPr>
          <p:spPr>
            <a:xfrm>
              <a:off x="6123240" y="5503680"/>
              <a:ext cx="24840" cy="107640"/>
            </a:xfrm>
            <a:custGeom>
              <a:avLst/>
              <a:gdLst>
                <a:gd name="textAreaLeft" fmla="*/ 0 w 24840"/>
                <a:gd name="textAreaRight" fmla="*/ 25560 w 24840"/>
                <a:gd name="textAreaTop" fmla="*/ 0 h 107640"/>
                <a:gd name="textAreaBottom" fmla="*/ 108360 h 107640"/>
              </a:gdLst>
              <a:ahLst/>
              <a:rect l="textAreaLeft" t="textAreaTop" r="textAreaRight" b="textAreaBottom"/>
              <a:pathLst>
                <a:path w="1222" h="5178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76" name="Google Shape;361;p59"/>
          <p:cNvGrpSpPr/>
          <p:nvPr/>
        </p:nvGrpSpPr>
        <p:grpSpPr>
          <a:xfrm>
            <a:off x="6509520" y="5492160"/>
            <a:ext cx="304560" cy="388080"/>
            <a:chOff x="6509520" y="5492160"/>
            <a:chExt cx="304560" cy="388080"/>
          </a:xfrm>
        </p:grpSpPr>
        <p:sp>
          <p:nvSpPr>
            <p:cNvPr id="277" name="Google Shape;362;p59"/>
            <p:cNvSpPr/>
            <p:nvPr/>
          </p:nvSpPr>
          <p:spPr>
            <a:xfrm>
              <a:off x="6509520" y="5492160"/>
              <a:ext cx="304560" cy="388080"/>
            </a:xfrm>
            <a:custGeom>
              <a:avLst/>
              <a:gdLst>
                <a:gd name="textAreaLeft" fmla="*/ 0 w 304560"/>
                <a:gd name="textAreaRight" fmla="*/ 305280 w 304560"/>
                <a:gd name="textAreaTop" fmla="*/ 0 h 388080"/>
                <a:gd name="textAreaBottom" fmla="*/ 388800 h 388080"/>
              </a:gdLst>
              <a:ahLst/>
              <a:rect l="textAreaLeft" t="textAreaTop" r="textAreaRight" b="textAreaBottom"/>
              <a:pathLst>
                <a:path w="14606" h="18611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8" name="Google Shape;363;p59"/>
            <p:cNvSpPr/>
            <p:nvPr/>
          </p:nvSpPr>
          <p:spPr>
            <a:xfrm>
              <a:off x="6526080" y="5702760"/>
              <a:ext cx="94320" cy="177480"/>
            </a:xfrm>
            <a:custGeom>
              <a:avLst/>
              <a:gdLst>
                <a:gd name="textAreaLeft" fmla="*/ 0 w 94320"/>
                <a:gd name="textAreaRight" fmla="*/ 95040 w 94320"/>
                <a:gd name="textAreaTop" fmla="*/ 0 h 177480"/>
                <a:gd name="textAreaBottom" fmla="*/ 178200 h 177480"/>
              </a:gdLst>
              <a:ahLst/>
              <a:rect l="textAreaLeft" t="textAreaTop" r="textAreaRight" b="textAreaBottom"/>
              <a:pathLst>
                <a:path w="4544" h="8524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8920" bIns="88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9" name="Google Shape;364;p59"/>
            <p:cNvSpPr/>
            <p:nvPr/>
          </p:nvSpPr>
          <p:spPr>
            <a:xfrm>
              <a:off x="6703560" y="5702760"/>
              <a:ext cx="94320" cy="177480"/>
            </a:xfrm>
            <a:custGeom>
              <a:avLst/>
              <a:gdLst>
                <a:gd name="textAreaLeft" fmla="*/ 0 w 94320"/>
                <a:gd name="textAreaRight" fmla="*/ 95040 w 94320"/>
                <a:gd name="textAreaTop" fmla="*/ 0 h 177480"/>
                <a:gd name="textAreaBottom" fmla="*/ 178200 h 177480"/>
              </a:gdLst>
              <a:ahLst/>
              <a:rect l="textAreaLeft" t="textAreaTop" r="textAreaRight" b="textAreaBottom"/>
              <a:pathLst>
                <a:path w="4543" h="8524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8920" bIns="88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0" name="Google Shape;365;p59"/>
          <p:cNvGrpSpPr/>
          <p:nvPr/>
        </p:nvGrpSpPr>
        <p:grpSpPr>
          <a:xfrm>
            <a:off x="7050600" y="5506920"/>
            <a:ext cx="349560" cy="359280"/>
            <a:chOff x="7050600" y="5506920"/>
            <a:chExt cx="349560" cy="359280"/>
          </a:xfrm>
        </p:grpSpPr>
        <p:sp>
          <p:nvSpPr>
            <p:cNvPr id="281" name="Google Shape;366;p59"/>
            <p:cNvSpPr/>
            <p:nvPr/>
          </p:nvSpPr>
          <p:spPr>
            <a:xfrm>
              <a:off x="7230240" y="5690160"/>
              <a:ext cx="168840" cy="176040"/>
            </a:xfrm>
            <a:custGeom>
              <a:avLst/>
              <a:gdLst>
                <a:gd name="textAreaLeft" fmla="*/ 0 w 168840"/>
                <a:gd name="textAreaRight" fmla="*/ 169560 w 168840"/>
                <a:gd name="textAreaTop" fmla="*/ 0 h 176040"/>
                <a:gd name="textAreaBottom" fmla="*/ 176760 h 176040"/>
              </a:gdLst>
              <a:ahLst/>
              <a:rect l="textAreaLeft" t="textAreaTop" r="textAreaRight" b="textAreaBottom"/>
              <a:pathLst>
                <a:path w="8110" h="8451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8200" bIns="88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2" name="Google Shape;367;p59"/>
            <p:cNvSpPr/>
            <p:nvPr/>
          </p:nvSpPr>
          <p:spPr>
            <a:xfrm>
              <a:off x="7051680" y="5506920"/>
              <a:ext cx="169920" cy="173520"/>
            </a:xfrm>
            <a:custGeom>
              <a:avLst/>
              <a:gdLst>
                <a:gd name="textAreaLeft" fmla="*/ 0 w 169920"/>
                <a:gd name="textAreaRight" fmla="*/ 170640 w 169920"/>
                <a:gd name="textAreaTop" fmla="*/ 0 h 173520"/>
                <a:gd name="textAreaBottom" fmla="*/ 174240 h 173520"/>
              </a:gdLst>
              <a:ahLst/>
              <a:rect l="textAreaLeft" t="textAreaTop" r="textAreaRight" b="textAreaBottom"/>
              <a:pathLst>
                <a:path w="8159" h="8329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7120" bIns="87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3" name="Google Shape;368;p59"/>
            <p:cNvSpPr/>
            <p:nvPr/>
          </p:nvSpPr>
          <p:spPr>
            <a:xfrm>
              <a:off x="7050600" y="5511600"/>
              <a:ext cx="349560" cy="349560"/>
            </a:xfrm>
            <a:custGeom>
              <a:avLst/>
              <a:gdLst>
                <a:gd name="textAreaLeft" fmla="*/ 0 w 349560"/>
                <a:gd name="textAreaRight" fmla="*/ 350280 w 349560"/>
                <a:gd name="textAreaTop" fmla="*/ 0 h 349560"/>
                <a:gd name="textAreaBottom" fmla="*/ 350280 h 349560"/>
              </a:gdLst>
              <a:ahLst/>
              <a:rect l="textAreaLeft" t="textAreaTop" r="textAreaRight" b="textAreaBottom"/>
              <a:pathLst>
                <a:path w="16756" h="16755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4" name="Google Shape;369;p59"/>
          <p:cNvGrpSpPr/>
          <p:nvPr/>
        </p:nvGrpSpPr>
        <p:grpSpPr>
          <a:xfrm>
            <a:off x="7580160" y="5514480"/>
            <a:ext cx="417960" cy="343080"/>
            <a:chOff x="7580160" y="5514480"/>
            <a:chExt cx="417960" cy="343080"/>
          </a:xfrm>
        </p:grpSpPr>
        <p:sp>
          <p:nvSpPr>
            <p:cNvPr id="285" name="Google Shape;370;p59"/>
            <p:cNvSpPr/>
            <p:nvPr/>
          </p:nvSpPr>
          <p:spPr>
            <a:xfrm>
              <a:off x="7580160" y="5767560"/>
              <a:ext cx="417960" cy="90000"/>
            </a:xfrm>
            <a:custGeom>
              <a:avLst/>
              <a:gdLst>
                <a:gd name="textAreaLeft" fmla="*/ 0 w 417960"/>
                <a:gd name="textAreaRight" fmla="*/ 418680 w 417960"/>
                <a:gd name="textAreaTop" fmla="*/ 0 h 90000"/>
                <a:gd name="textAreaBottom" fmla="*/ 90720 h 90000"/>
              </a:gdLst>
              <a:ahLst/>
              <a:rect l="textAreaLeft" t="textAreaTop" r="textAreaRight" b="textAreaBottom"/>
              <a:pathLst>
                <a:path w="20028" h="4349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360" bIns="45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6" name="Google Shape;371;p59"/>
            <p:cNvSpPr/>
            <p:nvPr/>
          </p:nvSpPr>
          <p:spPr>
            <a:xfrm>
              <a:off x="7616880" y="5638680"/>
              <a:ext cx="344160" cy="116640"/>
            </a:xfrm>
            <a:custGeom>
              <a:avLst/>
              <a:gdLst>
                <a:gd name="textAreaLeft" fmla="*/ 0 w 344160"/>
                <a:gd name="textAreaRight" fmla="*/ 344880 w 344160"/>
                <a:gd name="textAreaTop" fmla="*/ 0 h 116640"/>
                <a:gd name="textAreaBottom" fmla="*/ 117360 h 116640"/>
              </a:gdLst>
              <a:ahLst/>
              <a:rect l="textAreaLeft" t="textAreaTop" r="textAreaRight" b="textAreaBottom"/>
              <a:pathLst>
                <a:path w="16510" h="5619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8680" bIns="58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7" name="Google Shape;372;p59"/>
            <p:cNvSpPr/>
            <p:nvPr/>
          </p:nvSpPr>
          <p:spPr>
            <a:xfrm>
              <a:off x="7776720" y="5514480"/>
              <a:ext cx="24840" cy="107640"/>
            </a:xfrm>
            <a:custGeom>
              <a:avLst/>
              <a:gdLst>
                <a:gd name="textAreaLeft" fmla="*/ 0 w 24840"/>
                <a:gd name="textAreaRight" fmla="*/ 25560 w 24840"/>
                <a:gd name="textAreaTop" fmla="*/ 0 h 107640"/>
                <a:gd name="textAreaBottom" fmla="*/ 108360 h 107640"/>
              </a:gdLst>
              <a:ahLst/>
              <a:rect l="textAreaLeft" t="textAreaTop" r="textAreaRight" b="textAreaBottom"/>
              <a:pathLst>
                <a:path w="1222" h="5178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8" name="Google Shape;373;p59"/>
            <p:cNvSpPr/>
            <p:nvPr/>
          </p:nvSpPr>
          <p:spPr>
            <a:xfrm>
              <a:off x="7739640" y="5514480"/>
              <a:ext cx="25200" cy="107640"/>
            </a:xfrm>
            <a:custGeom>
              <a:avLst/>
              <a:gdLst>
                <a:gd name="textAreaLeft" fmla="*/ 0 w 25200"/>
                <a:gd name="textAreaRight" fmla="*/ 25920 w 25200"/>
                <a:gd name="textAreaTop" fmla="*/ 0 h 107640"/>
                <a:gd name="textAreaBottom" fmla="*/ 108360 h 107640"/>
              </a:gdLst>
              <a:ahLst/>
              <a:rect l="textAreaLeft" t="textAreaTop" r="textAreaRight" b="textAreaBottom"/>
              <a:pathLst>
                <a:path w="1247" h="5178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9" name="Google Shape;374;p59"/>
            <p:cNvSpPr/>
            <p:nvPr/>
          </p:nvSpPr>
          <p:spPr>
            <a:xfrm>
              <a:off x="7812720" y="5514480"/>
              <a:ext cx="25200" cy="107640"/>
            </a:xfrm>
            <a:custGeom>
              <a:avLst/>
              <a:gdLst>
                <a:gd name="textAreaLeft" fmla="*/ 0 w 25200"/>
                <a:gd name="textAreaRight" fmla="*/ 25920 w 25200"/>
                <a:gd name="textAreaTop" fmla="*/ 0 h 107640"/>
                <a:gd name="textAreaBottom" fmla="*/ 108360 h 107640"/>
              </a:gdLst>
              <a:ahLst/>
              <a:rect l="textAreaLeft" t="textAreaTop" r="textAreaRight" b="textAreaBottom"/>
              <a:pathLst>
                <a:path w="1247" h="5178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0" name="Google Shape;375;p59"/>
          <p:cNvGrpSpPr/>
          <p:nvPr/>
        </p:nvGrpSpPr>
        <p:grpSpPr>
          <a:xfrm>
            <a:off x="8686800" y="5477760"/>
            <a:ext cx="458640" cy="416880"/>
            <a:chOff x="8686800" y="5477760"/>
            <a:chExt cx="458640" cy="416880"/>
          </a:xfrm>
        </p:grpSpPr>
        <p:sp>
          <p:nvSpPr>
            <p:cNvPr id="291" name="Google Shape;376;p59"/>
            <p:cNvSpPr/>
            <p:nvPr/>
          </p:nvSpPr>
          <p:spPr>
            <a:xfrm>
              <a:off x="8920800" y="5707080"/>
              <a:ext cx="177480" cy="187560"/>
            </a:xfrm>
            <a:custGeom>
              <a:avLst/>
              <a:gdLst>
                <a:gd name="textAreaLeft" fmla="*/ 0 w 177480"/>
                <a:gd name="textAreaRight" fmla="*/ 178200 w 177480"/>
                <a:gd name="textAreaTop" fmla="*/ 0 h 187560"/>
                <a:gd name="textAreaBottom" fmla="*/ 188280 h 187560"/>
              </a:gdLst>
              <a:ahLst/>
              <a:rect l="textAreaLeft" t="textAreaTop" r="textAreaRight" b="textAreaBottom"/>
              <a:pathLst>
                <a:path w="8525" h="9013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2" name="Google Shape;377;p59"/>
            <p:cNvSpPr/>
            <p:nvPr/>
          </p:nvSpPr>
          <p:spPr>
            <a:xfrm>
              <a:off x="8733240" y="5706360"/>
              <a:ext cx="176760" cy="188280"/>
            </a:xfrm>
            <a:custGeom>
              <a:avLst/>
              <a:gdLst>
                <a:gd name="textAreaLeft" fmla="*/ 0 w 176760"/>
                <a:gd name="textAreaRight" fmla="*/ 177480 w 176760"/>
                <a:gd name="textAreaTop" fmla="*/ 0 h 188280"/>
                <a:gd name="textAreaBottom" fmla="*/ 189000 h 188280"/>
              </a:gdLst>
              <a:ahLst/>
              <a:rect l="textAreaLeft" t="textAreaTop" r="textAreaRight" b="textAreaBottom"/>
              <a:pathLst>
                <a:path w="8500" h="9037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3" name="Google Shape;378;p59"/>
            <p:cNvSpPr/>
            <p:nvPr/>
          </p:nvSpPr>
          <p:spPr>
            <a:xfrm>
              <a:off x="8744400" y="5477760"/>
              <a:ext cx="343440" cy="196920"/>
            </a:xfrm>
            <a:custGeom>
              <a:avLst/>
              <a:gdLst>
                <a:gd name="textAreaLeft" fmla="*/ 0 w 343440"/>
                <a:gd name="textAreaRight" fmla="*/ 344160 w 343440"/>
                <a:gd name="textAreaTop" fmla="*/ 0 h 196920"/>
                <a:gd name="textAreaBottom" fmla="*/ 197640 h 196920"/>
              </a:gdLst>
              <a:ahLst/>
              <a:rect l="textAreaLeft" t="textAreaTop" r="textAreaRight" b="textAreaBottom"/>
              <a:pathLst>
                <a:path w="16462" h="9453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4" name="Google Shape;379;p59"/>
            <p:cNvSpPr/>
            <p:nvPr/>
          </p:nvSpPr>
          <p:spPr>
            <a:xfrm>
              <a:off x="8686800" y="5582880"/>
              <a:ext cx="228960" cy="188640"/>
            </a:xfrm>
            <a:custGeom>
              <a:avLst/>
              <a:gdLst>
                <a:gd name="textAreaLeft" fmla="*/ 0 w 228960"/>
                <a:gd name="textAreaRight" fmla="*/ 229680 w 228960"/>
                <a:gd name="textAreaTop" fmla="*/ 0 h 188640"/>
                <a:gd name="textAreaBottom" fmla="*/ 189360 h 188640"/>
              </a:gdLst>
              <a:ahLst/>
              <a:rect l="textAreaLeft" t="textAreaTop" r="textAreaRight" b="textAreaBottom"/>
              <a:pathLst>
                <a:path w="10992" h="9062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5" name="Google Shape;380;p59"/>
            <p:cNvSpPr/>
            <p:nvPr/>
          </p:nvSpPr>
          <p:spPr>
            <a:xfrm>
              <a:off x="8916480" y="5582880"/>
              <a:ext cx="228960" cy="188640"/>
            </a:xfrm>
            <a:custGeom>
              <a:avLst/>
              <a:gdLst>
                <a:gd name="textAreaLeft" fmla="*/ 0 w 228960"/>
                <a:gd name="textAreaRight" fmla="*/ 229680 w 228960"/>
                <a:gd name="textAreaTop" fmla="*/ 0 h 188640"/>
                <a:gd name="textAreaBottom" fmla="*/ 189360 h 188640"/>
              </a:gdLst>
              <a:ahLst/>
              <a:rect l="textAreaLeft" t="textAreaTop" r="textAreaRight" b="textAreaBottom"/>
              <a:pathLst>
                <a:path w="10991" h="9062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6" name="Google Shape;381;p59"/>
          <p:cNvGrpSpPr/>
          <p:nvPr/>
        </p:nvGrpSpPr>
        <p:grpSpPr>
          <a:xfrm>
            <a:off x="8193600" y="5501160"/>
            <a:ext cx="317880" cy="369360"/>
            <a:chOff x="8193600" y="5501160"/>
            <a:chExt cx="317880" cy="369360"/>
          </a:xfrm>
        </p:grpSpPr>
        <p:sp>
          <p:nvSpPr>
            <p:cNvPr id="297" name="Google Shape;382;p59"/>
            <p:cNvSpPr/>
            <p:nvPr/>
          </p:nvSpPr>
          <p:spPr>
            <a:xfrm>
              <a:off x="8348400" y="5501160"/>
              <a:ext cx="71640" cy="85680"/>
            </a:xfrm>
            <a:custGeom>
              <a:avLst/>
              <a:gdLst>
                <a:gd name="textAreaLeft" fmla="*/ 0 w 71640"/>
                <a:gd name="textAreaRight" fmla="*/ 72360 w 7164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3469" h="4128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Google Shape;383;p59"/>
            <p:cNvSpPr/>
            <p:nvPr/>
          </p:nvSpPr>
          <p:spPr>
            <a:xfrm>
              <a:off x="8193600" y="5544720"/>
              <a:ext cx="317880" cy="325800"/>
            </a:xfrm>
            <a:custGeom>
              <a:avLst/>
              <a:gdLst>
                <a:gd name="textAreaLeft" fmla="*/ 0 w 317880"/>
                <a:gd name="textAreaRight" fmla="*/ 318600 w 317880"/>
                <a:gd name="textAreaTop" fmla="*/ 0 h 325800"/>
                <a:gd name="textAreaBottom" fmla="*/ 326520 h 325800"/>
              </a:gdLst>
              <a:ahLst/>
              <a:rect l="textAreaLeft" t="textAreaTop" r="textAreaRight" b="textAreaBottom"/>
              <a:pathLst>
                <a:path w="15240" h="15631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oogle Shape;384;p59"/>
          <p:cNvGrpSpPr/>
          <p:nvPr/>
        </p:nvGrpSpPr>
        <p:grpSpPr>
          <a:xfrm>
            <a:off x="9254160" y="5470200"/>
            <a:ext cx="450720" cy="432000"/>
            <a:chOff x="9254160" y="5470200"/>
            <a:chExt cx="450720" cy="432000"/>
          </a:xfrm>
        </p:grpSpPr>
        <p:sp>
          <p:nvSpPr>
            <p:cNvPr id="300" name="Google Shape;385;p59"/>
            <p:cNvSpPr/>
            <p:nvPr/>
          </p:nvSpPr>
          <p:spPr>
            <a:xfrm>
              <a:off x="9533520" y="5470200"/>
              <a:ext cx="133920" cy="148320"/>
            </a:xfrm>
            <a:custGeom>
              <a:avLst/>
              <a:gdLst>
                <a:gd name="textAreaLeft" fmla="*/ 0 w 133920"/>
                <a:gd name="textAreaRight" fmla="*/ 134640 w 133920"/>
                <a:gd name="textAreaTop" fmla="*/ 0 h 148320"/>
                <a:gd name="textAreaBottom" fmla="*/ 149040 h 148320"/>
              </a:gdLst>
              <a:ahLst/>
              <a:rect l="textAreaLeft" t="textAreaTop" r="textAreaRight" b="textAreaBottom"/>
              <a:pathLst>
                <a:path w="6449" h="7132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4520" bIns="74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1" name="Google Shape;386;p59"/>
            <p:cNvSpPr/>
            <p:nvPr/>
          </p:nvSpPr>
          <p:spPr>
            <a:xfrm>
              <a:off x="9329400" y="5492160"/>
              <a:ext cx="106560" cy="123480"/>
            </a:xfrm>
            <a:custGeom>
              <a:avLst/>
              <a:gdLst>
                <a:gd name="textAreaLeft" fmla="*/ 0 w 106560"/>
                <a:gd name="textAreaRight" fmla="*/ 107280 w 106560"/>
                <a:gd name="textAreaTop" fmla="*/ 0 h 123480"/>
                <a:gd name="textAreaBottom" fmla="*/ 124200 h 123480"/>
              </a:gdLst>
              <a:ahLst/>
              <a:rect l="textAreaLeft" t="textAreaTop" r="textAreaRight" b="textAreaBottom"/>
              <a:pathLst>
                <a:path w="5130" h="5936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920" bIns="61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2" name="Google Shape;387;p59"/>
            <p:cNvSpPr/>
            <p:nvPr/>
          </p:nvSpPr>
          <p:spPr>
            <a:xfrm>
              <a:off x="9254160" y="5706000"/>
              <a:ext cx="149760" cy="90720"/>
            </a:xfrm>
            <a:custGeom>
              <a:avLst/>
              <a:gdLst>
                <a:gd name="textAreaLeft" fmla="*/ 0 w 149760"/>
                <a:gd name="textAreaRight" fmla="*/ 150480 w 149760"/>
                <a:gd name="textAreaTop" fmla="*/ 0 h 90720"/>
                <a:gd name="textAreaBottom" fmla="*/ 91440 h 90720"/>
              </a:gdLst>
              <a:ahLst/>
              <a:rect l="textAreaLeft" t="textAreaTop" r="textAreaRight" b="textAreaBottom"/>
              <a:pathLst>
                <a:path w="7205" h="4373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3" name="Google Shape;388;p59"/>
            <p:cNvSpPr/>
            <p:nvPr/>
          </p:nvSpPr>
          <p:spPr>
            <a:xfrm>
              <a:off x="9438480" y="5769360"/>
              <a:ext cx="73800" cy="132840"/>
            </a:xfrm>
            <a:custGeom>
              <a:avLst/>
              <a:gdLst>
                <a:gd name="textAreaLeft" fmla="*/ 0 w 73800"/>
                <a:gd name="textAreaRight" fmla="*/ 74520 w 73800"/>
                <a:gd name="textAreaTop" fmla="*/ 0 h 132840"/>
                <a:gd name="textAreaBottom" fmla="*/ 133560 h 132840"/>
              </a:gdLst>
              <a:ahLst/>
              <a:rect l="textAreaLeft" t="textAreaTop" r="textAreaRight" b="textAreaBottom"/>
              <a:pathLst>
                <a:path w="3567" h="6399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6600" bIns="66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4" name="Google Shape;389;p59"/>
            <p:cNvSpPr/>
            <p:nvPr/>
          </p:nvSpPr>
          <p:spPr>
            <a:xfrm>
              <a:off x="9570240" y="5666760"/>
              <a:ext cx="134640" cy="74160"/>
            </a:xfrm>
            <a:custGeom>
              <a:avLst/>
              <a:gdLst>
                <a:gd name="textAreaLeft" fmla="*/ 0 w 134640"/>
                <a:gd name="textAreaRight" fmla="*/ 135360 w 134640"/>
                <a:gd name="textAreaTop" fmla="*/ 0 h 74160"/>
                <a:gd name="textAreaBottom" fmla="*/ 74880 h 74160"/>
              </a:gdLst>
              <a:ahLst/>
              <a:rect l="textAreaLeft" t="textAreaTop" r="textAreaRight" b="textAreaBottom"/>
              <a:pathLst>
                <a:path w="6474" h="3591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5" name="Google Shape;390;p59"/>
            <p:cNvSpPr/>
            <p:nvPr/>
          </p:nvSpPr>
          <p:spPr>
            <a:xfrm>
              <a:off x="9403920" y="5601240"/>
              <a:ext cx="157680" cy="158040"/>
            </a:xfrm>
            <a:custGeom>
              <a:avLst/>
              <a:gdLst>
                <a:gd name="textAreaLeft" fmla="*/ 0 w 157680"/>
                <a:gd name="textAreaRight" fmla="*/ 158400 w 157680"/>
                <a:gd name="textAreaTop" fmla="*/ 0 h 158040"/>
                <a:gd name="textAreaBottom" fmla="*/ 158760 h 158040"/>
              </a:gdLst>
              <a:ahLst/>
              <a:rect l="textAreaLeft" t="textAreaTop" r="textAreaRight" b="textAreaBottom"/>
              <a:pathLst>
                <a:path w="7572" h="7597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200" bIns="79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06" name="Google Shape;391;p59"/>
          <p:cNvSpPr/>
          <p:nvPr/>
        </p:nvSpPr>
        <p:spPr>
          <a:xfrm>
            <a:off x="9844920" y="5577120"/>
            <a:ext cx="396360" cy="218880"/>
          </a:xfrm>
          <a:custGeom>
            <a:avLst/>
            <a:gdLst>
              <a:gd name="textAreaLeft" fmla="*/ 0 w 396360"/>
              <a:gd name="textAreaRight" fmla="*/ 397080 w 396360"/>
              <a:gd name="textAreaTop" fmla="*/ 0 h 218880"/>
              <a:gd name="textAreaBottom" fmla="*/ 219600 h 218880"/>
            </a:gdLst>
            <a:ahLst/>
            <a:rect l="textAreaLeft" t="textAreaTop" r="textAreaRight" b="textAreaBottom"/>
            <a:pathLst>
              <a:path w="19002" h="10503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07" name="Google Shape;392;p59"/>
          <p:cNvGrpSpPr/>
          <p:nvPr/>
        </p:nvGrpSpPr>
        <p:grpSpPr>
          <a:xfrm>
            <a:off x="10461600" y="5534280"/>
            <a:ext cx="288720" cy="332280"/>
            <a:chOff x="10461600" y="5534280"/>
            <a:chExt cx="288720" cy="332280"/>
          </a:xfrm>
        </p:grpSpPr>
        <p:sp>
          <p:nvSpPr>
            <p:cNvPr id="308" name="Google Shape;393;p59"/>
            <p:cNvSpPr/>
            <p:nvPr/>
          </p:nvSpPr>
          <p:spPr>
            <a:xfrm>
              <a:off x="10510560" y="5534280"/>
              <a:ext cx="87480" cy="122760"/>
            </a:xfrm>
            <a:custGeom>
              <a:avLst/>
              <a:gdLst>
                <a:gd name="textAreaLeft" fmla="*/ 0 w 87480"/>
                <a:gd name="textAreaRight" fmla="*/ 88200 w 87480"/>
                <a:gd name="textAreaTop" fmla="*/ 0 h 122760"/>
                <a:gd name="textAreaBottom" fmla="*/ 123480 h 122760"/>
              </a:gdLst>
              <a:ahLst/>
              <a:rect l="textAreaLeft" t="textAreaTop" r="textAreaRight" b="textAreaBottom"/>
              <a:pathLst>
                <a:path w="4226" h="5911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560" bIns="61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9" name="Google Shape;394;p59"/>
            <p:cNvSpPr/>
            <p:nvPr/>
          </p:nvSpPr>
          <p:spPr>
            <a:xfrm>
              <a:off x="10461600" y="5631480"/>
              <a:ext cx="69840" cy="97200"/>
            </a:xfrm>
            <a:custGeom>
              <a:avLst/>
              <a:gdLst>
                <a:gd name="textAreaLeft" fmla="*/ 0 w 69840"/>
                <a:gd name="textAreaRight" fmla="*/ 70560 w 69840"/>
                <a:gd name="textAreaTop" fmla="*/ 0 h 97200"/>
                <a:gd name="textAreaBottom" fmla="*/ 97920 h 97200"/>
              </a:gdLst>
              <a:ahLst/>
              <a:rect l="textAreaLeft" t="textAreaTop" r="textAreaRight" b="textAreaBottom"/>
              <a:pathLst>
                <a:path w="3371" h="4691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960" bIns="48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0" name="Google Shape;395;p59"/>
            <p:cNvSpPr/>
            <p:nvPr/>
          </p:nvSpPr>
          <p:spPr>
            <a:xfrm>
              <a:off x="10617120" y="5536440"/>
              <a:ext cx="87480" cy="120600"/>
            </a:xfrm>
            <a:custGeom>
              <a:avLst/>
              <a:gdLst>
                <a:gd name="textAreaLeft" fmla="*/ 0 w 87480"/>
                <a:gd name="textAreaRight" fmla="*/ 88200 w 87480"/>
                <a:gd name="textAreaTop" fmla="*/ 0 h 120600"/>
                <a:gd name="textAreaBottom" fmla="*/ 121320 h 120600"/>
              </a:gdLst>
              <a:ahLst/>
              <a:rect l="textAreaLeft" t="textAreaTop" r="textAreaRight" b="textAreaBottom"/>
              <a:pathLst>
                <a:path w="4226" h="5813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0480" bIns="604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1" name="Google Shape;396;p59"/>
            <p:cNvSpPr/>
            <p:nvPr/>
          </p:nvSpPr>
          <p:spPr>
            <a:xfrm>
              <a:off x="10677960" y="5634360"/>
              <a:ext cx="72360" cy="96120"/>
            </a:xfrm>
            <a:custGeom>
              <a:avLst/>
              <a:gdLst>
                <a:gd name="textAreaLeft" fmla="*/ 0 w 72360"/>
                <a:gd name="textAreaRight" fmla="*/ 73080 w 72360"/>
                <a:gd name="textAreaTop" fmla="*/ 0 h 96120"/>
                <a:gd name="textAreaBottom" fmla="*/ 96840 h 96120"/>
              </a:gdLst>
              <a:ahLst/>
              <a:rect l="textAreaLeft" t="textAreaTop" r="textAreaRight" b="textAreaBottom"/>
              <a:pathLst>
                <a:path w="3494" h="4641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240" bIns="48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2" name="Google Shape;397;p59"/>
            <p:cNvSpPr/>
            <p:nvPr/>
          </p:nvSpPr>
          <p:spPr>
            <a:xfrm>
              <a:off x="10496520" y="5659560"/>
              <a:ext cx="219960" cy="207000"/>
            </a:xfrm>
            <a:custGeom>
              <a:avLst/>
              <a:gdLst>
                <a:gd name="textAreaLeft" fmla="*/ 0 w 219960"/>
                <a:gd name="textAreaRight" fmla="*/ 220680 w 219960"/>
                <a:gd name="textAreaTop" fmla="*/ 0 h 207000"/>
                <a:gd name="textAreaBottom" fmla="*/ 207720 h 207000"/>
              </a:gdLst>
              <a:ahLst/>
              <a:rect l="textAreaLeft" t="textAreaTop" r="textAreaRight" b="textAreaBottom"/>
              <a:pathLst>
                <a:path w="10552" h="9941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6;p41" hidden="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4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pic>
        <p:nvPicPr>
          <p:cNvPr id="315" name="Google Shape;11;p42" descr=""/>
          <p:cNvPicPr/>
          <p:nvPr/>
        </p:nvPicPr>
        <p:blipFill>
          <a:blip r:embed="rId3"/>
          <a:stretch/>
        </p:blipFill>
        <p:spPr>
          <a:xfrm>
            <a:off x="0" y="0"/>
            <a:ext cx="12110400" cy="6857280"/>
          </a:xfrm>
          <a:prstGeom prst="rect">
            <a:avLst/>
          </a:prstGeom>
          <a:ln w="0">
            <a:noFill/>
          </a:ln>
        </p:spPr>
      </p:pic>
      <p:pic>
        <p:nvPicPr>
          <p:cNvPr id="316" name="Google Shape;12;p42" descr=""/>
          <p:cNvPicPr/>
          <p:nvPr/>
        </p:nvPicPr>
        <p:blipFill>
          <a:blip r:embed="rId4"/>
          <a:stretch/>
        </p:blipFill>
        <p:spPr>
          <a:xfrm>
            <a:off x="619200" y="5410080"/>
            <a:ext cx="2165400" cy="951840"/>
          </a:xfrm>
          <a:prstGeom prst="rect">
            <a:avLst/>
          </a:prstGeom>
          <a:ln w="0">
            <a:noFill/>
          </a:ln>
        </p:spPr>
      </p:pic>
      <p:cxnSp>
        <p:nvCxnSpPr>
          <p:cNvPr id="317" name="Google Shape;13;p42"/>
          <p:cNvCxnSpPr/>
          <p:nvPr/>
        </p:nvCxnSpPr>
        <p:spPr>
          <a:xfrm>
            <a:off x="6705000" y="5410080"/>
            <a:ext cx="1553040" cy="720"/>
          </a:xfrm>
          <a:prstGeom prst="straightConnector1">
            <a:avLst/>
          </a:prstGeom>
          <a:ln w="41275">
            <a:solidFill>
              <a:srgbClr val="ffffff"/>
            </a:solidFill>
            <a:miter/>
          </a:ln>
        </p:spPr>
      </p:cxn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1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322" name="Google Shape;400;p60"/>
          <p:cNvSpPr/>
          <p:nvPr/>
        </p:nvSpPr>
        <p:spPr>
          <a:xfrm>
            <a:off x="263520" y="927720"/>
            <a:ext cx="3742560" cy="5255280"/>
          </a:xfrm>
          <a:prstGeom prst="roundRect">
            <a:avLst>
              <a:gd name="adj" fmla="val 3968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Google Shape;401;p60"/>
          <p:cNvSpPr/>
          <p:nvPr/>
        </p:nvSpPr>
        <p:spPr>
          <a:xfrm>
            <a:off x="441360" y="1125720"/>
            <a:ext cx="153000" cy="4859280"/>
          </a:xfrm>
          <a:prstGeom prst="roundRect">
            <a:avLst>
              <a:gd name="adj" fmla="val 50000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Google Shape;402;p60"/>
          <p:cNvSpPr/>
          <p:nvPr/>
        </p:nvSpPr>
        <p:spPr>
          <a:xfrm rot="5400000">
            <a:off x="3137040" y="1145520"/>
            <a:ext cx="685080" cy="684360"/>
          </a:xfrm>
          <a:prstGeom prst="halfFrame">
            <a:avLst>
              <a:gd name="adj1" fmla="val 23728"/>
              <a:gd name="adj2" fmla="val 24642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oogle Shape;403;p60"/>
          <p:cNvSpPr/>
          <p:nvPr/>
        </p:nvSpPr>
        <p:spPr>
          <a:xfrm>
            <a:off x="621360" y="1658520"/>
            <a:ext cx="2585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ridimensionare senza perdere la qualità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404;p60"/>
          <p:cNvSpPr/>
          <p:nvPr/>
        </p:nvSpPr>
        <p:spPr>
          <a:xfrm>
            <a:off x="621360" y="2361240"/>
            <a:ext cx="2231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cambiare il colore di riempimento e il colore della linea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405;p60"/>
          <p:cNvSpPr/>
          <p:nvPr/>
        </p:nvSpPr>
        <p:spPr>
          <a:xfrm>
            <a:off x="630720" y="4198320"/>
            <a:ext cx="3356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SET DI ICONE COMPLETAMENTE MODIFICABILI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406;p60"/>
          <p:cNvSpPr/>
          <p:nvPr/>
        </p:nvSpPr>
        <p:spPr>
          <a:xfrm>
            <a:off x="3355200" y="5413680"/>
            <a:ext cx="531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b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407;p60"/>
          <p:cNvSpPr/>
          <p:nvPr/>
        </p:nvSpPr>
        <p:spPr>
          <a:xfrm>
            <a:off x="6112080" y="1492200"/>
            <a:ext cx="522360" cy="523800"/>
          </a:xfrm>
          <a:custGeom>
            <a:avLst/>
            <a:gdLst>
              <a:gd name="textAreaLeft" fmla="*/ 0 w 522360"/>
              <a:gd name="textAreaRight" fmla="*/ 523080 w 522360"/>
              <a:gd name="textAreaTop" fmla="*/ 0 h 523800"/>
              <a:gd name="textAreaBottom" fmla="*/ 524520 h 523800"/>
            </a:gdLst>
            <a:ahLst/>
            <a:rect l="textAreaLeft" t="textAreaTop" r="textAreaRight" b="textAreaBottom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Google Shape;408;p60"/>
          <p:cNvSpPr/>
          <p:nvPr/>
        </p:nvSpPr>
        <p:spPr>
          <a:xfrm>
            <a:off x="5273280" y="1562760"/>
            <a:ext cx="522360" cy="383040"/>
          </a:xfrm>
          <a:custGeom>
            <a:avLst/>
            <a:gdLst>
              <a:gd name="textAreaLeft" fmla="*/ 0 w 522360"/>
              <a:gd name="textAreaRight" fmla="*/ 523080 w 522360"/>
              <a:gd name="textAreaTop" fmla="*/ 0 h 383040"/>
              <a:gd name="textAreaBottom" fmla="*/ 383760 h 383040"/>
            </a:gdLst>
            <a:ahLst/>
            <a:rect l="textAreaLeft" t="textAreaTop" r="textAreaRight" b="textAreaBottom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Google Shape;409;p60"/>
          <p:cNvSpPr/>
          <p:nvPr/>
        </p:nvSpPr>
        <p:spPr>
          <a:xfrm>
            <a:off x="6114240" y="4520160"/>
            <a:ext cx="312480" cy="707040"/>
          </a:xfrm>
          <a:custGeom>
            <a:avLst/>
            <a:gdLst>
              <a:gd name="textAreaLeft" fmla="*/ 0 w 312480"/>
              <a:gd name="textAreaRight" fmla="*/ 313200 w 312480"/>
              <a:gd name="textAreaTop" fmla="*/ 0 h 707040"/>
              <a:gd name="textAreaBottom" fmla="*/ 707760 h 707040"/>
            </a:gdLst>
            <a:ahLst/>
            <a:rect l="textAreaLeft" t="textAreaTop" r="textAreaRight" b="textAreaBottom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Google Shape;410;p60"/>
          <p:cNvSpPr/>
          <p:nvPr/>
        </p:nvSpPr>
        <p:spPr>
          <a:xfrm rot="18900000">
            <a:off x="9585000" y="3654720"/>
            <a:ext cx="225000" cy="501840"/>
          </a:xfrm>
          <a:custGeom>
            <a:avLst/>
            <a:gdLst>
              <a:gd name="textAreaLeft" fmla="*/ 0 w 225000"/>
              <a:gd name="textAreaRight" fmla="*/ 225720 w 225000"/>
              <a:gd name="textAreaTop" fmla="*/ 0 h 501840"/>
              <a:gd name="textAreaBottom" fmla="*/ 502560 h 501840"/>
            </a:gdLst>
            <a:ahLst/>
            <a:rect l="textAreaLeft" t="textAreaTop" r="textAreaRight" b="textAreaBottom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Google Shape;411;p60"/>
          <p:cNvSpPr/>
          <p:nvPr/>
        </p:nvSpPr>
        <p:spPr>
          <a:xfrm flipH="1">
            <a:off x="5266440" y="4641840"/>
            <a:ext cx="463680" cy="463680"/>
          </a:xfrm>
          <a:custGeom>
            <a:avLst/>
            <a:gdLst>
              <a:gd name="textAreaLeft" fmla="*/ -360 w 463680"/>
              <a:gd name="textAreaRight" fmla="*/ 464040 w 463680"/>
              <a:gd name="textAreaTop" fmla="*/ 0 h 463680"/>
              <a:gd name="textAreaBottom" fmla="*/ 464400 h 463680"/>
            </a:gdLst>
            <a:ahLst/>
            <a:rect l="textAreaLeft" t="textAreaTop" r="textAreaRight" b="textAreaBottom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Google Shape;412;p60"/>
          <p:cNvSpPr/>
          <p:nvPr/>
        </p:nvSpPr>
        <p:spPr>
          <a:xfrm>
            <a:off x="7745400" y="3642480"/>
            <a:ext cx="460080" cy="452520"/>
          </a:xfrm>
          <a:custGeom>
            <a:avLst/>
            <a:gdLst>
              <a:gd name="textAreaLeft" fmla="*/ 0 w 460080"/>
              <a:gd name="textAreaRight" fmla="*/ 460800 w 460080"/>
              <a:gd name="textAreaTop" fmla="*/ 0 h 452520"/>
              <a:gd name="textAreaBottom" fmla="*/ 453240 h 452520"/>
            </a:gdLst>
            <a:ahLst/>
            <a:rect l="textAreaLeft" t="textAreaTop" r="textAreaRight" b="textAreaBottom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413;p60"/>
          <p:cNvSpPr/>
          <p:nvPr/>
        </p:nvSpPr>
        <p:spPr>
          <a:xfrm>
            <a:off x="11063880" y="3600720"/>
            <a:ext cx="463680" cy="462240"/>
          </a:xfrm>
          <a:custGeom>
            <a:avLst/>
            <a:gdLst>
              <a:gd name="textAreaLeft" fmla="*/ 0 w 463680"/>
              <a:gd name="textAreaRight" fmla="*/ 464400 w 463680"/>
              <a:gd name="textAreaTop" fmla="*/ 0 h 462240"/>
              <a:gd name="textAreaBottom" fmla="*/ 462960 h 462240"/>
            </a:gdLst>
            <a:ahLst/>
            <a:rect l="textAreaLeft" t="textAreaTop" r="textAreaRight" b="textAreaBottom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Google Shape;414;p60"/>
          <p:cNvSpPr/>
          <p:nvPr/>
        </p:nvSpPr>
        <p:spPr>
          <a:xfrm>
            <a:off x="6950880" y="1518840"/>
            <a:ext cx="470880" cy="470880"/>
          </a:xfrm>
          <a:custGeom>
            <a:avLst/>
            <a:gdLst>
              <a:gd name="textAreaLeft" fmla="*/ 0 w 470880"/>
              <a:gd name="textAreaRight" fmla="*/ 471600 w 470880"/>
              <a:gd name="textAreaTop" fmla="*/ 0 h 470880"/>
              <a:gd name="textAreaBottom" fmla="*/ 471600 h 470880"/>
            </a:gdLst>
            <a:ahLst/>
            <a:rect l="textAreaLeft" t="textAreaTop" r="textAreaRight" b="textAreaBottom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Google Shape;415;p60"/>
          <p:cNvSpPr/>
          <p:nvPr/>
        </p:nvSpPr>
        <p:spPr>
          <a:xfrm rot="5400000">
            <a:off x="7738200" y="1518840"/>
            <a:ext cx="471600" cy="470880"/>
          </a:xfrm>
          <a:custGeom>
            <a:avLst/>
            <a:gdLst>
              <a:gd name="textAreaLeft" fmla="*/ 0 w 471600"/>
              <a:gd name="textAreaRight" fmla="*/ 472320 w 471600"/>
              <a:gd name="textAreaTop" fmla="*/ 0 h 470880"/>
              <a:gd name="textAreaBottom" fmla="*/ 471600 h 470880"/>
            </a:gdLst>
            <a:ahLst/>
            <a:rect l="textAreaLeft" t="textAreaTop" r="textAreaRight" b="textAreaBottom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Google Shape;416;p60"/>
          <p:cNvSpPr/>
          <p:nvPr/>
        </p:nvSpPr>
        <p:spPr>
          <a:xfrm>
            <a:off x="6809760" y="4619160"/>
            <a:ext cx="512640" cy="509760"/>
          </a:xfrm>
          <a:custGeom>
            <a:avLst/>
            <a:gdLst>
              <a:gd name="textAreaLeft" fmla="*/ 0 w 512640"/>
              <a:gd name="textAreaRight" fmla="*/ 513360 w 512640"/>
              <a:gd name="textAreaTop" fmla="*/ 0 h 509760"/>
              <a:gd name="textAreaBottom" fmla="*/ 510480 h 509760"/>
            </a:gdLst>
            <a:ahLst/>
            <a:rect l="textAreaLeft" t="textAreaTop" r="textAreaRight" b="textAreaBottom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Google Shape;417;p60"/>
          <p:cNvSpPr/>
          <p:nvPr/>
        </p:nvSpPr>
        <p:spPr>
          <a:xfrm flipH="1">
            <a:off x="11037600" y="2527920"/>
            <a:ext cx="514080" cy="515520"/>
          </a:xfrm>
          <a:custGeom>
            <a:avLst/>
            <a:gdLst>
              <a:gd name="textAreaLeft" fmla="*/ -360 w 514080"/>
              <a:gd name="textAreaRight" fmla="*/ 514440 w 514080"/>
              <a:gd name="textAreaTop" fmla="*/ 0 h 515520"/>
              <a:gd name="textAreaBottom" fmla="*/ 516240 h 515520"/>
            </a:gdLst>
            <a:ahLst/>
            <a:rect l="textAreaLeft" t="textAreaTop" r="textAreaRight" b="textAreaBottom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Google Shape;418;p60"/>
          <p:cNvSpPr/>
          <p:nvPr/>
        </p:nvSpPr>
        <p:spPr>
          <a:xfrm rot="16200000">
            <a:off x="8525160" y="1471320"/>
            <a:ext cx="566640" cy="567000"/>
          </a:xfrm>
          <a:custGeom>
            <a:avLst/>
            <a:gdLst>
              <a:gd name="textAreaLeft" fmla="*/ 0 w 566640"/>
              <a:gd name="textAreaRight" fmla="*/ 567360 w 566640"/>
              <a:gd name="textAreaTop" fmla="*/ 0 h 567000"/>
              <a:gd name="textAreaBottom" fmla="*/ 567720 h 567000"/>
            </a:gdLst>
            <a:ahLst/>
            <a:rect l="textAreaLeft" t="textAreaTop" r="textAreaRight" b="textAreaBottom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Google Shape;419;p60"/>
          <p:cNvSpPr/>
          <p:nvPr/>
        </p:nvSpPr>
        <p:spPr>
          <a:xfrm>
            <a:off x="9408600" y="1424160"/>
            <a:ext cx="472680" cy="659520"/>
          </a:xfrm>
          <a:custGeom>
            <a:avLst/>
            <a:gdLst>
              <a:gd name="textAreaLeft" fmla="*/ 0 w 472680"/>
              <a:gd name="textAreaRight" fmla="*/ 473400 w 472680"/>
              <a:gd name="textAreaTop" fmla="*/ 0 h 659520"/>
              <a:gd name="textAreaBottom" fmla="*/ 660240 h 659520"/>
            </a:gdLst>
            <a:ahLst/>
            <a:rect l="textAreaLeft" t="textAreaTop" r="textAreaRight" b="textAreaBottom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Google Shape;420;p60"/>
          <p:cNvSpPr/>
          <p:nvPr/>
        </p:nvSpPr>
        <p:spPr>
          <a:xfrm>
            <a:off x="7705800" y="4600800"/>
            <a:ext cx="385200" cy="545760"/>
          </a:xfrm>
          <a:custGeom>
            <a:avLst/>
            <a:gdLst>
              <a:gd name="textAreaLeft" fmla="*/ 0 w 385200"/>
              <a:gd name="textAreaRight" fmla="*/ 385920 w 385200"/>
              <a:gd name="textAreaTop" fmla="*/ 0 h 545760"/>
              <a:gd name="textAreaBottom" fmla="*/ 546480 h 545760"/>
            </a:gdLst>
            <a:ahLst/>
            <a:rect l="textAreaLeft" t="textAreaTop" r="textAreaRight" b="textAreaBottom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Google Shape;421;p60"/>
          <p:cNvSpPr/>
          <p:nvPr/>
        </p:nvSpPr>
        <p:spPr>
          <a:xfrm>
            <a:off x="4418640" y="5469120"/>
            <a:ext cx="408960" cy="778320"/>
          </a:xfrm>
          <a:custGeom>
            <a:avLst/>
            <a:gdLst>
              <a:gd name="textAreaLeft" fmla="*/ 0 w 408960"/>
              <a:gd name="textAreaRight" fmla="*/ 409680 w 408960"/>
              <a:gd name="textAreaTop" fmla="*/ 0 h 778320"/>
              <a:gd name="textAreaBottom" fmla="*/ 779040 h 778320"/>
            </a:gdLst>
            <a:ahLst/>
            <a:rect l="textAreaLeft" t="textAreaTop" r="textAreaRight" b="textAreaBottom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Google Shape;422;p60"/>
          <p:cNvSpPr/>
          <p:nvPr/>
        </p:nvSpPr>
        <p:spPr>
          <a:xfrm rot="16200000">
            <a:off x="8536680" y="3545640"/>
            <a:ext cx="597960" cy="647280"/>
          </a:xfrm>
          <a:custGeom>
            <a:avLst/>
            <a:gdLst>
              <a:gd name="textAreaLeft" fmla="*/ 0 w 597960"/>
              <a:gd name="textAreaRight" fmla="*/ 598680 w 597960"/>
              <a:gd name="textAreaTop" fmla="*/ 0 h 647280"/>
              <a:gd name="textAreaBottom" fmla="*/ 648000 h 647280"/>
            </a:gdLst>
            <a:ahLst/>
            <a:rect l="textAreaLeft" t="textAreaTop" r="textAreaRight" b="textAreaBottom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Google Shape;423;p60"/>
          <p:cNvSpPr/>
          <p:nvPr/>
        </p:nvSpPr>
        <p:spPr>
          <a:xfrm rot="10800000">
            <a:off x="9311760" y="2544480"/>
            <a:ext cx="385920" cy="435960"/>
          </a:xfrm>
          <a:custGeom>
            <a:avLst/>
            <a:gdLst>
              <a:gd name="textAreaLeft" fmla="*/ 0 w 385920"/>
              <a:gd name="textAreaRight" fmla="*/ 386640 w 385920"/>
              <a:gd name="textAreaTop" fmla="*/ 0 h 435960"/>
              <a:gd name="textAreaBottom" fmla="*/ 436680 h 435960"/>
            </a:gdLst>
            <a:ahLst/>
            <a:rect l="textAreaLeft" t="textAreaTop" r="textAreaRight" b="textAreaBottom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Google Shape;424;p60"/>
          <p:cNvSpPr/>
          <p:nvPr/>
        </p:nvSpPr>
        <p:spPr>
          <a:xfrm>
            <a:off x="6967080" y="3587400"/>
            <a:ext cx="471600" cy="563040"/>
          </a:xfrm>
          <a:custGeom>
            <a:avLst/>
            <a:gdLst>
              <a:gd name="textAreaLeft" fmla="*/ 0 w 471600"/>
              <a:gd name="textAreaRight" fmla="*/ 472320 w 471600"/>
              <a:gd name="textAreaTop" fmla="*/ 0 h 563040"/>
              <a:gd name="textAreaBottom" fmla="*/ 563760 h 563040"/>
            </a:gdLst>
            <a:ahLst/>
            <a:rect l="textAreaLeft" t="textAreaTop" r="textAreaRight" b="textAreaBottom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Google Shape;425;p60"/>
          <p:cNvSpPr/>
          <p:nvPr/>
        </p:nvSpPr>
        <p:spPr>
          <a:xfrm>
            <a:off x="4360320" y="1481040"/>
            <a:ext cx="596880" cy="546480"/>
          </a:xfrm>
          <a:custGeom>
            <a:avLst/>
            <a:gdLst>
              <a:gd name="textAreaLeft" fmla="*/ 0 w 596880"/>
              <a:gd name="textAreaRight" fmla="*/ 597600 w 596880"/>
              <a:gd name="textAreaTop" fmla="*/ 0 h 546480"/>
              <a:gd name="textAreaBottom" fmla="*/ 547200 h 546480"/>
            </a:gdLst>
            <a:ahLst/>
            <a:rect l="textAreaLeft" t="textAreaTop" r="textAreaRight" b="textAreaBottom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426;p60"/>
          <p:cNvSpPr/>
          <p:nvPr/>
        </p:nvSpPr>
        <p:spPr>
          <a:xfrm>
            <a:off x="8534160" y="2516040"/>
            <a:ext cx="371520" cy="491760"/>
          </a:xfrm>
          <a:custGeom>
            <a:avLst/>
            <a:gdLst>
              <a:gd name="textAreaLeft" fmla="*/ 0 w 371520"/>
              <a:gd name="textAreaRight" fmla="*/ 372240 w 371520"/>
              <a:gd name="textAreaTop" fmla="*/ 0 h 491760"/>
              <a:gd name="textAreaBottom" fmla="*/ 492480 h 491760"/>
            </a:gdLst>
            <a:ahLst/>
            <a:rect l="textAreaLeft" t="textAreaTop" r="textAreaRight" b="textAreaBottom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Google Shape;427;p60"/>
          <p:cNvSpPr/>
          <p:nvPr/>
        </p:nvSpPr>
        <p:spPr>
          <a:xfrm>
            <a:off x="10179720" y="3623400"/>
            <a:ext cx="490680" cy="490680"/>
          </a:xfrm>
          <a:custGeom>
            <a:avLst/>
            <a:gdLst>
              <a:gd name="textAreaLeft" fmla="*/ 0 w 490680"/>
              <a:gd name="textAreaRight" fmla="*/ 491400 w 490680"/>
              <a:gd name="textAreaTop" fmla="*/ 0 h 490680"/>
              <a:gd name="textAreaBottom" fmla="*/ 491400 h 490680"/>
            </a:gdLst>
            <a:ahLst/>
            <a:rect l="textAreaLeft" t="textAreaTop" r="textAreaRight" b="textAreaBottom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428;p60"/>
          <p:cNvSpPr/>
          <p:nvPr/>
        </p:nvSpPr>
        <p:spPr>
          <a:xfrm>
            <a:off x="5324040" y="2538360"/>
            <a:ext cx="529200" cy="447120"/>
          </a:xfrm>
          <a:custGeom>
            <a:avLst/>
            <a:gdLst>
              <a:gd name="textAreaLeft" fmla="*/ 0 w 529200"/>
              <a:gd name="textAreaRight" fmla="*/ 529920 w 529200"/>
              <a:gd name="textAreaTop" fmla="*/ 0 h 447120"/>
              <a:gd name="textAreaBottom" fmla="*/ 447840 h 447120"/>
            </a:gdLst>
            <a:ahLst/>
            <a:rect l="textAreaLeft" t="textAreaTop" r="textAreaRight" b="textAreaBottom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Google Shape;429;p60"/>
          <p:cNvSpPr/>
          <p:nvPr/>
        </p:nvSpPr>
        <p:spPr>
          <a:xfrm>
            <a:off x="7858080" y="2527560"/>
            <a:ext cx="270720" cy="468720"/>
          </a:xfrm>
          <a:custGeom>
            <a:avLst/>
            <a:gdLst>
              <a:gd name="textAreaLeft" fmla="*/ 0 w 270720"/>
              <a:gd name="textAreaRight" fmla="*/ 271440 w 270720"/>
              <a:gd name="textAreaTop" fmla="*/ 0 h 468720"/>
              <a:gd name="textAreaBottom" fmla="*/ 469440 h 468720"/>
            </a:gdLst>
            <a:ahLst/>
            <a:rect l="textAreaLeft" t="textAreaTop" r="textAreaRight" b="textAreaBottom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430;p60"/>
          <p:cNvSpPr/>
          <p:nvPr/>
        </p:nvSpPr>
        <p:spPr>
          <a:xfrm>
            <a:off x="6258600" y="2567160"/>
            <a:ext cx="490320" cy="389520"/>
          </a:xfrm>
          <a:custGeom>
            <a:avLst/>
            <a:gdLst>
              <a:gd name="textAreaLeft" fmla="*/ 0 w 490320"/>
              <a:gd name="textAreaRight" fmla="*/ 491040 w 490320"/>
              <a:gd name="textAreaTop" fmla="*/ 0 h 389520"/>
              <a:gd name="textAreaBottom" fmla="*/ 390240 h 389520"/>
            </a:gdLst>
            <a:ahLst/>
            <a:rect l="textAreaLeft" t="textAreaTop" r="textAreaRight" b="textAreaBottom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Google Shape;431;p60"/>
          <p:cNvSpPr/>
          <p:nvPr/>
        </p:nvSpPr>
        <p:spPr>
          <a:xfrm>
            <a:off x="7154640" y="2552040"/>
            <a:ext cx="298440" cy="419760"/>
          </a:xfrm>
          <a:custGeom>
            <a:avLst/>
            <a:gdLst>
              <a:gd name="textAreaLeft" fmla="*/ 0 w 298440"/>
              <a:gd name="textAreaRight" fmla="*/ 299160 w 298440"/>
              <a:gd name="textAreaTop" fmla="*/ 0 h 419760"/>
              <a:gd name="textAreaBottom" fmla="*/ 420480 h 419760"/>
            </a:gdLst>
            <a:ahLst/>
            <a:rect l="textAreaLeft" t="textAreaTop" r="textAreaRight" b="textAreaBottom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Google Shape;432;p60"/>
          <p:cNvSpPr/>
          <p:nvPr/>
        </p:nvSpPr>
        <p:spPr>
          <a:xfrm>
            <a:off x="5919840" y="5535360"/>
            <a:ext cx="511920" cy="646200"/>
          </a:xfrm>
          <a:custGeom>
            <a:avLst/>
            <a:gdLst>
              <a:gd name="textAreaLeft" fmla="*/ 0 w 511920"/>
              <a:gd name="textAreaRight" fmla="*/ 512640 w 511920"/>
              <a:gd name="textAreaTop" fmla="*/ 0 h 646200"/>
              <a:gd name="textAreaBottom" fmla="*/ 646920 h 646200"/>
            </a:gdLst>
            <a:ahLst/>
            <a:rect l="textAreaLeft" t="textAreaTop" r="textAreaRight" b="textAreaBottom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Google Shape;433;p60"/>
          <p:cNvSpPr/>
          <p:nvPr/>
        </p:nvSpPr>
        <p:spPr>
          <a:xfrm>
            <a:off x="4411440" y="2471760"/>
            <a:ext cx="507600" cy="515880"/>
          </a:xfrm>
          <a:custGeom>
            <a:avLst/>
            <a:gdLst>
              <a:gd name="textAreaLeft" fmla="*/ 0 w 507600"/>
              <a:gd name="textAreaRight" fmla="*/ 508320 w 507600"/>
              <a:gd name="textAreaTop" fmla="*/ 0 h 515880"/>
              <a:gd name="textAreaBottom" fmla="*/ 516600 h 515880"/>
            </a:gdLst>
            <a:ahLst/>
            <a:rect l="textAreaLeft" t="textAreaTop" r="textAreaRight" b="textAreaBottom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434;p60"/>
          <p:cNvSpPr/>
          <p:nvPr/>
        </p:nvSpPr>
        <p:spPr>
          <a:xfrm rot="20700000">
            <a:off x="6136920" y="3633480"/>
            <a:ext cx="547920" cy="469440"/>
          </a:xfrm>
          <a:custGeom>
            <a:avLst/>
            <a:gdLst>
              <a:gd name="textAreaLeft" fmla="*/ 0 w 547920"/>
              <a:gd name="textAreaRight" fmla="*/ 548640 w 547920"/>
              <a:gd name="textAreaTop" fmla="*/ 0 h 469440"/>
              <a:gd name="textAreaBottom" fmla="*/ 470160 h 469440"/>
            </a:gdLst>
            <a:ahLst/>
            <a:rect l="textAreaLeft" t="textAreaTop" r="textAreaRight" b="textAreaBottom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Google Shape;435;p60"/>
          <p:cNvSpPr/>
          <p:nvPr/>
        </p:nvSpPr>
        <p:spPr>
          <a:xfrm rot="10800000">
            <a:off x="5189040" y="5486760"/>
            <a:ext cx="375840" cy="744840"/>
          </a:xfrm>
          <a:custGeom>
            <a:avLst/>
            <a:gdLst>
              <a:gd name="textAreaLeft" fmla="*/ 0 w 375840"/>
              <a:gd name="textAreaRight" fmla="*/ 376560 w 375840"/>
              <a:gd name="textAreaTop" fmla="*/ 0 h 744840"/>
              <a:gd name="textAreaBottom" fmla="*/ 745560 h 744840"/>
            </a:gdLst>
            <a:ahLst/>
            <a:rect l="textAreaLeft" t="textAreaTop" r="textAreaRight" b="textAreaBottom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436;p60"/>
          <p:cNvSpPr/>
          <p:nvPr/>
        </p:nvSpPr>
        <p:spPr>
          <a:xfrm>
            <a:off x="7616880" y="5578920"/>
            <a:ext cx="559080" cy="559080"/>
          </a:xfrm>
          <a:custGeom>
            <a:avLst/>
            <a:gdLst>
              <a:gd name="textAreaLeft" fmla="*/ 0 w 559080"/>
              <a:gd name="textAreaRight" fmla="*/ 559800 w 559080"/>
              <a:gd name="textAreaTop" fmla="*/ 0 h 559080"/>
              <a:gd name="textAreaBottom" fmla="*/ 559800 h 559080"/>
            </a:gdLst>
            <a:ahLst/>
            <a:rect l="textAreaLeft" t="textAreaTop" r="textAreaRight" b="textAreaBottom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Google Shape;437;p60"/>
          <p:cNvSpPr/>
          <p:nvPr/>
        </p:nvSpPr>
        <p:spPr>
          <a:xfrm>
            <a:off x="10160640" y="5578920"/>
            <a:ext cx="559080" cy="559080"/>
          </a:xfrm>
          <a:custGeom>
            <a:avLst/>
            <a:gdLst>
              <a:gd name="textAreaLeft" fmla="*/ 0 w 559080"/>
              <a:gd name="textAreaRight" fmla="*/ 559800 w 559080"/>
              <a:gd name="textAreaTop" fmla="*/ 0 h 559080"/>
              <a:gd name="textAreaBottom" fmla="*/ 559800 h 559080"/>
            </a:gdLst>
            <a:ahLst/>
            <a:rect l="textAreaLeft" t="textAreaTop" r="textAreaRight" b="textAreaBottom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438;p60"/>
          <p:cNvSpPr/>
          <p:nvPr/>
        </p:nvSpPr>
        <p:spPr>
          <a:xfrm>
            <a:off x="8469000" y="5581800"/>
            <a:ext cx="552960" cy="552960"/>
          </a:xfrm>
          <a:custGeom>
            <a:avLst/>
            <a:gdLst>
              <a:gd name="textAreaLeft" fmla="*/ 0 w 552960"/>
              <a:gd name="textAreaRight" fmla="*/ 553680 w 552960"/>
              <a:gd name="textAreaTop" fmla="*/ 0 h 552960"/>
              <a:gd name="textAreaBottom" fmla="*/ 553680 h 552960"/>
            </a:gdLst>
            <a:ahLst/>
            <a:rect l="textAreaLeft" t="textAreaTop" r="textAreaRight" b="textAreaBottom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Google Shape;439;p60"/>
          <p:cNvSpPr/>
          <p:nvPr/>
        </p:nvSpPr>
        <p:spPr>
          <a:xfrm>
            <a:off x="11012400" y="5575320"/>
            <a:ext cx="565920" cy="565920"/>
          </a:xfrm>
          <a:custGeom>
            <a:avLst/>
            <a:gdLst>
              <a:gd name="textAreaLeft" fmla="*/ 0 w 565920"/>
              <a:gd name="textAreaRight" fmla="*/ 566640 w 565920"/>
              <a:gd name="textAreaTop" fmla="*/ 0 h 565920"/>
              <a:gd name="textAreaBottom" fmla="*/ 566640 h 565920"/>
            </a:gdLst>
            <a:ahLst/>
            <a:rect l="textAreaLeft" t="textAreaTop" r="textAreaRight" b="textAreaBottom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Google Shape;440;p60"/>
          <p:cNvSpPr/>
          <p:nvPr/>
        </p:nvSpPr>
        <p:spPr>
          <a:xfrm>
            <a:off x="9314640" y="5581800"/>
            <a:ext cx="552960" cy="552960"/>
          </a:xfrm>
          <a:custGeom>
            <a:avLst/>
            <a:gdLst>
              <a:gd name="textAreaLeft" fmla="*/ 0 w 552960"/>
              <a:gd name="textAreaRight" fmla="*/ 553680 w 552960"/>
              <a:gd name="textAreaTop" fmla="*/ 0 h 552960"/>
              <a:gd name="textAreaBottom" fmla="*/ 553680 h 552960"/>
            </a:gdLst>
            <a:ahLst/>
            <a:rect l="textAreaLeft" t="textAreaTop" r="textAreaRight" b="textAreaBottom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Google Shape;441;p60"/>
          <p:cNvSpPr/>
          <p:nvPr/>
        </p:nvSpPr>
        <p:spPr>
          <a:xfrm rot="2700000">
            <a:off x="5325840" y="3520080"/>
            <a:ext cx="388800" cy="697320"/>
          </a:xfrm>
          <a:custGeom>
            <a:avLst/>
            <a:gdLst>
              <a:gd name="textAreaLeft" fmla="*/ 0 w 388800"/>
              <a:gd name="textAreaRight" fmla="*/ 389520 w 388800"/>
              <a:gd name="textAreaTop" fmla="*/ 0 h 697320"/>
              <a:gd name="textAreaBottom" fmla="*/ 698040 h 69732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Google Shape;442;p60"/>
          <p:cNvSpPr/>
          <p:nvPr/>
        </p:nvSpPr>
        <p:spPr>
          <a:xfrm>
            <a:off x="4401000" y="3545280"/>
            <a:ext cx="526680" cy="492840"/>
          </a:xfrm>
          <a:custGeom>
            <a:avLst/>
            <a:gdLst>
              <a:gd name="textAreaLeft" fmla="*/ 0 w 526680"/>
              <a:gd name="textAreaRight" fmla="*/ 527400 w 526680"/>
              <a:gd name="textAreaTop" fmla="*/ 0 h 492840"/>
              <a:gd name="textAreaBottom" fmla="*/ 493560 h 492840"/>
            </a:gdLst>
            <a:ahLst/>
            <a:rect l="textAreaLeft" t="textAreaTop" r="textAreaRight" b="textAreaBottom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Google Shape;443;p60"/>
          <p:cNvSpPr/>
          <p:nvPr/>
        </p:nvSpPr>
        <p:spPr>
          <a:xfrm rot="2700000">
            <a:off x="6978960" y="5475960"/>
            <a:ext cx="190080" cy="763920"/>
          </a:xfrm>
          <a:custGeom>
            <a:avLst/>
            <a:gdLst>
              <a:gd name="textAreaLeft" fmla="*/ 0 w 190080"/>
              <a:gd name="textAreaRight" fmla="*/ 190800 w 190080"/>
              <a:gd name="textAreaTop" fmla="*/ 0 h 763920"/>
              <a:gd name="textAreaBottom" fmla="*/ 764640 h 763920"/>
            </a:gdLst>
            <a:ahLst/>
            <a:rect l="textAreaLeft" t="textAreaTop" r="textAreaRight" b="textAreaBottom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Google Shape;444;p60"/>
          <p:cNvSpPr/>
          <p:nvPr/>
        </p:nvSpPr>
        <p:spPr>
          <a:xfrm>
            <a:off x="4376160" y="4613400"/>
            <a:ext cx="507600" cy="507600"/>
          </a:xfrm>
          <a:custGeom>
            <a:avLst/>
            <a:gdLst>
              <a:gd name="textAreaLeft" fmla="*/ 0 w 507600"/>
              <a:gd name="textAreaRight" fmla="*/ 508320 w 507600"/>
              <a:gd name="textAreaTop" fmla="*/ 0 h 507600"/>
              <a:gd name="textAreaBottom" fmla="*/ 508320 h 507600"/>
            </a:gdLst>
            <a:ahLst/>
            <a:rect l="textAreaLeft" t="textAreaTop" r="textAreaRight" b="textAreaBottom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Google Shape;445;p60"/>
          <p:cNvSpPr/>
          <p:nvPr/>
        </p:nvSpPr>
        <p:spPr>
          <a:xfrm flipH="1">
            <a:off x="10101600" y="2554200"/>
            <a:ext cx="504000" cy="415440"/>
          </a:xfrm>
          <a:custGeom>
            <a:avLst/>
            <a:gdLst>
              <a:gd name="textAreaLeft" fmla="*/ -360 w 504000"/>
              <a:gd name="textAreaRight" fmla="*/ 504360 w 504000"/>
              <a:gd name="textAreaTop" fmla="*/ 0 h 415440"/>
              <a:gd name="textAreaBottom" fmla="*/ 416160 h 415440"/>
            </a:gdLst>
            <a:ahLst/>
            <a:rect l="textAreaLeft" t="textAreaTop" r="textAreaRight" b="textAreaBottom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Google Shape;446;p60"/>
          <p:cNvSpPr/>
          <p:nvPr/>
        </p:nvSpPr>
        <p:spPr>
          <a:xfrm rot="18805800">
            <a:off x="10126080" y="1539360"/>
            <a:ext cx="551160" cy="545400"/>
          </a:xfrm>
          <a:custGeom>
            <a:avLst/>
            <a:gdLst>
              <a:gd name="textAreaLeft" fmla="*/ 0 w 551160"/>
              <a:gd name="textAreaRight" fmla="*/ 551880 w 551160"/>
              <a:gd name="textAreaTop" fmla="*/ 0 h 545400"/>
              <a:gd name="textAreaBottom" fmla="*/ 546120 h 545400"/>
            </a:gdLst>
            <a:ahLst/>
            <a:rect l="textAreaLeft" t="textAreaTop" r="textAreaRight" b="textAreaBottom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Google Shape;447;p60"/>
          <p:cNvSpPr/>
          <p:nvPr/>
        </p:nvSpPr>
        <p:spPr>
          <a:xfrm>
            <a:off x="10932840" y="1539360"/>
            <a:ext cx="543960" cy="546480"/>
          </a:xfrm>
          <a:custGeom>
            <a:avLst/>
            <a:gdLst>
              <a:gd name="textAreaLeft" fmla="*/ 0 w 543960"/>
              <a:gd name="textAreaRight" fmla="*/ 544680 w 543960"/>
              <a:gd name="textAreaTop" fmla="*/ 0 h 546480"/>
              <a:gd name="textAreaBottom" fmla="*/ 547200 h 546480"/>
            </a:gdLst>
            <a:ahLst/>
            <a:rect l="textAreaLeft" t="textAreaTop" r="textAreaRight" b="textAreaBottom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448;p60"/>
          <p:cNvSpPr/>
          <p:nvPr/>
        </p:nvSpPr>
        <p:spPr>
          <a:xfrm>
            <a:off x="9363600" y="4578120"/>
            <a:ext cx="477360" cy="568440"/>
          </a:xfrm>
          <a:custGeom>
            <a:avLst/>
            <a:gdLst>
              <a:gd name="textAreaLeft" fmla="*/ 0 w 477360"/>
              <a:gd name="textAreaRight" fmla="*/ 478080 w 477360"/>
              <a:gd name="textAreaTop" fmla="*/ 0 h 568440"/>
              <a:gd name="textAreaBottom" fmla="*/ 569160 h 568440"/>
            </a:gdLst>
            <a:ahLst/>
            <a:rect l="textAreaLeft" t="textAreaTop" r="textAreaRight" b="textAreaBottom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Google Shape;449;p60"/>
          <p:cNvSpPr/>
          <p:nvPr/>
        </p:nvSpPr>
        <p:spPr>
          <a:xfrm>
            <a:off x="8488440" y="4578120"/>
            <a:ext cx="477360" cy="568440"/>
          </a:xfrm>
          <a:custGeom>
            <a:avLst/>
            <a:gdLst>
              <a:gd name="textAreaLeft" fmla="*/ 0 w 477360"/>
              <a:gd name="textAreaRight" fmla="*/ 478080 w 477360"/>
              <a:gd name="textAreaTop" fmla="*/ 0 h 568440"/>
              <a:gd name="textAreaBottom" fmla="*/ 569160 h 568440"/>
            </a:gdLst>
            <a:ahLst/>
            <a:rect l="textAreaLeft" t="textAreaTop" r="textAreaRight" b="textAreaBottom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450;p60"/>
          <p:cNvSpPr/>
          <p:nvPr/>
        </p:nvSpPr>
        <p:spPr>
          <a:xfrm>
            <a:off x="10238400" y="4578120"/>
            <a:ext cx="477360" cy="568440"/>
          </a:xfrm>
          <a:custGeom>
            <a:avLst/>
            <a:gdLst>
              <a:gd name="textAreaLeft" fmla="*/ 0 w 477360"/>
              <a:gd name="textAreaRight" fmla="*/ 478080 w 477360"/>
              <a:gd name="textAreaTop" fmla="*/ 0 h 568440"/>
              <a:gd name="textAreaBottom" fmla="*/ 569160 h 568440"/>
            </a:gdLst>
            <a:ahLst/>
            <a:rect l="textAreaLeft" t="textAreaTop" r="textAreaRight" b="textAreaBottom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Google Shape;451;p60"/>
          <p:cNvSpPr/>
          <p:nvPr/>
        </p:nvSpPr>
        <p:spPr>
          <a:xfrm>
            <a:off x="11113560" y="4578120"/>
            <a:ext cx="477360" cy="568440"/>
          </a:xfrm>
          <a:custGeom>
            <a:avLst/>
            <a:gdLst>
              <a:gd name="textAreaLeft" fmla="*/ 0 w 477360"/>
              <a:gd name="textAreaRight" fmla="*/ 478080 w 477360"/>
              <a:gd name="textAreaTop" fmla="*/ 0 h 568440"/>
              <a:gd name="textAreaBottom" fmla="*/ 569160 h 568440"/>
            </a:gdLst>
            <a:ahLst/>
            <a:rect l="textAreaLeft" t="textAreaTop" r="textAreaRight" b="textAreaBottom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5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376" name="Google Shape;454;p61"/>
          <p:cNvSpPr/>
          <p:nvPr/>
        </p:nvSpPr>
        <p:spPr>
          <a:xfrm>
            <a:off x="263520" y="927720"/>
            <a:ext cx="3742560" cy="5255280"/>
          </a:xfrm>
          <a:prstGeom prst="roundRect">
            <a:avLst>
              <a:gd name="adj" fmla="val 3968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Google Shape;455;p61"/>
          <p:cNvSpPr/>
          <p:nvPr/>
        </p:nvSpPr>
        <p:spPr>
          <a:xfrm>
            <a:off x="441360" y="1125720"/>
            <a:ext cx="153000" cy="4859280"/>
          </a:xfrm>
          <a:prstGeom prst="roundRect">
            <a:avLst>
              <a:gd name="adj" fmla="val 50000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Google Shape;456;p61"/>
          <p:cNvSpPr/>
          <p:nvPr/>
        </p:nvSpPr>
        <p:spPr>
          <a:xfrm rot="5400000">
            <a:off x="3137040" y="1145520"/>
            <a:ext cx="685080" cy="684360"/>
          </a:xfrm>
          <a:prstGeom prst="halfFrame">
            <a:avLst>
              <a:gd name="adj1" fmla="val 23728"/>
              <a:gd name="adj2" fmla="val 24642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457;p61"/>
          <p:cNvSpPr/>
          <p:nvPr/>
        </p:nvSpPr>
        <p:spPr>
          <a:xfrm>
            <a:off x="621360" y="1658520"/>
            <a:ext cx="2585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ridimensionare senza perdere la qualità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458;p61"/>
          <p:cNvSpPr/>
          <p:nvPr/>
        </p:nvSpPr>
        <p:spPr>
          <a:xfrm>
            <a:off x="621360" y="2361240"/>
            <a:ext cx="2231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cambiare il colore di riempimento e il colore della linea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459;p61"/>
          <p:cNvSpPr/>
          <p:nvPr/>
        </p:nvSpPr>
        <p:spPr>
          <a:xfrm>
            <a:off x="630720" y="4198320"/>
            <a:ext cx="3356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SET DI ICONE COMPLETAMENTE MODIFICABILI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460;p61"/>
          <p:cNvSpPr/>
          <p:nvPr/>
        </p:nvSpPr>
        <p:spPr>
          <a:xfrm>
            <a:off x="3355200" y="5413680"/>
            <a:ext cx="491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c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461;p61"/>
          <p:cNvSpPr/>
          <p:nvPr/>
        </p:nvSpPr>
        <p:spPr>
          <a:xfrm rot="10800000">
            <a:off x="7872840" y="4610880"/>
            <a:ext cx="219960" cy="686520"/>
          </a:xfrm>
          <a:custGeom>
            <a:avLst/>
            <a:gdLst>
              <a:gd name="textAreaLeft" fmla="*/ 0 w 219960"/>
              <a:gd name="textAreaRight" fmla="*/ 220680 w 219960"/>
              <a:gd name="textAreaTop" fmla="*/ 0 h 686520"/>
              <a:gd name="textAreaBottom" fmla="*/ 687240 h 686520"/>
            </a:gdLst>
            <a:ahLst/>
            <a:rect l="textAreaLeft" t="textAreaTop" r="textAreaRight" b="textAreaBottom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Google Shape;462;p61"/>
          <p:cNvSpPr/>
          <p:nvPr/>
        </p:nvSpPr>
        <p:spPr>
          <a:xfrm>
            <a:off x="8435520" y="4689720"/>
            <a:ext cx="528840" cy="527760"/>
          </a:xfrm>
          <a:custGeom>
            <a:avLst/>
            <a:gdLst>
              <a:gd name="textAreaLeft" fmla="*/ 0 w 528840"/>
              <a:gd name="textAreaRight" fmla="*/ 529560 w 528840"/>
              <a:gd name="textAreaTop" fmla="*/ 0 h 527760"/>
              <a:gd name="textAreaBottom" fmla="*/ 528480 h 527760"/>
            </a:gdLst>
            <a:ahLst/>
            <a:rect l="textAreaLeft" t="textAreaTop" r="textAreaRight" b="textAreaBottom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Google Shape;463;p61"/>
          <p:cNvSpPr/>
          <p:nvPr/>
        </p:nvSpPr>
        <p:spPr>
          <a:xfrm rot="16200000">
            <a:off x="4359240" y="3634920"/>
            <a:ext cx="443520" cy="528840"/>
          </a:xfrm>
          <a:custGeom>
            <a:avLst/>
            <a:gdLst>
              <a:gd name="textAreaLeft" fmla="*/ 0 w 443520"/>
              <a:gd name="textAreaRight" fmla="*/ 444240 w 443520"/>
              <a:gd name="textAreaTop" fmla="*/ 0 h 528840"/>
              <a:gd name="textAreaBottom" fmla="*/ 529560 h 528840"/>
            </a:gdLst>
            <a:ahLst/>
            <a:rect l="textAreaLeft" t="textAreaTop" r="textAreaRight" b="textAreaBottom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Google Shape;464;p61"/>
          <p:cNvSpPr/>
          <p:nvPr/>
        </p:nvSpPr>
        <p:spPr>
          <a:xfrm>
            <a:off x="9475200" y="3608640"/>
            <a:ext cx="485640" cy="580320"/>
          </a:xfrm>
          <a:custGeom>
            <a:avLst/>
            <a:gdLst>
              <a:gd name="textAreaLeft" fmla="*/ 0 w 485640"/>
              <a:gd name="textAreaRight" fmla="*/ 486360 w 485640"/>
              <a:gd name="textAreaTop" fmla="*/ 0 h 580320"/>
              <a:gd name="textAreaBottom" fmla="*/ 581040 h 580320"/>
            </a:gdLst>
            <a:ahLst/>
            <a:rect l="textAreaLeft" t="textAreaTop" r="textAreaRight" b="textAreaBottom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Google Shape;465;p61"/>
          <p:cNvSpPr/>
          <p:nvPr/>
        </p:nvSpPr>
        <p:spPr>
          <a:xfrm>
            <a:off x="10104840" y="4747680"/>
            <a:ext cx="510480" cy="411840"/>
          </a:xfrm>
          <a:custGeom>
            <a:avLst/>
            <a:gdLst>
              <a:gd name="textAreaLeft" fmla="*/ 0 w 510480"/>
              <a:gd name="textAreaRight" fmla="*/ 511200 w 510480"/>
              <a:gd name="textAreaTop" fmla="*/ 0 h 411840"/>
              <a:gd name="textAreaBottom" fmla="*/ 412560 h 411840"/>
            </a:gdLst>
            <a:ahLst/>
            <a:rect l="textAreaLeft" t="textAreaTop" r="textAreaRight" b="textAreaBottom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466;p61"/>
          <p:cNvSpPr/>
          <p:nvPr/>
        </p:nvSpPr>
        <p:spPr>
          <a:xfrm>
            <a:off x="10252440" y="3641760"/>
            <a:ext cx="513720" cy="513720"/>
          </a:xfrm>
          <a:custGeom>
            <a:avLst/>
            <a:gdLst>
              <a:gd name="textAreaLeft" fmla="*/ 0 w 513720"/>
              <a:gd name="textAreaRight" fmla="*/ 514440 w 513720"/>
              <a:gd name="textAreaTop" fmla="*/ 0 h 513720"/>
              <a:gd name="textAreaBottom" fmla="*/ 514440 h 51372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Google Shape;467;p61"/>
          <p:cNvSpPr/>
          <p:nvPr/>
        </p:nvSpPr>
        <p:spPr>
          <a:xfrm>
            <a:off x="10998360" y="5652720"/>
            <a:ext cx="535680" cy="572400"/>
          </a:xfrm>
          <a:custGeom>
            <a:avLst/>
            <a:gdLst>
              <a:gd name="textAreaLeft" fmla="*/ 0 w 535680"/>
              <a:gd name="textAreaRight" fmla="*/ 536400 w 535680"/>
              <a:gd name="textAreaTop" fmla="*/ 0 h 572400"/>
              <a:gd name="textAreaBottom" fmla="*/ 573120 h 572400"/>
            </a:gdLst>
            <a:ahLst/>
            <a:rect l="textAreaLeft" t="textAreaTop" r="textAreaRight" b="textAreaBottom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468;p61"/>
          <p:cNvSpPr/>
          <p:nvPr/>
        </p:nvSpPr>
        <p:spPr>
          <a:xfrm>
            <a:off x="10972800" y="2640960"/>
            <a:ext cx="586440" cy="429480"/>
          </a:xfrm>
          <a:custGeom>
            <a:avLst/>
            <a:gdLst>
              <a:gd name="textAreaLeft" fmla="*/ 0 w 586440"/>
              <a:gd name="textAreaRight" fmla="*/ 587160 w 586440"/>
              <a:gd name="textAreaTop" fmla="*/ 0 h 429480"/>
              <a:gd name="textAreaBottom" fmla="*/ 430200 h 429480"/>
            </a:gdLst>
            <a:ahLst/>
            <a:rect l="textAreaLeft" t="textAreaTop" r="textAreaRight" b="textAreaBottom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Google Shape;469;p61"/>
          <p:cNvSpPr/>
          <p:nvPr/>
        </p:nvSpPr>
        <p:spPr>
          <a:xfrm>
            <a:off x="9453960" y="5654160"/>
            <a:ext cx="562680" cy="569880"/>
          </a:xfrm>
          <a:custGeom>
            <a:avLst/>
            <a:gdLst>
              <a:gd name="textAreaLeft" fmla="*/ 0 w 562680"/>
              <a:gd name="textAreaRight" fmla="*/ 563400 w 562680"/>
              <a:gd name="textAreaTop" fmla="*/ 0 h 569880"/>
              <a:gd name="textAreaBottom" fmla="*/ 570600 h 569880"/>
            </a:gdLst>
            <a:ahLst/>
            <a:rect l="textAreaLeft" t="textAreaTop" r="textAreaRight" b="textAreaBottom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470;p61"/>
          <p:cNvSpPr/>
          <p:nvPr/>
        </p:nvSpPr>
        <p:spPr>
          <a:xfrm rot="9900000">
            <a:off x="10208880" y="1535040"/>
            <a:ext cx="579240" cy="491760"/>
          </a:xfrm>
          <a:custGeom>
            <a:avLst/>
            <a:gdLst>
              <a:gd name="textAreaLeft" fmla="*/ 0 w 579240"/>
              <a:gd name="textAreaRight" fmla="*/ 579960 w 579240"/>
              <a:gd name="textAreaTop" fmla="*/ 0 h 491760"/>
              <a:gd name="textAreaBottom" fmla="*/ 492480 h 491760"/>
            </a:gdLst>
            <a:ahLst/>
            <a:rect l="textAreaLeft" t="textAreaTop" r="textAreaRight" b="textAreaBottom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Google Shape;471;p61"/>
          <p:cNvSpPr/>
          <p:nvPr/>
        </p:nvSpPr>
        <p:spPr>
          <a:xfrm>
            <a:off x="4246200" y="4665960"/>
            <a:ext cx="574920" cy="574920"/>
          </a:xfrm>
          <a:custGeom>
            <a:avLst/>
            <a:gdLst>
              <a:gd name="textAreaLeft" fmla="*/ 0 w 574920"/>
              <a:gd name="textAreaRight" fmla="*/ 575640 w 574920"/>
              <a:gd name="textAreaTop" fmla="*/ 0 h 574920"/>
              <a:gd name="textAreaBottom" fmla="*/ 575640 h 574920"/>
            </a:gdLst>
            <a:ahLst/>
            <a:rect l="textAreaLeft" t="textAreaTop" r="textAreaRight" b="textAreaBottom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Google Shape;472;p61"/>
          <p:cNvSpPr/>
          <p:nvPr/>
        </p:nvSpPr>
        <p:spPr>
          <a:xfrm>
            <a:off x="8766360" y="3640680"/>
            <a:ext cx="417240" cy="516240"/>
          </a:xfrm>
          <a:custGeom>
            <a:avLst/>
            <a:gdLst>
              <a:gd name="textAreaLeft" fmla="*/ 0 w 417240"/>
              <a:gd name="textAreaRight" fmla="*/ 417960 w 417240"/>
              <a:gd name="textAreaTop" fmla="*/ 0 h 516240"/>
              <a:gd name="textAreaBottom" fmla="*/ 516960 h 516240"/>
            </a:gdLst>
            <a:ahLst/>
            <a:rect l="textAreaLeft" t="textAreaTop" r="textAreaRight" b="textAreaBottom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Google Shape;473;p61"/>
          <p:cNvSpPr/>
          <p:nvPr/>
        </p:nvSpPr>
        <p:spPr>
          <a:xfrm>
            <a:off x="5164920" y="4708800"/>
            <a:ext cx="585360" cy="489240"/>
          </a:xfrm>
          <a:custGeom>
            <a:avLst/>
            <a:gdLst>
              <a:gd name="textAreaLeft" fmla="*/ 0 w 585360"/>
              <a:gd name="textAreaRight" fmla="*/ 586080 w 585360"/>
              <a:gd name="textAreaTop" fmla="*/ 0 h 489240"/>
              <a:gd name="textAreaBottom" fmla="*/ 489960 h 48924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474;p61"/>
          <p:cNvSpPr/>
          <p:nvPr/>
        </p:nvSpPr>
        <p:spPr>
          <a:xfrm>
            <a:off x="8316360" y="1548720"/>
            <a:ext cx="604440" cy="464400"/>
          </a:xfrm>
          <a:custGeom>
            <a:avLst/>
            <a:gdLst>
              <a:gd name="textAreaLeft" fmla="*/ 0 w 604440"/>
              <a:gd name="textAreaRight" fmla="*/ 605160 w 604440"/>
              <a:gd name="textAreaTop" fmla="*/ 0 h 464400"/>
              <a:gd name="textAreaBottom" fmla="*/ 465120 h 464400"/>
            </a:gdLst>
            <a:ahLst/>
            <a:rect l="textAreaLeft" t="textAreaTop" r="textAreaRight" b="textAreaBottom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Google Shape;475;p61"/>
          <p:cNvSpPr/>
          <p:nvPr/>
        </p:nvSpPr>
        <p:spPr>
          <a:xfrm>
            <a:off x="9257760" y="1515600"/>
            <a:ext cx="614520" cy="530280"/>
          </a:xfrm>
          <a:custGeom>
            <a:avLst/>
            <a:gdLst>
              <a:gd name="textAreaLeft" fmla="*/ 0 w 614520"/>
              <a:gd name="textAreaRight" fmla="*/ 615240 w 614520"/>
              <a:gd name="textAreaTop" fmla="*/ 0 h 530280"/>
              <a:gd name="textAreaBottom" fmla="*/ 531000 h 530280"/>
            </a:gdLst>
            <a:ahLst/>
            <a:rect l="textAreaLeft" t="textAreaTop" r="textAreaRight" b="textAreaBottom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476;p61"/>
          <p:cNvSpPr/>
          <p:nvPr/>
        </p:nvSpPr>
        <p:spPr>
          <a:xfrm>
            <a:off x="11124720" y="1472040"/>
            <a:ext cx="282960" cy="617400"/>
          </a:xfrm>
          <a:custGeom>
            <a:avLst/>
            <a:gdLst>
              <a:gd name="textAreaLeft" fmla="*/ 0 w 282960"/>
              <a:gd name="textAreaRight" fmla="*/ 283680 w 282960"/>
              <a:gd name="textAreaTop" fmla="*/ 0 h 617400"/>
              <a:gd name="textAreaBottom" fmla="*/ 618120 h 617400"/>
            </a:gdLst>
            <a:ahLst/>
            <a:rect l="textAreaLeft" t="textAreaTop" r="textAreaRight" b="textAreaBottom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Google Shape;477;p61"/>
          <p:cNvSpPr/>
          <p:nvPr/>
        </p:nvSpPr>
        <p:spPr>
          <a:xfrm>
            <a:off x="6093720" y="4751640"/>
            <a:ext cx="614520" cy="403920"/>
          </a:xfrm>
          <a:custGeom>
            <a:avLst/>
            <a:gdLst>
              <a:gd name="textAreaLeft" fmla="*/ 0 w 614520"/>
              <a:gd name="textAreaRight" fmla="*/ 615240 w 614520"/>
              <a:gd name="textAreaTop" fmla="*/ 0 h 403920"/>
              <a:gd name="textAreaBottom" fmla="*/ 404640 h 403920"/>
            </a:gdLst>
            <a:ahLst/>
            <a:rect l="textAreaLeft" t="textAreaTop" r="textAreaRight" b="textAreaBottom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478;p61"/>
          <p:cNvSpPr/>
          <p:nvPr/>
        </p:nvSpPr>
        <p:spPr>
          <a:xfrm>
            <a:off x="5137200" y="3750840"/>
            <a:ext cx="615600" cy="296280"/>
          </a:xfrm>
          <a:custGeom>
            <a:avLst/>
            <a:gdLst>
              <a:gd name="textAreaLeft" fmla="*/ 0 w 615600"/>
              <a:gd name="textAreaRight" fmla="*/ 616320 w 615600"/>
              <a:gd name="textAreaTop" fmla="*/ 0 h 296280"/>
              <a:gd name="textAreaBottom" fmla="*/ 297000 h 296280"/>
            </a:gdLst>
            <a:ahLst/>
            <a:rect l="textAreaLeft" t="textAreaTop" r="textAreaRight" b="textAreaBottom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Google Shape;479;p61"/>
          <p:cNvSpPr/>
          <p:nvPr/>
        </p:nvSpPr>
        <p:spPr>
          <a:xfrm>
            <a:off x="6044400" y="3750840"/>
            <a:ext cx="615600" cy="296280"/>
          </a:xfrm>
          <a:custGeom>
            <a:avLst/>
            <a:gdLst>
              <a:gd name="textAreaLeft" fmla="*/ 0 w 615600"/>
              <a:gd name="textAreaRight" fmla="*/ 616320 w 615600"/>
              <a:gd name="textAreaTop" fmla="*/ 0 h 296280"/>
              <a:gd name="textAreaBottom" fmla="*/ 297000 h 296280"/>
            </a:gdLst>
            <a:ahLst/>
            <a:rect l="textAreaLeft" t="textAreaTop" r="textAreaRight" b="textAreaBottom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Google Shape;480;p61"/>
          <p:cNvSpPr/>
          <p:nvPr/>
        </p:nvSpPr>
        <p:spPr>
          <a:xfrm>
            <a:off x="6951600" y="3750840"/>
            <a:ext cx="615600" cy="296280"/>
          </a:xfrm>
          <a:custGeom>
            <a:avLst/>
            <a:gdLst>
              <a:gd name="textAreaLeft" fmla="*/ 0 w 615600"/>
              <a:gd name="textAreaRight" fmla="*/ 616320 w 615600"/>
              <a:gd name="textAreaTop" fmla="*/ 0 h 296280"/>
              <a:gd name="textAreaBottom" fmla="*/ 297000 h 296280"/>
            </a:gdLst>
            <a:ahLst/>
            <a:rect l="textAreaLeft" t="textAreaTop" r="textAreaRight" b="textAreaBottom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Google Shape;481;p61"/>
          <p:cNvSpPr/>
          <p:nvPr/>
        </p:nvSpPr>
        <p:spPr>
          <a:xfrm>
            <a:off x="7859160" y="3750840"/>
            <a:ext cx="615600" cy="296280"/>
          </a:xfrm>
          <a:custGeom>
            <a:avLst/>
            <a:gdLst>
              <a:gd name="textAreaLeft" fmla="*/ 0 w 615600"/>
              <a:gd name="textAreaRight" fmla="*/ 616320 w 615600"/>
              <a:gd name="textAreaTop" fmla="*/ 0 h 296280"/>
              <a:gd name="textAreaBottom" fmla="*/ 297000 h 296280"/>
            </a:gdLst>
            <a:ahLst/>
            <a:rect l="textAreaLeft" t="textAreaTop" r="textAreaRight" b="textAreaBottom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Google Shape;482;p61"/>
          <p:cNvSpPr/>
          <p:nvPr/>
        </p:nvSpPr>
        <p:spPr>
          <a:xfrm rot="8100000">
            <a:off x="11058120" y="3690720"/>
            <a:ext cx="416880" cy="416880"/>
          </a:xfrm>
          <a:custGeom>
            <a:avLst/>
            <a:gdLst>
              <a:gd name="textAreaLeft" fmla="*/ 0 w 416880"/>
              <a:gd name="textAreaRight" fmla="*/ 417600 w 416880"/>
              <a:gd name="textAreaTop" fmla="*/ 0 h 416880"/>
              <a:gd name="textAreaBottom" fmla="*/ 417600 h 416880"/>
            </a:gdLst>
            <a:ahLst/>
            <a:rect l="textAreaLeft" t="textAreaTop" r="textAreaRight" b="textAreaBottom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Google Shape;483;p61"/>
          <p:cNvSpPr/>
          <p:nvPr/>
        </p:nvSpPr>
        <p:spPr>
          <a:xfrm>
            <a:off x="5773680" y="2544480"/>
            <a:ext cx="616680" cy="621720"/>
          </a:xfrm>
          <a:custGeom>
            <a:avLst/>
            <a:gdLst>
              <a:gd name="textAreaLeft" fmla="*/ 0 w 616680"/>
              <a:gd name="textAreaRight" fmla="*/ 617400 w 616680"/>
              <a:gd name="textAreaTop" fmla="*/ 0 h 621720"/>
              <a:gd name="textAreaBottom" fmla="*/ 622440 h 621720"/>
            </a:gdLst>
            <a:ahLst/>
            <a:rect l="textAreaLeft" t="textAreaTop" r="textAreaRight" b="textAreaBottom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Google Shape;484;p61"/>
          <p:cNvSpPr/>
          <p:nvPr/>
        </p:nvSpPr>
        <p:spPr>
          <a:xfrm>
            <a:off x="6733440" y="2544120"/>
            <a:ext cx="484200" cy="622800"/>
          </a:xfrm>
          <a:custGeom>
            <a:avLst/>
            <a:gdLst>
              <a:gd name="textAreaLeft" fmla="*/ 0 w 484200"/>
              <a:gd name="textAreaRight" fmla="*/ 484920 w 484200"/>
              <a:gd name="textAreaTop" fmla="*/ 0 h 622800"/>
              <a:gd name="textAreaBottom" fmla="*/ 623520 h 622800"/>
            </a:gdLst>
            <a:ahLst/>
            <a:rect l="textAreaLeft" t="textAreaTop" r="textAreaRight" b="textAreaBottom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Google Shape;485;p61"/>
          <p:cNvSpPr/>
          <p:nvPr/>
        </p:nvSpPr>
        <p:spPr>
          <a:xfrm>
            <a:off x="7436160" y="1509120"/>
            <a:ext cx="543600" cy="543600"/>
          </a:xfrm>
          <a:prstGeom prst="heart">
            <a:avLst/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486;p61"/>
          <p:cNvSpPr/>
          <p:nvPr/>
        </p:nvSpPr>
        <p:spPr>
          <a:xfrm>
            <a:off x="10302120" y="5685120"/>
            <a:ext cx="411120" cy="507960"/>
          </a:xfrm>
          <a:custGeom>
            <a:avLst/>
            <a:gdLst>
              <a:gd name="textAreaLeft" fmla="*/ 0 w 411120"/>
              <a:gd name="textAreaRight" fmla="*/ 411840 w 411120"/>
              <a:gd name="textAreaTop" fmla="*/ 0 h 507960"/>
              <a:gd name="textAreaBottom" fmla="*/ 508680 h 507960"/>
            </a:gdLst>
            <a:ahLst/>
            <a:rect l="textAreaLeft" t="textAreaTop" r="textAreaRight" b="textAreaBottom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Google Shape;487;p61"/>
          <p:cNvSpPr/>
          <p:nvPr/>
        </p:nvSpPr>
        <p:spPr>
          <a:xfrm>
            <a:off x="4242240" y="5739840"/>
            <a:ext cx="677520" cy="398160"/>
          </a:xfrm>
          <a:custGeom>
            <a:avLst/>
            <a:gdLst>
              <a:gd name="textAreaLeft" fmla="*/ 0 w 677520"/>
              <a:gd name="textAreaRight" fmla="*/ 678240 w 677520"/>
              <a:gd name="textAreaTop" fmla="*/ 0 h 398160"/>
              <a:gd name="textAreaBottom" fmla="*/ 398880 h 398160"/>
            </a:gdLst>
            <a:ahLst/>
            <a:rect l="textAreaLeft" t="textAreaTop" r="textAreaRight" b="textAreaBottom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488;p61"/>
          <p:cNvSpPr/>
          <p:nvPr/>
        </p:nvSpPr>
        <p:spPr>
          <a:xfrm>
            <a:off x="8665200" y="5684760"/>
            <a:ext cx="503640" cy="508680"/>
          </a:xfrm>
          <a:custGeom>
            <a:avLst/>
            <a:gdLst>
              <a:gd name="textAreaLeft" fmla="*/ 0 w 503640"/>
              <a:gd name="textAreaRight" fmla="*/ 504360 w 503640"/>
              <a:gd name="textAreaTop" fmla="*/ 0 h 508680"/>
              <a:gd name="textAreaBottom" fmla="*/ 509400 h 508680"/>
            </a:gdLst>
            <a:ahLst/>
            <a:rect l="textAreaLeft" t="textAreaTop" r="textAreaRight" b="textAreaBottom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Google Shape;489;p61"/>
          <p:cNvSpPr/>
          <p:nvPr/>
        </p:nvSpPr>
        <p:spPr>
          <a:xfrm>
            <a:off x="5963040" y="5716440"/>
            <a:ext cx="691200" cy="445320"/>
          </a:xfrm>
          <a:custGeom>
            <a:avLst/>
            <a:gdLst>
              <a:gd name="textAreaLeft" fmla="*/ 0 w 691200"/>
              <a:gd name="textAreaRight" fmla="*/ 691920 w 691200"/>
              <a:gd name="textAreaTop" fmla="*/ 0 h 445320"/>
              <a:gd name="textAreaBottom" fmla="*/ 446040 h 445320"/>
            </a:gdLst>
            <a:ahLst/>
            <a:rect l="textAreaLeft" t="textAreaTop" r="textAreaRight" b="textAreaBottom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490;p61"/>
          <p:cNvSpPr/>
          <p:nvPr/>
        </p:nvSpPr>
        <p:spPr>
          <a:xfrm>
            <a:off x="6939720" y="5653440"/>
            <a:ext cx="579240" cy="571320"/>
          </a:xfrm>
          <a:custGeom>
            <a:avLst/>
            <a:gdLst>
              <a:gd name="textAreaLeft" fmla="*/ 0 w 579240"/>
              <a:gd name="textAreaRight" fmla="*/ 579960 w 579240"/>
              <a:gd name="textAreaTop" fmla="*/ 0 h 571320"/>
              <a:gd name="textAreaBottom" fmla="*/ 572040 h 571320"/>
            </a:gdLst>
            <a:ahLst/>
            <a:rect l="textAreaLeft" t="textAreaTop" r="textAreaRight" b="textAreaBottom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Google Shape;491;p61"/>
          <p:cNvSpPr/>
          <p:nvPr/>
        </p:nvSpPr>
        <p:spPr>
          <a:xfrm rot="18900000">
            <a:off x="5204520" y="5698800"/>
            <a:ext cx="473040" cy="480240"/>
          </a:xfrm>
          <a:custGeom>
            <a:avLst/>
            <a:gdLst>
              <a:gd name="textAreaLeft" fmla="*/ 0 w 473040"/>
              <a:gd name="textAreaRight" fmla="*/ 473760 w 473040"/>
              <a:gd name="textAreaTop" fmla="*/ 0 h 480240"/>
              <a:gd name="textAreaBottom" fmla="*/ 480960 h 480240"/>
            </a:gdLst>
            <a:ahLst/>
            <a:rect l="textAreaLeft" t="textAreaTop" r="textAreaRight" b="textAreaBottom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Google Shape;492;p61"/>
          <p:cNvSpPr/>
          <p:nvPr/>
        </p:nvSpPr>
        <p:spPr>
          <a:xfrm>
            <a:off x="7804080" y="5649480"/>
            <a:ext cx="575640" cy="579240"/>
          </a:xfrm>
          <a:custGeom>
            <a:avLst/>
            <a:gdLst>
              <a:gd name="textAreaLeft" fmla="*/ 0 w 575640"/>
              <a:gd name="textAreaRight" fmla="*/ 576360 w 575640"/>
              <a:gd name="textAreaTop" fmla="*/ 0 h 579240"/>
              <a:gd name="textAreaBottom" fmla="*/ 579960 h 579240"/>
            </a:gdLst>
            <a:ahLst/>
            <a:rect l="textAreaLeft" t="textAreaTop" r="textAreaRight" b="textAreaBottom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Google Shape;493;p61"/>
          <p:cNvSpPr/>
          <p:nvPr/>
        </p:nvSpPr>
        <p:spPr>
          <a:xfrm>
            <a:off x="4455720" y="1450440"/>
            <a:ext cx="250560" cy="661320"/>
          </a:xfrm>
          <a:custGeom>
            <a:avLst/>
            <a:gdLst>
              <a:gd name="textAreaLeft" fmla="*/ 0 w 250560"/>
              <a:gd name="textAreaRight" fmla="*/ 251280 w 250560"/>
              <a:gd name="textAreaTop" fmla="*/ 0 h 661320"/>
              <a:gd name="textAreaBottom" fmla="*/ 662040 h 661320"/>
            </a:gdLst>
            <a:ahLst/>
            <a:rect l="textAreaLeft" t="textAreaTop" r="textAreaRight" b="textAreaBottom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Google Shape;494;p61"/>
          <p:cNvSpPr/>
          <p:nvPr/>
        </p:nvSpPr>
        <p:spPr>
          <a:xfrm rot="10800000">
            <a:off x="5043600" y="1447920"/>
            <a:ext cx="312480" cy="667440"/>
          </a:xfrm>
          <a:custGeom>
            <a:avLst/>
            <a:gdLst>
              <a:gd name="textAreaLeft" fmla="*/ 0 w 312480"/>
              <a:gd name="textAreaRight" fmla="*/ 313200 w 312480"/>
              <a:gd name="textAreaTop" fmla="*/ 0 h 667440"/>
              <a:gd name="textAreaBottom" fmla="*/ 668160 h 667440"/>
            </a:gdLst>
            <a:ahLst/>
            <a:rect l="textAreaLeft" t="textAreaTop" r="textAreaRight" b="textAreaBottom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Google Shape;495;p61"/>
          <p:cNvSpPr/>
          <p:nvPr/>
        </p:nvSpPr>
        <p:spPr>
          <a:xfrm>
            <a:off x="5691960" y="1540080"/>
            <a:ext cx="506880" cy="520920"/>
          </a:xfrm>
          <a:custGeom>
            <a:avLst/>
            <a:gdLst>
              <a:gd name="textAreaLeft" fmla="*/ 0 w 506880"/>
              <a:gd name="textAreaRight" fmla="*/ 507600 w 506880"/>
              <a:gd name="textAreaTop" fmla="*/ 0 h 520920"/>
              <a:gd name="textAreaBottom" fmla="*/ 521640 h 520920"/>
            </a:gdLst>
            <a:ahLst/>
            <a:rect l="textAreaLeft" t="textAreaTop" r="textAreaRight" b="textAreaBottom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Google Shape;496;p61"/>
          <p:cNvSpPr/>
          <p:nvPr/>
        </p:nvSpPr>
        <p:spPr>
          <a:xfrm>
            <a:off x="6568560" y="1501920"/>
            <a:ext cx="531360" cy="542880"/>
          </a:xfrm>
          <a:custGeom>
            <a:avLst/>
            <a:gdLst>
              <a:gd name="textAreaLeft" fmla="*/ 0 w 531360"/>
              <a:gd name="textAreaRight" fmla="*/ 532080 w 531360"/>
              <a:gd name="textAreaTop" fmla="*/ 0 h 542880"/>
              <a:gd name="textAreaBottom" fmla="*/ 543600 h 542880"/>
            </a:gdLst>
            <a:ahLst/>
            <a:rect l="textAreaLeft" t="textAreaTop" r="textAreaRight" b="textAreaBottom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Google Shape;497;p61"/>
          <p:cNvSpPr/>
          <p:nvPr/>
        </p:nvSpPr>
        <p:spPr>
          <a:xfrm>
            <a:off x="7560720" y="2604600"/>
            <a:ext cx="507240" cy="501840"/>
          </a:xfrm>
          <a:custGeom>
            <a:avLst/>
            <a:gdLst>
              <a:gd name="textAreaLeft" fmla="*/ 0 w 507240"/>
              <a:gd name="textAreaRight" fmla="*/ 507960 w 507240"/>
              <a:gd name="textAreaTop" fmla="*/ 0 h 501840"/>
              <a:gd name="textAreaBottom" fmla="*/ 502560 h 501840"/>
            </a:gdLst>
            <a:ahLst/>
            <a:rect l="textAreaLeft" t="textAreaTop" r="textAreaRight" b="textAreaBottom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498;p61"/>
          <p:cNvSpPr/>
          <p:nvPr/>
        </p:nvSpPr>
        <p:spPr>
          <a:xfrm>
            <a:off x="5081760" y="2603520"/>
            <a:ext cx="348840" cy="504000"/>
          </a:xfrm>
          <a:custGeom>
            <a:avLst/>
            <a:gdLst>
              <a:gd name="textAreaLeft" fmla="*/ 0 w 348840"/>
              <a:gd name="textAreaRight" fmla="*/ 349560 w 348840"/>
              <a:gd name="textAreaTop" fmla="*/ 0 h 504000"/>
              <a:gd name="textAreaBottom" fmla="*/ 504720 h 504000"/>
            </a:gdLst>
            <a:ahLst/>
            <a:rect l="textAreaLeft" t="textAreaTop" r="textAreaRight" b="textAreaBottom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Google Shape;499;p61"/>
          <p:cNvSpPr/>
          <p:nvPr/>
        </p:nvSpPr>
        <p:spPr>
          <a:xfrm>
            <a:off x="8411040" y="2603520"/>
            <a:ext cx="455400" cy="504000"/>
          </a:xfrm>
          <a:custGeom>
            <a:avLst/>
            <a:gdLst>
              <a:gd name="textAreaLeft" fmla="*/ 0 w 455400"/>
              <a:gd name="textAreaRight" fmla="*/ 456120 w 455400"/>
              <a:gd name="textAreaTop" fmla="*/ 0 h 504000"/>
              <a:gd name="textAreaBottom" fmla="*/ 504720 h 504000"/>
            </a:gdLst>
            <a:ahLst/>
            <a:rect l="textAreaLeft" t="textAreaTop" r="textAreaRight" b="textAreaBottom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500;p61"/>
          <p:cNvSpPr/>
          <p:nvPr/>
        </p:nvSpPr>
        <p:spPr>
          <a:xfrm>
            <a:off x="10130760" y="2599920"/>
            <a:ext cx="498960" cy="511560"/>
          </a:xfrm>
          <a:custGeom>
            <a:avLst/>
            <a:gdLst>
              <a:gd name="textAreaLeft" fmla="*/ 0 w 498960"/>
              <a:gd name="textAreaRight" fmla="*/ 499680 w 498960"/>
              <a:gd name="textAreaTop" fmla="*/ 0 h 511560"/>
              <a:gd name="textAreaBottom" fmla="*/ 512280 h 511560"/>
            </a:gdLst>
            <a:ahLst/>
            <a:rect l="textAreaLeft" t="textAreaTop" r="textAreaRight" b="textAreaBottom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Google Shape;501;p61"/>
          <p:cNvSpPr/>
          <p:nvPr/>
        </p:nvSpPr>
        <p:spPr>
          <a:xfrm>
            <a:off x="10959120" y="4745880"/>
            <a:ext cx="613800" cy="415440"/>
          </a:xfrm>
          <a:custGeom>
            <a:avLst/>
            <a:gdLst>
              <a:gd name="textAreaLeft" fmla="*/ 0 w 613800"/>
              <a:gd name="textAreaRight" fmla="*/ 614520 w 613800"/>
              <a:gd name="textAreaTop" fmla="*/ 0 h 415440"/>
              <a:gd name="textAreaBottom" fmla="*/ 416160 h 415440"/>
            </a:gdLst>
            <a:ahLst/>
            <a:rect l="textAreaLeft" t="textAreaTop" r="textAreaRight" b="textAreaBottom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502;p61"/>
          <p:cNvSpPr/>
          <p:nvPr/>
        </p:nvSpPr>
        <p:spPr>
          <a:xfrm>
            <a:off x="4423320" y="2468520"/>
            <a:ext cx="315360" cy="774000"/>
          </a:xfrm>
          <a:custGeom>
            <a:avLst/>
            <a:gdLst>
              <a:gd name="textAreaLeft" fmla="*/ 0 w 315360"/>
              <a:gd name="textAreaRight" fmla="*/ 316080 w 315360"/>
              <a:gd name="textAreaTop" fmla="*/ 0 h 774000"/>
              <a:gd name="textAreaBottom" fmla="*/ 774720 h 774000"/>
            </a:gdLst>
            <a:ahLst/>
            <a:rect l="textAreaLeft" t="textAreaTop" r="textAreaRight" b="textAreaBottom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Google Shape;503;p61"/>
          <p:cNvSpPr/>
          <p:nvPr/>
        </p:nvSpPr>
        <p:spPr>
          <a:xfrm>
            <a:off x="9209160" y="2626920"/>
            <a:ext cx="578520" cy="457200"/>
          </a:xfrm>
          <a:custGeom>
            <a:avLst/>
            <a:gdLst>
              <a:gd name="textAreaLeft" fmla="*/ 0 w 578520"/>
              <a:gd name="textAreaRight" fmla="*/ 579240 w 578520"/>
              <a:gd name="textAreaTop" fmla="*/ 0 h 457200"/>
              <a:gd name="textAreaBottom" fmla="*/ 457920 h 457200"/>
            </a:gdLst>
            <a:ahLst/>
            <a:rect l="textAreaLeft" t="textAreaTop" r="textAreaRight" b="textAreaBottom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Google Shape;504;p61"/>
          <p:cNvSpPr/>
          <p:nvPr/>
        </p:nvSpPr>
        <p:spPr>
          <a:xfrm>
            <a:off x="7052040" y="4713480"/>
            <a:ext cx="476280" cy="480240"/>
          </a:xfrm>
          <a:custGeom>
            <a:avLst/>
            <a:gdLst>
              <a:gd name="textAreaLeft" fmla="*/ 0 w 476280"/>
              <a:gd name="textAreaRight" fmla="*/ 477000 w 476280"/>
              <a:gd name="textAreaTop" fmla="*/ 0 h 480240"/>
              <a:gd name="textAreaBottom" fmla="*/ 480960 h 48024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Google Shape;505;p61"/>
          <p:cNvSpPr/>
          <p:nvPr/>
        </p:nvSpPr>
        <p:spPr>
          <a:xfrm>
            <a:off x="9307800" y="4680720"/>
            <a:ext cx="453240" cy="545760"/>
          </a:xfrm>
          <a:custGeom>
            <a:avLst/>
            <a:gdLst>
              <a:gd name="textAreaLeft" fmla="*/ 0 w 453240"/>
              <a:gd name="textAreaRight" fmla="*/ 453960 w 453240"/>
              <a:gd name="textAreaTop" fmla="*/ 0 h 545760"/>
              <a:gd name="textAreaBottom" fmla="*/ 546480 h 545760"/>
            </a:gdLst>
            <a:ahLst/>
            <a:rect l="textAreaLeft" t="textAreaTop" r="textAreaRight" b="textAreaBottom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9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430" name="Google Shape;508;p62"/>
          <p:cNvSpPr/>
          <p:nvPr/>
        </p:nvSpPr>
        <p:spPr>
          <a:xfrm>
            <a:off x="263520" y="927720"/>
            <a:ext cx="3742560" cy="5255280"/>
          </a:xfrm>
          <a:prstGeom prst="roundRect">
            <a:avLst>
              <a:gd name="adj" fmla="val 3968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Google Shape;509;p62"/>
          <p:cNvSpPr/>
          <p:nvPr/>
        </p:nvSpPr>
        <p:spPr>
          <a:xfrm>
            <a:off x="441360" y="1125720"/>
            <a:ext cx="153000" cy="4859280"/>
          </a:xfrm>
          <a:prstGeom prst="roundRect">
            <a:avLst>
              <a:gd name="adj" fmla="val 50000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510;p62"/>
          <p:cNvSpPr/>
          <p:nvPr/>
        </p:nvSpPr>
        <p:spPr>
          <a:xfrm rot="5400000">
            <a:off x="3137040" y="1145520"/>
            <a:ext cx="685080" cy="684360"/>
          </a:xfrm>
          <a:prstGeom prst="halfFrame">
            <a:avLst>
              <a:gd name="adj1" fmla="val 23728"/>
              <a:gd name="adj2" fmla="val 24642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511;p62"/>
          <p:cNvSpPr/>
          <p:nvPr/>
        </p:nvSpPr>
        <p:spPr>
          <a:xfrm>
            <a:off x="621360" y="1658520"/>
            <a:ext cx="2585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ridimensionare senza perdere la qualità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Google Shape;512;p62"/>
          <p:cNvSpPr/>
          <p:nvPr/>
        </p:nvSpPr>
        <p:spPr>
          <a:xfrm>
            <a:off x="621360" y="2361240"/>
            <a:ext cx="2231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cambiare il colore di riempimento e il colore della linea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513;p62"/>
          <p:cNvSpPr/>
          <p:nvPr/>
        </p:nvSpPr>
        <p:spPr>
          <a:xfrm>
            <a:off x="630720" y="4198320"/>
            <a:ext cx="3356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SET DI ICONE COMPLETAMENTE MODIFICABILI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Google Shape;514;p62"/>
          <p:cNvSpPr/>
          <p:nvPr/>
        </p:nvSpPr>
        <p:spPr>
          <a:xfrm>
            <a:off x="3355200" y="5413680"/>
            <a:ext cx="531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515;p62"/>
          <p:cNvSpPr/>
          <p:nvPr/>
        </p:nvSpPr>
        <p:spPr>
          <a:xfrm rot="18900000">
            <a:off x="9628560" y="2463480"/>
            <a:ext cx="512280" cy="427320"/>
          </a:xfrm>
          <a:custGeom>
            <a:avLst/>
            <a:gdLst>
              <a:gd name="textAreaLeft" fmla="*/ 0 w 512280"/>
              <a:gd name="textAreaRight" fmla="*/ 513000 w 512280"/>
              <a:gd name="textAreaTop" fmla="*/ 0 h 427320"/>
              <a:gd name="textAreaBottom" fmla="*/ 428040 h 427320"/>
            </a:gdLst>
            <a:ahLst/>
            <a:rect l="textAreaLeft" t="textAreaTop" r="textAreaRight" b="textAreaBottom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516;p62"/>
          <p:cNvSpPr/>
          <p:nvPr/>
        </p:nvSpPr>
        <p:spPr>
          <a:xfrm>
            <a:off x="8850960" y="2572200"/>
            <a:ext cx="529200" cy="270720"/>
          </a:xfrm>
          <a:custGeom>
            <a:avLst/>
            <a:gdLst>
              <a:gd name="textAreaLeft" fmla="*/ 0 w 529200"/>
              <a:gd name="textAreaRight" fmla="*/ 529920 w 529200"/>
              <a:gd name="textAreaTop" fmla="*/ 0 h 270720"/>
              <a:gd name="textAreaBottom" fmla="*/ 271440 h 270720"/>
            </a:gdLst>
            <a:ahLst/>
            <a:rect l="textAreaLeft" t="textAreaTop" r="textAreaRight" b="textAreaBottom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Google Shape;517;p62"/>
          <p:cNvSpPr/>
          <p:nvPr/>
        </p:nvSpPr>
        <p:spPr>
          <a:xfrm>
            <a:off x="7191720" y="2416680"/>
            <a:ext cx="501120" cy="553680"/>
          </a:xfrm>
          <a:custGeom>
            <a:avLst/>
            <a:gdLst>
              <a:gd name="textAreaLeft" fmla="*/ 0 w 501120"/>
              <a:gd name="textAreaRight" fmla="*/ 501840 w 501120"/>
              <a:gd name="textAreaTop" fmla="*/ 0 h 553680"/>
              <a:gd name="textAreaBottom" fmla="*/ 554400 h 553680"/>
            </a:gdLst>
            <a:ahLst/>
            <a:rect l="textAreaLeft" t="textAreaTop" r="textAreaRight" b="textAreaBottom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Google Shape;518;p62"/>
          <p:cNvSpPr/>
          <p:nvPr/>
        </p:nvSpPr>
        <p:spPr>
          <a:xfrm>
            <a:off x="8026920" y="2428920"/>
            <a:ext cx="526320" cy="529200"/>
          </a:xfrm>
          <a:custGeom>
            <a:avLst/>
            <a:gdLst>
              <a:gd name="textAreaLeft" fmla="*/ 0 w 526320"/>
              <a:gd name="textAreaRight" fmla="*/ 527040 w 52632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1" name="Google Shape;519;p62"/>
          <p:cNvGrpSpPr/>
          <p:nvPr/>
        </p:nvGrpSpPr>
        <p:grpSpPr>
          <a:xfrm>
            <a:off x="6353280" y="2377080"/>
            <a:ext cx="528120" cy="593280"/>
            <a:chOff x="6353280" y="2377080"/>
            <a:chExt cx="528120" cy="593280"/>
          </a:xfrm>
        </p:grpSpPr>
        <p:sp>
          <p:nvSpPr>
            <p:cNvPr id="442" name="Google Shape;520;p62"/>
            <p:cNvSpPr/>
            <p:nvPr/>
          </p:nvSpPr>
          <p:spPr>
            <a:xfrm>
              <a:off x="6353280" y="2416680"/>
              <a:ext cx="501120" cy="553680"/>
            </a:xfrm>
            <a:custGeom>
              <a:avLst/>
              <a:gdLst>
                <a:gd name="textAreaLeft" fmla="*/ 0 w 501120"/>
                <a:gd name="textAreaRight" fmla="*/ 501840 w 501120"/>
                <a:gd name="textAreaTop" fmla="*/ 0 h 553680"/>
                <a:gd name="textAreaBottom" fmla="*/ 554400 h 553680"/>
              </a:gdLst>
              <a:ahLst/>
              <a:rect l="textAreaLeft" t="textAreaTop" r="textAreaRight" b="textAreaBottom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3" name="Google Shape;521;p62"/>
            <p:cNvSpPr/>
            <p:nvPr/>
          </p:nvSpPr>
          <p:spPr>
            <a:xfrm rot="18100800">
              <a:off x="6537240" y="2394360"/>
              <a:ext cx="245880" cy="367200"/>
            </a:xfrm>
            <a:custGeom>
              <a:avLst/>
              <a:gdLst>
                <a:gd name="textAreaLeft" fmla="*/ 0 w 245880"/>
                <a:gd name="textAreaRight" fmla="*/ 246600 w 245880"/>
                <a:gd name="textAreaTop" fmla="*/ 0 h 367200"/>
                <a:gd name="textAreaBottom" fmla="*/ 367920 h 367200"/>
              </a:gdLst>
              <a:ahLst/>
              <a:rect l="textAreaLeft" t="textAreaTop" r="textAreaRight" b="textAreaBottom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44" name="Google Shape;522;p62"/>
          <p:cNvSpPr/>
          <p:nvPr/>
        </p:nvSpPr>
        <p:spPr>
          <a:xfrm>
            <a:off x="5542200" y="2446920"/>
            <a:ext cx="448920" cy="493560"/>
          </a:xfrm>
          <a:custGeom>
            <a:avLst/>
            <a:gdLst>
              <a:gd name="textAreaLeft" fmla="*/ 0 w 448920"/>
              <a:gd name="textAreaRight" fmla="*/ 449640 w 448920"/>
              <a:gd name="textAreaTop" fmla="*/ 0 h 493560"/>
              <a:gd name="textAreaBottom" fmla="*/ 494280 h 493560"/>
            </a:gdLst>
            <a:ahLst/>
            <a:rect l="textAreaLeft" t="textAreaTop" r="textAreaRight" b="textAreaBottom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Google Shape;523;p62"/>
          <p:cNvSpPr/>
          <p:nvPr/>
        </p:nvSpPr>
        <p:spPr>
          <a:xfrm>
            <a:off x="5580720" y="3570840"/>
            <a:ext cx="371880" cy="529200"/>
          </a:xfrm>
          <a:custGeom>
            <a:avLst/>
            <a:gdLst>
              <a:gd name="textAreaLeft" fmla="*/ 0 w 371880"/>
              <a:gd name="textAreaRight" fmla="*/ 372600 w 37188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524;p62"/>
          <p:cNvSpPr/>
          <p:nvPr/>
        </p:nvSpPr>
        <p:spPr>
          <a:xfrm>
            <a:off x="8847360" y="4500720"/>
            <a:ext cx="529200" cy="529200"/>
          </a:xfrm>
          <a:custGeom>
            <a:avLst/>
            <a:gdLst>
              <a:gd name="textAreaLeft" fmla="*/ 0 w 529200"/>
              <a:gd name="textAreaRight" fmla="*/ 529920 w 52920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Google Shape;525;p62"/>
          <p:cNvSpPr/>
          <p:nvPr/>
        </p:nvSpPr>
        <p:spPr>
          <a:xfrm>
            <a:off x="6369480" y="3570840"/>
            <a:ext cx="468360" cy="529200"/>
          </a:xfrm>
          <a:custGeom>
            <a:avLst/>
            <a:gdLst>
              <a:gd name="textAreaLeft" fmla="*/ 0 w 468360"/>
              <a:gd name="textAreaRight" fmla="*/ 469080 w 46836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526;p62"/>
          <p:cNvSpPr/>
          <p:nvPr/>
        </p:nvSpPr>
        <p:spPr>
          <a:xfrm>
            <a:off x="8865360" y="3588480"/>
            <a:ext cx="500400" cy="490680"/>
          </a:xfrm>
          <a:custGeom>
            <a:avLst/>
            <a:gdLst>
              <a:gd name="textAreaLeft" fmla="*/ 0 w 500400"/>
              <a:gd name="textAreaRight" fmla="*/ 501120 w 500400"/>
              <a:gd name="textAreaTop" fmla="*/ 0 h 490680"/>
              <a:gd name="textAreaBottom" fmla="*/ 491400 h 490680"/>
            </a:gdLst>
            <a:ahLst/>
            <a:rect l="textAreaLeft" t="textAreaTop" r="textAreaRight" b="textAreaBottom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Google Shape;527;p62"/>
          <p:cNvSpPr/>
          <p:nvPr/>
        </p:nvSpPr>
        <p:spPr>
          <a:xfrm>
            <a:off x="5600520" y="4575600"/>
            <a:ext cx="332280" cy="529200"/>
          </a:xfrm>
          <a:custGeom>
            <a:avLst/>
            <a:gdLst>
              <a:gd name="textAreaLeft" fmla="*/ 0 w 332280"/>
              <a:gd name="textAreaRight" fmla="*/ 333000 w 33228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Google Shape;528;p62"/>
          <p:cNvSpPr/>
          <p:nvPr/>
        </p:nvSpPr>
        <p:spPr>
          <a:xfrm>
            <a:off x="9668160" y="4500720"/>
            <a:ext cx="529200" cy="529200"/>
          </a:xfrm>
          <a:custGeom>
            <a:avLst/>
            <a:gdLst>
              <a:gd name="textAreaLeft" fmla="*/ 0 w 529200"/>
              <a:gd name="textAreaRight" fmla="*/ 529920 w 52920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Google Shape;529;p62"/>
          <p:cNvSpPr/>
          <p:nvPr/>
        </p:nvSpPr>
        <p:spPr>
          <a:xfrm>
            <a:off x="7178040" y="3570840"/>
            <a:ext cx="528480" cy="529200"/>
          </a:xfrm>
          <a:custGeom>
            <a:avLst/>
            <a:gdLst>
              <a:gd name="textAreaLeft" fmla="*/ 0 w 528480"/>
              <a:gd name="textAreaRight" fmla="*/ 529200 w 52848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530;p62"/>
          <p:cNvSpPr/>
          <p:nvPr/>
        </p:nvSpPr>
        <p:spPr>
          <a:xfrm>
            <a:off x="8029440" y="5500080"/>
            <a:ext cx="521640" cy="522360"/>
          </a:xfrm>
          <a:custGeom>
            <a:avLst/>
            <a:gdLst>
              <a:gd name="textAreaLeft" fmla="*/ 0 w 521640"/>
              <a:gd name="textAreaRight" fmla="*/ 522360 w 521640"/>
              <a:gd name="textAreaTop" fmla="*/ 0 h 522360"/>
              <a:gd name="textAreaBottom" fmla="*/ 523080 h 522360"/>
            </a:gdLst>
            <a:ahLst/>
            <a:rect l="textAreaLeft" t="textAreaTop" r="textAreaRight" b="textAreaBottom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Google Shape;531;p62"/>
          <p:cNvSpPr/>
          <p:nvPr/>
        </p:nvSpPr>
        <p:spPr>
          <a:xfrm flipH="1" rot="16200000">
            <a:off x="5496120" y="5555880"/>
            <a:ext cx="540720" cy="509400"/>
          </a:xfrm>
          <a:custGeom>
            <a:avLst/>
            <a:gdLst>
              <a:gd name="textAreaLeft" fmla="*/ -360 w 540720"/>
              <a:gd name="textAreaRight" fmla="*/ 541080 w 540720"/>
              <a:gd name="textAreaTop" fmla="*/ 0 h 509400"/>
              <a:gd name="textAreaBottom" fmla="*/ 510120 h 509400"/>
            </a:gdLst>
            <a:ahLst/>
            <a:rect l="textAreaLeft" t="textAreaTop" r="textAreaRight" b="textAreaBottom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532;p62"/>
          <p:cNvSpPr/>
          <p:nvPr/>
        </p:nvSpPr>
        <p:spPr>
          <a:xfrm>
            <a:off x="7240680" y="4662000"/>
            <a:ext cx="403560" cy="403200"/>
          </a:xfrm>
          <a:custGeom>
            <a:avLst/>
            <a:gdLst>
              <a:gd name="textAreaLeft" fmla="*/ 0 w 403560"/>
              <a:gd name="textAreaRight" fmla="*/ 404280 w 403560"/>
              <a:gd name="textAreaTop" fmla="*/ 0 h 403200"/>
              <a:gd name="textAreaBottom" fmla="*/ 403920 h 403200"/>
            </a:gdLst>
            <a:ahLst/>
            <a:rect l="textAreaLeft" t="textAreaTop" r="textAreaRight" b="textAreaBottom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Google Shape;533;p62"/>
          <p:cNvSpPr/>
          <p:nvPr/>
        </p:nvSpPr>
        <p:spPr>
          <a:xfrm>
            <a:off x="8025480" y="4602240"/>
            <a:ext cx="529200" cy="268920"/>
          </a:xfrm>
          <a:custGeom>
            <a:avLst/>
            <a:gdLst>
              <a:gd name="textAreaLeft" fmla="*/ 0 w 529200"/>
              <a:gd name="textAreaRight" fmla="*/ 529920 w 529200"/>
              <a:gd name="textAreaTop" fmla="*/ 0 h 268920"/>
              <a:gd name="textAreaBottom" fmla="*/ 269640 h 268920"/>
            </a:gdLst>
            <a:ahLst/>
            <a:rect l="textAreaLeft" t="textAreaTop" r="textAreaRight" b="textAreaBottom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534;p62"/>
          <p:cNvSpPr/>
          <p:nvPr/>
        </p:nvSpPr>
        <p:spPr>
          <a:xfrm rot="2160000">
            <a:off x="9686880" y="3556440"/>
            <a:ext cx="490320" cy="529200"/>
          </a:xfrm>
          <a:custGeom>
            <a:avLst/>
            <a:gdLst>
              <a:gd name="textAreaLeft" fmla="*/ 0 w 490320"/>
              <a:gd name="textAreaRight" fmla="*/ 491040 w 49032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Google Shape;535;p62"/>
          <p:cNvSpPr/>
          <p:nvPr/>
        </p:nvSpPr>
        <p:spPr>
          <a:xfrm>
            <a:off x="8071920" y="3588480"/>
            <a:ext cx="436320" cy="529200"/>
          </a:xfrm>
          <a:custGeom>
            <a:avLst/>
            <a:gdLst>
              <a:gd name="textAreaLeft" fmla="*/ 0 w 436320"/>
              <a:gd name="textAreaRight" fmla="*/ 437040 w 43632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Google Shape;536;p62"/>
          <p:cNvSpPr/>
          <p:nvPr/>
        </p:nvSpPr>
        <p:spPr>
          <a:xfrm>
            <a:off x="6344640" y="1416960"/>
            <a:ext cx="518400" cy="518400"/>
          </a:xfrm>
          <a:custGeom>
            <a:avLst/>
            <a:gdLst>
              <a:gd name="textAreaLeft" fmla="*/ 0 w 518400"/>
              <a:gd name="textAreaRight" fmla="*/ 519120 w 518400"/>
              <a:gd name="textAreaTop" fmla="*/ 0 h 518400"/>
              <a:gd name="textAreaBottom" fmla="*/ 519120 h 518400"/>
            </a:gdLst>
            <a:ahLst/>
            <a:rect l="textAreaLeft" t="textAreaTop" r="textAreaRight" b="textAreaBottom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Google Shape;537;p62"/>
          <p:cNvSpPr/>
          <p:nvPr/>
        </p:nvSpPr>
        <p:spPr>
          <a:xfrm>
            <a:off x="5507280" y="1416960"/>
            <a:ext cx="518760" cy="518400"/>
          </a:xfrm>
          <a:custGeom>
            <a:avLst/>
            <a:gdLst>
              <a:gd name="textAreaLeft" fmla="*/ 0 w 518760"/>
              <a:gd name="textAreaRight" fmla="*/ 519480 w 518760"/>
              <a:gd name="textAreaTop" fmla="*/ 0 h 518400"/>
              <a:gd name="textAreaBottom" fmla="*/ 519120 h 518400"/>
            </a:gdLst>
            <a:ahLst/>
            <a:rect l="textAreaLeft" t="textAreaTop" r="textAreaRight" b="textAreaBottom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Google Shape;538;p62"/>
          <p:cNvSpPr/>
          <p:nvPr/>
        </p:nvSpPr>
        <p:spPr>
          <a:xfrm>
            <a:off x="8030880" y="1416960"/>
            <a:ext cx="518400" cy="518400"/>
          </a:xfrm>
          <a:custGeom>
            <a:avLst/>
            <a:gdLst>
              <a:gd name="textAreaLeft" fmla="*/ 0 w 518400"/>
              <a:gd name="textAreaRight" fmla="*/ 519120 w 518400"/>
              <a:gd name="textAreaTop" fmla="*/ 0 h 518400"/>
              <a:gd name="textAreaBottom" fmla="*/ 519120 h 518400"/>
            </a:gdLst>
            <a:ahLst/>
            <a:rect l="textAreaLeft" t="textAreaTop" r="textAreaRight" b="textAreaBottom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Google Shape;539;p62"/>
          <p:cNvSpPr/>
          <p:nvPr/>
        </p:nvSpPr>
        <p:spPr>
          <a:xfrm>
            <a:off x="7183080" y="1416960"/>
            <a:ext cx="518400" cy="518400"/>
          </a:xfrm>
          <a:custGeom>
            <a:avLst/>
            <a:gdLst>
              <a:gd name="textAreaLeft" fmla="*/ 0 w 518400"/>
              <a:gd name="textAreaRight" fmla="*/ 519120 w 518400"/>
              <a:gd name="textAreaTop" fmla="*/ 0 h 518400"/>
              <a:gd name="textAreaBottom" fmla="*/ 519120 h 518400"/>
            </a:gdLst>
            <a:ahLst/>
            <a:rect l="textAreaLeft" t="textAreaTop" r="textAreaRight" b="textAreaBottom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Google Shape;540;p62"/>
          <p:cNvSpPr/>
          <p:nvPr/>
        </p:nvSpPr>
        <p:spPr>
          <a:xfrm>
            <a:off x="8855280" y="1406520"/>
            <a:ext cx="520560" cy="529200"/>
          </a:xfrm>
          <a:custGeom>
            <a:avLst/>
            <a:gdLst>
              <a:gd name="textAreaLeft" fmla="*/ 0 w 520560"/>
              <a:gd name="textAreaRight" fmla="*/ 521280 w 52056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Google Shape;541;p62"/>
          <p:cNvSpPr/>
          <p:nvPr/>
        </p:nvSpPr>
        <p:spPr>
          <a:xfrm>
            <a:off x="9688680" y="1423440"/>
            <a:ext cx="487800" cy="492480"/>
          </a:xfrm>
          <a:custGeom>
            <a:avLst/>
            <a:gdLst>
              <a:gd name="textAreaLeft" fmla="*/ 0 w 487800"/>
              <a:gd name="textAreaRight" fmla="*/ 488520 w 48780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Google Shape;542;p62"/>
          <p:cNvSpPr/>
          <p:nvPr/>
        </p:nvSpPr>
        <p:spPr>
          <a:xfrm>
            <a:off x="7170480" y="5540400"/>
            <a:ext cx="543600" cy="529200"/>
          </a:xfrm>
          <a:custGeom>
            <a:avLst/>
            <a:gdLst>
              <a:gd name="textAreaLeft" fmla="*/ 0 w 543600"/>
              <a:gd name="textAreaRight" fmla="*/ 544320 w 543600"/>
              <a:gd name="textAreaTop" fmla="*/ 0 h 529200"/>
              <a:gd name="textAreaBottom" fmla="*/ 529920 h 529200"/>
            </a:gdLst>
            <a:ahLst/>
            <a:rect l="textAreaLeft" t="textAreaTop" r="textAreaRight" b="textAreaBottom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Google Shape;543;p62"/>
          <p:cNvSpPr/>
          <p:nvPr/>
        </p:nvSpPr>
        <p:spPr>
          <a:xfrm>
            <a:off x="6391080" y="5553000"/>
            <a:ext cx="425520" cy="536760"/>
          </a:xfrm>
          <a:custGeom>
            <a:avLst/>
            <a:gdLst>
              <a:gd name="textAreaLeft" fmla="*/ 0 w 425520"/>
              <a:gd name="textAreaRight" fmla="*/ 426240 w 425520"/>
              <a:gd name="textAreaTop" fmla="*/ 0 h 536760"/>
              <a:gd name="textAreaBottom" fmla="*/ 537480 h 536760"/>
            </a:gdLst>
            <a:ahLst/>
            <a:rect l="textAreaLeft" t="textAreaTop" r="textAreaRight" b="textAreaBottom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Google Shape;544;p62"/>
          <p:cNvSpPr/>
          <p:nvPr/>
        </p:nvSpPr>
        <p:spPr>
          <a:xfrm>
            <a:off x="6330600" y="4590000"/>
            <a:ext cx="528480" cy="528480"/>
          </a:xfrm>
          <a:custGeom>
            <a:avLst/>
            <a:gdLst>
              <a:gd name="textAreaLeft" fmla="*/ 0 w 528480"/>
              <a:gd name="textAreaRight" fmla="*/ 529200 w 528480"/>
              <a:gd name="textAreaTop" fmla="*/ 0 h 528480"/>
              <a:gd name="textAreaBottom" fmla="*/ 529200 h 528480"/>
            </a:gdLst>
            <a:ahLst/>
            <a:rect l="textAreaLeft" t="textAreaTop" r="textAreaRight" b="textAreaBottom"/>
            <a:pathLst>
              <a:path w="18758" h="18757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Google Shape;545;p62"/>
          <p:cNvSpPr/>
          <p:nvPr/>
        </p:nvSpPr>
        <p:spPr>
          <a:xfrm>
            <a:off x="8847360" y="5497200"/>
            <a:ext cx="528480" cy="528480"/>
          </a:xfrm>
          <a:custGeom>
            <a:avLst/>
            <a:gdLst>
              <a:gd name="textAreaLeft" fmla="*/ 0 w 528480"/>
              <a:gd name="textAreaRight" fmla="*/ 529200 w 528480"/>
              <a:gd name="textAreaTop" fmla="*/ 0 h 528480"/>
              <a:gd name="textAreaBottom" fmla="*/ 529200 h 528480"/>
            </a:gdLst>
            <a:ahLst/>
            <a:rect l="textAreaLeft" t="textAreaTop" r="textAreaRight" b="textAreaBottom"/>
            <a:pathLst>
              <a:path w="16266" h="16267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546;p62"/>
          <p:cNvSpPr/>
          <p:nvPr/>
        </p:nvSpPr>
        <p:spPr>
          <a:xfrm>
            <a:off x="9688680" y="5497200"/>
            <a:ext cx="528480" cy="528480"/>
          </a:xfrm>
          <a:custGeom>
            <a:avLst/>
            <a:gdLst>
              <a:gd name="textAreaLeft" fmla="*/ 0 w 528480"/>
              <a:gd name="textAreaRight" fmla="*/ 529200 w 528480"/>
              <a:gd name="textAreaTop" fmla="*/ 0 h 528480"/>
              <a:gd name="textAreaBottom" fmla="*/ 529200 h 528480"/>
            </a:gdLst>
            <a:ahLst/>
            <a:rect l="textAreaLeft" t="textAreaTop" r="textAreaRight" b="textAreaBottom"/>
            <a:pathLst>
              <a:path w="16414" h="16413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0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471" name="Google Shape;549;p63"/>
          <p:cNvSpPr/>
          <p:nvPr/>
        </p:nvSpPr>
        <p:spPr>
          <a:xfrm flipH="1">
            <a:off x="531720" y="3818160"/>
            <a:ext cx="1629000" cy="2262600"/>
          </a:xfrm>
          <a:custGeom>
            <a:avLst/>
            <a:gdLst>
              <a:gd name="textAreaLeft" fmla="*/ 360 w 1629000"/>
              <a:gd name="textAreaRight" fmla="*/ 1630080 w 1629000"/>
              <a:gd name="textAreaTop" fmla="*/ 0 h 2262600"/>
              <a:gd name="textAreaBottom" fmla="*/ 2263320 h 2262600"/>
            </a:gdLst>
            <a:ahLst/>
            <a:rect l="textAreaLeft" t="textAreaTop" r="textAreaRight" b="textAreaBottom"/>
            <a:pathLst>
              <a:path w="4022581" h="5586511">
                <a:moveTo>
                  <a:pt x="1759294" y="3774190"/>
                </a:moveTo>
                <a:lnTo>
                  <a:pt x="2712181" y="3774190"/>
                </a:lnTo>
                <a:cubicBezTo>
                  <a:pt x="2723731" y="3774190"/>
                  <a:pt x="2733706" y="3783640"/>
                  <a:pt x="2733706" y="3795715"/>
                </a:cubicBezTo>
                <a:cubicBezTo>
                  <a:pt x="2733706" y="3807791"/>
                  <a:pt x="2724256" y="3817241"/>
                  <a:pt x="2712706" y="3817241"/>
                </a:cubicBezTo>
                <a:lnTo>
                  <a:pt x="1759294" y="3817241"/>
                </a:lnTo>
                <a:cubicBezTo>
                  <a:pt x="1747744" y="3817241"/>
                  <a:pt x="1737769" y="3807791"/>
                  <a:pt x="1737769" y="3795715"/>
                </a:cubicBezTo>
                <a:cubicBezTo>
                  <a:pt x="1737769" y="3784165"/>
                  <a:pt x="1747219" y="3774190"/>
                  <a:pt x="1759294" y="3774190"/>
                </a:cubicBezTo>
                <a:close/>
                <a:moveTo>
                  <a:pt x="43050" y="3774190"/>
                </a:moveTo>
                <a:lnTo>
                  <a:pt x="1169189" y="3774190"/>
                </a:lnTo>
                <a:cubicBezTo>
                  <a:pt x="1180739" y="3774190"/>
                  <a:pt x="1190714" y="3783640"/>
                  <a:pt x="1190714" y="3795715"/>
                </a:cubicBezTo>
                <a:cubicBezTo>
                  <a:pt x="1190714" y="3807791"/>
                  <a:pt x="1180739" y="3817241"/>
                  <a:pt x="1169189" y="3817241"/>
                </a:cubicBezTo>
                <a:lnTo>
                  <a:pt x="43050" y="3817241"/>
                </a:lnTo>
                <a:cubicBezTo>
                  <a:pt x="31500" y="3817241"/>
                  <a:pt x="21525" y="3807791"/>
                  <a:pt x="21525" y="3795715"/>
                </a:cubicBezTo>
                <a:cubicBezTo>
                  <a:pt x="21525" y="3784165"/>
                  <a:pt x="30975" y="3774190"/>
                  <a:pt x="43050" y="3774190"/>
                </a:cubicBezTo>
                <a:close/>
                <a:moveTo>
                  <a:pt x="1205938" y="3529537"/>
                </a:moveTo>
                <a:cubicBezTo>
                  <a:pt x="1378665" y="3529537"/>
                  <a:pt x="1543518" y="3529537"/>
                  <a:pt x="1708369" y="3529537"/>
                </a:cubicBezTo>
                <a:cubicBezTo>
                  <a:pt x="1708894" y="3531637"/>
                  <a:pt x="1709945" y="3533737"/>
                  <a:pt x="1710470" y="3535837"/>
                </a:cubicBezTo>
                <a:cubicBezTo>
                  <a:pt x="1696294" y="3544762"/>
                  <a:pt x="1683169" y="3554738"/>
                  <a:pt x="1668469" y="3562613"/>
                </a:cubicBezTo>
                <a:cubicBezTo>
                  <a:pt x="1538793" y="3632439"/>
                  <a:pt x="1406491" y="3629814"/>
                  <a:pt x="1273664" y="3572589"/>
                </a:cubicBezTo>
                <a:cubicBezTo>
                  <a:pt x="1257389" y="3565764"/>
                  <a:pt x="1240588" y="3558938"/>
                  <a:pt x="1224838" y="3550012"/>
                </a:cubicBezTo>
                <a:cubicBezTo>
                  <a:pt x="1218013" y="3546337"/>
                  <a:pt x="1213813" y="3538462"/>
                  <a:pt x="1205938" y="3529537"/>
                </a:cubicBezTo>
                <a:close/>
                <a:moveTo>
                  <a:pt x="1710469" y="2010171"/>
                </a:moveTo>
                <a:cubicBezTo>
                  <a:pt x="1667418" y="2010171"/>
                  <a:pt x="1632243" y="2045346"/>
                  <a:pt x="1632243" y="2088397"/>
                </a:cubicBezTo>
                <a:cubicBezTo>
                  <a:pt x="1632243" y="2131447"/>
                  <a:pt x="1667418" y="2166623"/>
                  <a:pt x="1710469" y="2166623"/>
                </a:cubicBezTo>
                <a:cubicBezTo>
                  <a:pt x="1754044" y="2166623"/>
                  <a:pt x="1788695" y="2131447"/>
                  <a:pt x="1788695" y="2088397"/>
                </a:cubicBezTo>
                <a:cubicBezTo>
                  <a:pt x="1788695" y="2045346"/>
                  <a:pt x="1753519" y="2010171"/>
                  <a:pt x="1710469" y="2010171"/>
                </a:cubicBezTo>
                <a:close/>
                <a:moveTo>
                  <a:pt x="1710469" y="1933520"/>
                </a:moveTo>
                <a:cubicBezTo>
                  <a:pt x="1796045" y="1933520"/>
                  <a:pt x="1865345" y="2002821"/>
                  <a:pt x="1865345" y="2088397"/>
                </a:cubicBezTo>
                <a:cubicBezTo>
                  <a:pt x="1865345" y="2173973"/>
                  <a:pt x="1796045" y="2243273"/>
                  <a:pt x="1710469" y="2243273"/>
                </a:cubicBezTo>
                <a:cubicBezTo>
                  <a:pt x="1624893" y="2243273"/>
                  <a:pt x="1555592" y="2173973"/>
                  <a:pt x="1555592" y="2088397"/>
                </a:cubicBezTo>
                <a:cubicBezTo>
                  <a:pt x="1555592" y="2002821"/>
                  <a:pt x="1624893" y="1933520"/>
                  <a:pt x="1710469" y="1933520"/>
                </a:cubicBezTo>
                <a:close/>
                <a:moveTo>
                  <a:pt x="1710470" y="1845319"/>
                </a:moveTo>
                <a:cubicBezTo>
                  <a:pt x="1576068" y="1845319"/>
                  <a:pt x="1467392" y="1953995"/>
                  <a:pt x="1467392" y="2088396"/>
                </a:cubicBezTo>
                <a:cubicBezTo>
                  <a:pt x="1467392" y="2222798"/>
                  <a:pt x="1576068" y="2331474"/>
                  <a:pt x="1710470" y="2331474"/>
                </a:cubicBezTo>
                <a:cubicBezTo>
                  <a:pt x="1844871" y="2331474"/>
                  <a:pt x="1953547" y="2222798"/>
                  <a:pt x="1953547" y="2088396"/>
                </a:cubicBezTo>
                <a:cubicBezTo>
                  <a:pt x="1953547" y="1953995"/>
                  <a:pt x="1844871" y="1845319"/>
                  <a:pt x="1710470" y="1845319"/>
                </a:cubicBezTo>
                <a:close/>
                <a:moveTo>
                  <a:pt x="1202263" y="167400"/>
                </a:moveTo>
                <a:cubicBezTo>
                  <a:pt x="1380766" y="167400"/>
                  <a:pt x="1558218" y="167400"/>
                  <a:pt x="1738820" y="167400"/>
                </a:cubicBezTo>
                <a:cubicBezTo>
                  <a:pt x="1738820" y="174750"/>
                  <a:pt x="1741970" y="954384"/>
                  <a:pt x="1744070" y="1336588"/>
                </a:cubicBezTo>
                <a:cubicBezTo>
                  <a:pt x="1744070" y="1349188"/>
                  <a:pt x="1935697" y="1631116"/>
                  <a:pt x="1955122" y="1631116"/>
                </a:cubicBezTo>
                <a:cubicBezTo>
                  <a:pt x="2048574" y="1630066"/>
                  <a:pt x="2141499" y="1631116"/>
                  <a:pt x="2234426" y="1630066"/>
                </a:cubicBezTo>
                <a:cubicBezTo>
                  <a:pt x="2252801" y="1629541"/>
                  <a:pt x="2259101" y="1635316"/>
                  <a:pt x="2258576" y="1653167"/>
                </a:cubicBezTo>
                <a:cubicBezTo>
                  <a:pt x="2257526" y="1673117"/>
                  <a:pt x="2259101" y="1693592"/>
                  <a:pt x="2258576" y="1713542"/>
                </a:cubicBezTo>
                <a:cubicBezTo>
                  <a:pt x="2258051" y="1729817"/>
                  <a:pt x="2262251" y="1736117"/>
                  <a:pt x="2280101" y="1736642"/>
                </a:cubicBezTo>
                <a:cubicBezTo>
                  <a:pt x="2412928" y="1739793"/>
                  <a:pt x="2545229" y="1744518"/>
                  <a:pt x="2678055" y="1749243"/>
                </a:cubicBezTo>
                <a:cubicBezTo>
                  <a:pt x="2686981" y="1749768"/>
                  <a:pt x="3500739" y="2793479"/>
                  <a:pt x="3728592" y="3139458"/>
                </a:cubicBezTo>
                <a:cubicBezTo>
                  <a:pt x="3837793" y="3301685"/>
                  <a:pt x="3907094" y="3431886"/>
                  <a:pt x="3981120" y="3625088"/>
                </a:cubicBezTo>
                <a:cubicBezTo>
                  <a:pt x="4046745" y="3853991"/>
                  <a:pt x="4018920" y="3983143"/>
                  <a:pt x="4002120" y="4043518"/>
                </a:cubicBezTo>
                <a:cubicBezTo>
                  <a:pt x="3978495" y="4145894"/>
                  <a:pt x="3899219" y="4389497"/>
                  <a:pt x="3678191" y="4530724"/>
                </a:cubicBezTo>
                <a:cubicBezTo>
                  <a:pt x="3613616" y="4563799"/>
                  <a:pt x="3479214" y="4637825"/>
                  <a:pt x="3216186" y="4718676"/>
                </a:cubicBezTo>
                <a:cubicBezTo>
                  <a:pt x="3216186" y="4822627"/>
                  <a:pt x="3216186" y="4925003"/>
                  <a:pt x="3216186" y="5032629"/>
                </a:cubicBezTo>
                <a:cubicBezTo>
                  <a:pt x="3471864" y="5034729"/>
                  <a:pt x="3724917" y="5036829"/>
                  <a:pt x="3979020" y="5038929"/>
                </a:cubicBezTo>
                <a:cubicBezTo>
                  <a:pt x="3979020" y="5223206"/>
                  <a:pt x="3979020" y="5404333"/>
                  <a:pt x="3979020" y="5586511"/>
                </a:cubicBezTo>
                <a:cubicBezTo>
                  <a:pt x="2652855" y="5586511"/>
                  <a:pt x="1327216" y="5586511"/>
                  <a:pt x="0" y="5586511"/>
                </a:cubicBezTo>
                <a:cubicBezTo>
                  <a:pt x="0" y="5404858"/>
                  <a:pt x="0" y="5223731"/>
                  <a:pt x="0" y="5037879"/>
                </a:cubicBezTo>
                <a:cubicBezTo>
                  <a:pt x="134926" y="5035254"/>
                  <a:pt x="269328" y="5032104"/>
                  <a:pt x="405829" y="5028954"/>
                </a:cubicBezTo>
                <a:cubicBezTo>
                  <a:pt x="405829" y="4969103"/>
                  <a:pt x="405829" y="4909778"/>
                  <a:pt x="405829" y="4847827"/>
                </a:cubicBezTo>
                <a:cubicBezTo>
                  <a:pt x="416330" y="4847827"/>
                  <a:pt x="765983" y="4844677"/>
                  <a:pt x="933460" y="4842052"/>
                </a:cubicBezTo>
                <a:cubicBezTo>
                  <a:pt x="945535" y="4841527"/>
                  <a:pt x="1251089" y="4662500"/>
                  <a:pt x="1391791" y="4577974"/>
                </a:cubicBezTo>
                <a:cubicBezTo>
                  <a:pt x="1404391" y="4570099"/>
                  <a:pt x="1413842" y="4570624"/>
                  <a:pt x="1426967" y="4577449"/>
                </a:cubicBezTo>
                <a:cubicBezTo>
                  <a:pt x="1544568" y="4638350"/>
                  <a:pt x="1806546" y="4768026"/>
                  <a:pt x="1822821" y="4773801"/>
                </a:cubicBezTo>
                <a:cubicBezTo>
                  <a:pt x="1819146" y="4628900"/>
                  <a:pt x="1815996" y="4489248"/>
                  <a:pt x="1812321" y="4347496"/>
                </a:cubicBezTo>
                <a:cubicBezTo>
                  <a:pt x="1457417" y="4343821"/>
                  <a:pt x="1103562" y="4340146"/>
                  <a:pt x="746558" y="4336471"/>
                </a:cubicBezTo>
                <a:cubicBezTo>
                  <a:pt x="743933" y="4230420"/>
                  <a:pt x="741308" y="4126469"/>
                  <a:pt x="738683" y="4018843"/>
                </a:cubicBezTo>
                <a:cubicBezTo>
                  <a:pt x="720308" y="4017268"/>
                  <a:pt x="259353" y="4010443"/>
                  <a:pt x="47251" y="4008868"/>
                </a:cubicBezTo>
                <a:cubicBezTo>
                  <a:pt x="39375" y="4008868"/>
                  <a:pt x="31500" y="4008868"/>
                  <a:pt x="22050" y="4008868"/>
                </a:cubicBezTo>
                <a:cubicBezTo>
                  <a:pt x="22050" y="3958992"/>
                  <a:pt x="22050" y="3910167"/>
                  <a:pt x="22050" y="3859241"/>
                </a:cubicBezTo>
                <a:cubicBezTo>
                  <a:pt x="28875" y="3859241"/>
                  <a:pt x="1800771" y="3859241"/>
                  <a:pt x="2680155" y="3859241"/>
                </a:cubicBezTo>
                <a:cubicBezTo>
                  <a:pt x="2715856" y="3859241"/>
                  <a:pt x="2730556" y="3966867"/>
                  <a:pt x="2735281" y="4002567"/>
                </a:cubicBezTo>
                <a:cubicBezTo>
                  <a:pt x="2954734" y="3954267"/>
                  <a:pt x="3116435" y="3816190"/>
                  <a:pt x="3160011" y="3584138"/>
                </a:cubicBezTo>
                <a:cubicBezTo>
                  <a:pt x="3178911" y="3484912"/>
                  <a:pt x="3160536" y="3385686"/>
                  <a:pt x="3134286" y="3287510"/>
                </a:cubicBezTo>
                <a:cubicBezTo>
                  <a:pt x="3094910" y="3140508"/>
                  <a:pt x="2999359" y="3036032"/>
                  <a:pt x="2877558" y="2957806"/>
                </a:cubicBezTo>
                <a:cubicBezTo>
                  <a:pt x="2786206" y="2898480"/>
                  <a:pt x="2683305" y="2858580"/>
                  <a:pt x="2569379" y="2858055"/>
                </a:cubicBezTo>
                <a:cubicBezTo>
                  <a:pt x="2329977" y="2855955"/>
                  <a:pt x="1841721" y="2849655"/>
                  <a:pt x="1834896" y="2850180"/>
                </a:cubicBezTo>
                <a:cubicBezTo>
                  <a:pt x="1833321" y="2885355"/>
                  <a:pt x="1825446" y="3018707"/>
                  <a:pt x="1819671" y="3051257"/>
                </a:cubicBezTo>
                <a:cubicBezTo>
                  <a:pt x="1811796" y="3093258"/>
                  <a:pt x="1747220" y="3107958"/>
                  <a:pt x="1737770" y="3109008"/>
                </a:cubicBezTo>
                <a:cubicBezTo>
                  <a:pt x="1734095" y="3236584"/>
                  <a:pt x="1730420" y="3364161"/>
                  <a:pt x="1726745" y="3494362"/>
                </a:cubicBezTo>
                <a:cubicBezTo>
                  <a:pt x="1547193" y="3490687"/>
                  <a:pt x="1388116" y="3501187"/>
                  <a:pt x="1191238" y="3497512"/>
                </a:cubicBezTo>
                <a:cubicBezTo>
                  <a:pt x="1191238" y="3488062"/>
                  <a:pt x="1186513" y="3242884"/>
                  <a:pt x="1185463" y="3135258"/>
                </a:cubicBezTo>
                <a:cubicBezTo>
                  <a:pt x="1185463" y="3123183"/>
                  <a:pt x="1015361" y="3045482"/>
                  <a:pt x="937660" y="3013457"/>
                </a:cubicBezTo>
                <a:cubicBezTo>
                  <a:pt x="936610" y="3012932"/>
                  <a:pt x="934510" y="3013457"/>
                  <a:pt x="936085" y="3013457"/>
                </a:cubicBezTo>
                <a:cubicBezTo>
                  <a:pt x="898810" y="3105858"/>
                  <a:pt x="862059" y="3197209"/>
                  <a:pt x="824784" y="3290660"/>
                </a:cubicBezTo>
                <a:cubicBezTo>
                  <a:pt x="794859" y="3281735"/>
                  <a:pt x="766508" y="3273859"/>
                  <a:pt x="737633" y="3265459"/>
                </a:cubicBezTo>
                <a:cubicBezTo>
                  <a:pt x="701408" y="3254959"/>
                  <a:pt x="662557" y="3294860"/>
                  <a:pt x="660457" y="3297485"/>
                </a:cubicBezTo>
                <a:cubicBezTo>
                  <a:pt x="558606" y="3253384"/>
                  <a:pt x="457805" y="3209809"/>
                  <a:pt x="352279" y="3164658"/>
                </a:cubicBezTo>
                <a:cubicBezTo>
                  <a:pt x="365404" y="3128958"/>
                  <a:pt x="481430" y="2849655"/>
                  <a:pt x="525006" y="2749904"/>
                </a:cubicBezTo>
                <a:cubicBezTo>
                  <a:pt x="529206" y="2739404"/>
                  <a:pt x="533931" y="2728378"/>
                  <a:pt x="536556" y="2717353"/>
                </a:cubicBezTo>
                <a:cubicBezTo>
                  <a:pt x="543906" y="2689003"/>
                  <a:pt x="538656" y="2676928"/>
                  <a:pt x="514506" y="2660653"/>
                </a:cubicBezTo>
                <a:cubicBezTo>
                  <a:pt x="483530" y="2639653"/>
                  <a:pt x="483005" y="2637027"/>
                  <a:pt x="498230" y="2602902"/>
                </a:cubicBezTo>
                <a:cubicBezTo>
                  <a:pt x="527631" y="2535176"/>
                  <a:pt x="589581" y="2392900"/>
                  <a:pt x="592206" y="2387650"/>
                </a:cubicBezTo>
                <a:cubicBezTo>
                  <a:pt x="726608" y="2441725"/>
                  <a:pt x="859959" y="2495801"/>
                  <a:pt x="998561" y="2551976"/>
                </a:cubicBezTo>
                <a:cubicBezTo>
                  <a:pt x="998561" y="2537276"/>
                  <a:pt x="1001711" y="2008595"/>
                  <a:pt x="1003286" y="1752393"/>
                </a:cubicBezTo>
                <a:cubicBezTo>
                  <a:pt x="1003286" y="1738217"/>
                  <a:pt x="1190188" y="1605391"/>
                  <a:pt x="1190188" y="1599091"/>
                </a:cubicBezTo>
                <a:cubicBezTo>
                  <a:pt x="1191763" y="1514040"/>
                  <a:pt x="1202263" y="174750"/>
                  <a:pt x="1202263" y="167400"/>
                </a:cubicBezTo>
                <a:close/>
                <a:moveTo>
                  <a:pt x="1169095" y="0"/>
                </a:moveTo>
                <a:lnTo>
                  <a:pt x="1766794" y="0"/>
                </a:lnTo>
                <a:cubicBezTo>
                  <a:pt x="1800181" y="0"/>
                  <a:pt x="1827246" y="27065"/>
                  <a:pt x="1827246" y="60452"/>
                </a:cubicBezTo>
                <a:lnTo>
                  <a:pt x="1827245" y="60452"/>
                </a:lnTo>
                <a:cubicBezTo>
                  <a:pt x="1827245" y="93839"/>
                  <a:pt x="1800180" y="120904"/>
                  <a:pt x="1766793" y="120904"/>
                </a:cubicBezTo>
                <a:lnTo>
                  <a:pt x="1169095" y="120903"/>
                </a:lnTo>
                <a:cubicBezTo>
                  <a:pt x="1144055" y="120903"/>
                  <a:pt x="1122571" y="105679"/>
                  <a:pt x="1113394" y="83982"/>
                </a:cubicBezTo>
                <a:lnTo>
                  <a:pt x="1108643" y="60452"/>
                </a:lnTo>
                <a:lnTo>
                  <a:pt x="1113394" y="36921"/>
                </a:lnTo>
                <a:cubicBezTo>
                  <a:pt x="1122571" y="15224"/>
                  <a:pt x="1144055" y="0"/>
                  <a:pt x="1169095" y="0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72" name="Google Shape;550;p63"/>
          <p:cNvGrpSpPr/>
          <p:nvPr/>
        </p:nvGrpSpPr>
        <p:grpSpPr>
          <a:xfrm>
            <a:off x="2357640" y="3366360"/>
            <a:ext cx="2702880" cy="2980440"/>
            <a:chOff x="2357640" y="3366360"/>
            <a:chExt cx="2702880" cy="2980440"/>
          </a:xfrm>
        </p:grpSpPr>
        <p:sp>
          <p:nvSpPr>
            <p:cNvPr id="473" name="Google Shape;551;p63"/>
            <p:cNvSpPr/>
            <p:nvPr/>
          </p:nvSpPr>
          <p:spPr>
            <a:xfrm rot="18900000">
              <a:off x="3884400" y="4028400"/>
              <a:ext cx="209880" cy="20700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207000"/>
                <a:gd name="textAreaBottom" fmla="*/ 207720 h 207000"/>
              </a:gdLst>
              <a:ahLst/>
              <a:rect l="textAreaLeft" t="textAreaTop" r="textAreaRight" b="textAreaBottom"/>
              <a:pathLst>
                <a:path w="259198" h="255829">
                  <a:moveTo>
                    <a:pt x="1" y="145594"/>
                  </a:moveTo>
                  <a:cubicBezTo>
                    <a:pt x="1" y="84713"/>
                    <a:pt x="35885" y="62300"/>
                    <a:pt x="110236" y="35359"/>
                  </a:cubicBezTo>
                  <a:cubicBezTo>
                    <a:pt x="178411" y="18523"/>
                    <a:pt x="199441" y="11785"/>
                    <a:pt x="259198" y="0"/>
                  </a:cubicBezTo>
                  <a:cubicBezTo>
                    <a:pt x="244044" y="58633"/>
                    <a:pt x="244042" y="75173"/>
                    <a:pt x="220470" y="145594"/>
                  </a:cubicBezTo>
                  <a:cubicBezTo>
                    <a:pt x="196896" y="219943"/>
                    <a:pt x="171116" y="255829"/>
                    <a:pt x="110235" y="255829"/>
                  </a:cubicBezTo>
                  <a:cubicBezTo>
                    <a:pt x="49354" y="255829"/>
                    <a:pt x="0" y="206475"/>
                    <a:pt x="0" y="145594"/>
                  </a:cubicBezTo>
                  <a:lnTo>
                    <a:pt x="1" y="145594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474" name="Google Shape;552;p63"/>
            <p:cNvGrpSpPr/>
            <p:nvPr/>
          </p:nvGrpSpPr>
          <p:grpSpPr>
            <a:xfrm>
              <a:off x="2357640" y="3366360"/>
              <a:ext cx="1631520" cy="1205640"/>
              <a:chOff x="2357640" y="3366360"/>
              <a:chExt cx="1631520" cy="1205640"/>
            </a:xfrm>
          </p:grpSpPr>
          <p:grpSp>
            <p:nvGrpSpPr>
              <p:cNvPr id="475" name="Google Shape;553;p63"/>
              <p:cNvGrpSpPr/>
              <p:nvPr/>
            </p:nvGrpSpPr>
            <p:grpSpPr>
              <a:xfrm>
                <a:off x="2357640" y="3366360"/>
                <a:ext cx="1631520" cy="1205640"/>
                <a:chOff x="2357640" y="3366360"/>
                <a:chExt cx="1631520" cy="1205640"/>
              </a:xfrm>
            </p:grpSpPr>
            <p:sp>
              <p:nvSpPr>
                <p:cNvPr id="476" name="Google Shape;554;p63"/>
                <p:cNvSpPr/>
                <p:nvPr/>
              </p:nvSpPr>
              <p:spPr>
                <a:xfrm rot="3600000">
                  <a:off x="3533760" y="3574800"/>
                  <a:ext cx="543960" cy="108360"/>
                </a:xfrm>
                <a:prstGeom prst="roundRect">
                  <a:avLst>
                    <a:gd name="adj" fmla="val 46616"/>
                  </a:avLst>
                </a:prstGeom>
                <a:solidFill>
                  <a:srgbClr val="f2f2f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9240" bIns="3924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7" name="Google Shape;555;p63"/>
                <p:cNvSpPr/>
                <p:nvPr/>
              </p:nvSpPr>
              <p:spPr>
                <a:xfrm rot="14400000">
                  <a:off x="2928960" y="3273840"/>
                  <a:ext cx="367920" cy="151092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f2f2f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8" name="Google Shape;556;p63"/>
                <p:cNvSpPr/>
                <p:nvPr/>
              </p:nvSpPr>
              <p:spPr>
                <a:xfrm rot="14400000">
                  <a:off x="2919600" y="3279240"/>
                  <a:ext cx="367920" cy="1510920"/>
                </a:xfrm>
                <a:custGeom>
                  <a:avLst/>
                  <a:gdLst>
                    <a:gd name="textAreaLeft" fmla="*/ 0 w 367920"/>
                    <a:gd name="textAreaRight" fmla="*/ 368640 w 367920"/>
                    <a:gd name="textAreaTop" fmla="*/ 0 h 1510920"/>
                    <a:gd name="textAreaBottom" fmla="*/ 1511640 h 1510920"/>
                  </a:gdLst>
                  <a:ahLst/>
                  <a:rect l="textAreaLeft" t="textAreaTop" r="textAreaRight" b="textAreaBottom"/>
                  <a:pathLst>
                    <a:path w="665170" h="2726892">
                      <a:moveTo>
                        <a:pt x="332585" y="0"/>
                      </a:moveTo>
                      <a:lnTo>
                        <a:pt x="332585" y="0"/>
                      </a:lnTo>
                      <a:cubicBezTo>
                        <a:pt x="516267" y="0"/>
                        <a:pt x="665170" y="148903"/>
                        <a:pt x="665170" y="332585"/>
                      </a:cubicBezTo>
                      <a:cubicBezTo>
                        <a:pt x="665078" y="692931"/>
                        <a:pt x="664987" y="1053276"/>
                        <a:pt x="664895" y="1413622"/>
                      </a:cubicBezTo>
                      <a:cubicBezTo>
                        <a:pt x="476395" y="1778168"/>
                        <a:pt x="266092" y="2119826"/>
                        <a:pt x="0" y="2726892"/>
                      </a:cubicBezTo>
                      <a:lnTo>
                        <a:pt x="0" y="2726892"/>
                      </a:lnTo>
                      <a:lnTo>
                        <a:pt x="0" y="332585"/>
                      </a:lnTo>
                      <a:cubicBezTo>
                        <a:pt x="0" y="148903"/>
                        <a:pt x="148903" y="0"/>
                        <a:pt x="332585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  <p:sp>
            <p:nvSpPr>
              <p:cNvPr id="479" name="Google Shape;557;p63"/>
              <p:cNvSpPr/>
              <p:nvPr/>
            </p:nvSpPr>
            <p:spPr>
              <a:xfrm rot="19922400">
                <a:off x="2945880" y="3967200"/>
                <a:ext cx="102240" cy="102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360" bIns="363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0" name="Google Shape;558;p63"/>
              <p:cNvSpPr/>
              <p:nvPr/>
            </p:nvSpPr>
            <p:spPr>
              <a:xfrm rot="19922400">
                <a:off x="2808720" y="4204080"/>
                <a:ext cx="50760" cy="50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1" name="Google Shape;559;p63"/>
              <p:cNvSpPr/>
              <p:nvPr/>
            </p:nvSpPr>
            <p:spPr>
              <a:xfrm rot="19922400">
                <a:off x="2647080" y="4244760"/>
                <a:ext cx="83160" cy="831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2" name="Google Shape;560;p63"/>
              <p:cNvSpPr/>
              <p:nvPr/>
            </p:nvSpPr>
            <p:spPr>
              <a:xfrm rot="19922400">
                <a:off x="3237480" y="3877920"/>
                <a:ext cx="138600" cy="13860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3" name="Google Shape;561;p63"/>
              <p:cNvSpPr/>
              <p:nvPr/>
            </p:nvSpPr>
            <p:spPr>
              <a:xfrm rot="19922400">
                <a:off x="3005280" y="4200120"/>
                <a:ext cx="50760" cy="50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4" name="Google Shape;562;p63"/>
              <p:cNvSpPr/>
              <p:nvPr/>
            </p:nvSpPr>
            <p:spPr>
              <a:xfrm rot="19922400">
                <a:off x="3114360" y="4045680"/>
                <a:ext cx="83160" cy="831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85" name="Google Shape;563;p63"/>
              <p:cNvGrpSpPr/>
              <p:nvPr/>
            </p:nvGrpSpPr>
            <p:grpSpPr>
              <a:xfrm>
                <a:off x="3033000" y="3406320"/>
                <a:ext cx="722880" cy="544680"/>
                <a:chOff x="3033000" y="3406320"/>
                <a:chExt cx="722880" cy="544680"/>
              </a:xfrm>
            </p:grpSpPr>
            <p:sp>
              <p:nvSpPr>
                <p:cNvPr id="486" name="Google Shape;564;p63"/>
                <p:cNvSpPr/>
                <p:nvPr/>
              </p:nvSpPr>
              <p:spPr>
                <a:xfrm rot="3566400">
                  <a:off x="3436200" y="3523680"/>
                  <a:ext cx="348120" cy="131760"/>
                </a:xfrm>
                <a:prstGeom prst="flowChartTerminator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87" name="Google Shape;565;p63"/>
                <p:cNvSpPr/>
                <p:nvPr/>
              </p:nvSpPr>
              <p:spPr>
                <a:xfrm rot="3566400">
                  <a:off x="3249720" y="3593880"/>
                  <a:ext cx="428760" cy="131760"/>
                </a:xfrm>
                <a:prstGeom prst="flowChartTerminator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88" name="Google Shape;566;p63"/>
                <p:cNvSpPr/>
                <p:nvPr/>
              </p:nvSpPr>
              <p:spPr>
                <a:xfrm rot="3566400">
                  <a:off x="3116880" y="3639240"/>
                  <a:ext cx="401760" cy="131760"/>
                </a:xfrm>
                <a:prstGeom prst="flowChartTerminator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89" name="Google Shape;567;p63"/>
                <p:cNvSpPr/>
                <p:nvPr/>
              </p:nvSpPr>
              <p:spPr>
                <a:xfrm rot="3566400">
                  <a:off x="3010680" y="3713400"/>
                  <a:ext cx="321120" cy="131760"/>
                </a:xfrm>
                <a:prstGeom prst="flowChartTerminator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90" name="Google Shape;568;p63"/>
            <p:cNvGrpSpPr/>
            <p:nvPr/>
          </p:nvGrpSpPr>
          <p:grpSpPr>
            <a:xfrm>
              <a:off x="3610440" y="4315680"/>
              <a:ext cx="1450080" cy="2031120"/>
              <a:chOff x="3610440" y="4315680"/>
              <a:chExt cx="1450080" cy="2031120"/>
            </a:xfrm>
          </p:grpSpPr>
          <p:sp>
            <p:nvSpPr>
              <p:cNvPr id="491" name="Google Shape;569;p63"/>
              <p:cNvSpPr/>
              <p:nvPr/>
            </p:nvSpPr>
            <p:spPr>
              <a:xfrm rot="20822400">
                <a:off x="3903120" y="4483800"/>
                <a:ext cx="518040" cy="777240"/>
              </a:xfrm>
              <a:prstGeom prst="rect">
                <a:avLst/>
              </a:prstGeom>
              <a:solidFill>
                <a:srgbClr val="f2f2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2" name="Google Shape;570;p63"/>
              <p:cNvSpPr/>
              <p:nvPr/>
            </p:nvSpPr>
            <p:spPr>
              <a:xfrm rot="20822400">
                <a:off x="3730320" y="5016960"/>
                <a:ext cx="1209600" cy="1209600"/>
              </a:xfrm>
              <a:custGeom>
                <a:avLst/>
                <a:gdLst>
                  <a:gd name="textAreaLeft" fmla="*/ 0 w 1209600"/>
                  <a:gd name="textAreaRight" fmla="*/ 1210320 w 1209600"/>
                  <a:gd name="textAreaTop" fmla="*/ 0 h 1209600"/>
                  <a:gd name="textAreaBottom" fmla="*/ 1210320 h 1209600"/>
                </a:gdLst>
                <a:ahLst/>
                <a:rect l="textAreaLeft" t="textAreaTop" r="textAreaRight" b="textAreaBottom"/>
                <a:pathLst>
                  <a:path w="2016224" h="2016224">
                    <a:moveTo>
                      <a:pt x="0" y="1499022"/>
                    </a:moveTo>
                    <a:cubicBezTo>
                      <a:pt x="17125" y="1145997"/>
                      <a:pt x="344800" y="266760"/>
                      <a:pt x="594839" y="0"/>
                    </a:cubicBezTo>
                    <a:lnTo>
                      <a:pt x="1438637" y="1"/>
                    </a:lnTo>
                    <a:cubicBezTo>
                      <a:pt x="1675535" y="249838"/>
                      <a:pt x="2001847" y="1162985"/>
                      <a:pt x="2016224" y="1499022"/>
                    </a:cubicBezTo>
                    <a:cubicBezTo>
                      <a:pt x="2016224" y="1784665"/>
                      <a:pt x="1784665" y="2016224"/>
                      <a:pt x="1499022" y="2016224"/>
                    </a:cubicBezTo>
                    <a:lnTo>
                      <a:pt x="517202" y="2016224"/>
                    </a:lnTo>
                    <a:cubicBezTo>
                      <a:pt x="231559" y="2016224"/>
                      <a:pt x="0" y="1784665"/>
                      <a:pt x="0" y="1499022"/>
                    </a:cubicBezTo>
                    <a:close/>
                  </a:path>
                </a:pathLst>
              </a:custGeom>
              <a:solidFill>
                <a:srgbClr val="f2f2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3" name="Google Shape;571;p63"/>
              <p:cNvSpPr/>
              <p:nvPr/>
            </p:nvSpPr>
            <p:spPr>
              <a:xfrm rot="20822400">
                <a:off x="3780720" y="5456880"/>
                <a:ext cx="1209600" cy="763560"/>
              </a:xfrm>
              <a:custGeom>
                <a:avLst/>
                <a:gdLst>
                  <a:gd name="textAreaLeft" fmla="*/ 0 w 1209600"/>
                  <a:gd name="textAreaRight" fmla="*/ 1210320 w 1209600"/>
                  <a:gd name="textAreaTop" fmla="*/ 0 h 763560"/>
                  <a:gd name="textAreaBottom" fmla="*/ 764280 h 763560"/>
                </a:gdLst>
                <a:ahLst/>
                <a:rect l="textAreaLeft" t="textAreaTop" r="textAreaRight" b="textAreaBottom"/>
                <a:pathLst>
                  <a:path w="2016224" h="1273207">
                    <a:moveTo>
                      <a:pt x="170132" y="0"/>
                    </a:moveTo>
                    <a:cubicBezTo>
                      <a:pt x="823292" y="85075"/>
                      <a:pt x="1203397" y="143700"/>
                      <a:pt x="1908881" y="265095"/>
                    </a:cubicBezTo>
                    <a:cubicBezTo>
                      <a:pt x="1970783" y="462532"/>
                      <a:pt x="2011360" y="642304"/>
                      <a:pt x="2016224" y="756005"/>
                    </a:cubicBezTo>
                    <a:cubicBezTo>
                      <a:pt x="2016224" y="1041648"/>
                      <a:pt x="1784665" y="1273207"/>
                      <a:pt x="1499022" y="1273207"/>
                    </a:cubicBezTo>
                    <a:lnTo>
                      <a:pt x="517202" y="1273207"/>
                    </a:lnTo>
                    <a:cubicBezTo>
                      <a:pt x="231559" y="1273207"/>
                      <a:pt x="0" y="1041648"/>
                      <a:pt x="0" y="756005"/>
                    </a:cubicBezTo>
                    <a:cubicBezTo>
                      <a:pt x="5758" y="637302"/>
                      <a:pt x="107653" y="194008"/>
                      <a:pt x="170132" y="0"/>
                    </a:cubicBezTo>
                    <a:close/>
                  </a:path>
                </a:pathLst>
              </a:custGeom>
              <a:solidFill>
                <a:srgbClr val="0075e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94" name="Google Shape;572;p63"/>
              <p:cNvSpPr/>
              <p:nvPr/>
            </p:nvSpPr>
            <p:spPr>
              <a:xfrm rot="19922400">
                <a:off x="4185000" y="6081120"/>
                <a:ext cx="105480" cy="10548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7080" bIns="3708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5" name="Google Shape;573;p63"/>
              <p:cNvSpPr/>
              <p:nvPr/>
            </p:nvSpPr>
            <p:spPr>
              <a:xfrm rot="19922400">
                <a:off x="4406400" y="5848560"/>
                <a:ext cx="52200" cy="5220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6" name="Google Shape;574;p63"/>
              <p:cNvSpPr/>
              <p:nvPr/>
            </p:nvSpPr>
            <p:spPr>
              <a:xfrm rot="19922400">
                <a:off x="4181760" y="5848200"/>
                <a:ext cx="85680" cy="8568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240" bIns="302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7" name="Google Shape;575;p63"/>
              <p:cNvSpPr/>
              <p:nvPr/>
            </p:nvSpPr>
            <p:spPr>
              <a:xfrm rot="19922400">
                <a:off x="4224600" y="5616000"/>
                <a:ext cx="142560" cy="1425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8" name="Google Shape;576;p63"/>
              <p:cNvSpPr/>
              <p:nvPr/>
            </p:nvSpPr>
            <p:spPr>
              <a:xfrm rot="19922400">
                <a:off x="4483800" y="6000120"/>
                <a:ext cx="52200" cy="5220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9" name="Google Shape;577;p63"/>
              <p:cNvSpPr/>
              <p:nvPr/>
            </p:nvSpPr>
            <p:spPr>
              <a:xfrm rot="19922400">
                <a:off x="4525560" y="5703120"/>
                <a:ext cx="85680" cy="8568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240" bIns="302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0" name="Google Shape;578;p63"/>
              <p:cNvSpPr/>
              <p:nvPr/>
            </p:nvSpPr>
            <p:spPr>
              <a:xfrm rot="19922400">
                <a:off x="4125600" y="5360760"/>
                <a:ext cx="105480" cy="105480"/>
              </a:xfrm>
              <a:prstGeom prst="ellipse">
                <a:avLst/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7080" bIns="3708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01" name="Google Shape;579;p63"/>
              <p:cNvSpPr/>
              <p:nvPr/>
            </p:nvSpPr>
            <p:spPr>
              <a:xfrm rot="19922400">
                <a:off x="3964680" y="4610880"/>
                <a:ext cx="52200" cy="52200"/>
              </a:xfrm>
              <a:prstGeom prst="ellipse">
                <a:avLst/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02" name="Google Shape;580;p63"/>
              <p:cNvSpPr/>
              <p:nvPr/>
            </p:nvSpPr>
            <p:spPr>
              <a:xfrm rot="19922400">
                <a:off x="4135680" y="5128560"/>
                <a:ext cx="85680" cy="85680"/>
              </a:xfrm>
              <a:prstGeom prst="ellipse">
                <a:avLst/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240" bIns="302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03" name="Google Shape;581;p63"/>
              <p:cNvSpPr/>
              <p:nvPr/>
            </p:nvSpPr>
            <p:spPr>
              <a:xfrm rot="19922400">
                <a:off x="4369320" y="5367600"/>
                <a:ext cx="142560" cy="142560"/>
              </a:xfrm>
              <a:prstGeom prst="ellipse">
                <a:avLst/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04" name="Google Shape;582;p63"/>
              <p:cNvSpPr/>
              <p:nvPr/>
            </p:nvSpPr>
            <p:spPr>
              <a:xfrm rot="19922400">
                <a:off x="4290840" y="5191200"/>
                <a:ext cx="85680" cy="85680"/>
              </a:xfrm>
              <a:prstGeom prst="ellipse">
                <a:avLst/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240" bIns="302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05" name="Google Shape;583;p63"/>
              <p:cNvSpPr/>
              <p:nvPr/>
            </p:nvSpPr>
            <p:spPr>
              <a:xfrm rot="19922400">
                <a:off x="4041360" y="4872960"/>
                <a:ext cx="85680" cy="85680"/>
              </a:xfrm>
              <a:prstGeom prst="ellipse">
                <a:avLst/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0240" bIns="302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06" name="Google Shape;584;p63"/>
              <p:cNvSpPr/>
              <p:nvPr/>
            </p:nvSpPr>
            <p:spPr>
              <a:xfrm rot="20822400">
                <a:off x="3762720" y="4381920"/>
                <a:ext cx="603000" cy="116640"/>
              </a:xfrm>
              <a:prstGeom prst="roundRect">
                <a:avLst>
                  <a:gd name="adj" fmla="val 50000"/>
                </a:avLst>
              </a:prstGeom>
              <a:solidFill>
                <a:srgbClr val="f2f2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1400" bIns="414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07" name="Google Shape;585;p63"/>
              <p:cNvGrpSpPr/>
              <p:nvPr/>
            </p:nvGrpSpPr>
            <p:grpSpPr>
              <a:xfrm>
                <a:off x="4128120" y="4471920"/>
                <a:ext cx="552600" cy="696600"/>
                <a:chOff x="4128120" y="4471920"/>
                <a:chExt cx="552600" cy="696600"/>
              </a:xfrm>
            </p:grpSpPr>
            <p:sp>
              <p:nvSpPr>
                <p:cNvPr id="508" name="Google Shape;586;p63"/>
                <p:cNvSpPr/>
                <p:nvPr/>
              </p:nvSpPr>
              <p:spPr>
                <a:xfrm rot="9637200">
                  <a:off x="4310280" y="4980600"/>
                  <a:ext cx="358560" cy="131760"/>
                </a:xfrm>
                <a:prstGeom prst="flowChartTerminator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09" name="Google Shape;587;p63"/>
                <p:cNvSpPr/>
                <p:nvPr/>
              </p:nvSpPr>
              <p:spPr>
                <a:xfrm rot="9637200">
                  <a:off x="4137480" y="4676760"/>
                  <a:ext cx="441360" cy="131760"/>
                </a:xfrm>
                <a:prstGeom prst="flowChartTerminator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10" name="Google Shape;588;p63"/>
                <p:cNvSpPr/>
                <p:nvPr/>
              </p:nvSpPr>
              <p:spPr>
                <a:xfrm rot="9637200">
                  <a:off x="4226400" y="4827240"/>
                  <a:ext cx="414000" cy="131760"/>
                </a:xfrm>
                <a:prstGeom prst="flowChartTerminator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11" name="Google Shape;589;p63"/>
                <p:cNvSpPr/>
                <p:nvPr/>
              </p:nvSpPr>
              <p:spPr>
                <a:xfrm rot="9637200">
                  <a:off x="4167360" y="4522680"/>
                  <a:ext cx="330840" cy="131760"/>
                </a:xfrm>
                <a:prstGeom prst="flowChartTerminator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grpSp>
        <p:nvGrpSpPr>
          <p:cNvPr id="512" name="Google Shape;590;p63"/>
          <p:cNvGrpSpPr/>
          <p:nvPr/>
        </p:nvGrpSpPr>
        <p:grpSpPr>
          <a:xfrm>
            <a:off x="5110560" y="3499200"/>
            <a:ext cx="2201400" cy="2684880"/>
            <a:chOff x="5110560" y="3499200"/>
            <a:chExt cx="2201400" cy="2684880"/>
          </a:xfrm>
        </p:grpSpPr>
        <p:grpSp>
          <p:nvGrpSpPr>
            <p:cNvPr id="513" name="Google Shape;591;p63"/>
            <p:cNvGrpSpPr/>
            <p:nvPr/>
          </p:nvGrpSpPr>
          <p:grpSpPr>
            <a:xfrm>
              <a:off x="5903280" y="4734360"/>
              <a:ext cx="615960" cy="1449720"/>
              <a:chOff x="5903280" y="4734360"/>
              <a:chExt cx="615960" cy="1449720"/>
            </a:xfrm>
          </p:grpSpPr>
          <p:grpSp>
            <p:nvGrpSpPr>
              <p:cNvPr id="514" name="Google Shape;592;p63"/>
              <p:cNvGrpSpPr/>
              <p:nvPr/>
            </p:nvGrpSpPr>
            <p:grpSpPr>
              <a:xfrm>
                <a:off x="5941800" y="4765320"/>
                <a:ext cx="539640" cy="1418760"/>
                <a:chOff x="5941800" y="4765320"/>
                <a:chExt cx="539640" cy="1418760"/>
              </a:xfrm>
            </p:grpSpPr>
            <p:sp>
              <p:nvSpPr>
                <p:cNvPr id="515" name="Google Shape;593;p63"/>
                <p:cNvSpPr/>
                <p:nvPr/>
              </p:nvSpPr>
              <p:spPr>
                <a:xfrm rot="10800000">
                  <a:off x="5942880" y="5640120"/>
                  <a:ext cx="538560" cy="543960"/>
                </a:xfrm>
                <a:prstGeom prst="blockArc">
                  <a:avLst>
                    <a:gd name="adj1" fmla="val 10800000"/>
                    <a:gd name="adj2" fmla="val 9456"/>
                    <a:gd name="adj3" fmla="val 10672"/>
                  </a:avLst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16" name="Google Shape;594;p63"/>
                <p:cNvSpPr/>
                <p:nvPr/>
              </p:nvSpPr>
              <p:spPr>
                <a:xfrm rot="16200000">
                  <a:off x="5392800" y="5314320"/>
                  <a:ext cx="1155240" cy="57240"/>
                </a:xfrm>
                <a:prstGeom prst="rect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8800" bIns="288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17" name="Google Shape;595;p63"/>
                <p:cNvSpPr/>
                <p:nvPr/>
              </p:nvSpPr>
              <p:spPr>
                <a:xfrm rot="16200000">
                  <a:off x="5873400" y="5314320"/>
                  <a:ext cx="1155240" cy="57240"/>
                </a:xfrm>
                <a:prstGeom prst="rect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8800" bIns="288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518" name="Google Shape;596;p63"/>
              <p:cNvSpPr/>
              <p:nvPr/>
            </p:nvSpPr>
            <p:spPr>
              <a:xfrm>
                <a:off x="5903280" y="4734360"/>
                <a:ext cx="95760" cy="5724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160" bIns="201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9" name="Google Shape;597;p63"/>
              <p:cNvSpPr/>
              <p:nvPr/>
            </p:nvSpPr>
            <p:spPr>
              <a:xfrm>
                <a:off x="6423480" y="4734360"/>
                <a:ext cx="95760" cy="5724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160" bIns="201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0" name="Google Shape;598;p63"/>
              <p:cNvSpPr/>
              <p:nvPr/>
            </p:nvSpPr>
            <p:spPr>
              <a:xfrm rot="10800000">
                <a:off x="6000480" y="5278320"/>
                <a:ext cx="421920" cy="849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d8d8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21" name="Google Shape;599;p63"/>
            <p:cNvSpPr/>
            <p:nvPr/>
          </p:nvSpPr>
          <p:spPr>
            <a:xfrm rot="19922400">
              <a:off x="6243120" y="5734440"/>
              <a:ext cx="98280" cy="9828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2" name="Google Shape;600;p63"/>
            <p:cNvSpPr/>
            <p:nvPr/>
          </p:nvSpPr>
          <p:spPr>
            <a:xfrm rot="19922400">
              <a:off x="6243120" y="5640480"/>
              <a:ext cx="48960" cy="4896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3" name="Google Shape;601;p63"/>
            <p:cNvSpPr/>
            <p:nvPr/>
          </p:nvSpPr>
          <p:spPr>
            <a:xfrm rot="19922400">
              <a:off x="6085440" y="5562360"/>
              <a:ext cx="79920" cy="7992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440" bIns="28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4" name="Google Shape;602;p63"/>
            <p:cNvSpPr/>
            <p:nvPr/>
          </p:nvSpPr>
          <p:spPr>
            <a:xfrm rot="19922400">
              <a:off x="6125760" y="5345640"/>
              <a:ext cx="133200" cy="13320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5" name="Google Shape;603;p63"/>
            <p:cNvSpPr/>
            <p:nvPr/>
          </p:nvSpPr>
          <p:spPr>
            <a:xfrm rot="19922400">
              <a:off x="6191640" y="5924160"/>
              <a:ext cx="79920" cy="7992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440" bIns="28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6" name="Google Shape;604;p63"/>
            <p:cNvSpPr/>
            <p:nvPr/>
          </p:nvSpPr>
          <p:spPr>
            <a:xfrm rot="19922400">
              <a:off x="6175440" y="5177520"/>
              <a:ext cx="98280" cy="98280"/>
            </a:xfrm>
            <a:prstGeom prst="ellipse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7" name="Google Shape;605;p63"/>
            <p:cNvSpPr/>
            <p:nvPr/>
          </p:nvSpPr>
          <p:spPr>
            <a:xfrm rot="19922400">
              <a:off x="6028200" y="5064840"/>
              <a:ext cx="79920" cy="79920"/>
            </a:xfrm>
            <a:prstGeom prst="ellipse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440" bIns="28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8" name="Google Shape;606;p63"/>
            <p:cNvSpPr/>
            <p:nvPr/>
          </p:nvSpPr>
          <p:spPr>
            <a:xfrm rot="19922400">
              <a:off x="6202080" y="5045040"/>
              <a:ext cx="68040" cy="68040"/>
            </a:xfrm>
            <a:prstGeom prst="ellipse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120" bIns="241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9" name="Google Shape;607;p63"/>
            <p:cNvSpPr/>
            <p:nvPr/>
          </p:nvSpPr>
          <p:spPr>
            <a:xfrm rot="19922400">
              <a:off x="6289560" y="5497200"/>
              <a:ext cx="79920" cy="7992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440" bIns="28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0" name="Google Shape;608;p63"/>
            <p:cNvSpPr/>
            <p:nvPr/>
          </p:nvSpPr>
          <p:spPr>
            <a:xfrm rot="19922400">
              <a:off x="6128640" y="5826240"/>
              <a:ext cx="48960" cy="4896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1" name="Google Shape;609;p63"/>
            <p:cNvSpPr/>
            <p:nvPr/>
          </p:nvSpPr>
          <p:spPr>
            <a:xfrm rot="19922400">
              <a:off x="6306840" y="4947480"/>
              <a:ext cx="79920" cy="79920"/>
            </a:xfrm>
            <a:prstGeom prst="ellipse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440" bIns="28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2" name="Google Shape;610;p63"/>
            <p:cNvSpPr/>
            <p:nvPr/>
          </p:nvSpPr>
          <p:spPr>
            <a:xfrm>
              <a:off x="5110560" y="4078800"/>
              <a:ext cx="403200" cy="403200"/>
            </a:xfrm>
            <a:prstGeom prst="ellipse">
              <a:avLst/>
            </a:prstGeom>
            <a:solidFill>
              <a:srgbClr val="0075e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3" name="Google Shape;611;p63"/>
            <p:cNvSpPr/>
            <p:nvPr/>
          </p:nvSpPr>
          <p:spPr>
            <a:xfrm>
              <a:off x="6009840" y="3499200"/>
              <a:ext cx="403200" cy="403200"/>
            </a:xfrm>
            <a:prstGeom prst="ellipse">
              <a:avLst/>
            </a:prstGeom>
            <a:solidFill>
              <a:srgbClr val="0062b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4" name="Google Shape;612;p63"/>
            <p:cNvSpPr/>
            <p:nvPr/>
          </p:nvSpPr>
          <p:spPr>
            <a:xfrm>
              <a:off x="6608880" y="3648240"/>
              <a:ext cx="403200" cy="403200"/>
            </a:xfrm>
            <a:prstGeom prst="ellipse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5" name="Google Shape;613;p63"/>
            <p:cNvSpPr/>
            <p:nvPr/>
          </p:nvSpPr>
          <p:spPr>
            <a:xfrm>
              <a:off x="5410440" y="3648240"/>
              <a:ext cx="403200" cy="403200"/>
            </a:xfrm>
            <a:prstGeom prst="ellipse">
              <a:avLst/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6" name="Google Shape;614;p63"/>
            <p:cNvSpPr/>
            <p:nvPr/>
          </p:nvSpPr>
          <p:spPr>
            <a:xfrm>
              <a:off x="6908760" y="4078800"/>
              <a:ext cx="403200" cy="403200"/>
            </a:xfrm>
            <a:prstGeom prst="ellipse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537" name="Google Shape;615;p63"/>
            <p:cNvCxnSpPr>
              <a:stCxn id="538" idx="0"/>
              <a:endCxn id="533" idx="4"/>
            </p:cNvCxnSpPr>
            <p:nvPr/>
          </p:nvCxnSpPr>
          <p:spPr>
            <a:xfrm flipV="1">
              <a:off x="6211800" y="3902760"/>
              <a:ext cx="720" cy="940680"/>
            </a:xfrm>
            <a:prstGeom prst="straightConnector1">
              <a:avLst/>
            </a:prstGeom>
            <a:ln w="25400">
              <a:solidFill>
                <a:srgbClr val="bfbfbf"/>
              </a:solidFill>
              <a:miter/>
            </a:ln>
          </p:spPr>
        </p:cxnSp>
        <p:cxnSp>
          <p:nvCxnSpPr>
            <p:cNvPr id="539" name="Google Shape;617;p63"/>
            <p:cNvCxnSpPr>
              <a:stCxn id="538" idx="0"/>
              <a:endCxn id="540" idx="4"/>
            </p:cNvCxnSpPr>
            <p:nvPr/>
          </p:nvCxnSpPr>
          <p:spPr>
            <a:xfrm flipH="1" flipV="1">
              <a:off x="5911920" y="4419000"/>
              <a:ext cx="300600" cy="424440"/>
            </a:xfrm>
            <a:prstGeom prst="straightConnector1">
              <a:avLst/>
            </a:prstGeom>
            <a:ln w="25400">
              <a:solidFill>
                <a:srgbClr val="bfbfbf"/>
              </a:solidFill>
              <a:miter/>
            </a:ln>
          </p:spPr>
        </p:cxnSp>
        <p:cxnSp>
          <p:nvCxnSpPr>
            <p:cNvPr id="541" name="Google Shape;619;p63"/>
            <p:cNvCxnSpPr>
              <a:stCxn id="538" idx="0"/>
              <a:endCxn id="542" idx="4"/>
            </p:cNvCxnSpPr>
            <p:nvPr/>
          </p:nvCxnSpPr>
          <p:spPr>
            <a:xfrm flipV="1">
              <a:off x="6211800" y="4419000"/>
              <a:ext cx="300240" cy="424440"/>
            </a:xfrm>
            <a:prstGeom prst="straightConnector1">
              <a:avLst/>
            </a:prstGeom>
            <a:ln w="25400">
              <a:solidFill>
                <a:srgbClr val="bfbfbf"/>
              </a:solidFill>
              <a:miter/>
            </a:ln>
          </p:spPr>
        </p:cxnSp>
        <p:cxnSp>
          <p:nvCxnSpPr>
            <p:cNvPr id="543" name="Google Shape;621;p63"/>
            <p:cNvCxnSpPr>
              <a:stCxn id="538" idx="0"/>
              <a:endCxn id="536" idx="2"/>
            </p:cNvCxnSpPr>
            <p:nvPr/>
          </p:nvCxnSpPr>
          <p:spPr>
            <a:xfrm flipV="1">
              <a:off x="6211800" y="4280760"/>
              <a:ext cx="697680" cy="562680"/>
            </a:xfrm>
            <a:prstGeom prst="straightConnector1">
              <a:avLst/>
            </a:prstGeom>
            <a:ln w="25400">
              <a:solidFill>
                <a:srgbClr val="bfbfbf"/>
              </a:solidFill>
              <a:miter/>
            </a:ln>
          </p:spPr>
        </p:cxnSp>
        <p:sp>
          <p:nvSpPr>
            <p:cNvPr id="544" name="Google Shape;622;p63"/>
            <p:cNvSpPr/>
            <p:nvPr/>
          </p:nvSpPr>
          <p:spPr>
            <a:xfrm>
              <a:off x="5811120" y="3849840"/>
              <a:ext cx="380520" cy="975600"/>
            </a:xfrm>
            <a:custGeom>
              <a:avLst/>
              <a:gdLst>
                <a:gd name="textAreaLeft" fmla="*/ 0 w 380520"/>
                <a:gd name="textAreaRight" fmla="*/ 381240 w 380520"/>
                <a:gd name="textAreaTop" fmla="*/ 0 h 975600"/>
                <a:gd name="textAreaBottom" fmla="*/ 976320 h 975600"/>
              </a:gdLst>
              <a:ahLst/>
              <a:rect l="textAreaLeft" t="textAreaTop" r="textAreaRight" b="textAreaBottom"/>
              <a:pathLst>
                <a:path w="506994" h="1566249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bfbf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5" name="Google Shape;623;p63"/>
            <p:cNvSpPr/>
            <p:nvPr/>
          </p:nvSpPr>
          <p:spPr>
            <a:xfrm flipH="1">
              <a:off x="6234120" y="3849840"/>
              <a:ext cx="380520" cy="975600"/>
            </a:xfrm>
            <a:custGeom>
              <a:avLst/>
              <a:gdLst>
                <a:gd name="textAreaLeft" fmla="*/ 360 w 380520"/>
                <a:gd name="textAreaRight" fmla="*/ 381600 w 380520"/>
                <a:gd name="textAreaTop" fmla="*/ 0 h 975600"/>
                <a:gd name="textAreaBottom" fmla="*/ 976320 h 975600"/>
              </a:gdLst>
              <a:ahLst/>
              <a:rect l="textAreaLeft" t="textAreaTop" r="textAreaRight" b="textAreaBottom"/>
              <a:pathLst>
                <a:path w="506994" h="1566249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bfbf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546" name="Google Shape;624;p63"/>
            <p:cNvCxnSpPr>
              <a:stCxn id="532" idx="6"/>
              <a:endCxn id="538" idx="0"/>
            </p:cNvCxnSpPr>
            <p:nvPr/>
          </p:nvCxnSpPr>
          <p:spPr>
            <a:xfrm>
              <a:off x="5514120" y="4280760"/>
              <a:ext cx="698400" cy="562680"/>
            </a:xfrm>
            <a:prstGeom prst="straightConnector1">
              <a:avLst/>
            </a:prstGeom>
            <a:ln w="25400">
              <a:solidFill>
                <a:srgbClr val="bfbfbf"/>
              </a:solidFill>
              <a:miter/>
            </a:ln>
          </p:spPr>
        </p:cxnSp>
        <p:cxnSp>
          <p:nvCxnSpPr>
            <p:cNvPr id="547" name="Google Shape;625;p63"/>
            <p:cNvCxnSpPr>
              <a:stCxn id="538" idx="0"/>
              <a:endCxn id="548" idx="7"/>
            </p:cNvCxnSpPr>
            <p:nvPr/>
          </p:nvCxnSpPr>
          <p:spPr>
            <a:xfrm flipH="1" flipV="1">
              <a:off x="5754960" y="4546800"/>
              <a:ext cx="457560" cy="296640"/>
            </a:xfrm>
            <a:prstGeom prst="straightConnector1">
              <a:avLst/>
            </a:prstGeom>
            <a:ln w="25400">
              <a:solidFill>
                <a:srgbClr val="bfbfbf"/>
              </a:solidFill>
              <a:miter/>
            </a:ln>
          </p:spPr>
        </p:cxnSp>
        <p:cxnSp>
          <p:nvCxnSpPr>
            <p:cNvPr id="549" name="Google Shape;627;p63"/>
            <p:cNvCxnSpPr>
              <a:stCxn id="538" idx="0"/>
              <a:endCxn id="550" idx="1"/>
            </p:cNvCxnSpPr>
            <p:nvPr/>
          </p:nvCxnSpPr>
          <p:spPr>
            <a:xfrm flipV="1">
              <a:off x="6211800" y="4546800"/>
              <a:ext cx="456840" cy="296640"/>
            </a:xfrm>
            <a:prstGeom prst="straightConnector1">
              <a:avLst/>
            </a:prstGeom>
            <a:ln w="25400">
              <a:solidFill>
                <a:srgbClr val="bfbfbf"/>
              </a:solidFill>
              <a:miter/>
            </a:ln>
          </p:spPr>
        </p:cxnSp>
        <p:sp>
          <p:nvSpPr>
            <p:cNvPr id="538" name="Google Shape;616;p63"/>
            <p:cNvSpPr/>
            <p:nvPr/>
          </p:nvSpPr>
          <p:spPr>
            <a:xfrm>
              <a:off x="6144840" y="4842720"/>
              <a:ext cx="133200" cy="133200"/>
            </a:xfrm>
            <a:prstGeom prst="ellipse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0" name="Google Shape;628;p63"/>
            <p:cNvSpPr/>
            <p:nvPr/>
          </p:nvSpPr>
          <p:spPr>
            <a:xfrm>
              <a:off x="6608880" y="4487760"/>
              <a:ext cx="403200" cy="403200"/>
            </a:xfrm>
            <a:prstGeom prst="ellipse">
              <a:avLst/>
            </a:prstGeom>
            <a:solidFill>
              <a:srgbClr val="0075e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8" name="Google Shape;626;p63"/>
            <p:cNvSpPr/>
            <p:nvPr/>
          </p:nvSpPr>
          <p:spPr>
            <a:xfrm>
              <a:off x="5410440" y="4487760"/>
              <a:ext cx="403200" cy="403200"/>
            </a:xfrm>
            <a:prstGeom prst="ellipse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0" name="Google Shape;618;p63"/>
            <p:cNvSpPr/>
            <p:nvPr/>
          </p:nvSpPr>
          <p:spPr>
            <a:xfrm>
              <a:off x="5709960" y="4015440"/>
              <a:ext cx="403200" cy="403200"/>
            </a:xfrm>
            <a:prstGeom prst="ellipse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2" name="Google Shape;620;p63"/>
            <p:cNvSpPr/>
            <p:nvPr/>
          </p:nvSpPr>
          <p:spPr>
            <a:xfrm>
              <a:off x="6309360" y="4015440"/>
              <a:ext cx="403200" cy="403200"/>
            </a:xfrm>
            <a:prstGeom prst="ellipse">
              <a:avLst/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1" name="Google Shape;629;p63"/>
            <p:cNvSpPr/>
            <p:nvPr/>
          </p:nvSpPr>
          <p:spPr>
            <a:xfrm>
              <a:off x="6391800" y="4088880"/>
              <a:ext cx="231480" cy="256680"/>
            </a:xfrm>
            <a:custGeom>
              <a:avLst/>
              <a:gdLst>
                <a:gd name="textAreaLeft" fmla="*/ 0 w 231480"/>
                <a:gd name="textAreaRight" fmla="*/ 232200 w 231480"/>
                <a:gd name="textAreaTop" fmla="*/ 0 h 256680"/>
                <a:gd name="textAreaBottom" fmla="*/ 257400 h 256680"/>
              </a:gdLst>
              <a:ahLst/>
              <a:rect l="textAreaLeft" t="textAreaTop" r="textAreaRight" b="textAreaBottom"/>
              <a:pathLst>
                <a:path w="3573863" h="3960440">
                  <a:moveTo>
                    <a:pt x="1778235" y="2854144"/>
                  </a:moveTo>
                  <a:cubicBezTo>
                    <a:pt x="1630806" y="2921039"/>
                    <a:pt x="1485756" y="2976063"/>
                    <a:pt x="1346395" y="3019665"/>
                  </a:cubicBezTo>
                  <a:cubicBezTo>
                    <a:pt x="1449229" y="3443341"/>
                    <a:pt x="1614264" y="3717505"/>
                    <a:pt x="1800200" y="3717505"/>
                  </a:cubicBezTo>
                  <a:cubicBezTo>
                    <a:pt x="1981797" y="3717505"/>
                    <a:pt x="2143458" y="3455988"/>
                    <a:pt x="2246629" y="3049019"/>
                  </a:cubicBezTo>
                  <a:cubicBezTo>
                    <a:pt x="2095629" y="2998005"/>
                    <a:pt x="1938082" y="2933129"/>
                    <a:pt x="1778235" y="2854144"/>
                  </a:cubicBezTo>
                  <a:close/>
                  <a:moveTo>
                    <a:pt x="1266675" y="2564179"/>
                  </a:moveTo>
                  <a:lnTo>
                    <a:pt x="1299457" y="2790710"/>
                  </a:lnTo>
                  <a:cubicBezTo>
                    <a:pt x="1367662" y="2767618"/>
                    <a:pt x="1437614" y="2740949"/>
                    <a:pt x="1508914" y="2711076"/>
                  </a:cubicBezTo>
                  <a:cubicBezTo>
                    <a:pt x="1464441" y="2687582"/>
                    <a:pt x="1420733" y="2661738"/>
                    <a:pt x="1377054" y="2634978"/>
                  </a:cubicBezTo>
                  <a:close/>
                  <a:moveTo>
                    <a:pt x="2333774" y="2560277"/>
                  </a:moveTo>
                  <a:cubicBezTo>
                    <a:pt x="2295625" y="2584830"/>
                    <a:pt x="2256319" y="2608268"/>
                    <a:pt x="2216371" y="2631332"/>
                  </a:cubicBezTo>
                  <a:lnTo>
                    <a:pt x="2055143" y="2720029"/>
                  </a:lnTo>
                  <a:cubicBezTo>
                    <a:pt x="2137322" y="2758240"/>
                    <a:pt x="2218112" y="2791558"/>
                    <a:pt x="2296361" y="2820732"/>
                  </a:cubicBezTo>
                  <a:cubicBezTo>
                    <a:pt x="2311421" y="2737872"/>
                    <a:pt x="2324309" y="2650858"/>
                    <a:pt x="2333774" y="2560277"/>
                  </a:cubicBezTo>
                  <a:close/>
                  <a:moveTo>
                    <a:pt x="2938347" y="2115420"/>
                  </a:moveTo>
                  <a:cubicBezTo>
                    <a:pt x="2833874" y="2209266"/>
                    <a:pt x="2717689" y="2301450"/>
                    <a:pt x="2591514" y="2390104"/>
                  </a:cubicBezTo>
                  <a:cubicBezTo>
                    <a:pt x="2577332" y="2568819"/>
                    <a:pt x="2551964" y="2738541"/>
                    <a:pt x="2518016" y="2895802"/>
                  </a:cubicBezTo>
                  <a:cubicBezTo>
                    <a:pt x="2567345" y="2910267"/>
                    <a:pt x="2615150" y="2922759"/>
                    <a:pt x="2661232" y="2933072"/>
                  </a:cubicBezTo>
                  <a:cubicBezTo>
                    <a:pt x="2712976" y="2857644"/>
                    <a:pt x="2799843" y="2808312"/>
                    <a:pt x="2898232" y="2808312"/>
                  </a:cubicBezTo>
                  <a:cubicBezTo>
                    <a:pt x="3002730" y="2808312"/>
                    <a:pt x="3094231" y="2863960"/>
                    <a:pt x="3143840" y="2947770"/>
                  </a:cubicBezTo>
                  <a:cubicBezTo>
                    <a:pt x="3206751" y="2930092"/>
                    <a:pt x="3253488" y="2897708"/>
                    <a:pt x="3281582" y="2851851"/>
                  </a:cubicBezTo>
                  <a:cubicBezTo>
                    <a:pt x="3377140" y="2695873"/>
                    <a:pt x="3235870" y="2418527"/>
                    <a:pt x="2938347" y="2115420"/>
                  </a:cubicBezTo>
                  <a:close/>
                  <a:moveTo>
                    <a:pt x="653371" y="2086408"/>
                  </a:moveTo>
                  <a:cubicBezTo>
                    <a:pt x="358768" y="2375931"/>
                    <a:pt x="216958" y="2642817"/>
                    <a:pt x="306838" y="2798494"/>
                  </a:cubicBezTo>
                  <a:cubicBezTo>
                    <a:pt x="395033" y="2951251"/>
                    <a:pt x="687498" y="2964353"/>
                    <a:pt x="1074605" y="2860911"/>
                  </a:cubicBezTo>
                  <a:cubicBezTo>
                    <a:pt x="1044150" y="2711390"/>
                    <a:pt x="1021245" y="2551128"/>
                    <a:pt x="1007054" y="2383079"/>
                  </a:cubicBezTo>
                  <a:cubicBezTo>
                    <a:pt x="877997" y="2286402"/>
                    <a:pt x="759493" y="2186798"/>
                    <a:pt x="653371" y="2086408"/>
                  </a:cubicBezTo>
                  <a:close/>
                  <a:moveTo>
                    <a:pt x="2606852" y="1818110"/>
                  </a:moveTo>
                  <a:cubicBezTo>
                    <a:pt x="2609297" y="1871560"/>
                    <a:pt x="2610200" y="1925632"/>
                    <a:pt x="2610200" y="1980220"/>
                  </a:cubicBezTo>
                  <a:lnTo>
                    <a:pt x="2607655" y="2082108"/>
                  </a:lnTo>
                  <a:cubicBezTo>
                    <a:pt x="2664327" y="2040229"/>
                    <a:pt x="2718004" y="1997635"/>
                    <a:pt x="2768733" y="1954977"/>
                  </a:cubicBezTo>
                  <a:cubicBezTo>
                    <a:pt x="2718041" y="1909108"/>
                    <a:pt x="2663841" y="1863560"/>
                    <a:pt x="2606852" y="1818110"/>
                  </a:cubicBezTo>
                  <a:close/>
                  <a:moveTo>
                    <a:pt x="995280" y="1792420"/>
                  </a:moveTo>
                  <a:cubicBezTo>
                    <a:pt x="935444" y="1837415"/>
                    <a:pt x="878912" y="1882984"/>
                    <a:pt x="825924" y="1928708"/>
                  </a:cubicBezTo>
                  <a:cubicBezTo>
                    <a:pt x="877915" y="1975725"/>
                    <a:pt x="933502" y="2022554"/>
                    <a:pt x="992040" y="2069282"/>
                  </a:cubicBezTo>
                  <a:cubicBezTo>
                    <a:pt x="990470" y="2039771"/>
                    <a:pt x="990200" y="2010073"/>
                    <a:pt x="990200" y="1980220"/>
                  </a:cubicBezTo>
                  <a:close/>
                  <a:moveTo>
                    <a:pt x="1800199" y="1584251"/>
                  </a:moveTo>
                  <a:cubicBezTo>
                    <a:pt x="1999044" y="1584251"/>
                    <a:pt x="2160239" y="1745446"/>
                    <a:pt x="2160239" y="1944291"/>
                  </a:cubicBezTo>
                  <a:cubicBezTo>
                    <a:pt x="2160239" y="2143136"/>
                    <a:pt x="1999044" y="2304331"/>
                    <a:pt x="1800199" y="2304331"/>
                  </a:cubicBezTo>
                  <a:cubicBezTo>
                    <a:pt x="1601354" y="2304331"/>
                    <a:pt x="1440159" y="2143136"/>
                    <a:pt x="1440159" y="1944291"/>
                  </a:cubicBezTo>
                  <a:cubicBezTo>
                    <a:pt x="1440159" y="1745446"/>
                    <a:pt x="1601354" y="1584251"/>
                    <a:pt x="1800199" y="1584251"/>
                  </a:cubicBezTo>
                  <a:close/>
                  <a:moveTo>
                    <a:pt x="1799180" y="1292973"/>
                  </a:moveTo>
                  <a:cubicBezTo>
                    <a:pt x="1709473" y="1337408"/>
                    <a:pt x="1618838" y="1386220"/>
                    <a:pt x="1527839" y="1438759"/>
                  </a:cubicBezTo>
                  <a:cubicBezTo>
                    <a:pt x="1430103" y="1495187"/>
                    <a:pt x="1336299" y="1553400"/>
                    <a:pt x="1247277" y="1612889"/>
                  </a:cubicBezTo>
                  <a:cubicBezTo>
                    <a:pt x="1237518" y="1731224"/>
                    <a:pt x="1233135" y="1854154"/>
                    <a:pt x="1233135" y="1980220"/>
                  </a:cubicBezTo>
                  <a:lnTo>
                    <a:pt x="1242214" y="2256132"/>
                  </a:lnTo>
                  <a:cubicBezTo>
                    <a:pt x="1325337" y="2314701"/>
                    <a:pt x="1412868" y="2372018"/>
                    <a:pt x="1503964" y="2427827"/>
                  </a:cubicBezTo>
                  <a:cubicBezTo>
                    <a:pt x="1597846" y="2485344"/>
                    <a:pt x="1691436" y="2538760"/>
                    <a:pt x="1784393" y="2586751"/>
                  </a:cubicBezTo>
                  <a:cubicBezTo>
                    <a:pt x="1886614" y="2536574"/>
                    <a:pt x="1990519" y="2481211"/>
                    <a:pt x="2094904" y="2420944"/>
                  </a:cubicBezTo>
                  <a:cubicBezTo>
                    <a:pt x="2186771" y="2367905"/>
                    <a:pt x="2275164" y="2313288"/>
                    <a:pt x="2359234" y="2257296"/>
                  </a:cubicBezTo>
                  <a:cubicBezTo>
                    <a:pt x="2364812" y="2167101"/>
                    <a:pt x="2367265" y="2074538"/>
                    <a:pt x="2367265" y="1980220"/>
                  </a:cubicBezTo>
                  <a:lnTo>
                    <a:pt x="2355768" y="1630798"/>
                  </a:lnTo>
                  <a:cubicBezTo>
                    <a:pt x="2273382" y="1572781"/>
                    <a:pt x="2186657" y="1516029"/>
                    <a:pt x="2096435" y="1460755"/>
                  </a:cubicBezTo>
                  <a:cubicBezTo>
                    <a:pt x="1996852" y="1399746"/>
                    <a:pt x="1897599" y="1343351"/>
                    <a:pt x="1799180" y="1292973"/>
                  </a:cubicBezTo>
                  <a:close/>
                  <a:moveTo>
                    <a:pt x="2285222" y="1081939"/>
                  </a:moveTo>
                  <a:cubicBezTo>
                    <a:pt x="2215903" y="1106831"/>
                    <a:pt x="2144721" y="1134831"/>
                    <a:pt x="2072395" y="1166375"/>
                  </a:cubicBezTo>
                  <a:cubicBezTo>
                    <a:pt x="2123126" y="1193433"/>
                    <a:pt x="2173254" y="1222917"/>
                    <a:pt x="2223344" y="1253604"/>
                  </a:cubicBezTo>
                  <a:lnTo>
                    <a:pt x="2324429" y="1318442"/>
                  </a:lnTo>
                  <a:cubicBezTo>
                    <a:pt x="2313395" y="1236228"/>
                    <a:pt x="2300359" y="1157186"/>
                    <a:pt x="2285222" y="1081939"/>
                  </a:cubicBezTo>
                  <a:close/>
                  <a:moveTo>
                    <a:pt x="1317316" y="1072756"/>
                  </a:moveTo>
                  <a:cubicBezTo>
                    <a:pt x="1302241" y="1146918"/>
                    <a:pt x="1288992" y="1224776"/>
                    <a:pt x="1278338" y="1305859"/>
                  </a:cubicBezTo>
                  <a:cubicBezTo>
                    <a:pt x="1319937" y="1279161"/>
                    <a:pt x="1362772" y="1253543"/>
                    <a:pt x="1406371" y="1228371"/>
                  </a:cubicBezTo>
                  <a:lnTo>
                    <a:pt x="1529166" y="1160817"/>
                  </a:lnTo>
                  <a:cubicBezTo>
                    <a:pt x="1457109" y="1128012"/>
                    <a:pt x="1386248" y="1098795"/>
                    <a:pt x="1317316" y="1072756"/>
                  </a:cubicBezTo>
                  <a:close/>
                  <a:moveTo>
                    <a:pt x="2999167" y="931965"/>
                  </a:moveTo>
                  <a:cubicBezTo>
                    <a:pt x="2863797" y="929602"/>
                    <a:pt x="2695165" y="956643"/>
                    <a:pt x="2505705" y="1011187"/>
                  </a:cubicBezTo>
                  <a:cubicBezTo>
                    <a:pt x="2540918" y="1162557"/>
                    <a:pt x="2567684" y="1326382"/>
                    <a:pt x="2585126" y="1499198"/>
                  </a:cubicBezTo>
                  <a:cubicBezTo>
                    <a:pt x="2715788" y="1596638"/>
                    <a:pt x="2835744" y="1697107"/>
                    <a:pt x="2943147" y="1798370"/>
                  </a:cubicBezTo>
                  <a:cubicBezTo>
                    <a:pt x="3255545" y="1499362"/>
                    <a:pt x="3408394" y="1221406"/>
                    <a:pt x="3315904" y="1061209"/>
                  </a:cubicBezTo>
                  <a:cubicBezTo>
                    <a:pt x="3266970" y="976452"/>
                    <a:pt x="3155149" y="934688"/>
                    <a:pt x="2999167" y="931965"/>
                  </a:cubicBezTo>
                  <a:close/>
                  <a:moveTo>
                    <a:pt x="638815" y="915787"/>
                  </a:moveTo>
                  <a:cubicBezTo>
                    <a:pt x="482814" y="914444"/>
                    <a:pt x="369943" y="953278"/>
                    <a:pt x="318816" y="1036731"/>
                  </a:cubicBezTo>
                  <a:cubicBezTo>
                    <a:pt x="287500" y="1087848"/>
                    <a:pt x="281619" y="1151999"/>
                    <a:pt x="300317" y="1225375"/>
                  </a:cubicBezTo>
                  <a:cubicBezTo>
                    <a:pt x="453717" y="1230852"/>
                    <a:pt x="576064" y="1357222"/>
                    <a:pt x="576064" y="1512168"/>
                  </a:cubicBezTo>
                  <a:cubicBezTo>
                    <a:pt x="576064" y="1559570"/>
                    <a:pt x="564614" y="1604297"/>
                    <a:pt x="543189" y="1643149"/>
                  </a:cubicBezTo>
                  <a:cubicBezTo>
                    <a:pt x="577674" y="1684387"/>
                    <a:pt x="615806" y="1726058"/>
                    <a:pt x="656975" y="1768243"/>
                  </a:cubicBezTo>
                  <a:cubicBezTo>
                    <a:pt x="764771" y="1670077"/>
                    <a:pt x="885233" y="1573151"/>
                    <a:pt x="1016791" y="1480089"/>
                  </a:cubicBezTo>
                  <a:cubicBezTo>
                    <a:pt x="1034643" y="1309060"/>
                    <a:pt x="1062149" y="1147092"/>
                    <a:pt x="1097625" y="997448"/>
                  </a:cubicBezTo>
                  <a:cubicBezTo>
                    <a:pt x="922693" y="944833"/>
                    <a:pt x="766343" y="916885"/>
                    <a:pt x="638815" y="915787"/>
                  </a:cubicBezTo>
                  <a:close/>
                  <a:moveTo>
                    <a:pt x="1800200" y="242935"/>
                  </a:moveTo>
                  <a:cubicBezTo>
                    <a:pt x="1628632" y="242935"/>
                    <a:pt x="1474860" y="476364"/>
                    <a:pt x="1371457" y="845375"/>
                  </a:cubicBezTo>
                  <a:cubicBezTo>
                    <a:pt x="1510785" y="893390"/>
                    <a:pt x="1655544" y="953061"/>
                    <a:pt x="1802618" y="1024206"/>
                  </a:cubicBezTo>
                  <a:cubicBezTo>
                    <a:pt x="1948575" y="956462"/>
                    <a:pt x="2092393" y="899996"/>
                    <a:pt x="2231205" y="855254"/>
                  </a:cubicBezTo>
                  <a:cubicBezTo>
                    <a:pt x="2203972" y="756128"/>
                    <a:pt x="2173100" y="666602"/>
                    <a:pt x="2138735" y="588741"/>
                  </a:cubicBezTo>
                  <a:cubicBezTo>
                    <a:pt x="1989649" y="579063"/>
                    <a:pt x="1872207" y="454685"/>
                    <a:pt x="1872207" y="302877"/>
                  </a:cubicBezTo>
                  <a:lnTo>
                    <a:pt x="1876505" y="260249"/>
                  </a:lnTo>
                  <a:cubicBezTo>
                    <a:pt x="1851965" y="248332"/>
                    <a:pt x="1826288" y="242935"/>
                    <a:pt x="1800200" y="242935"/>
                  </a:cubicBezTo>
                  <a:close/>
                  <a:moveTo>
                    <a:pt x="1800200" y="0"/>
                  </a:moveTo>
                  <a:cubicBezTo>
                    <a:pt x="1869864" y="0"/>
                    <a:pt x="1937474" y="21500"/>
                    <a:pt x="2001400" y="62841"/>
                  </a:cubicBezTo>
                  <a:cubicBezTo>
                    <a:pt x="2046831" y="32440"/>
                    <a:pt x="2101480" y="14845"/>
                    <a:pt x="2160239" y="14845"/>
                  </a:cubicBezTo>
                  <a:cubicBezTo>
                    <a:pt x="2319315" y="14845"/>
                    <a:pt x="2448271" y="143801"/>
                    <a:pt x="2448271" y="302877"/>
                  </a:cubicBezTo>
                  <a:cubicBezTo>
                    <a:pt x="2448271" y="390874"/>
                    <a:pt x="2408810" y="469655"/>
                    <a:pt x="2345781" y="521503"/>
                  </a:cubicBezTo>
                  <a:cubicBezTo>
                    <a:pt x="2383927" y="603296"/>
                    <a:pt x="2417431" y="693947"/>
                    <a:pt x="2447297" y="791609"/>
                  </a:cubicBezTo>
                  <a:cubicBezTo>
                    <a:pt x="2970165" y="657950"/>
                    <a:pt x="3387629" y="699569"/>
                    <a:pt x="3526292" y="939741"/>
                  </a:cubicBezTo>
                  <a:cubicBezTo>
                    <a:pt x="3666393" y="1182403"/>
                    <a:pt x="3488654" y="1570199"/>
                    <a:pt x="3103466" y="1960424"/>
                  </a:cubicBezTo>
                  <a:cubicBezTo>
                    <a:pt x="3470949" y="2355583"/>
                    <a:pt x="3633606" y="2742288"/>
                    <a:pt x="3488732" y="2978761"/>
                  </a:cubicBezTo>
                  <a:cubicBezTo>
                    <a:pt x="3428277" y="3077440"/>
                    <a:pt x="3320191" y="3140292"/>
                    <a:pt x="3176550" y="3166836"/>
                  </a:cubicBezTo>
                  <a:cubicBezTo>
                    <a:pt x="3145985" y="3291955"/>
                    <a:pt x="3032902" y="3384376"/>
                    <a:pt x="2898232" y="3384376"/>
                  </a:cubicBezTo>
                  <a:cubicBezTo>
                    <a:pt x="2756837" y="3384376"/>
                    <a:pt x="2639238" y="3282493"/>
                    <a:pt x="2615411" y="3148031"/>
                  </a:cubicBezTo>
                  <a:cubicBezTo>
                    <a:pt x="2565981" y="3138986"/>
                    <a:pt x="2515458" y="3127210"/>
                    <a:pt x="2463844" y="3113602"/>
                  </a:cubicBezTo>
                  <a:cubicBezTo>
                    <a:pt x="2318011" y="3625660"/>
                    <a:pt x="2075098" y="3960440"/>
                    <a:pt x="1800200" y="3960440"/>
                  </a:cubicBezTo>
                  <a:cubicBezTo>
                    <a:pt x="1519205" y="3960440"/>
                    <a:pt x="1271629" y="3610643"/>
                    <a:pt x="1127186" y="3079228"/>
                  </a:cubicBezTo>
                  <a:cubicBezTo>
                    <a:pt x="627082" y="3198995"/>
                    <a:pt x="230836" y="3152724"/>
                    <a:pt x="96450" y="2919961"/>
                  </a:cubicBezTo>
                  <a:cubicBezTo>
                    <a:pt x="-40561" y="2682651"/>
                    <a:pt x="126404" y="2306537"/>
                    <a:pt x="494549" y="1925523"/>
                  </a:cubicBezTo>
                  <a:lnTo>
                    <a:pt x="373580" y="1785812"/>
                  </a:lnTo>
                  <a:cubicBezTo>
                    <a:pt x="346850" y="1795631"/>
                    <a:pt x="317974" y="1800200"/>
                    <a:pt x="288032" y="1800200"/>
                  </a:cubicBezTo>
                  <a:cubicBezTo>
                    <a:pt x="128956" y="1800200"/>
                    <a:pt x="0" y="1671244"/>
                    <a:pt x="0" y="1512168"/>
                  </a:cubicBezTo>
                  <a:cubicBezTo>
                    <a:pt x="0" y="1428111"/>
                    <a:pt x="36006" y="1352464"/>
                    <a:pt x="94065" y="1300493"/>
                  </a:cubicBezTo>
                  <a:cubicBezTo>
                    <a:pt x="43643" y="1149446"/>
                    <a:pt x="47337" y="1014823"/>
                    <a:pt x="111666" y="909822"/>
                  </a:cubicBezTo>
                  <a:cubicBezTo>
                    <a:pt x="253078" y="678998"/>
                    <a:pt x="655099" y="644207"/>
                    <a:pt x="1156926" y="780244"/>
                  </a:cubicBezTo>
                  <a:cubicBezTo>
                    <a:pt x="1303899" y="305876"/>
                    <a:pt x="1537438" y="0"/>
                    <a:pt x="180020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2" name="Google Shape;630;p63"/>
            <p:cNvSpPr/>
            <p:nvPr/>
          </p:nvSpPr>
          <p:spPr>
            <a:xfrm>
              <a:off x="5498280" y="3733560"/>
              <a:ext cx="234000" cy="232920"/>
            </a:xfrm>
            <a:custGeom>
              <a:avLst/>
              <a:gdLst>
                <a:gd name="textAreaLeft" fmla="*/ 0 w 234000"/>
                <a:gd name="textAreaRight" fmla="*/ 234720 w 234000"/>
                <a:gd name="textAreaTop" fmla="*/ 0 h 232920"/>
                <a:gd name="textAreaBottom" fmla="*/ 233640 h 232920"/>
              </a:gdLst>
              <a:ahLst/>
              <a:rect l="textAreaLeft" t="textAreaTop" r="textAreaRight" b="textAreaBottom"/>
              <a:pathLst>
                <a:path w="3960440" h="3945921">
                  <a:moveTo>
                    <a:pt x="1598844" y="0"/>
                  </a:moveTo>
                  <a:cubicBezTo>
                    <a:pt x="1857342" y="0"/>
                    <a:pt x="2066896" y="209554"/>
                    <a:pt x="2066896" y="468052"/>
                  </a:cubicBezTo>
                  <a:cubicBezTo>
                    <a:pt x="2066896" y="646802"/>
                    <a:pt x="1966694" y="802149"/>
                    <a:pt x="1818364" y="879058"/>
                  </a:cubicBezTo>
                  <a:lnTo>
                    <a:pt x="1965948" y="1429850"/>
                  </a:lnTo>
                  <a:cubicBezTo>
                    <a:pt x="2234183" y="1439289"/>
                    <a:pt x="2449559" y="1654793"/>
                    <a:pt x="2458766" y="1923094"/>
                  </a:cubicBezTo>
                  <a:lnTo>
                    <a:pt x="3052787" y="2082261"/>
                  </a:lnTo>
                  <a:cubicBezTo>
                    <a:pt x="3115207" y="1899813"/>
                    <a:pt x="3288586" y="1769556"/>
                    <a:pt x="3492388" y="1769556"/>
                  </a:cubicBezTo>
                  <a:cubicBezTo>
                    <a:pt x="3750886" y="1769556"/>
                    <a:pt x="3960440" y="1979110"/>
                    <a:pt x="3960440" y="2237608"/>
                  </a:cubicBezTo>
                  <a:cubicBezTo>
                    <a:pt x="3960440" y="2496106"/>
                    <a:pt x="3750886" y="2705660"/>
                    <a:pt x="3492388" y="2705660"/>
                  </a:cubicBezTo>
                  <a:cubicBezTo>
                    <a:pt x="3255123" y="2705660"/>
                    <a:pt x="3059091" y="2529117"/>
                    <a:pt x="3030620" y="2299941"/>
                  </a:cubicBezTo>
                  <a:lnTo>
                    <a:pt x="2422827" y="2137084"/>
                  </a:lnTo>
                  <a:cubicBezTo>
                    <a:pt x="2374914" y="2257246"/>
                    <a:pt x="2282973" y="2354960"/>
                    <a:pt x="2166800" y="2410258"/>
                  </a:cubicBezTo>
                  <a:lnTo>
                    <a:pt x="2329067" y="3015847"/>
                  </a:lnTo>
                  <a:cubicBezTo>
                    <a:pt x="2559464" y="3043136"/>
                    <a:pt x="2737303" y="3239734"/>
                    <a:pt x="2737303" y="3477869"/>
                  </a:cubicBezTo>
                  <a:cubicBezTo>
                    <a:pt x="2737303" y="3736367"/>
                    <a:pt x="2527749" y="3945921"/>
                    <a:pt x="2269251" y="3945921"/>
                  </a:cubicBezTo>
                  <a:cubicBezTo>
                    <a:pt x="2010753" y="3945921"/>
                    <a:pt x="1801199" y="3736367"/>
                    <a:pt x="1801199" y="3477869"/>
                  </a:cubicBezTo>
                  <a:cubicBezTo>
                    <a:pt x="1801199" y="3274904"/>
                    <a:pt x="1930388" y="3102113"/>
                    <a:pt x="2111643" y="3038969"/>
                  </a:cubicBezTo>
                  <a:lnTo>
                    <a:pt x="1956503" y="2459980"/>
                  </a:lnTo>
                  <a:cubicBezTo>
                    <a:pt x="1952432" y="2460875"/>
                    <a:pt x="1948330" y="2460923"/>
                    <a:pt x="1944216" y="2460923"/>
                  </a:cubicBezTo>
                  <a:cubicBezTo>
                    <a:pt x="1742647" y="2460923"/>
                    <a:pt x="1568040" y="2345487"/>
                    <a:pt x="1484865" y="2176122"/>
                  </a:cubicBezTo>
                  <a:lnTo>
                    <a:pt x="930415" y="2324686"/>
                  </a:lnTo>
                  <a:cubicBezTo>
                    <a:pt x="904712" y="2556716"/>
                    <a:pt x="707355" y="2736304"/>
                    <a:pt x="468052" y="2736304"/>
                  </a:cubicBezTo>
                  <a:cubicBezTo>
                    <a:pt x="209554" y="2736304"/>
                    <a:pt x="0" y="2526750"/>
                    <a:pt x="0" y="2268252"/>
                  </a:cubicBezTo>
                  <a:cubicBezTo>
                    <a:pt x="0" y="2009754"/>
                    <a:pt x="209554" y="1800200"/>
                    <a:pt x="468052" y="1800200"/>
                  </a:cubicBezTo>
                  <a:cubicBezTo>
                    <a:pt x="669892" y="1800200"/>
                    <a:pt x="841893" y="1927961"/>
                    <a:pt x="906009" y="2107606"/>
                  </a:cubicBezTo>
                  <a:lnTo>
                    <a:pt x="1429897" y="1967231"/>
                  </a:lnTo>
                  <a:cubicBezTo>
                    <a:pt x="1427753" y="1959679"/>
                    <a:pt x="1427584" y="1952005"/>
                    <a:pt x="1427584" y="1944291"/>
                  </a:cubicBezTo>
                  <a:cubicBezTo>
                    <a:pt x="1427584" y="1727054"/>
                    <a:pt x="1561663" y="1541133"/>
                    <a:pt x="1751891" y="1465536"/>
                  </a:cubicBezTo>
                  <a:lnTo>
                    <a:pt x="1609736" y="935006"/>
                  </a:lnTo>
                  <a:cubicBezTo>
                    <a:pt x="1606130" y="936062"/>
                    <a:pt x="1602492" y="936104"/>
                    <a:pt x="1598844" y="936104"/>
                  </a:cubicBezTo>
                  <a:cubicBezTo>
                    <a:pt x="1340346" y="936104"/>
                    <a:pt x="1130792" y="726550"/>
                    <a:pt x="1130792" y="468052"/>
                  </a:cubicBezTo>
                  <a:cubicBezTo>
                    <a:pt x="1130792" y="209554"/>
                    <a:pt x="1340346" y="0"/>
                    <a:pt x="159884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3" name="Google Shape;631;p63"/>
            <p:cNvSpPr/>
            <p:nvPr/>
          </p:nvSpPr>
          <p:spPr>
            <a:xfrm rot="20700000">
              <a:off x="5483520" y="4591800"/>
              <a:ext cx="240840" cy="195480"/>
            </a:xfrm>
            <a:custGeom>
              <a:avLst/>
              <a:gdLst>
                <a:gd name="textAreaLeft" fmla="*/ 0 w 240840"/>
                <a:gd name="textAreaRight" fmla="*/ 241560 w 240840"/>
                <a:gd name="textAreaTop" fmla="*/ 0 h 195480"/>
                <a:gd name="textAreaBottom" fmla="*/ 196200 h 195480"/>
              </a:gdLst>
              <a:ahLst/>
              <a:rect l="textAreaLeft" t="textAreaTop" r="textAreaRight" b="textAreaBottom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Google Shape;632;p63"/>
            <p:cNvSpPr/>
            <p:nvPr/>
          </p:nvSpPr>
          <p:spPr>
            <a:xfrm rot="8201400">
              <a:off x="6714360" y="3738960"/>
              <a:ext cx="200520" cy="221400"/>
            </a:xfrm>
            <a:custGeom>
              <a:avLst/>
              <a:gdLst>
                <a:gd name="textAreaLeft" fmla="*/ 0 w 200520"/>
                <a:gd name="textAreaRight" fmla="*/ 201240 w 200520"/>
                <a:gd name="textAreaTop" fmla="*/ 0 h 221400"/>
                <a:gd name="textAreaBottom" fmla="*/ 222120 h 221400"/>
              </a:gdLst>
              <a:ahLst/>
              <a:rect l="textAreaLeft" t="textAreaTop" r="textAreaRight" b="textAreaBottom"/>
              <a:pathLst>
                <a:path w="4285801" h="4725490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5" name="Google Shape;633;p63"/>
            <p:cNvSpPr/>
            <p:nvPr/>
          </p:nvSpPr>
          <p:spPr>
            <a:xfrm>
              <a:off x="6705360" y="4588200"/>
              <a:ext cx="213120" cy="212760"/>
            </a:xfrm>
            <a:custGeom>
              <a:avLst/>
              <a:gdLst>
                <a:gd name="textAreaLeft" fmla="*/ 0 w 213120"/>
                <a:gd name="textAreaRight" fmla="*/ 213840 w 213120"/>
                <a:gd name="textAreaTop" fmla="*/ 0 h 212760"/>
                <a:gd name="textAreaBottom" fmla="*/ 213480 h 212760"/>
              </a:gdLst>
              <a:ahLst/>
              <a:rect l="textAreaLeft" t="textAreaTop" r="textAreaRight" b="textAreaBottom"/>
              <a:pathLst>
                <a:path w="3910377" h="3905794">
                  <a:moveTo>
                    <a:pt x="1" y="3797782"/>
                  </a:moveTo>
                  <a:lnTo>
                    <a:pt x="3910377" y="3797782"/>
                  </a:lnTo>
                  <a:lnTo>
                    <a:pt x="3910377" y="3905794"/>
                  </a:lnTo>
                  <a:lnTo>
                    <a:pt x="1" y="3905794"/>
                  </a:lnTo>
                  <a:close/>
                  <a:moveTo>
                    <a:pt x="1757257" y="3353296"/>
                  </a:moveTo>
                  <a:cubicBezTo>
                    <a:pt x="1690135" y="3353296"/>
                    <a:pt x="1635721" y="3407710"/>
                    <a:pt x="1635721" y="3474832"/>
                  </a:cubicBezTo>
                  <a:cubicBezTo>
                    <a:pt x="1635721" y="3541954"/>
                    <a:pt x="1690135" y="3596368"/>
                    <a:pt x="1757257" y="3596368"/>
                  </a:cubicBezTo>
                  <a:lnTo>
                    <a:pt x="2187409" y="3596368"/>
                  </a:lnTo>
                  <a:cubicBezTo>
                    <a:pt x="2254531" y="3596368"/>
                    <a:pt x="2308945" y="3541954"/>
                    <a:pt x="2308945" y="3474832"/>
                  </a:cubicBezTo>
                  <a:cubicBezTo>
                    <a:pt x="2308945" y="3407710"/>
                    <a:pt x="2254531" y="3353296"/>
                    <a:pt x="2187409" y="3353296"/>
                  </a:cubicBezTo>
                  <a:close/>
                  <a:moveTo>
                    <a:pt x="492288" y="2449553"/>
                  </a:moveTo>
                  <a:lnTo>
                    <a:pt x="472244" y="2517369"/>
                  </a:lnTo>
                  <a:lnTo>
                    <a:pt x="3438134" y="2517369"/>
                  </a:lnTo>
                  <a:lnTo>
                    <a:pt x="3418090" y="2449553"/>
                  </a:lnTo>
                  <a:close/>
                  <a:moveTo>
                    <a:pt x="432162" y="2249610"/>
                  </a:moveTo>
                  <a:lnTo>
                    <a:pt x="3478215" y="2249610"/>
                  </a:lnTo>
                  <a:lnTo>
                    <a:pt x="3910377" y="3711740"/>
                  </a:lnTo>
                  <a:lnTo>
                    <a:pt x="0" y="3711740"/>
                  </a:lnTo>
                  <a:close/>
                  <a:moveTo>
                    <a:pt x="1637280" y="544956"/>
                  </a:moveTo>
                  <a:cubicBezTo>
                    <a:pt x="1626413" y="544956"/>
                    <a:pt x="1615547" y="549102"/>
                    <a:pt x="1607256" y="557393"/>
                  </a:cubicBezTo>
                  <a:lnTo>
                    <a:pt x="796281" y="1368368"/>
                  </a:lnTo>
                  <a:cubicBezTo>
                    <a:pt x="779699" y="1384950"/>
                    <a:pt x="779699" y="1411834"/>
                    <a:pt x="796281" y="1428415"/>
                  </a:cubicBezTo>
                  <a:lnTo>
                    <a:pt x="825565" y="1457699"/>
                  </a:lnTo>
                  <a:cubicBezTo>
                    <a:pt x="842147" y="1474281"/>
                    <a:pt x="869031" y="1474281"/>
                    <a:pt x="885612" y="1457699"/>
                  </a:cubicBezTo>
                  <a:lnTo>
                    <a:pt x="1696588" y="646724"/>
                  </a:lnTo>
                  <a:cubicBezTo>
                    <a:pt x="1713169" y="630143"/>
                    <a:pt x="1713169" y="603258"/>
                    <a:pt x="1696588" y="586677"/>
                  </a:cubicBezTo>
                  <a:lnTo>
                    <a:pt x="1667304" y="557393"/>
                  </a:lnTo>
                  <a:cubicBezTo>
                    <a:pt x="1659013" y="549102"/>
                    <a:pt x="1648146" y="544956"/>
                    <a:pt x="1637280" y="544956"/>
                  </a:cubicBezTo>
                  <a:close/>
                  <a:moveTo>
                    <a:pt x="1372791" y="439020"/>
                  </a:moveTo>
                  <a:cubicBezTo>
                    <a:pt x="1361925" y="439020"/>
                    <a:pt x="1351058" y="443165"/>
                    <a:pt x="1342767" y="451456"/>
                  </a:cubicBezTo>
                  <a:lnTo>
                    <a:pt x="851745" y="942478"/>
                  </a:lnTo>
                  <a:cubicBezTo>
                    <a:pt x="835164" y="959060"/>
                    <a:pt x="835164" y="985944"/>
                    <a:pt x="851745" y="1002526"/>
                  </a:cubicBezTo>
                  <a:lnTo>
                    <a:pt x="881029" y="1031810"/>
                  </a:lnTo>
                  <a:cubicBezTo>
                    <a:pt x="897611" y="1048392"/>
                    <a:pt x="924495" y="1048392"/>
                    <a:pt x="941077" y="1031810"/>
                  </a:cubicBezTo>
                  <a:lnTo>
                    <a:pt x="1432099" y="540788"/>
                  </a:lnTo>
                  <a:cubicBezTo>
                    <a:pt x="1448681" y="524206"/>
                    <a:pt x="1448681" y="497322"/>
                    <a:pt x="1432099" y="480740"/>
                  </a:cubicBezTo>
                  <a:lnTo>
                    <a:pt x="1402815" y="451456"/>
                  </a:lnTo>
                  <a:cubicBezTo>
                    <a:pt x="1394524" y="443165"/>
                    <a:pt x="1383658" y="439020"/>
                    <a:pt x="1372791" y="439020"/>
                  </a:cubicBezTo>
                  <a:close/>
                  <a:moveTo>
                    <a:pt x="864042" y="270000"/>
                  </a:moveTo>
                  <a:lnTo>
                    <a:pt x="2945402" y="270000"/>
                  </a:lnTo>
                  <a:cubicBezTo>
                    <a:pt x="3094522" y="270000"/>
                    <a:pt x="3215407" y="390885"/>
                    <a:pt x="3215407" y="540005"/>
                  </a:cubicBezTo>
                  <a:lnTo>
                    <a:pt x="3215407" y="1619995"/>
                  </a:lnTo>
                  <a:cubicBezTo>
                    <a:pt x="3215407" y="1769115"/>
                    <a:pt x="3094522" y="1890000"/>
                    <a:pt x="2945402" y="1890000"/>
                  </a:cubicBezTo>
                  <a:lnTo>
                    <a:pt x="864042" y="1890000"/>
                  </a:lnTo>
                  <a:cubicBezTo>
                    <a:pt x="714922" y="1890000"/>
                    <a:pt x="594037" y="1769115"/>
                    <a:pt x="594037" y="1619995"/>
                  </a:cubicBezTo>
                  <a:lnTo>
                    <a:pt x="594037" y="540005"/>
                  </a:lnTo>
                  <a:cubicBezTo>
                    <a:pt x="594037" y="390885"/>
                    <a:pt x="714922" y="270000"/>
                    <a:pt x="864042" y="270000"/>
                  </a:cubicBezTo>
                  <a:close/>
                  <a:moveTo>
                    <a:pt x="804042" y="180000"/>
                  </a:moveTo>
                  <a:cubicBezTo>
                    <a:pt x="638353" y="180000"/>
                    <a:pt x="504036" y="314317"/>
                    <a:pt x="504036" y="480006"/>
                  </a:cubicBezTo>
                  <a:lnTo>
                    <a:pt x="504036" y="1679994"/>
                  </a:lnTo>
                  <a:cubicBezTo>
                    <a:pt x="504036" y="1845683"/>
                    <a:pt x="638353" y="1980000"/>
                    <a:pt x="804042" y="1980000"/>
                  </a:cubicBezTo>
                  <a:lnTo>
                    <a:pt x="3027043" y="1980000"/>
                  </a:lnTo>
                  <a:cubicBezTo>
                    <a:pt x="3192732" y="1980000"/>
                    <a:pt x="3327049" y="1845683"/>
                    <a:pt x="3327049" y="1679994"/>
                  </a:cubicBezTo>
                  <a:lnTo>
                    <a:pt x="3327049" y="480006"/>
                  </a:lnTo>
                  <a:cubicBezTo>
                    <a:pt x="3327049" y="314317"/>
                    <a:pt x="3192732" y="180000"/>
                    <a:pt x="3027043" y="180000"/>
                  </a:cubicBezTo>
                  <a:close/>
                  <a:moveTo>
                    <a:pt x="684043" y="0"/>
                  </a:moveTo>
                  <a:lnTo>
                    <a:pt x="3190330" y="0"/>
                  </a:lnTo>
                  <a:cubicBezTo>
                    <a:pt x="3389156" y="0"/>
                    <a:pt x="3550337" y="161181"/>
                    <a:pt x="3550337" y="360007"/>
                  </a:cubicBezTo>
                  <a:lnTo>
                    <a:pt x="3550337" y="1799993"/>
                  </a:lnTo>
                  <a:cubicBezTo>
                    <a:pt x="3550337" y="1998819"/>
                    <a:pt x="3389156" y="2160000"/>
                    <a:pt x="3190330" y="2160000"/>
                  </a:cubicBezTo>
                  <a:lnTo>
                    <a:pt x="684043" y="2160000"/>
                  </a:lnTo>
                  <a:cubicBezTo>
                    <a:pt x="485217" y="2160000"/>
                    <a:pt x="324036" y="1998819"/>
                    <a:pt x="324036" y="1799993"/>
                  </a:cubicBezTo>
                  <a:lnTo>
                    <a:pt x="324036" y="360007"/>
                  </a:lnTo>
                  <a:cubicBezTo>
                    <a:pt x="324036" y="161181"/>
                    <a:pt x="485217" y="0"/>
                    <a:pt x="68404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6" name="Google Shape;634;p63"/>
            <p:cNvSpPr/>
            <p:nvPr/>
          </p:nvSpPr>
          <p:spPr>
            <a:xfrm>
              <a:off x="5253480" y="4172040"/>
              <a:ext cx="164880" cy="216720"/>
            </a:xfrm>
            <a:custGeom>
              <a:avLst/>
              <a:gdLst>
                <a:gd name="textAreaLeft" fmla="*/ 0 w 164880"/>
                <a:gd name="textAreaRight" fmla="*/ 165600 w 164880"/>
                <a:gd name="textAreaTop" fmla="*/ 0 h 216720"/>
                <a:gd name="textAreaBottom" fmla="*/ 217440 h 216720"/>
              </a:gdLst>
              <a:ahLst/>
              <a:rect l="textAreaLeft" t="textAreaTop" r="textAreaRight" b="textAreaBottom"/>
              <a:pathLst>
                <a:path w="3025265" h="3973870">
                  <a:moveTo>
                    <a:pt x="1048235" y="955278"/>
                  </a:moveTo>
                  <a:cubicBezTo>
                    <a:pt x="1143886" y="955278"/>
                    <a:pt x="1221426" y="1089843"/>
                    <a:pt x="1221426" y="1255837"/>
                  </a:cubicBezTo>
                  <a:cubicBezTo>
                    <a:pt x="1221426" y="1421831"/>
                    <a:pt x="1143886" y="1556396"/>
                    <a:pt x="1048235" y="1556396"/>
                  </a:cubicBezTo>
                  <a:cubicBezTo>
                    <a:pt x="952584" y="1556396"/>
                    <a:pt x="875044" y="1421831"/>
                    <a:pt x="875044" y="1255837"/>
                  </a:cubicBezTo>
                  <a:cubicBezTo>
                    <a:pt x="875044" y="1089843"/>
                    <a:pt x="952584" y="955278"/>
                    <a:pt x="1048235" y="955278"/>
                  </a:cubicBezTo>
                  <a:close/>
                  <a:moveTo>
                    <a:pt x="805954" y="648071"/>
                  </a:moveTo>
                  <a:lnTo>
                    <a:pt x="805954" y="1853034"/>
                  </a:lnTo>
                  <a:cubicBezTo>
                    <a:pt x="805954" y="1947724"/>
                    <a:pt x="869395" y="2027597"/>
                    <a:pt x="956357" y="2051540"/>
                  </a:cubicBezTo>
                  <a:lnTo>
                    <a:pt x="956356" y="2473030"/>
                  </a:lnTo>
                  <a:cubicBezTo>
                    <a:pt x="956356" y="2523517"/>
                    <a:pt x="997284" y="2564445"/>
                    <a:pt x="1047771" y="2564445"/>
                  </a:cubicBezTo>
                  <a:cubicBezTo>
                    <a:pt x="1098258" y="2564445"/>
                    <a:pt x="1139186" y="2523517"/>
                    <a:pt x="1139186" y="2473030"/>
                  </a:cubicBezTo>
                  <a:lnTo>
                    <a:pt x="1139186" y="2051828"/>
                  </a:lnTo>
                  <a:cubicBezTo>
                    <a:pt x="1226618" y="2028173"/>
                    <a:pt x="1290517" y="1948066"/>
                    <a:pt x="1290517" y="1853034"/>
                  </a:cubicBezTo>
                  <a:lnTo>
                    <a:pt x="1290517" y="649328"/>
                  </a:lnTo>
                  <a:cubicBezTo>
                    <a:pt x="1740927" y="708507"/>
                    <a:pt x="2088232" y="1094132"/>
                    <a:pt x="2088232" y="1560875"/>
                  </a:cubicBezTo>
                  <a:lnTo>
                    <a:pt x="2088232" y="2137870"/>
                  </a:lnTo>
                  <a:lnTo>
                    <a:pt x="2088233" y="2137870"/>
                  </a:lnTo>
                  <a:lnTo>
                    <a:pt x="2088233" y="3055870"/>
                  </a:lnTo>
                  <a:cubicBezTo>
                    <a:pt x="2088233" y="3562867"/>
                    <a:pt x="1677230" y="3973870"/>
                    <a:pt x="1170233" y="3973870"/>
                  </a:cubicBezTo>
                  <a:lnTo>
                    <a:pt x="918001" y="3973870"/>
                  </a:lnTo>
                  <a:cubicBezTo>
                    <a:pt x="411004" y="3973870"/>
                    <a:pt x="1" y="3562867"/>
                    <a:pt x="1" y="3055870"/>
                  </a:cubicBezTo>
                  <a:lnTo>
                    <a:pt x="1" y="2152339"/>
                  </a:lnTo>
                  <a:lnTo>
                    <a:pt x="0" y="2152339"/>
                  </a:lnTo>
                  <a:lnTo>
                    <a:pt x="0" y="1560875"/>
                  </a:lnTo>
                  <a:cubicBezTo>
                    <a:pt x="0" y="1091278"/>
                    <a:pt x="351565" y="703794"/>
                    <a:pt x="805954" y="648071"/>
                  </a:cubicBezTo>
                  <a:close/>
                  <a:moveTo>
                    <a:pt x="1619797" y="91"/>
                  </a:moveTo>
                  <a:cubicBezTo>
                    <a:pt x="1732841" y="1988"/>
                    <a:pt x="1845389" y="33430"/>
                    <a:pt x="1945434" y="94215"/>
                  </a:cubicBezTo>
                  <a:cubicBezTo>
                    <a:pt x="2133478" y="208468"/>
                    <a:pt x="2249869" y="409692"/>
                    <a:pt x="2255221" y="627780"/>
                  </a:cubicBezTo>
                  <a:lnTo>
                    <a:pt x="2257891" y="627572"/>
                  </a:lnTo>
                  <a:cubicBezTo>
                    <a:pt x="2272309" y="812739"/>
                    <a:pt x="2385479" y="975734"/>
                    <a:pt x="2553934" y="1053951"/>
                  </a:cubicBezTo>
                  <a:cubicBezTo>
                    <a:pt x="2706200" y="1124651"/>
                    <a:pt x="2882234" y="1116149"/>
                    <a:pt x="3025265" y="1032491"/>
                  </a:cubicBezTo>
                  <a:lnTo>
                    <a:pt x="3025265" y="1181594"/>
                  </a:lnTo>
                  <a:cubicBezTo>
                    <a:pt x="2858744" y="1255002"/>
                    <a:pt x="2666516" y="1253932"/>
                    <a:pt x="2497514" y="1175460"/>
                  </a:cubicBezTo>
                  <a:cubicBezTo>
                    <a:pt x="2293602" y="1080779"/>
                    <a:pt x="2153951" y="887555"/>
                    <a:pt x="2128339" y="665512"/>
                  </a:cubicBezTo>
                  <a:lnTo>
                    <a:pt x="2122734" y="665324"/>
                  </a:lnTo>
                  <a:cubicBezTo>
                    <a:pt x="2128967" y="479701"/>
                    <a:pt x="2034597" y="305147"/>
                    <a:pt x="1875870" y="208708"/>
                  </a:cubicBezTo>
                  <a:cubicBezTo>
                    <a:pt x="1717143" y="112268"/>
                    <a:pt x="1518741" y="108938"/>
                    <a:pt x="1356867" y="199997"/>
                  </a:cubicBezTo>
                  <a:cubicBezTo>
                    <a:pt x="1194993" y="291056"/>
                    <a:pt x="1094818" y="462344"/>
                    <a:pt x="1094818" y="648071"/>
                  </a:cubicBezTo>
                  <a:lnTo>
                    <a:pt x="960849" y="648071"/>
                  </a:lnTo>
                  <a:cubicBezTo>
                    <a:pt x="960849" y="413945"/>
                    <a:pt x="1087128" y="198021"/>
                    <a:pt x="1291185" y="83234"/>
                  </a:cubicBezTo>
                  <a:cubicBezTo>
                    <a:pt x="1393213" y="25840"/>
                    <a:pt x="1506753" y="-1807"/>
                    <a:pt x="1619797" y="9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Google Shape;635;p63"/>
            <p:cNvSpPr/>
            <p:nvPr/>
          </p:nvSpPr>
          <p:spPr>
            <a:xfrm>
              <a:off x="6117120" y="3606840"/>
              <a:ext cx="186840" cy="186840"/>
            </a:xfrm>
            <a:custGeom>
              <a:avLst/>
              <a:gdLst>
                <a:gd name="textAreaLeft" fmla="*/ 0 w 186840"/>
                <a:gd name="textAreaRight" fmla="*/ 187560 w 186840"/>
                <a:gd name="textAreaTop" fmla="*/ 0 h 186840"/>
                <a:gd name="textAreaBottom" fmla="*/ 187560 h 186840"/>
              </a:gdLst>
              <a:ahLst/>
              <a:rect l="textAreaLeft" t="textAreaTop" r="textAreaRight" b="textAreaBottom"/>
              <a:pathLst>
                <a:path w="3888432" h="3888432">
                  <a:moveTo>
                    <a:pt x="2959265" y="3140417"/>
                  </a:moveTo>
                  <a:cubicBezTo>
                    <a:pt x="2880371" y="3140417"/>
                    <a:pt x="2816414" y="3204374"/>
                    <a:pt x="2816414" y="3283268"/>
                  </a:cubicBezTo>
                  <a:cubicBezTo>
                    <a:pt x="2816414" y="3362162"/>
                    <a:pt x="2880371" y="3426119"/>
                    <a:pt x="2959265" y="3426119"/>
                  </a:cubicBezTo>
                  <a:cubicBezTo>
                    <a:pt x="3038159" y="3426119"/>
                    <a:pt x="3102116" y="3362162"/>
                    <a:pt x="3102116" y="3283268"/>
                  </a:cubicBezTo>
                  <a:cubicBezTo>
                    <a:pt x="3102116" y="3204374"/>
                    <a:pt x="3038159" y="3140417"/>
                    <a:pt x="2959265" y="3140417"/>
                  </a:cubicBezTo>
                  <a:close/>
                  <a:moveTo>
                    <a:pt x="2512916" y="2819124"/>
                  </a:moveTo>
                  <a:lnTo>
                    <a:pt x="2512916" y="3022941"/>
                  </a:lnTo>
                  <a:lnTo>
                    <a:pt x="3405613" y="3022941"/>
                  </a:lnTo>
                  <a:lnTo>
                    <a:pt x="3405613" y="2819124"/>
                  </a:lnTo>
                  <a:close/>
                  <a:moveTo>
                    <a:pt x="741072" y="2504407"/>
                  </a:moveTo>
                  <a:lnTo>
                    <a:pt x="539050" y="2706429"/>
                  </a:lnTo>
                  <a:lnTo>
                    <a:pt x="753654" y="2921033"/>
                  </a:lnTo>
                  <a:lnTo>
                    <a:pt x="539050" y="3135636"/>
                  </a:lnTo>
                  <a:lnTo>
                    <a:pt x="741072" y="3337658"/>
                  </a:lnTo>
                  <a:lnTo>
                    <a:pt x="955676" y="3123054"/>
                  </a:lnTo>
                  <a:lnTo>
                    <a:pt x="1170279" y="3337658"/>
                  </a:lnTo>
                  <a:lnTo>
                    <a:pt x="1372301" y="3135636"/>
                  </a:lnTo>
                  <a:lnTo>
                    <a:pt x="1157697" y="2921033"/>
                  </a:lnTo>
                  <a:lnTo>
                    <a:pt x="1372301" y="2706429"/>
                  </a:lnTo>
                  <a:lnTo>
                    <a:pt x="1170279" y="2504407"/>
                  </a:lnTo>
                  <a:lnTo>
                    <a:pt x="955676" y="2719011"/>
                  </a:lnTo>
                  <a:close/>
                  <a:moveTo>
                    <a:pt x="2959265" y="2415946"/>
                  </a:moveTo>
                  <a:cubicBezTo>
                    <a:pt x="2880371" y="2415946"/>
                    <a:pt x="2816414" y="2479903"/>
                    <a:pt x="2816414" y="2558797"/>
                  </a:cubicBezTo>
                  <a:cubicBezTo>
                    <a:pt x="2816414" y="2637691"/>
                    <a:pt x="2880371" y="2701648"/>
                    <a:pt x="2959265" y="2701648"/>
                  </a:cubicBezTo>
                  <a:cubicBezTo>
                    <a:pt x="3038159" y="2701648"/>
                    <a:pt x="3102116" y="2637691"/>
                    <a:pt x="3102116" y="2558797"/>
                  </a:cubicBezTo>
                  <a:cubicBezTo>
                    <a:pt x="3102116" y="2479903"/>
                    <a:pt x="3038159" y="2415946"/>
                    <a:pt x="2959265" y="2415946"/>
                  </a:cubicBezTo>
                  <a:close/>
                  <a:moveTo>
                    <a:pt x="2536364" y="828590"/>
                  </a:moveTo>
                  <a:lnTo>
                    <a:pt x="2536364" y="1114291"/>
                  </a:lnTo>
                  <a:lnTo>
                    <a:pt x="3429061" y="1114291"/>
                  </a:lnTo>
                  <a:lnTo>
                    <a:pt x="3429061" y="828590"/>
                  </a:lnTo>
                  <a:close/>
                  <a:moveTo>
                    <a:pt x="896557" y="525092"/>
                  </a:moveTo>
                  <a:lnTo>
                    <a:pt x="896557" y="828590"/>
                  </a:lnTo>
                  <a:lnTo>
                    <a:pt x="593059" y="828590"/>
                  </a:lnTo>
                  <a:lnTo>
                    <a:pt x="593059" y="1114291"/>
                  </a:lnTo>
                  <a:lnTo>
                    <a:pt x="896557" y="1114291"/>
                  </a:lnTo>
                  <a:lnTo>
                    <a:pt x="896557" y="1417789"/>
                  </a:lnTo>
                  <a:lnTo>
                    <a:pt x="1182258" y="1417789"/>
                  </a:lnTo>
                  <a:lnTo>
                    <a:pt x="1182258" y="1114291"/>
                  </a:lnTo>
                  <a:lnTo>
                    <a:pt x="1485756" y="1114291"/>
                  </a:lnTo>
                  <a:lnTo>
                    <a:pt x="1485756" y="828590"/>
                  </a:lnTo>
                  <a:lnTo>
                    <a:pt x="1182258" y="828590"/>
                  </a:lnTo>
                  <a:lnTo>
                    <a:pt x="1182258" y="525092"/>
                  </a:lnTo>
                  <a:close/>
                  <a:moveTo>
                    <a:pt x="648085" y="0"/>
                  </a:moveTo>
                  <a:lnTo>
                    <a:pt x="3240347" y="0"/>
                  </a:lnTo>
                  <a:cubicBezTo>
                    <a:pt x="3598274" y="0"/>
                    <a:pt x="3888432" y="290158"/>
                    <a:pt x="3888432" y="648085"/>
                  </a:cubicBezTo>
                  <a:lnTo>
                    <a:pt x="3888432" y="3240347"/>
                  </a:lnTo>
                  <a:cubicBezTo>
                    <a:pt x="3888432" y="3598274"/>
                    <a:pt x="3598274" y="3888432"/>
                    <a:pt x="3240347" y="3888432"/>
                  </a:cubicBezTo>
                  <a:lnTo>
                    <a:pt x="648085" y="3888432"/>
                  </a:lnTo>
                  <a:cubicBezTo>
                    <a:pt x="290158" y="3888432"/>
                    <a:pt x="0" y="3598274"/>
                    <a:pt x="0" y="3240347"/>
                  </a:cubicBezTo>
                  <a:lnTo>
                    <a:pt x="0" y="648085"/>
                  </a:lnTo>
                  <a:cubicBezTo>
                    <a:pt x="0" y="290158"/>
                    <a:pt x="290158" y="0"/>
                    <a:pt x="64808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Google Shape;636;p63"/>
            <p:cNvSpPr/>
            <p:nvPr/>
          </p:nvSpPr>
          <p:spPr>
            <a:xfrm>
              <a:off x="7013160" y="4172040"/>
              <a:ext cx="224280" cy="220680"/>
            </a:xfrm>
            <a:custGeom>
              <a:avLst/>
              <a:gdLst>
                <a:gd name="textAreaLeft" fmla="*/ 0 w 224280"/>
                <a:gd name="textAreaRight" fmla="*/ 225000 w 224280"/>
                <a:gd name="textAreaTop" fmla="*/ 0 h 220680"/>
                <a:gd name="textAreaBottom" fmla="*/ 221400 h 220680"/>
              </a:gdLst>
              <a:ahLst/>
              <a:rect l="textAreaLeft" t="textAreaTop" r="textAreaRight" b="textAreaBottom"/>
              <a:pathLst>
                <a:path w="3214097" h="3162551">
                  <a:moveTo>
                    <a:pt x="1014592" y="2306036"/>
                  </a:moveTo>
                  <a:cubicBezTo>
                    <a:pt x="854868" y="2306036"/>
                    <a:pt x="725386" y="2435518"/>
                    <a:pt x="725386" y="2595242"/>
                  </a:cubicBezTo>
                  <a:cubicBezTo>
                    <a:pt x="725386" y="2754966"/>
                    <a:pt x="854868" y="2884448"/>
                    <a:pt x="1014592" y="2884448"/>
                  </a:cubicBezTo>
                  <a:cubicBezTo>
                    <a:pt x="1174316" y="2884448"/>
                    <a:pt x="1303798" y="2754966"/>
                    <a:pt x="1303798" y="2595242"/>
                  </a:cubicBezTo>
                  <a:cubicBezTo>
                    <a:pt x="1303798" y="2435518"/>
                    <a:pt x="1174316" y="2306036"/>
                    <a:pt x="1014592" y="2306036"/>
                  </a:cubicBezTo>
                  <a:close/>
                  <a:moveTo>
                    <a:pt x="481275" y="1691816"/>
                  </a:moveTo>
                  <a:cubicBezTo>
                    <a:pt x="321551" y="1691816"/>
                    <a:pt x="192069" y="1821298"/>
                    <a:pt x="192069" y="1981022"/>
                  </a:cubicBezTo>
                  <a:cubicBezTo>
                    <a:pt x="192069" y="2140746"/>
                    <a:pt x="321551" y="2270228"/>
                    <a:pt x="481275" y="2270228"/>
                  </a:cubicBezTo>
                  <a:cubicBezTo>
                    <a:pt x="640999" y="2270228"/>
                    <a:pt x="770481" y="2140746"/>
                    <a:pt x="770481" y="1981022"/>
                  </a:cubicBezTo>
                  <a:cubicBezTo>
                    <a:pt x="770481" y="1821298"/>
                    <a:pt x="640999" y="1691816"/>
                    <a:pt x="481275" y="1691816"/>
                  </a:cubicBezTo>
                  <a:close/>
                  <a:moveTo>
                    <a:pt x="2764751" y="1113404"/>
                  </a:moveTo>
                  <a:cubicBezTo>
                    <a:pt x="2605027" y="1113404"/>
                    <a:pt x="2475545" y="1242886"/>
                    <a:pt x="2475545" y="1402610"/>
                  </a:cubicBezTo>
                  <a:cubicBezTo>
                    <a:pt x="2475545" y="1562334"/>
                    <a:pt x="2605027" y="1691816"/>
                    <a:pt x="2764751" y="1691816"/>
                  </a:cubicBezTo>
                  <a:cubicBezTo>
                    <a:pt x="2924475" y="1691816"/>
                    <a:pt x="3053957" y="1562334"/>
                    <a:pt x="3053957" y="1402610"/>
                  </a:cubicBezTo>
                  <a:cubicBezTo>
                    <a:pt x="3053957" y="1242886"/>
                    <a:pt x="2924475" y="1113404"/>
                    <a:pt x="2764751" y="1113404"/>
                  </a:cubicBezTo>
                  <a:close/>
                  <a:moveTo>
                    <a:pt x="532503" y="881964"/>
                  </a:moveTo>
                  <a:cubicBezTo>
                    <a:pt x="372779" y="881964"/>
                    <a:pt x="243297" y="1011446"/>
                    <a:pt x="243297" y="1171170"/>
                  </a:cubicBezTo>
                  <a:cubicBezTo>
                    <a:pt x="243297" y="1330894"/>
                    <a:pt x="372779" y="1460376"/>
                    <a:pt x="532503" y="1460376"/>
                  </a:cubicBezTo>
                  <a:cubicBezTo>
                    <a:pt x="692227" y="1460376"/>
                    <a:pt x="821709" y="1330894"/>
                    <a:pt x="821709" y="1171170"/>
                  </a:cubicBezTo>
                  <a:cubicBezTo>
                    <a:pt x="821709" y="1011446"/>
                    <a:pt x="692227" y="881964"/>
                    <a:pt x="532503" y="881964"/>
                  </a:cubicBezTo>
                  <a:close/>
                  <a:moveTo>
                    <a:pt x="1162143" y="321316"/>
                  </a:moveTo>
                  <a:cubicBezTo>
                    <a:pt x="1002419" y="321316"/>
                    <a:pt x="872937" y="450798"/>
                    <a:pt x="872937" y="610522"/>
                  </a:cubicBezTo>
                  <a:cubicBezTo>
                    <a:pt x="872937" y="770246"/>
                    <a:pt x="1002419" y="899728"/>
                    <a:pt x="1162143" y="899728"/>
                  </a:cubicBezTo>
                  <a:cubicBezTo>
                    <a:pt x="1321867" y="899728"/>
                    <a:pt x="1451349" y="770246"/>
                    <a:pt x="1451349" y="610522"/>
                  </a:cubicBezTo>
                  <a:cubicBezTo>
                    <a:pt x="1451349" y="450798"/>
                    <a:pt x="1321867" y="321316"/>
                    <a:pt x="1162143" y="321316"/>
                  </a:cubicBezTo>
                  <a:close/>
                  <a:moveTo>
                    <a:pt x="1963447" y="177300"/>
                  </a:moveTo>
                  <a:cubicBezTo>
                    <a:pt x="1803723" y="177300"/>
                    <a:pt x="1674241" y="306782"/>
                    <a:pt x="1674241" y="466506"/>
                  </a:cubicBezTo>
                  <a:cubicBezTo>
                    <a:pt x="1674241" y="626230"/>
                    <a:pt x="1803723" y="755712"/>
                    <a:pt x="1963447" y="755712"/>
                  </a:cubicBezTo>
                  <a:cubicBezTo>
                    <a:pt x="2123171" y="755712"/>
                    <a:pt x="2252653" y="626230"/>
                    <a:pt x="2252653" y="466506"/>
                  </a:cubicBezTo>
                  <a:cubicBezTo>
                    <a:pt x="2252653" y="306782"/>
                    <a:pt x="2123171" y="177300"/>
                    <a:pt x="1963447" y="177300"/>
                  </a:cubicBezTo>
                  <a:close/>
                  <a:moveTo>
                    <a:pt x="1752672" y="312"/>
                  </a:moveTo>
                  <a:cubicBezTo>
                    <a:pt x="1817888" y="-690"/>
                    <a:pt x="1885249" y="703"/>
                    <a:pt x="1954799" y="4657"/>
                  </a:cubicBezTo>
                  <a:cubicBezTo>
                    <a:pt x="2504015" y="53541"/>
                    <a:pt x="2975590" y="412975"/>
                    <a:pt x="3145244" y="944937"/>
                  </a:cubicBezTo>
                  <a:cubicBezTo>
                    <a:pt x="3412664" y="2126757"/>
                    <a:pt x="2837568" y="2017487"/>
                    <a:pt x="2506889" y="1867964"/>
                  </a:cubicBezTo>
                  <a:cubicBezTo>
                    <a:pt x="1580987" y="1673869"/>
                    <a:pt x="2725425" y="3197869"/>
                    <a:pt x="1014520" y="3161925"/>
                  </a:cubicBezTo>
                  <a:cubicBezTo>
                    <a:pt x="-14898" y="3061283"/>
                    <a:pt x="-138545" y="1873713"/>
                    <a:pt x="108747" y="1100212"/>
                  </a:cubicBezTo>
                  <a:cubicBezTo>
                    <a:pt x="278579" y="569148"/>
                    <a:pt x="774429" y="15339"/>
                    <a:pt x="1752672" y="31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9" name="Google Shape;637;p63"/>
            <p:cNvSpPr/>
            <p:nvPr/>
          </p:nvSpPr>
          <p:spPr>
            <a:xfrm rot="20700000">
              <a:off x="5796000" y="4131000"/>
              <a:ext cx="212760" cy="182160"/>
            </a:xfrm>
            <a:custGeom>
              <a:avLst/>
              <a:gdLst>
                <a:gd name="textAreaLeft" fmla="*/ 0 w 212760"/>
                <a:gd name="textAreaRight" fmla="*/ 213480 w 212760"/>
                <a:gd name="textAreaTop" fmla="*/ 0 h 182160"/>
                <a:gd name="textAreaBottom" fmla="*/ 182880 h 182160"/>
              </a:gdLst>
              <a:ahLst/>
              <a:rect l="textAreaLeft" t="textAreaTop" r="textAreaRight" b="textAreaBottom"/>
              <a:pathLst>
                <a:path w="2901316" h="2485205">
                  <a:moveTo>
                    <a:pt x="2901316" y="8833"/>
                  </a:moveTo>
                  <a:lnTo>
                    <a:pt x="2885407" y="69738"/>
                  </a:lnTo>
                  <a:lnTo>
                    <a:pt x="2890344" y="71061"/>
                  </a:lnTo>
                  <a:lnTo>
                    <a:pt x="2331295" y="2157461"/>
                  </a:lnTo>
                  <a:lnTo>
                    <a:pt x="2322295" y="2155049"/>
                  </a:lnTo>
                  <a:cubicBezTo>
                    <a:pt x="2311779" y="2339141"/>
                    <a:pt x="2127696" y="2485205"/>
                    <a:pt x="1902404" y="2485205"/>
                  </a:cubicBezTo>
                  <a:cubicBezTo>
                    <a:pt x="1669201" y="2485205"/>
                    <a:pt x="1480151" y="2328701"/>
                    <a:pt x="1480150" y="2135644"/>
                  </a:cubicBezTo>
                  <a:cubicBezTo>
                    <a:pt x="1480150" y="1942587"/>
                    <a:pt x="1669200" y="1786083"/>
                    <a:pt x="1902404" y="1786083"/>
                  </a:cubicBezTo>
                  <a:cubicBezTo>
                    <a:pt x="2026046" y="1786083"/>
                    <a:pt x="2137276" y="1830075"/>
                    <a:pt x="2213623" y="1901150"/>
                  </a:cubicBezTo>
                  <a:lnTo>
                    <a:pt x="2586815" y="508378"/>
                  </a:lnTo>
                  <a:lnTo>
                    <a:pt x="1283297" y="508378"/>
                  </a:lnTo>
                  <a:lnTo>
                    <a:pt x="847984" y="2132988"/>
                  </a:lnTo>
                  <a:lnTo>
                    <a:pt x="841776" y="2131324"/>
                  </a:lnTo>
                  <a:cubicBezTo>
                    <a:pt x="829584" y="2314002"/>
                    <a:pt x="646295" y="2458448"/>
                    <a:pt x="422254" y="2458448"/>
                  </a:cubicBezTo>
                  <a:cubicBezTo>
                    <a:pt x="189051" y="2458448"/>
                    <a:pt x="1" y="2301944"/>
                    <a:pt x="0" y="2108887"/>
                  </a:cubicBezTo>
                  <a:cubicBezTo>
                    <a:pt x="0" y="1915830"/>
                    <a:pt x="189051" y="1759326"/>
                    <a:pt x="422255" y="1759326"/>
                  </a:cubicBezTo>
                  <a:cubicBezTo>
                    <a:pt x="544771" y="1759326"/>
                    <a:pt x="655100" y="1802522"/>
                    <a:pt x="731465" y="1872378"/>
                  </a:cubicBezTo>
                  <a:lnTo>
                    <a:pt x="1233167" y="0"/>
                  </a:lnTo>
                  <a:lnTo>
                    <a:pt x="1266129" y="883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0" name="Google Shape;638;p63"/>
          <p:cNvGrpSpPr/>
          <p:nvPr/>
        </p:nvGrpSpPr>
        <p:grpSpPr>
          <a:xfrm>
            <a:off x="10396440" y="93600"/>
            <a:ext cx="1502280" cy="3057480"/>
            <a:chOff x="10396440" y="93600"/>
            <a:chExt cx="1502280" cy="3057480"/>
          </a:xfrm>
        </p:grpSpPr>
        <p:grpSp>
          <p:nvGrpSpPr>
            <p:cNvPr id="561" name="Google Shape;639;p63"/>
            <p:cNvGrpSpPr/>
            <p:nvPr/>
          </p:nvGrpSpPr>
          <p:grpSpPr>
            <a:xfrm>
              <a:off x="10396440" y="1147320"/>
              <a:ext cx="1389600" cy="370800"/>
              <a:chOff x="10396440" y="1147320"/>
              <a:chExt cx="1389600" cy="370800"/>
            </a:xfrm>
          </p:grpSpPr>
          <p:sp>
            <p:nvSpPr>
              <p:cNvPr id="562" name="Google Shape;640;p63"/>
              <p:cNvSpPr/>
              <p:nvPr/>
            </p:nvSpPr>
            <p:spPr>
              <a:xfrm>
                <a:off x="10468080" y="1202040"/>
                <a:ext cx="1220760" cy="261720"/>
              </a:xfrm>
              <a:custGeom>
                <a:avLst/>
                <a:gdLst>
                  <a:gd name="textAreaLeft" fmla="*/ 0 w 1220760"/>
                  <a:gd name="textAreaRight" fmla="*/ 1221480 w 1220760"/>
                  <a:gd name="textAreaTop" fmla="*/ 0 h 261720"/>
                  <a:gd name="textAreaBottom" fmla="*/ 262440 h 261720"/>
                </a:gdLst>
                <a:ahLst/>
                <a:rect l="textAreaLeft" t="textAreaTop" r="textAreaRight" b="textAreaBottom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>
                <a:solidFill>
                  <a:srgbClr val="bfbfb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3" name="Google Shape;641;p63"/>
              <p:cNvSpPr/>
              <p:nvPr/>
            </p:nvSpPr>
            <p:spPr>
              <a:xfrm>
                <a:off x="10396440" y="1147320"/>
                <a:ext cx="1389600" cy="370800"/>
              </a:xfrm>
              <a:custGeom>
                <a:avLst/>
                <a:gdLst>
                  <a:gd name="textAreaLeft" fmla="*/ 0 w 1389600"/>
                  <a:gd name="textAreaRight" fmla="*/ 1390320 w 1389600"/>
                  <a:gd name="textAreaTop" fmla="*/ 0 h 370800"/>
                  <a:gd name="textAreaBottom" fmla="*/ 371520 h 370800"/>
                </a:gdLst>
                <a:ahLst/>
                <a:rect l="textAreaLeft" t="textAreaTop" r="textAreaRight" b="textAreaBottom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12700">
                <a:solidFill>
                  <a:srgbClr val="bfbfb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64" name="Google Shape;642;p63"/>
            <p:cNvGrpSpPr/>
            <p:nvPr/>
          </p:nvGrpSpPr>
          <p:grpSpPr>
            <a:xfrm>
              <a:off x="10509120" y="1555560"/>
              <a:ext cx="1389600" cy="370800"/>
              <a:chOff x="10509120" y="1555560"/>
              <a:chExt cx="1389600" cy="370800"/>
            </a:xfrm>
          </p:grpSpPr>
          <p:sp>
            <p:nvSpPr>
              <p:cNvPr id="565" name="Google Shape;643;p63"/>
              <p:cNvSpPr/>
              <p:nvPr/>
            </p:nvSpPr>
            <p:spPr>
              <a:xfrm>
                <a:off x="10581120" y="1610280"/>
                <a:ext cx="1220760" cy="261720"/>
              </a:xfrm>
              <a:custGeom>
                <a:avLst/>
                <a:gdLst>
                  <a:gd name="textAreaLeft" fmla="*/ 0 w 1220760"/>
                  <a:gd name="textAreaRight" fmla="*/ 1221480 w 1220760"/>
                  <a:gd name="textAreaTop" fmla="*/ 0 h 261720"/>
                  <a:gd name="textAreaBottom" fmla="*/ 262440 h 261720"/>
                </a:gdLst>
                <a:ahLst/>
                <a:rect l="textAreaLeft" t="textAreaTop" r="textAreaRight" b="textAreaBottom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>
                <a:solidFill>
                  <a:srgbClr val="ef7b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6" name="Google Shape;644;p63"/>
              <p:cNvSpPr/>
              <p:nvPr/>
            </p:nvSpPr>
            <p:spPr>
              <a:xfrm>
                <a:off x="10509120" y="1555560"/>
                <a:ext cx="1389600" cy="370800"/>
              </a:xfrm>
              <a:custGeom>
                <a:avLst/>
                <a:gdLst>
                  <a:gd name="textAreaLeft" fmla="*/ 0 w 1389600"/>
                  <a:gd name="textAreaRight" fmla="*/ 1390320 w 1389600"/>
                  <a:gd name="textAreaTop" fmla="*/ 0 h 370800"/>
                  <a:gd name="textAreaBottom" fmla="*/ 371520 h 370800"/>
                </a:gdLst>
                <a:ahLst/>
                <a:rect l="textAreaLeft" t="textAreaTop" r="textAreaRight" b="textAreaBottom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0075e2"/>
              </a:solidFill>
              <a:ln w="12700">
                <a:solidFill>
                  <a:srgbClr val="0075e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67" name="Google Shape;645;p63"/>
            <p:cNvGrpSpPr/>
            <p:nvPr/>
          </p:nvGrpSpPr>
          <p:grpSpPr>
            <a:xfrm>
              <a:off x="10396440" y="1963800"/>
              <a:ext cx="1389600" cy="370800"/>
              <a:chOff x="10396440" y="1963800"/>
              <a:chExt cx="1389600" cy="370800"/>
            </a:xfrm>
          </p:grpSpPr>
          <p:sp>
            <p:nvSpPr>
              <p:cNvPr id="568" name="Google Shape;646;p63"/>
              <p:cNvSpPr/>
              <p:nvPr/>
            </p:nvSpPr>
            <p:spPr>
              <a:xfrm>
                <a:off x="10468080" y="2018520"/>
                <a:ext cx="1220760" cy="261720"/>
              </a:xfrm>
              <a:custGeom>
                <a:avLst/>
                <a:gdLst>
                  <a:gd name="textAreaLeft" fmla="*/ 0 w 1220760"/>
                  <a:gd name="textAreaRight" fmla="*/ 1221480 w 1220760"/>
                  <a:gd name="textAreaTop" fmla="*/ 0 h 261720"/>
                  <a:gd name="textAreaBottom" fmla="*/ 262440 h 261720"/>
                </a:gdLst>
                <a:ahLst/>
                <a:rect l="textAreaLeft" t="textAreaTop" r="textAreaRight" b="textAreaBottom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>
                <a:solidFill>
                  <a:srgbClr val="d8d8d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9" name="Google Shape;647;p63"/>
              <p:cNvSpPr/>
              <p:nvPr/>
            </p:nvSpPr>
            <p:spPr>
              <a:xfrm>
                <a:off x="10396440" y="1963800"/>
                <a:ext cx="1389600" cy="370800"/>
              </a:xfrm>
              <a:custGeom>
                <a:avLst/>
                <a:gdLst>
                  <a:gd name="textAreaLeft" fmla="*/ 0 w 1389600"/>
                  <a:gd name="textAreaRight" fmla="*/ 1390320 w 1389600"/>
                  <a:gd name="textAreaTop" fmla="*/ 0 h 370800"/>
                  <a:gd name="textAreaBottom" fmla="*/ 371520 h 370800"/>
                </a:gdLst>
                <a:ahLst/>
                <a:rect l="textAreaLeft" t="textAreaTop" r="textAreaRight" b="textAreaBottom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d8d8d8"/>
              </a:solidFill>
              <a:ln w="12700">
                <a:solidFill>
                  <a:srgbClr val="d8d8d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70" name="Google Shape;648;p63"/>
            <p:cNvGrpSpPr/>
            <p:nvPr/>
          </p:nvGrpSpPr>
          <p:grpSpPr>
            <a:xfrm>
              <a:off x="10509120" y="2372040"/>
              <a:ext cx="1389600" cy="370800"/>
              <a:chOff x="10509120" y="2372040"/>
              <a:chExt cx="1389600" cy="370800"/>
            </a:xfrm>
          </p:grpSpPr>
          <p:sp>
            <p:nvSpPr>
              <p:cNvPr id="571" name="Google Shape;649;p63"/>
              <p:cNvSpPr/>
              <p:nvPr/>
            </p:nvSpPr>
            <p:spPr>
              <a:xfrm>
                <a:off x="10581120" y="2426400"/>
                <a:ext cx="1220760" cy="261720"/>
              </a:xfrm>
              <a:custGeom>
                <a:avLst/>
                <a:gdLst>
                  <a:gd name="textAreaLeft" fmla="*/ 0 w 1220760"/>
                  <a:gd name="textAreaRight" fmla="*/ 1221480 w 1220760"/>
                  <a:gd name="textAreaTop" fmla="*/ 0 h 261720"/>
                  <a:gd name="textAreaBottom" fmla="*/ 262440 h 261720"/>
                </a:gdLst>
                <a:ahLst/>
                <a:rect l="textAreaLeft" t="textAreaTop" r="textAreaRight" b="textAreaBottom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>
                <a:solidFill>
                  <a:srgbClr val="bfbfb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2" name="Google Shape;650;p63"/>
              <p:cNvSpPr/>
              <p:nvPr/>
            </p:nvSpPr>
            <p:spPr>
              <a:xfrm>
                <a:off x="10509120" y="2372040"/>
                <a:ext cx="1389600" cy="370800"/>
              </a:xfrm>
              <a:custGeom>
                <a:avLst/>
                <a:gdLst>
                  <a:gd name="textAreaLeft" fmla="*/ 0 w 1389600"/>
                  <a:gd name="textAreaRight" fmla="*/ 1390320 w 1389600"/>
                  <a:gd name="textAreaTop" fmla="*/ 0 h 370800"/>
                  <a:gd name="textAreaBottom" fmla="*/ 371520 h 370800"/>
                </a:gdLst>
                <a:ahLst/>
                <a:rect l="textAreaLeft" t="textAreaTop" r="textAreaRight" b="textAreaBottom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73" name="Google Shape;651;p63"/>
            <p:cNvGrpSpPr/>
            <p:nvPr/>
          </p:nvGrpSpPr>
          <p:grpSpPr>
            <a:xfrm>
              <a:off x="10396440" y="2780280"/>
              <a:ext cx="1389600" cy="370800"/>
              <a:chOff x="10396440" y="2780280"/>
              <a:chExt cx="1389600" cy="370800"/>
            </a:xfrm>
          </p:grpSpPr>
          <p:sp>
            <p:nvSpPr>
              <p:cNvPr id="574" name="Google Shape;652;p63"/>
              <p:cNvSpPr/>
              <p:nvPr/>
            </p:nvSpPr>
            <p:spPr>
              <a:xfrm>
                <a:off x="10468080" y="2834640"/>
                <a:ext cx="1220760" cy="261720"/>
              </a:xfrm>
              <a:custGeom>
                <a:avLst/>
                <a:gdLst>
                  <a:gd name="textAreaLeft" fmla="*/ 0 w 1220760"/>
                  <a:gd name="textAreaRight" fmla="*/ 1221480 w 1220760"/>
                  <a:gd name="textAreaTop" fmla="*/ 0 h 261720"/>
                  <a:gd name="textAreaBottom" fmla="*/ 262440 h 261720"/>
                </a:gdLst>
                <a:ahLst/>
                <a:rect l="textAreaLeft" t="textAreaTop" r="textAreaRight" b="textAreaBottom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5" name="Google Shape;653;p63"/>
              <p:cNvSpPr/>
              <p:nvPr/>
            </p:nvSpPr>
            <p:spPr>
              <a:xfrm>
                <a:off x="10396440" y="2780280"/>
                <a:ext cx="1389600" cy="370800"/>
              </a:xfrm>
              <a:custGeom>
                <a:avLst/>
                <a:gdLst>
                  <a:gd name="textAreaLeft" fmla="*/ 0 w 1389600"/>
                  <a:gd name="textAreaRight" fmla="*/ 1390320 w 1389600"/>
                  <a:gd name="textAreaTop" fmla="*/ 0 h 370800"/>
                  <a:gd name="textAreaBottom" fmla="*/ 371520 h 370800"/>
                </a:gdLst>
                <a:ahLst/>
                <a:rect l="textAreaLeft" t="textAreaTop" r="textAreaRight" b="textAreaBottom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76" name="Google Shape;654;p63"/>
            <p:cNvGrpSpPr/>
            <p:nvPr/>
          </p:nvGrpSpPr>
          <p:grpSpPr>
            <a:xfrm>
              <a:off x="10799280" y="93600"/>
              <a:ext cx="696240" cy="1095120"/>
              <a:chOff x="10799280" y="93600"/>
              <a:chExt cx="696240" cy="1095120"/>
            </a:xfrm>
          </p:grpSpPr>
          <p:sp>
            <p:nvSpPr>
              <p:cNvPr id="577" name="Google Shape;655;p63"/>
              <p:cNvSpPr/>
              <p:nvPr/>
            </p:nvSpPr>
            <p:spPr>
              <a:xfrm>
                <a:off x="10834920" y="132840"/>
                <a:ext cx="617760" cy="674280"/>
              </a:xfrm>
              <a:custGeom>
                <a:avLst/>
                <a:gdLst>
                  <a:gd name="textAreaLeft" fmla="*/ 0 w 617760"/>
                  <a:gd name="textAreaRight" fmla="*/ 618480 w 617760"/>
                  <a:gd name="textAreaTop" fmla="*/ 0 h 674280"/>
                  <a:gd name="textAreaBottom" fmla="*/ 675000 h 674280"/>
                </a:gdLst>
                <a:ahLst/>
                <a:rect l="textAreaLeft" t="textAreaTop" r="textAreaRight" b="textAreaBottom"/>
                <a:pathLst>
                  <a:path w="2292818" h="2502797">
                    <a:moveTo>
                      <a:pt x="1146409" y="0"/>
                    </a:moveTo>
                    <a:cubicBezTo>
                      <a:pt x="1779553" y="0"/>
                      <a:pt x="2292818" y="513265"/>
                      <a:pt x="2292818" y="1146409"/>
                    </a:cubicBezTo>
                    <a:cubicBezTo>
                      <a:pt x="2292818" y="1581696"/>
                      <a:pt x="2050220" y="1960321"/>
                      <a:pt x="1692856" y="2154453"/>
                    </a:cubicBezTo>
                    <a:lnTo>
                      <a:pt x="1686333" y="2157595"/>
                    </a:lnTo>
                    <a:lnTo>
                      <a:pt x="1625204" y="2502797"/>
                    </a:lnTo>
                    <a:lnTo>
                      <a:pt x="690116" y="2502797"/>
                    </a:lnTo>
                    <a:lnTo>
                      <a:pt x="631086" y="2169446"/>
                    </a:lnTo>
                    <a:lnTo>
                      <a:pt x="599963" y="2154453"/>
                    </a:lnTo>
                    <a:cubicBezTo>
                      <a:pt x="242598" y="1960321"/>
                      <a:pt x="0" y="1581696"/>
                      <a:pt x="0" y="1146409"/>
                    </a:cubicBezTo>
                    <a:cubicBezTo>
                      <a:pt x="0" y="513265"/>
                      <a:pt x="513265" y="0"/>
                      <a:pt x="1146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2700">
                <a:solidFill>
                  <a:srgbClr val="11415b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8" name="Google Shape;656;p63"/>
              <p:cNvSpPr/>
              <p:nvPr/>
            </p:nvSpPr>
            <p:spPr>
              <a:xfrm>
                <a:off x="10799280" y="93600"/>
                <a:ext cx="696240" cy="1095120"/>
              </a:xfrm>
              <a:custGeom>
                <a:avLst/>
                <a:gdLst>
                  <a:gd name="textAreaLeft" fmla="*/ 0 w 696240"/>
                  <a:gd name="textAreaRight" fmla="*/ 696960 w 696240"/>
                  <a:gd name="textAreaTop" fmla="*/ 0 h 1095120"/>
                  <a:gd name="textAreaBottom" fmla="*/ 1095840 h 1095120"/>
                </a:gdLst>
                <a:ahLst/>
                <a:rect l="textAreaLeft" t="textAreaTop" r="textAreaRight" b="textAreaBottom"/>
                <a:pathLst>
                  <a:path w="2991257" h="4702319">
                    <a:moveTo>
                      <a:pt x="951056" y="4310393"/>
                    </a:moveTo>
                    <a:lnTo>
                      <a:pt x="2052826" y="4310393"/>
                    </a:lnTo>
                    <a:lnTo>
                      <a:pt x="2052826" y="4506356"/>
                    </a:lnTo>
                    <a:cubicBezTo>
                      <a:pt x="2052826" y="4614583"/>
                      <a:pt x="1806188" y="4702319"/>
                      <a:pt x="1501941" y="4702319"/>
                    </a:cubicBezTo>
                    <a:cubicBezTo>
                      <a:pt x="1197696" y="4702319"/>
                      <a:pt x="951056" y="4614583"/>
                      <a:pt x="951056" y="4506356"/>
                    </a:cubicBezTo>
                    <a:close/>
                    <a:moveTo>
                      <a:pt x="953472" y="3978828"/>
                    </a:moveTo>
                    <a:lnTo>
                      <a:pt x="2050412" y="3978828"/>
                    </a:lnTo>
                    <a:cubicBezTo>
                      <a:pt x="2107063" y="3978828"/>
                      <a:pt x="2152988" y="4023754"/>
                      <a:pt x="2152988" y="4079172"/>
                    </a:cubicBezTo>
                    <a:lnTo>
                      <a:pt x="2152988" y="4123466"/>
                    </a:lnTo>
                    <a:cubicBezTo>
                      <a:pt x="2152988" y="4178882"/>
                      <a:pt x="2107063" y="4223810"/>
                      <a:pt x="2050412" y="4223810"/>
                    </a:cubicBezTo>
                    <a:lnTo>
                      <a:pt x="953472" y="4223810"/>
                    </a:lnTo>
                    <a:cubicBezTo>
                      <a:pt x="896821" y="4223810"/>
                      <a:pt x="850896" y="4178882"/>
                      <a:pt x="850896" y="4123466"/>
                    </a:cubicBezTo>
                    <a:lnTo>
                      <a:pt x="850896" y="4079172"/>
                    </a:lnTo>
                    <a:cubicBezTo>
                      <a:pt x="850896" y="4023754"/>
                      <a:pt x="896821" y="3978828"/>
                      <a:pt x="953472" y="3978828"/>
                    </a:cubicBezTo>
                    <a:close/>
                    <a:moveTo>
                      <a:pt x="903390" y="3647264"/>
                    </a:moveTo>
                    <a:lnTo>
                      <a:pt x="2100491" y="3647264"/>
                    </a:lnTo>
                    <a:cubicBezTo>
                      <a:pt x="2157143" y="3647264"/>
                      <a:pt x="2203068" y="3692189"/>
                      <a:pt x="2203068" y="3747607"/>
                    </a:cubicBezTo>
                    <a:lnTo>
                      <a:pt x="2203068" y="3791900"/>
                    </a:lnTo>
                    <a:cubicBezTo>
                      <a:pt x="2203068" y="3847318"/>
                      <a:pt x="2157143" y="3892244"/>
                      <a:pt x="2100491" y="3892244"/>
                    </a:cubicBezTo>
                    <a:lnTo>
                      <a:pt x="903390" y="3892244"/>
                    </a:lnTo>
                    <a:cubicBezTo>
                      <a:pt x="846740" y="3892244"/>
                      <a:pt x="800815" y="3847318"/>
                      <a:pt x="800815" y="3791900"/>
                    </a:cubicBezTo>
                    <a:lnTo>
                      <a:pt x="800815" y="3747607"/>
                    </a:lnTo>
                    <a:cubicBezTo>
                      <a:pt x="800815" y="3692189"/>
                      <a:pt x="846740" y="3647264"/>
                      <a:pt x="903390" y="3647264"/>
                    </a:cubicBezTo>
                    <a:close/>
                    <a:moveTo>
                      <a:pt x="853310" y="3315698"/>
                    </a:moveTo>
                    <a:lnTo>
                      <a:pt x="2150572" y="3315698"/>
                    </a:lnTo>
                    <a:cubicBezTo>
                      <a:pt x="2207223" y="3315698"/>
                      <a:pt x="2253147" y="3360624"/>
                      <a:pt x="2253147" y="3416042"/>
                    </a:cubicBezTo>
                    <a:lnTo>
                      <a:pt x="2253147" y="3460336"/>
                    </a:lnTo>
                    <a:cubicBezTo>
                      <a:pt x="2253147" y="3515753"/>
                      <a:pt x="2207223" y="3560680"/>
                      <a:pt x="2150572" y="3560680"/>
                    </a:cubicBezTo>
                    <a:lnTo>
                      <a:pt x="853310" y="3560680"/>
                    </a:lnTo>
                    <a:cubicBezTo>
                      <a:pt x="796658" y="3560680"/>
                      <a:pt x="750733" y="3515753"/>
                      <a:pt x="750733" y="3460336"/>
                    </a:cubicBezTo>
                    <a:lnTo>
                      <a:pt x="750733" y="3416042"/>
                    </a:lnTo>
                    <a:cubicBezTo>
                      <a:pt x="750733" y="3360624"/>
                      <a:pt x="796658" y="3315698"/>
                      <a:pt x="853310" y="3315698"/>
                    </a:cubicBezTo>
                    <a:close/>
                    <a:moveTo>
                      <a:pt x="1386722" y="1558904"/>
                    </a:moveTo>
                    <a:cubicBezTo>
                      <a:pt x="1356097" y="1590701"/>
                      <a:pt x="1313897" y="1609721"/>
                      <a:pt x="1267488" y="1609721"/>
                    </a:cubicBezTo>
                    <a:cubicBezTo>
                      <a:pt x="1229461" y="1609721"/>
                      <a:pt x="1194258" y="1596950"/>
                      <a:pt x="1167563" y="1572653"/>
                    </a:cubicBezTo>
                    <a:lnTo>
                      <a:pt x="1400707" y="3012633"/>
                    </a:lnTo>
                    <a:lnTo>
                      <a:pt x="1492336" y="3011914"/>
                    </a:lnTo>
                    <a:lnTo>
                      <a:pt x="1492336" y="3011864"/>
                    </a:lnTo>
                    <a:lnTo>
                      <a:pt x="1495631" y="3011889"/>
                    </a:lnTo>
                    <a:lnTo>
                      <a:pt x="1498923" y="3011864"/>
                    </a:lnTo>
                    <a:lnTo>
                      <a:pt x="1498923" y="3011914"/>
                    </a:lnTo>
                    <a:lnTo>
                      <a:pt x="1589466" y="3012625"/>
                    </a:lnTo>
                    <a:lnTo>
                      <a:pt x="1819775" y="1590148"/>
                    </a:lnTo>
                    <a:cubicBezTo>
                      <a:pt x="1797467" y="1603167"/>
                      <a:pt x="1771670" y="1609721"/>
                      <a:pt x="1744424" y="1609721"/>
                    </a:cubicBezTo>
                    <a:cubicBezTo>
                      <a:pt x="1698015" y="1609721"/>
                      <a:pt x="1655815" y="1590701"/>
                      <a:pt x="1625191" y="1558904"/>
                    </a:cubicBezTo>
                    <a:cubicBezTo>
                      <a:pt x="1594564" y="1590701"/>
                      <a:pt x="1552364" y="1609721"/>
                      <a:pt x="1505957" y="1609721"/>
                    </a:cubicBezTo>
                    <a:cubicBezTo>
                      <a:pt x="1459548" y="1609721"/>
                      <a:pt x="1417348" y="1590701"/>
                      <a:pt x="1386722" y="1558904"/>
                    </a:cubicBezTo>
                    <a:close/>
                    <a:moveTo>
                      <a:pt x="1492336" y="296022"/>
                    </a:moveTo>
                    <a:cubicBezTo>
                      <a:pt x="819777" y="296795"/>
                      <a:pt x="274831" y="830410"/>
                      <a:pt x="274831" y="1488534"/>
                    </a:cubicBezTo>
                    <a:cubicBezTo>
                      <a:pt x="274831" y="1934058"/>
                      <a:pt x="599874" y="2373770"/>
                      <a:pt x="855798" y="2574654"/>
                    </a:cubicBezTo>
                    <a:cubicBezTo>
                      <a:pt x="972489" y="2706724"/>
                      <a:pt x="963238" y="2709431"/>
                      <a:pt x="1010657" y="2878465"/>
                    </a:cubicBezTo>
                    <a:cubicBezTo>
                      <a:pt x="1029549" y="2996988"/>
                      <a:pt x="991277" y="3008834"/>
                      <a:pt x="1099844" y="3014995"/>
                    </a:cubicBezTo>
                    <a:lnTo>
                      <a:pt x="1178890" y="3014374"/>
                    </a:lnTo>
                    <a:lnTo>
                      <a:pt x="912952" y="1371837"/>
                    </a:lnTo>
                    <a:cubicBezTo>
                      <a:pt x="903639" y="1314321"/>
                      <a:pt x="943753" y="1260311"/>
                      <a:pt x="1002548" y="1251201"/>
                    </a:cubicBezTo>
                    <a:lnTo>
                      <a:pt x="1006296" y="1250621"/>
                    </a:lnTo>
                    <a:cubicBezTo>
                      <a:pt x="1059733" y="1242341"/>
                      <a:pt x="1110210" y="1274002"/>
                      <a:pt x="1124040" y="1323612"/>
                    </a:cubicBezTo>
                    <a:cubicBezTo>
                      <a:pt x="1152654" y="1271953"/>
                      <a:pt x="1206429" y="1239026"/>
                      <a:pt x="1267488" y="1239026"/>
                    </a:cubicBezTo>
                    <a:cubicBezTo>
                      <a:pt x="1313897" y="1239026"/>
                      <a:pt x="1356097" y="1258048"/>
                      <a:pt x="1386722" y="1289845"/>
                    </a:cubicBezTo>
                    <a:cubicBezTo>
                      <a:pt x="1417348" y="1258048"/>
                      <a:pt x="1459548" y="1239026"/>
                      <a:pt x="1505957" y="1239026"/>
                    </a:cubicBezTo>
                    <a:cubicBezTo>
                      <a:pt x="1552364" y="1239026"/>
                      <a:pt x="1594564" y="1258048"/>
                      <a:pt x="1625191" y="1289845"/>
                    </a:cubicBezTo>
                    <a:cubicBezTo>
                      <a:pt x="1655815" y="1258048"/>
                      <a:pt x="1698015" y="1239026"/>
                      <a:pt x="1744424" y="1239026"/>
                    </a:cubicBezTo>
                    <a:cubicBezTo>
                      <a:pt x="1795987" y="1239026"/>
                      <a:pt x="1842359" y="1262509"/>
                      <a:pt x="1873330" y="1300835"/>
                    </a:cubicBezTo>
                    <a:cubicBezTo>
                      <a:pt x="1892646" y="1260564"/>
                      <a:pt x="1937643" y="1236578"/>
                      <a:pt x="1984961" y="1243910"/>
                    </a:cubicBezTo>
                    <a:lnTo>
                      <a:pt x="1988709" y="1244491"/>
                    </a:lnTo>
                    <a:cubicBezTo>
                      <a:pt x="2047506" y="1253600"/>
                      <a:pt x="2087618" y="1307610"/>
                      <a:pt x="2078307" y="1365125"/>
                    </a:cubicBezTo>
                    <a:lnTo>
                      <a:pt x="1811283" y="3014366"/>
                    </a:lnTo>
                    <a:lnTo>
                      <a:pt x="1891413" y="3014995"/>
                    </a:lnTo>
                    <a:cubicBezTo>
                      <a:pt x="1999980" y="3008834"/>
                      <a:pt x="1961709" y="2996988"/>
                      <a:pt x="1980600" y="2878465"/>
                    </a:cubicBezTo>
                    <a:cubicBezTo>
                      <a:pt x="2028019" y="2709431"/>
                      <a:pt x="2018769" y="2706724"/>
                      <a:pt x="2135459" y="2574654"/>
                    </a:cubicBezTo>
                    <a:cubicBezTo>
                      <a:pt x="2391383" y="2373770"/>
                      <a:pt x="2716427" y="1934058"/>
                      <a:pt x="2716427" y="1488534"/>
                    </a:cubicBezTo>
                    <a:cubicBezTo>
                      <a:pt x="2716427" y="830410"/>
                      <a:pt x="2171481" y="296795"/>
                      <a:pt x="1498923" y="296022"/>
                    </a:cubicBezTo>
                    <a:lnTo>
                      <a:pt x="1498923" y="296319"/>
                    </a:lnTo>
                    <a:lnTo>
                      <a:pt x="1495631" y="296070"/>
                    </a:lnTo>
                    <a:lnTo>
                      <a:pt x="1492336" y="296319"/>
                    </a:lnTo>
                    <a:close/>
                    <a:moveTo>
                      <a:pt x="1492826" y="0"/>
                    </a:moveTo>
                    <a:lnTo>
                      <a:pt x="1495631" y="211"/>
                    </a:lnTo>
                    <a:lnTo>
                      <a:pt x="1498432" y="0"/>
                    </a:lnTo>
                    <a:cubicBezTo>
                      <a:pt x="2322897" y="0"/>
                      <a:pt x="2991257" y="653819"/>
                      <a:pt x="2991257" y="1460348"/>
                    </a:cubicBezTo>
                    <a:cubicBezTo>
                      <a:pt x="2991257" y="2006129"/>
                      <a:pt x="2592903" y="2544781"/>
                      <a:pt x="2279478" y="2790647"/>
                    </a:cubicBezTo>
                    <a:cubicBezTo>
                      <a:pt x="2186103" y="2895884"/>
                      <a:pt x="2227311" y="2951181"/>
                      <a:pt x="2207246" y="3088369"/>
                    </a:cubicBezTo>
                    <a:cubicBezTo>
                      <a:pt x="2155081" y="3194275"/>
                      <a:pt x="2108422" y="3228140"/>
                      <a:pt x="2016213" y="3228140"/>
                    </a:cubicBezTo>
                    <a:lnTo>
                      <a:pt x="1495631" y="3226317"/>
                    </a:lnTo>
                    <a:lnTo>
                      <a:pt x="975044" y="3228140"/>
                    </a:lnTo>
                    <a:cubicBezTo>
                      <a:pt x="882838" y="3228140"/>
                      <a:pt x="836177" y="3194275"/>
                      <a:pt x="784011" y="3088369"/>
                    </a:cubicBezTo>
                    <a:cubicBezTo>
                      <a:pt x="763946" y="2951181"/>
                      <a:pt x="805155" y="2895884"/>
                      <a:pt x="711780" y="2790647"/>
                    </a:cubicBezTo>
                    <a:cubicBezTo>
                      <a:pt x="398354" y="2544781"/>
                      <a:pt x="0" y="2006129"/>
                      <a:pt x="0" y="1460348"/>
                    </a:cubicBezTo>
                    <a:cubicBezTo>
                      <a:pt x="0" y="653819"/>
                      <a:pt x="668362" y="0"/>
                      <a:pt x="14928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579" name="Google Shape;657;p63"/>
          <p:cNvGrpSpPr/>
          <p:nvPr/>
        </p:nvGrpSpPr>
        <p:grpSpPr>
          <a:xfrm>
            <a:off x="7612920" y="3206520"/>
            <a:ext cx="3343680" cy="3291840"/>
            <a:chOff x="7612920" y="3206520"/>
            <a:chExt cx="3343680" cy="3291840"/>
          </a:xfrm>
        </p:grpSpPr>
        <p:grpSp>
          <p:nvGrpSpPr>
            <p:cNvPr id="580" name="Google Shape;658;p63"/>
            <p:cNvGrpSpPr/>
            <p:nvPr/>
          </p:nvGrpSpPr>
          <p:grpSpPr>
            <a:xfrm>
              <a:off x="7612920" y="4512960"/>
              <a:ext cx="1982880" cy="1985400"/>
              <a:chOff x="7612920" y="4512960"/>
              <a:chExt cx="1982880" cy="1985400"/>
            </a:xfrm>
          </p:grpSpPr>
          <p:sp>
            <p:nvSpPr>
              <p:cNvPr id="581" name="Google Shape;659;p63"/>
              <p:cNvSpPr/>
              <p:nvPr/>
            </p:nvSpPr>
            <p:spPr>
              <a:xfrm rot="18596400">
                <a:off x="8617680" y="5123160"/>
                <a:ext cx="57600" cy="65484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82" name="Google Shape;660;p63"/>
              <p:cNvSpPr/>
              <p:nvPr/>
            </p:nvSpPr>
            <p:spPr>
              <a:xfrm rot="18592800">
                <a:off x="8719560" y="5004720"/>
                <a:ext cx="57600" cy="58500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3" name="Google Shape;661;p63"/>
              <p:cNvSpPr/>
              <p:nvPr/>
            </p:nvSpPr>
            <p:spPr>
              <a:xfrm rot="18596400">
                <a:off x="8832960" y="5025960"/>
                <a:ext cx="57600" cy="32004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84" name="Google Shape;662;p63"/>
              <p:cNvSpPr/>
              <p:nvPr/>
            </p:nvSpPr>
            <p:spPr>
              <a:xfrm rot="18596400">
                <a:off x="8478360" y="5248800"/>
                <a:ext cx="57600" cy="64080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5" name="Google Shape;663;p63"/>
              <p:cNvSpPr/>
              <p:nvPr/>
            </p:nvSpPr>
            <p:spPr>
              <a:xfrm rot="18596400">
                <a:off x="8407800" y="5522400"/>
                <a:ext cx="57600" cy="39852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86" name="Google Shape;664;p63"/>
              <p:cNvSpPr/>
              <p:nvPr/>
            </p:nvSpPr>
            <p:spPr>
              <a:xfrm rot="18596400">
                <a:off x="8029080" y="5656320"/>
                <a:ext cx="57600" cy="58500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87" name="Google Shape;665;p63"/>
              <p:cNvSpPr/>
              <p:nvPr/>
            </p:nvSpPr>
            <p:spPr>
              <a:xfrm rot="18596400">
                <a:off x="8149320" y="5661360"/>
                <a:ext cx="57600" cy="39852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8" name="Google Shape;666;p63"/>
              <p:cNvSpPr/>
              <p:nvPr/>
            </p:nvSpPr>
            <p:spPr>
              <a:xfrm rot="18596400">
                <a:off x="9200160" y="4604400"/>
                <a:ext cx="38520" cy="58500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89" name="Google Shape;667;p63"/>
              <p:cNvSpPr/>
              <p:nvPr/>
            </p:nvSpPr>
            <p:spPr>
              <a:xfrm rot="18596400">
                <a:off x="9079560" y="4817880"/>
                <a:ext cx="57600" cy="39852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0" name="Google Shape;668;p63"/>
              <p:cNvSpPr/>
              <p:nvPr/>
            </p:nvSpPr>
            <p:spPr>
              <a:xfrm flipH="1" rot="15823800">
                <a:off x="7784280" y="4488120"/>
                <a:ext cx="1314000" cy="1522080"/>
              </a:xfrm>
              <a:custGeom>
                <a:avLst/>
                <a:gdLst>
                  <a:gd name="textAreaLeft" fmla="*/ -360 w 1314000"/>
                  <a:gd name="textAreaRight" fmla="*/ 1314360 w 1314000"/>
                  <a:gd name="textAreaTop" fmla="*/ 0 h 1522080"/>
                  <a:gd name="textAreaBottom" fmla="*/ 1522440 h 1522080"/>
                </a:gdLst>
                <a:ahLst/>
                <a:rect l="textAreaLeft" t="textAreaTop" r="textAreaRight" b="textAreaBottom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381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1" name="Google Shape;669;p63"/>
              <p:cNvSpPr/>
              <p:nvPr/>
            </p:nvSpPr>
            <p:spPr>
              <a:xfrm rot="11332800">
                <a:off x="8172000" y="4883040"/>
                <a:ext cx="1314000" cy="1522800"/>
              </a:xfrm>
              <a:custGeom>
                <a:avLst/>
                <a:gdLst>
                  <a:gd name="textAreaLeft" fmla="*/ 0 w 1314000"/>
                  <a:gd name="textAreaRight" fmla="*/ 1314720 w 1314000"/>
                  <a:gd name="textAreaTop" fmla="*/ 0 h 1522800"/>
                  <a:gd name="textAreaBottom" fmla="*/ 1523520 h 1522800"/>
                </a:gdLst>
                <a:ahLst/>
                <a:rect l="textAreaLeft" t="textAreaTop" r="textAreaRight" b="textAreaBottom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rgbClr val="7f7f7f"/>
              </a:solidFill>
              <a:ln w="381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92" name="Google Shape;670;p63"/>
            <p:cNvGrpSpPr/>
            <p:nvPr/>
          </p:nvGrpSpPr>
          <p:grpSpPr>
            <a:xfrm>
              <a:off x="8973720" y="3206520"/>
              <a:ext cx="1982880" cy="1985400"/>
              <a:chOff x="8973720" y="3206520"/>
              <a:chExt cx="1982880" cy="1985400"/>
            </a:xfrm>
          </p:grpSpPr>
          <p:sp>
            <p:nvSpPr>
              <p:cNvPr id="593" name="Google Shape;671;p63"/>
              <p:cNvSpPr/>
              <p:nvPr/>
            </p:nvSpPr>
            <p:spPr>
              <a:xfrm rot="18596400">
                <a:off x="9978480" y="3816720"/>
                <a:ext cx="57600" cy="65484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94" name="Google Shape;672;p63"/>
              <p:cNvSpPr/>
              <p:nvPr/>
            </p:nvSpPr>
            <p:spPr>
              <a:xfrm rot="18592800">
                <a:off x="10080000" y="3698280"/>
                <a:ext cx="57600" cy="58500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5" name="Google Shape;673;p63"/>
              <p:cNvSpPr/>
              <p:nvPr/>
            </p:nvSpPr>
            <p:spPr>
              <a:xfrm rot="18596400">
                <a:off x="10193400" y="3719520"/>
                <a:ext cx="57600" cy="32004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96" name="Google Shape;674;p63"/>
              <p:cNvSpPr/>
              <p:nvPr/>
            </p:nvSpPr>
            <p:spPr>
              <a:xfrm rot="18596400">
                <a:off x="9839160" y="3942360"/>
                <a:ext cx="57600" cy="64080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7" name="Google Shape;675;p63"/>
              <p:cNvSpPr/>
              <p:nvPr/>
            </p:nvSpPr>
            <p:spPr>
              <a:xfrm rot="18596400">
                <a:off x="9768240" y="4215960"/>
                <a:ext cx="57600" cy="39852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98" name="Google Shape;676;p63"/>
              <p:cNvSpPr/>
              <p:nvPr/>
            </p:nvSpPr>
            <p:spPr>
              <a:xfrm rot="18596400">
                <a:off x="9389880" y="4349880"/>
                <a:ext cx="57600" cy="58500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99" name="Google Shape;677;p63"/>
              <p:cNvSpPr/>
              <p:nvPr/>
            </p:nvSpPr>
            <p:spPr>
              <a:xfrm rot="18596400">
                <a:off x="9509760" y="4354920"/>
                <a:ext cx="57600" cy="39852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0" name="Google Shape;678;p63"/>
              <p:cNvSpPr/>
              <p:nvPr/>
            </p:nvSpPr>
            <p:spPr>
              <a:xfrm rot="18596400">
                <a:off x="10545120" y="3305160"/>
                <a:ext cx="57600" cy="585000"/>
              </a:xfrm>
              <a:prstGeom prst="roundRect">
                <a:avLst>
                  <a:gd name="adj" fmla="val 50000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01" name="Google Shape;679;p63"/>
              <p:cNvSpPr/>
              <p:nvPr/>
            </p:nvSpPr>
            <p:spPr>
              <a:xfrm rot="18596400">
                <a:off x="10440360" y="3511440"/>
                <a:ext cx="57600" cy="39852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2" name="Google Shape;680;p63"/>
              <p:cNvSpPr/>
              <p:nvPr/>
            </p:nvSpPr>
            <p:spPr>
              <a:xfrm flipH="1" rot="15823800">
                <a:off x="9145080" y="3181680"/>
                <a:ext cx="1314000" cy="1522080"/>
              </a:xfrm>
              <a:custGeom>
                <a:avLst/>
                <a:gdLst>
                  <a:gd name="textAreaLeft" fmla="*/ -360 w 1314000"/>
                  <a:gd name="textAreaRight" fmla="*/ 1314360 w 1314000"/>
                  <a:gd name="textAreaTop" fmla="*/ 0 h 1522080"/>
                  <a:gd name="textAreaBottom" fmla="*/ 1522440 h 1522080"/>
                </a:gdLst>
                <a:ahLst/>
                <a:rect l="textAreaLeft" t="textAreaTop" r="textAreaRight" b="textAreaBottom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381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3" name="Google Shape;681;p63"/>
              <p:cNvSpPr/>
              <p:nvPr/>
            </p:nvSpPr>
            <p:spPr>
              <a:xfrm rot="11332800">
                <a:off x="9532800" y="3576600"/>
                <a:ext cx="1314000" cy="1522800"/>
              </a:xfrm>
              <a:custGeom>
                <a:avLst/>
                <a:gdLst>
                  <a:gd name="textAreaLeft" fmla="*/ 0 w 1314000"/>
                  <a:gd name="textAreaRight" fmla="*/ 1314720 w 1314000"/>
                  <a:gd name="textAreaTop" fmla="*/ 0 h 1522800"/>
                  <a:gd name="textAreaBottom" fmla="*/ 1523520 h 1522800"/>
                </a:gdLst>
                <a:ahLst/>
                <a:rect l="textAreaLeft" t="textAreaTop" r="textAreaRight" b="textAreaBottom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rgbClr val="7f7f7f"/>
              </a:solidFill>
              <a:ln w="381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04" name="Google Shape;682;p63"/>
              <p:cNvSpPr/>
              <p:nvPr/>
            </p:nvSpPr>
            <p:spPr>
              <a:xfrm rot="18596400">
                <a:off x="9317160" y="4496040"/>
                <a:ext cx="57600" cy="585000"/>
              </a:xfrm>
              <a:prstGeom prst="roundRect">
                <a:avLst>
                  <a:gd name="adj" fmla="val 5000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605" name="Google Shape;683;p63"/>
          <p:cNvSpPr/>
          <p:nvPr/>
        </p:nvSpPr>
        <p:spPr>
          <a:xfrm rot="355800">
            <a:off x="10018440" y="5091840"/>
            <a:ext cx="1129320" cy="1149120"/>
          </a:xfrm>
          <a:custGeom>
            <a:avLst/>
            <a:gdLst>
              <a:gd name="textAreaLeft" fmla="*/ 0 w 1129320"/>
              <a:gd name="textAreaRight" fmla="*/ 1130040 w 1129320"/>
              <a:gd name="textAreaTop" fmla="*/ 0 h 1149120"/>
              <a:gd name="textAreaBottom" fmla="*/ 1149840 h 1149120"/>
            </a:gdLst>
            <a:ahLst/>
            <a:rect l="textAreaLeft" t="textAreaTop" r="textAreaRight" b="textAreaBottom"/>
            <a:pathLst>
              <a:path w="1882134" h="1915580">
                <a:moveTo>
                  <a:pt x="859940" y="932267"/>
                </a:moveTo>
                <a:lnTo>
                  <a:pt x="747989" y="997319"/>
                </a:lnTo>
                <a:lnTo>
                  <a:pt x="636844" y="1061903"/>
                </a:lnTo>
                <a:lnTo>
                  <a:pt x="638527" y="1070293"/>
                </a:lnTo>
                <a:cubicBezTo>
                  <a:pt x="638527" y="1120463"/>
                  <a:pt x="607741" y="1162081"/>
                  <a:pt x="565410" y="1179755"/>
                </a:cubicBezTo>
                <a:lnTo>
                  <a:pt x="562511" y="1180336"/>
                </a:lnTo>
                <a:lnTo>
                  <a:pt x="562511" y="1439244"/>
                </a:lnTo>
                <a:lnTo>
                  <a:pt x="572773" y="1441246"/>
                </a:lnTo>
                <a:cubicBezTo>
                  <a:pt x="615532" y="1458919"/>
                  <a:pt x="644608" y="1500537"/>
                  <a:pt x="644608" y="1550707"/>
                </a:cubicBezTo>
                <a:lnTo>
                  <a:pt x="640375" y="1571429"/>
                </a:lnTo>
                <a:lnTo>
                  <a:pt x="865510" y="1701672"/>
                </a:lnTo>
                <a:lnTo>
                  <a:pt x="886716" y="1687534"/>
                </a:lnTo>
                <a:cubicBezTo>
                  <a:pt x="900969" y="1681643"/>
                  <a:pt x="916742" y="1678413"/>
                  <a:pt x="933465" y="1678413"/>
                </a:cubicBezTo>
                <a:cubicBezTo>
                  <a:pt x="950189" y="1678413"/>
                  <a:pt x="965962" y="1681833"/>
                  <a:pt x="980215" y="1687962"/>
                </a:cubicBezTo>
                <a:lnTo>
                  <a:pt x="997982" y="1700143"/>
                </a:lnTo>
                <a:lnTo>
                  <a:pt x="1212258" y="1576182"/>
                </a:lnTo>
                <a:lnTo>
                  <a:pt x="1210160" y="1565911"/>
                </a:lnTo>
                <a:cubicBezTo>
                  <a:pt x="1210160" y="1515742"/>
                  <a:pt x="1240946" y="1474123"/>
                  <a:pt x="1283277" y="1456450"/>
                </a:cubicBezTo>
                <a:lnTo>
                  <a:pt x="1298338" y="1453428"/>
                </a:lnTo>
                <a:lnTo>
                  <a:pt x="1298338" y="1189696"/>
                </a:lnTo>
                <a:lnTo>
                  <a:pt x="1292399" y="1188448"/>
                </a:lnTo>
                <a:cubicBezTo>
                  <a:pt x="1250068" y="1170062"/>
                  <a:pt x="1219282" y="1127303"/>
                  <a:pt x="1219282" y="1079414"/>
                </a:cubicBezTo>
                <a:lnTo>
                  <a:pt x="1223749" y="1057548"/>
                </a:lnTo>
                <a:lnTo>
                  <a:pt x="997965" y="926929"/>
                </a:lnTo>
                <a:lnTo>
                  <a:pt x="994296" y="929366"/>
                </a:lnTo>
                <a:lnTo>
                  <a:pt x="988000" y="935188"/>
                </a:lnTo>
                <a:lnTo>
                  <a:pt x="978749" y="939691"/>
                </a:lnTo>
                <a:lnTo>
                  <a:pt x="969810" y="945628"/>
                </a:lnTo>
                <a:lnTo>
                  <a:pt x="964268" y="946740"/>
                </a:lnTo>
                <a:lnTo>
                  <a:pt x="958437" y="949579"/>
                </a:lnTo>
                <a:cubicBezTo>
                  <a:pt x="947754" y="952933"/>
                  <a:pt x="936316" y="954750"/>
                  <a:pt x="924343" y="954750"/>
                </a:cubicBezTo>
                <a:lnTo>
                  <a:pt x="924343" y="954750"/>
                </a:lnTo>
                <a:lnTo>
                  <a:pt x="923835" y="954643"/>
                </a:lnTo>
                <a:lnTo>
                  <a:pt x="881110" y="945723"/>
                </a:lnTo>
                <a:lnTo>
                  <a:pt x="880997" y="945646"/>
                </a:lnTo>
                <a:lnTo>
                  <a:pt x="878876" y="945200"/>
                </a:lnTo>
                <a:close/>
                <a:moveTo>
                  <a:pt x="1285908" y="209454"/>
                </a:moveTo>
                <a:lnTo>
                  <a:pt x="1039711" y="351883"/>
                </a:lnTo>
                <a:lnTo>
                  <a:pt x="1042927" y="367913"/>
                </a:lnTo>
                <a:cubicBezTo>
                  <a:pt x="1042927" y="401360"/>
                  <a:pt x="1029244" y="431006"/>
                  <a:pt x="1007580" y="452291"/>
                </a:cubicBezTo>
                <a:lnTo>
                  <a:pt x="972994" y="475261"/>
                </a:lnTo>
                <a:lnTo>
                  <a:pt x="972994" y="608121"/>
                </a:lnTo>
                <a:lnTo>
                  <a:pt x="972994" y="728436"/>
                </a:lnTo>
                <a:lnTo>
                  <a:pt x="1008720" y="752929"/>
                </a:lnTo>
                <a:cubicBezTo>
                  <a:pt x="1030004" y="774594"/>
                  <a:pt x="1042927" y="804239"/>
                  <a:pt x="1042927" y="836166"/>
                </a:cubicBezTo>
                <a:lnTo>
                  <a:pt x="1038547" y="857606"/>
                </a:lnTo>
                <a:lnTo>
                  <a:pt x="1264627" y="988396"/>
                </a:lnTo>
                <a:lnTo>
                  <a:pt x="1292399" y="969952"/>
                </a:lnTo>
                <a:cubicBezTo>
                  <a:pt x="1306509" y="964061"/>
                  <a:pt x="1321902" y="960830"/>
                  <a:pt x="1337865" y="960830"/>
                </a:cubicBezTo>
                <a:cubicBezTo>
                  <a:pt x="1354588" y="960830"/>
                  <a:pt x="1370362" y="964251"/>
                  <a:pt x="1384615" y="970380"/>
                </a:cubicBezTo>
                <a:lnTo>
                  <a:pt x="1410990" y="988463"/>
                </a:lnTo>
                <a:lnTo>
                  <a:pt x="1650068" y="850153"/>
                </a:lnTo>
                <a:lnTo>
                  <a:pt x="1644966" y="824004"/>
                </a:lnTo>
                <a:cubicBezTo>
                  <a:pt x="1644966" y="790557"/>
                  <a:pt x="1658649" y="760911"/>
                  <a:pt x="1680313" y="739627"/>
                </a:cubicBezTo>
                <a:lnTo>
                  <a:pt x="1705780" y="722714"/>
                </a:lnTo>
                <a:lnTo>
                  <a:pt x="1705779" y="484271"/>
                </a:lnTo>
                <a:lnTo>
                  <a:pt x="1701598" y="483455"/>
                </a:lnTo>
                <a:cubicBezTo>
                  <a:pt x="1658839" y="465782"/>
                  <a:pt x="1629764" y="424164"/>
                  <a:pt x="1629764" y="373993"/>
                </a:cubicBezTo>
                <a:lnTo>
                  <a:pt x="1634464" y="350982"/>
                </a:lnTo>
                <a:lnTo>
                  <a:pt x="1412691" y="222683"/>
                </a:lnTo>
                <a:lnTo>
                  <a:pt x="1404617" y="228046"/>
                </a:lnTo>
                <a:cubicBezTo>
                  <a:pt x="1390507" y="233937"/>
                  <a:pt x="1375113" y="237167"/>
                  <a:pt x="1359150" y="237167"/>
                </a:cubicBezTo>
                <a:cubicBezTo>
                  <a:pt x="1342427" y="237167"/>
                  <a:pt x="1326653" y="233747"/>
                  <a:pt x="1312401" y="227618"/>
                </a:cubicBezTo>
                <a:close/>
                <a:moveTo>
                  <a:pt x="441920" y="226293"/>
                </a:moveTo>
                <a:lnTo>
                  <a:pt x="231909" y="347787"/>
                </a:lnTo>
                <a:lnTo>
                  <a:pt x="237167" y="373994"/>
                </a:lnTo>
                <a:cubicBezTo>
                  <a:pt x="237167" y="424164"/>
                  <a:pt x="206381" y="465783"/>
                  <a:pt x="164050" y="483456"/>
                </a:cubicBezTo>
                <a:lnTo>
                  <a:pt x="155071" y="485258"/>
                </a:lnTo>
                <a:lnTo>
                  <a:pt x="155071" y="740239"/>
                </a:lnTo>
                <a:lnTo>
                  <a:pt x="165333" y="742335"/>
                </a:lnTo>
                <a:cubicBezTo>
                  <a:pt x="208092" y="760721"/>
                  <a:pt x="237168" y="803479"/>
                  <a:pt x="237167" y="851369"/>
                </a:cubicBezTo>
                <a:lnTo>
                  <a:pt x="234601" y="863932"/>
                </a:lnTo>
                <a:lnTo>
                  <a:pt x="440781" y="983210"/>
                </a:lnTo>
                <a:lnTo>
                  <a:pt x="474477" y="960831"/>
                </a:lnTo>
                <a:cubicBezTo>
                  <a:pt x="488587" y="954940"/>
                  <a:pt x="503980" y="951709"/>
                  <a:pt x="519943" y="951709"/>
                </a:cubicBezTo>
                <a:cubicBezTo>
                  <a:pt x="536667" y="951709"/>
                  <a:pt x="552440" y="955130"/>
                  <a:pt x="566693" y="961258"/>
                </a:cubicBezTo>
                <a:lnTo>
                  <a:pt x="601190" y="984910"/>
                </a:lnTo>
                <a:lnTo>
                  <a:pt x="705420" y="924344"/>
                </a:lnTo>
                <a:lnTo>
                  <a:pt x="785942" y="878642"/>
                </a:lnTo>
                <a:lnTo>
                  <a:pt x="811567" y="863817"/>
                </a:lnTo>
                <a:lnTo>
                  <a:pt x="805759" y="836166"/>
                </a:lnTo>
                <a:cubicBezTo>
                  <a:pt x="805759" y="785996"/>
                  <a:pt x="836545" y="744378"/>
                  <a:pt x="878876" y="726704"/>
                </a:cubicBezTo>
                <a:lnTo>
                  <a:pt x="887857" y="724902"/>
                </a:lnTo>
                <a:lnTo>
                  <a:pt x="887857" y="602041"/>
                </a:lnTo>
                <a:lnTo>
                  <a:pt x="887857" y="479177"/>
                </a:lnTo>
                <a:lnTo>
                  <a:pt x="878877" y="477375"/>
                </a:lnTo>
                <a:cubicBezTo>
                  <a:pt x="836546" y="459702"/>
                  <a:pt x="805760" y="418084"/>
                  <a:pt x="805760" y="367913"/>
                </a:cubicBezTo>
                <a:lnTo>
                  <a:pt x="810313" y="345620"/>
                </a:lnTo>
                <a:lnTo>
                  <a:pt x="607514" y="228297"/>
                </a:lnTo>
                <a:lnTo>
                  <a:pt x="572440" y="252065"/>
                </a:lnTo>
                <a:cubicBezTo>
                  <a:pt x="558268" y="258099"/>
                  <a:pt x="542678" y="261454"/>
                  <a:pt x="526305" y="261493"/>
                </a:cubicBezTo>
                <a:cubicBezTo>
                  <a:pt x="493559" y="261570"/>
                  <a:pt x="463882" y="248367"/>
                  <a:pt x="442371" y="226958"/>
                </a:cubicBezTo>
                <a:close/>
                <a:moveTo>
                  <a:pt x="525745" y="24326"/>
                </a:moveTo>
                <a:cubicBezTo>
                  <a:pt x="591236" y="24171"/>
                  <a:pt x="644453" y="77137"/>
                  <a:pt x="644609" y="142629"/>
                </a:cubicBezTo>
                <a:lnTo>
                  <a:pt x="641709" y="157167"/>
                </a:lnTo>
                <a:lnTo>
                  <a:pt x="747989" y="218924"/>
                </a:lnTo>
                <a:lnTo>
                  <a:pt x="849541" y="277934"/>
                </a:lnTo>
                <a:lnTo>
                  <a:pt x="878877" y="258452"/>
                </a:lnTo>
                <a:cubicBezTo>
                  <a:pt x="892987" y="252560"/>
                  <a:pt x="908380" y="249330"/>
                  <a:pt x="924343" y="249330"/>
                </a:cubicBezTo>
                <a:cubicBezTo>
                  <a:pt x="941066" y="249330"/>
                  <a:pt x="956840" y="252750"/>
                  <a:pt x="971093" y="258879"/>
                </a:cubicBezTo>
                <a:lnTo>
                  <a:pt x="999784" y="278550"/>
                </a:lnTo>
                <a:lnTo>
                  <a:pt x="1112862" y="212843"/>
                </a:lnTo>
                <a:lnTo>
                  <a:pt x="1244810" y="139736"/>
                </a:lnTo>
                <a:lnTo>
                  <a:pt x="1240567" y="118583"/>
                </a:lnTo>
                <a:cubicBezTo>
                  <a:pt x="1240566" y="51690"/>
                  <a:pt x="1295297" y="0"/>
                  <a:pt x="1359150" y="0"/>
                </a:cubicBezTo>
                <a:cubicBezTo>
                  <a:pt x="1426044" y="0"/>
                  <a:pt x="1477734" y="54731"/>
                  <a:pt x="1477734" y="118583"/>
                </a:cubicBezTo>
                <a:lnTo>
                  <a:pt x="1468446" y="164056"/>
                </a:lnTo>
                <a:lnTo>
                  <a:pt x="1562871" y="218924"/>
                </a:lnTo>
                <a:lnTo>
                  <a:pt x="1674171" y="283599"/>
                </a:lnTo>
                <a:lnTo>
                  <a:pt x="1702880" y="264532"/>
                </a:lnTo>
                <a:cubicBezTo>
                  <a:pt x="1716991" y="258640"/>
                  <a:pt x="1732384" y="255410"/>
                  <a:pt x="1748347" y="255410"/>
                </a:cubicBezTo>
                <a:cubicBezTo>
                  <a:pt x="1815241" y="255410"/>
                  <a:pt x="1866931" y="310141"/>
                  <a:pt x="1866931" y="373993"/>
                </a:cubicBezTo>
                <a:cubicBezTo>
                  <a:pt x="1866931" y="424164"/>
                  <a:pt x="1836145" y="465782"/>
                  <a:pt x="1793814" y="483456"/>
                </a:cubicBezTo>
                <a:lnTo>
                  <a:pt x="1787876" y="484647"/>
                </a:lnTo>
                <a:lnTo>
                  <a:pt x="1787876" y="608121"/>
                </a:lnTo>
                <a:lnTo>
                  <a:pt x="1787876" y="710390"/>
                </a:lnTo>
                <a:lnTo>
                  <a:pt x="1810299" y="714970"/>
                </a:lnTo>
                <a:cubicBezTo>
                  <a:pt x="1853058" y="733356"/>
                  <a:pt x="1882134" y="776115"/>
                  <a:pt x="1882134" y="824004"/>
                </a:cubicBezTo>
                <a:cubicBezTo>
                  <a:pt x="1882134" y="890898"/>
                  <a:pt x="1827403" y="942588"/>
                  <a:pt x="1763550" y="942588"/>
                </a:cubicBezTo>
                <a:cubicBezTo>
                  <a:pt x="1746826" y="942588"/>
                  <a:pt x="1731053" y="939357"/>
                  <a:pt x="1716800" y="933466"/>
                </a:cubicBezTo>
                <a:lnTo>
                  <a:pt x="1696290" y="919792"/>
                </a:lnTo>
                <a:lnTo>
                  <a:pt x="1562871" y="997319"/>
                </a:lnTo>
                <a:lnTo>
                  <a:pt x="1452273" y="1058596"/>
                </a:lnTo>
                <a:lnTo>
                  <a:pt x="1456449" y="1079414"/>
                </a:lnTo>
                <a:cubicBezTo>
                  <a:pt x="1456450" y="1129584"/>
                  <a:pt x="1425663" y="1171202"/>
                  <a:pt x="1383332" y="1188876"/>
                </a:cubicBezTo>
                <a:lnTo>
                  <a:pt x="1380434" y="1189457"/>
                </a:lnTo>
                <a:lnTo>
                  <a:pt x="1380434" y="1316581"/>
                </a:lnTo>
                <a:lnTo>
                  <a:pt x="1380434" y="1459744"/>
                </a:lnTo>
                <a:lnTo>
                  <a:pt x="1413121" y="1481535"/>
                </a:lnTo>
                <a:cubicBezTo>
                  <a:pt x="1434405" y="1502819"/>
                  <a:pt x="1447327" y="1532465"/>
                  <a:pt x="1447328" y="1565911"/>
                </a:cubicBezTo>
                <a:cubicBezTo>
                  <a:pt x="1447328" y="1632805"/>
                  <a:pt x="1392597" y="1684495"/>
                  <a:pt x="1328743" y="1684495"/>
                </a:cubicBezTo>
                <a:cubicBezTo>
                  <a:pt x="1312780" y="1684496"/>
                  <a:pt x="1297387" y="1681265"/>
                  <a:pt x="1283277" y="1675374"/>
                </a:cubicBezTo>
                <a:lnTo>
                  <a:pt x="1245755" y="1650453"/>
                </a:lnTo>
                <a:lnTo>
                  <a:pt x="1152389" y="1702738"/>
                </a:lnTo>
                <a:lnTo>
                  <a:pt x="1045590" y="1764797"/>
                </a:lnTo>
                <a:lnTo>
                  <a:pt x="1052050" y="1796996"/>
                </a:lnTo>
                <a:cubicBezTo>
                  <a:pt x="1052050" y="1863890"/>
                  <a:pt x="997319" y="1915580"/>
                  <a:pt x="933465" y="1915580"/>
                </a:cubicBezTo>
                <a:cubicBezTo>
                  <a:pt x="869613" y="1915580"/>
                  <a:pt x="814882" y="1860849"/>
                  <a:pt x="814882" y="1796996"/>
                </a:cubicBezTo>
                <a:lnTo>
                  <a:pt x="820094" y="1770286"/>
                </a:lnTo>
                <a:lnTo>
                  <a:pt x="705420" y="1702738"/>
                </a:lnTo>
                <a:lnTo>
                  <a:pt x="599803" y="1641366"/>
                </a:lnTo>
                <a:lnTo>
                  <a:pt x="571490" y="1660170"/>
                </a:lnTo>
                <a:cubicBezTo>
                  <a:pt x="557380" y="1666061"/>
                  <a:pt x="541987" y="1669291"/>
                  <a:pt x="526023" y="1669292"/>
                </a:cubicBezTo>
                <a:cubicBezTo>
                  <a:pt x="462171" y="1669292"/>
                  <a:pt x="407440" y="1617602"/>
                  <a:pt x="407440" y="1550707"/>
                </a:cubicBezTo>
                <a:cubicBezTo>
                  <a:pt x="407440" y="1517261"/>
                  <a:pt x="421123" y="1487615"/>
                  <a:pt x="442787" y="1466331"/>
                </a:cubicBezTo>
                <a:lnTo>
                  <a:pt x="480415" y="1441340"/>
                </a:lnTo>
                <a:lnTo>
                  <a:pt x="480415" y="1313541"/>
                </a:lnTo>
                <a:lnTo>
                  <a:pt x="480415" y="1180946"/>
                </a:lnTo>
                <a:lnTo>
                  <a:pt x="474477" y="1179755"/>
                </a:lnTo>
                <a:cubicBezTo>
                  <a:pt x="432146" y="1162081"/>
                  <a:pt x="401359" y="1120463"/>
                  <a:pt x="401359" y="1070292"/>
                </a:cubicBezTo>
                <a:lnTo>
                  <a:pt x="403715" y="1058760"/>
                </a:lnTo>
                <a:lnTo>
                  <a:pt x="297980" y="997319"/>
                </a:lnTo>
                <a:lnTo>
                  <a:pt x="197246" y="938785"/>
                </a:lnTo>
                <a:lnTo>
                  <a:pt x="164050" y="960831"/>
                </a:lnTo>
                <a:cubicBezTo>
                  <a:pt x="149940" y="966723"/>
                  <a:pt x="134547" y="969953"/>
                  <a:pt x="118583" y="969953"/>
                </a:cubicBezTo>
                <a:cubicBezTo>
                  <a:pt x="51690" y="969953"/>
                  <a:pt x="0" y="915222"/>
                  <a:pt x="0" y="851369"/>
                </a:cubicBezTo>
                <a:cubicBezTo>
                  <a:pt x="0" y="801199"/>
                  <a:pt x="29076" y="759581"/>
                  <a:pt x="71834" y="741907"/>
                </a:cubicBezTo>
                <a:lnTo>
                  <a:pt x="72975" y="741685"/>
                </a:lnTo>
                <a:lnTo>
                  <a:pt x="72975" y="608121"/>
                </a:lnTo>
                <a:lnTo>
                  <a:pt x="72975" y="483679"/>
                </a:lnTo>
                <a:lnTo>
                  <a:pt x="71834" y="483456"/>
                </a:lnTo>
                <a:cubicBezTo>
                  <a:pt x="29076" y="465783"/>
                  <a:pt x="0" y="424164"/>
                  <a:pt x="0" y="373994"/>
                </a:cubicBezTo>
                <a:cubicBezTo>
                  <a:pt x="0" y="310141"/>
                  <a:pt x="51690" y="255410"/>
                  <a:pt x="118583" y="255410"/>
                </a:cubicBezTo>
                <a:cubicBezTo>
                  <a:pt x="135307" y="255410"/>
                  <a:pt x="151080" y="258831"/>
                  <a:pt x="165333" y="264960"/>
                </a:cubicBezTo>
                <a:lnTo>
                  <a:pt x="189840" y="281762"/>
                </a:lnTo>
                <a:lnTo>
                  <a:pt x="297980" y="218924"/>
                </a:lnTo>
                <a:lnTo>
                  <a:pt x="409656" y="154031"/>
                </a:lnTo>
                <a:lnTo>
                  <a:pt x="407441" y="143189"/>
                </a:lnTo>
                <a:cubicBezTo>
                  <a:pt x="407286" y="77697"/>
                  <a:pt x="460252" y="24480"/>
                  <a:pt x="525745" y="24326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Google Shape;684;p63"/>
          <p:cNvSpPr/>
          <p:nvPr/>
        </p:nvSpPr>
        <p:spPr>
          <a:xfrm flipH="1" rot="11655000">
            <a:off x="7658280" y="3615480"/>
            <a:ext cx="1312920" cy="1239120"/>
          </a:xfrm>
          <a:custGeom>
            <a:avLst/>
            <a:gdLst>
              <a:gd name="textAreaLeft" fmla="*/ 360 w 1312920"/>
              <a:gd name="textAreaRight" fmla="*/ 1314000 w 1312920"/>
              <a:gd name="textAreaTop" fmla="*/ 0 h 1239120"/>
              <a:gd name="textAreaBottom" fmla="*/ 1239840 h 1239120"/>
            </a:gdLst>
            <a:ahLst/>
            <a:rect l="textAreaLeft" t="textAreaTop" r="textAreaRight" b="textAreaBottom"/>
            <a:pathLst>
              <a:path w="2013900" h="1900583">
                <a:moveTo>
                  <a:pt x="943257" y="1501970"/>
                </a:moveTo>
                <a:lnTo>
                  <a:pt x="744074" y="1348088"/>
                </a:lnTo>
                <a:lnTo>
                  <a:pt x="748630" y="1338807"/>
                </a:lnTo>
                <a:cubicBezTo>
                  <a:pt x="760072" y="1294309"/>
                  <a:pt x="744218" y="1245791"/>
                  <a:pt x="706808" y="1216890"/>
                </a:cubicBezTo>
                <a:lnTo>
                  <a:pt x="695446" y="1211313"/>
                </a:lnTo>
                <a:lnTo>
                  <a:pt x="726700" y="978267"/>
                </a:lnTo>
                <a:lnTo>
                  <a:pt x="764518" y="965451"/>
                </a:lnTo>
                <a:cubicBezTo>
                  <a:pt x="777636" y="957984"/>
                  <a:pt x="789449" y="947909"/>
                  <a:pt x="799083" y="935439"/>
                </a:cubicBezTo>
                <a:cubicBezTo>
                  <a:pt x="809176" y="922375"/>
                  <a:pt x="816023" y="907989"/>
                  <a:pt x="819837" y="893157"/>
                </a:cubicBezTo>
                <a:lnTo>
                  <a:pt x="822213" y="851356"/>
                </a:lnTo>
                <a:lnTo>
                  <a:pt x="1043738" y="760675"/>
                </a:lnTo>
                <a:lnTo>
                  <a:pt x="1061832" y="781899"/>
                </a:lnTo>
                <a:cubicBezTo>
                  <a:pt x="1101024" y="812177"/>
                  <a:pt x="1152114" y="813244"/>
                  <a:pt x="1191467" y="790843"/>
                </a:cubicBezTo>
                <a:lnTo>
                  <a:pt x="1200605" y="782908"/>
                </a:lnTo>
                <a:lnTo>
                  <a:pt x="1391604" y="930468"/>
                </a:lnTo>
                <a:lnTo>
                  <a:pt x="1386234" y="941312"/>
                </a:lnTo>
                <a:cubicBezTo>
                  <a:pt x="1374493" y="985046"/>
                  <a:pt x="1388425" y="1034212"/>
                  <a:pt x="1427616" y="1064490"/>
                </a:cubicBezTo>
                <a:lnTo>
                  <a:pt x="1447779" y="1074387"/>
                </a:lnTo>
                <a:lnTo>
                  <a:pt x="1417037" y="1303612"/>
                </a:lnTo>
                <a:lnTo>
                  <a:pt x="1377304" y="1316666"/>
                </a:lnTo>
                <a:cubicBezTo>
                  <a:pt x="1364036" y="1324096"/>
                  <a:pt x="1352007" y="1334250"/>
                  <a:pt x="1342096" y="1347016"/>
                </a:cubicBezTo>
                <a:cubicBezTo>
                  <a:pt x="1322273" y="1372550"/>
                  <a:pt x="1314676" y="1403701"/>
                  <a:pt x="1318419" y="1433424"/>
                </a:cubicBezTo>
                <a:lnTo>
                  <a:pt x="1318667" y="1434179"/>
                </a:lnTo>
                <a:lnTo>
                  <a:pt x="1097018" y="1524911"/>
                </a:lnTo>
                <a:lnTo>
                  <a:pt x="1079718" y="1504987"/>
                </a:lnTo>
                <a:cubicBezTo>
                  <a:pt x="1040526" y="1474709"/>
                  <a:pt x="989436" y="1473641"/>
                  <a:pt x="950083" y="1496043"/>
                </a:cubicBezTo>
                <a:close/>
                <a:moveTo>
                  <a:pt x="75043" y="1597161"/>
                </a:moveTo>
                <a:cubicBezTo>
                  <a:pt x="85545" y="1601240"/>
                  <a:pt x="96683" y="1603828"/>
                  <a:pt x="108134" y="1604721"/>
                </a:cubicBezTo>
                <a:cubicBezTo>
                  <a:pt x="123403" y="1605911"/>
                  <a:pt x="139230" y="1604086"/>
                  <a:pt x="154857" y="1598764"/>
                </a:cubicBezTo>
                <a:cubicBezTo>
                  <a:pt x="199605" y="1583520"/>
                  <a:pt x="230305" y="1542741"/>
                  <a:pt x="233875" y="1496935"/>
                </a:cubicBezTo>
                <a:lnTo>
                  <a:pt x="231813" y="1480763"/>
                </a:lnTo>
                <a:lnTo>
                  <a:pt x="540598" y="1375577"/>
                </a:lnTo>
                <a:lnTo>
                  <a:pt x="563677" y="1402157"/>
                </a:lnTo>
                <a:cubicBezTo>
                  <a:pt x="602868" y="1432435"/>
                  <a:pt x="652926" y="1434839"/>
                  <a:pt x="692537" y="1412103"/>
                </a:cubicBezTo>
                <a:lnTo>
                  <a:pt x="693400" y="1411346"/>
                </a:lnTo>
                <a:lnTo>
                  <a:pt x="797736" y="1491953"/>
                </a:lnTo>
                <a:lnTo>
                  <a:pt x="894945" y="1567053"/>
                </a:lnTo>
                <a:lnTo>
                  <a:pt x="894430" y="1568079"/>
                </a:lnTo>
                <a:cubicBezTo>
                  <a:pt x="882432" y="1612147"/>
                  <a:pt x="897395" y="1659977"/>
                  <a:pt x="936587" y="1690255"/>
                </a:cubicBezTo>
                <a:cubicBezTo>
                  <a:pt x="986466" y="1728790"/>
                  <a:pt x="1060415" y="1721441"/>
                  <a:pt x="1100786" y="1669186"/>
                </a:cubicBezTo>
                <a:cubicBezTo>
                  <a:pt x="1110878" y="1656123"/>
                  <a:pt x="1117725" y="1641737"/>
                  <a:pt x="1121540" y="1626904"/>
                </a:cubicBezTo>
                <a:lnTo>
                  <a:pt x="1123204" y="1597620"/>
                </a:lnTo>
                <a:lnTo>
                  <a:pt x="1237555" y="1551067"/>
                </a:lnTo>
                <a:lnTo>
                  <a:pt x="1355644" y="1502993"/>
                </a:lnTo>
                <a:lnTo>
                  <a:pt x="1362776" y="1511266"/>
                </a:lnTo>
                <a:cubicBezTo>
                  <a:pt x="1401076" y="1541000"/>
                  <a:pt x="1452016" y="1543225"/>
                  <a:pt x="1491817" y="1520936"/>
                </a:cubicBezTo>
                <a:lnTo>
                  <a:pt x="1499270" y="1514511"/>
                </a:lnTo>
                <a:lnTo>
                  <a:pt x="1790657" y="1739626"/>
                </a:lnTo>
                <a:lnTo>
                  <a:pt x="1783473" y="1754261"/>
                </a:lnTo>
                <a:cubicBezTo>
                  <a:pt x="1772031" y="1798759"/>
                  <a:pt x="1787886" y="1847276"/>
                  <a:pt x="1825296" y="1876178"/>
                </a:cubicBezTo>
                <a:cubicBezTo>
                  <a:pt x="1838359" y="1886271"/>
                  <a:pt x="1852745" y="1893118"/>
                  <a:pt x="1867578" y="1896932"/>
                </a:cubicBezTo>
                <a:cubicBezTo>
                  <a:pt x="1912075" y="1908374"/>
                  <a:pt x="1960593" y="1892520"/>
                  <a:pt x="1989494" y="1855110"/>
                </a:cubicBezTo>
                <a:cubicBezTo>
                  <a:pt x="2029865" y="1802855"/>
                  <a:pt x="2018306" y="1729446"/>
                  <a:pt x="1968427" y="1690911"/>
                </a:cubicBezTo>
                <a:cubicBezTo>
                  <a:pt x="1929235" y="1660633"/>
                  <a:pt x="1878145" y="1659565"/>
                  <a:pt x="1838792" y="1681967"/>
                </a:cubicBezTo>
                <a:lnTo>
                  <a:pt x="1838014" y="1682642"/>
                </a:lnTo>
                <a:lnTo>
                  <a:pt x="1544325" y="1455749"/>
                </a:lnTo>
                <a:lnTo>
                  <a:pt x="1547700" y="1448953"/>
                </a:lnTo>
                <a:cubicBezTo>
                  <a:pt x="1559428" y="1404868"/>
                  <a:pt x="1544645" y="1356070"/>
                  <a:pt x="1506345" y="1326336"/>
                </a:cubicBezTo>
                <a:lnTo>
                  <a:pt x="1493239" y="1319828"/>
                </a:lnTo>
                <a:lnTo>
                  <a:pt x="1509136" y="1199535"/>
                </a:lnTo>
                <a:lnTo>
                  <a:pt x="1524327" y="1084591"/>
                </a:lnTo>
                <a:lnTo>
                  <a:pt x="1557251" y="1073434"/>
                </a:lnTo>
                <a:cubicBezTo>
                  <a:pt x="1570368" y="1065966"/>
                  <a:pt x="1582182" y="1055892"/>
                  <a:pt x="1591815" y="1043422"/>
                </a:cubicBezTo>
                <a:cubicBezTo>
                  <a:pt x="1632186" y="991167"/>
                  <a:pt x="1620627" y="917758"/>
                  <a:pt x="1570748" y="879222"/>
                </a:cubicBezTo>
                <a:cubicBezTo>
                  <a:pt x="1544620" y="859037"/>
                  <a:pt x="1513204" y="851834"/>
                  <a:pt x="1483503" y="855912"/>
                </a:cubicBezTo>
                <a:lnTo>
                  <a:pt x="1444684" y="869068"/>
                </a:lnTo>
                <a:lnTo>
                  <a:pt x="1340899" y="788887"/>
                </a:lnTo>
                <a:lnTo>
                  <a:pt x="1246914" y="716278"/>
                </a:lnTo>
                <a:lnTo>
                  <a:pt x="1249341" y="673586"/>
                </a:lnTo>
                <a:cubicBezTo>
                  <a:pt x="1245263" y="643885"/>
                  <a:pt x="1229903" y="615899"/>
                  <a:pt x="1204964" y="596631"/>
                </a:cubicBezTo>
                <a:lnTo>
                  <a:pt x="1168993" y="578975"/>
                </a:lnTo>
                <a:lnTo>
                  <a:pt x="1168993" y="225315"/>
                </a:lnTo>
                <a:lnTo>
                  <a:pt x="1170003" y="225113"/>
                </a:lnTo>
                <a:cubicBezTo>
                  <a:pt x="1211789" y="207666"/>
                  <a:pt x="1242179" y="166584"/>
                  <a:pt x="1242179" y="117058"/>
                </a:cubicBezTo>
                <a:cubicBezTo>
                  <a:pt x="1242179" y="54028"/>
                  <a:pt x="1191154" y="0"/>
                  <a:pt x="1125121" y="1"/>
                </a:cubicBezTo>
                <a:cubicBezTo>
                  <a:pt x="1062090" y="1"/>
                  <a:pt x="1008063" y="51026"/>
                  <a:pt x="1008063" y="117059"/>
                </a:cubicBezTo>
                <a:cubicBezTo>
                  <a:pt x="1008063" y="164333"/>
                  <a:pt x="1036765" y="206541"/>
                  <a:pt x="1078973" y="224691"/>
                </a:cubicBezTo>
                <a:lnTo>
                  <a:pt x="1094946" y="227954"/>
                </a:lnTo>
                <a:lnTo>
                  <a:pt x="1094946" y="580718"/>
                </a:lnTo>
                <a:lnTo>
                  <a:pt x="1086671" y="583843"/>
                </a:lnTo>
                <a:lnTo>
                  <a:pt x="1075329" y="587687"/>
                </a:lnTo>
                <a:lnTo>
                  <a:pt x="1040783" y="617683"/>
                </a:lnTo>
                <a:lnTo>
                  <a:pt x="1040763" y="617700"/>
                </a:lnTo>
                <a:cubicBezTo>
                  <a:pt x="1031588" y="629576"/>
                  <a:pt x="1025281" y="642956"/>
                  <a:pt x="1021723" y="656920"/>
                </a:cubicBezTo>
                <a:lnTo>
                  <a:pt x="1021715" y="657057"/>
                </a:lnTo>
                <a:lnTo>
                  <a:pt x="1020784" y="658980"/>
                </a:lnTo>
                <a:lnTo>
                  <a:pt x="1019460" y="681579"/>
                </a:lnTo>
                <a:lnTo>
                  <a:pt x="901080" y="729772"/>
                </a:lnTo>
                <a:lnTo>
                  <a:pt x="783553" y="777618"/>
                </a:lnTo>
                <a:lnTo>
                  <a:pt x="778015" y="771240"/>
                </a:lnTo>
                <a:cubicBezTo>
                  <a:pt x="725760" y="730869"/>
                  <a:pt x="652351" y="742428"/>
                  <a:pt x="613815" y="792308"/>
                </a:cubicBezTo>
                <a:cubicBezTo>
                  <a:pt x="575280" y="842187"/>
                  <a:pt x="582629" y="916137"/>
                  <a:pt x="634884" y="956507"/>
                </a:cubicBezTo>
                <a:lnTo>
                  <a:pt x="645314" y="961627"/>
                </a:lnTo>
                <a:lnTo>
                  <a:pt x="629499" y="1081304"/>
                </a:lnTo>
                <a:lnTo>
                  <a:pt x="614430" y="1195319"/>
                </a:lnTo>
                <a:lnTo>
                  <a:pt x="577174" y="1207946"/>
                </a:lnTo>
                <a:cubicBezTo>
                  <a:pt x="564056" y="1215413"/>
                  <a:pt x="552242" y="1225488"/>
                  <a:pt x="542608" y="1237958"/>
                </a:cubicBezTo>
                <a:cubicBezTo>
                  <a:pt x="532516" y="1251022"/>
                  <a:pt x="525669" y="1265407"/>
                  <a:pt x="521855" y="1280240"/>
                </a:cubicBezTo>
                <a:lnTo>
                  <a:pt x="520493" y="1304200"/>
                </a:lnTo>
                <a:lnTo>
                  <a:pt x="205439" y="1411522"/>
                </a:lnTo>
                <a:lnTo>
                  <a:pt x="204922" y="1410631"/>
                </a:lnTo>
                <a:cubicBezTo>
                  <a:pt x="174933" y="1376702"/>
                  <a:pt x="126246" y="1361182"/>
                  <a:pt x="79366" y="1377152"/>
                </a:cubicBezTo>
                <a:cubicBezTo>
                  <a:pt x="19701" y="1397476"/>
                  <a:pt x="-14987" y="1463197"/>
                  <a:pt x="6306" y="1525703"/>
                </a:cubicBezTo>
                <a:cubicBezTo>
                  <a:pt x="17738" y="1559264"/>
                  <a:pt x="43535" y="1584923"/>
                  <a:pt x="75043" y="1597161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Google Shape;685;p63"/>
          <p:cNvSpPr/>
          <p:nvPr/>
        </p:nvSpPr>
        <p:spPr>
          <a:xfrm rot="1022400">
            <a:off x="10762920" y="3962880"/>
            <a:ext cx="1024560" cy="837360"/>
          </a:xfrm>
          <a:custGeom>
            <a:avLst/>
            <a:gdLst>
              <a:gd name="textAreaLeft" fmla="*/ 0 w 1024560"/>
              <a:gd name="textAreaRight" fmla="*/ 1025280 w 1024560"/>
              <a:gd name="textAreaTop" fmla="*/ 0 h 837360"/>
              <a:gd name="textAreaBottom" fmla="*/ 838080 h 837360"/>
            </a:gdLst>
            <a:ahLst/>
            <a:rect l="textAreaLeft" t="textAreaTop" r="textAreaRight" b="textAreaBottom"/>
            <a:pathLst>
              <a:path w="1077492" h="880832">
                <a:moveTo>
                  <a:pt x="618123" y="5091"/>
                </a:moveTo>
                <a:cubicBezTo>
                  <a:pt x="628264" y="1341"/>
                  <a:pt x="638938" y="-311"/>
                  <a:pt x="649515" y="48"/>
                </a:cubicBezTo>
                <a:cubicBezTo>
                  <a:pt x="670668" y="767"/>
                  <a:pt x="691432" y="9532"/>
                  <a:pt x="706766" y="25655"/>
                </a:cubicBezTo>
                <a:cubicBezTo>
                  <a:pt x="738893" y="59437"/>
                  <a:pt x="736078" y="111827"/>
                  <a:pt x="703831" y="142493"/>
                </a:cubicBezTo>
                <a:lnTo>
                  <a:pt x="665641" y="157025"/>
                </a:lnTo>
                <a:lnTo>
                  <a:pt x="665641" y="352605"/>
                </a:lnTo>
                <a:lnTo>
                  <a:pt x="684786" y="356972"/>
                </a:lnTo>
                <a:cubicBezTo>
                  <a:pt x="697289" y="362480"/>
                  <a:pt x="708859" y="370458"/>
                  <a:pt x="718689" y="380793"/>
                </a:cubicBezTo>
                <a:cubicBezTo>
                  <a:pt x="749581" y="413278"/>
                  <a:pt x="755275" y="459181"/>
                  <a:pt x="738749" y="496690"/>
                </a:cubicBezTo>
                <a:lnTo>
                  <a:pt x="735230" y="501698"/>
                </a:lnTo>
                <a:lnTo>
                  <a:pt x="845060" y="617186"/>
                </a:lnTo>
                <a:lnTo>
                  <a:pt x="879258" y="595803"/>
                </a:lnTo>
                <a:cubicBezTo>
                  <a:pt x="933414" y="575777"/>
                  <a:pt x="996107" y="589357"/>
                  <a:pt x="1037048" y="632408"/>
                </a:cubicBezTo>
                <a:cubicBezTo>
                  <a:pt x="1094236" y="692542"/>
                  <a:pt x="1089226" y="785799"/>
                  <a:pt x="1031825" y="840388"/>
                </a:cubicBezTo>
                <a:cubicBezTo>
                  <a:pt x="971691" y="897576"/>
                  <a:pt x="878434" y="892566"/>
                  <a:pt x="823846" y="835165"/>
                </a:cubicBezTo>
                <a:cubicBezTo>
                  <a:pt x="780955" y="790064"/>
                  <a:pt x="773050" y="726332"/>
                  <a:pt x="795994" y="674255"/>
                </a:cubicBezTo>
                <a:lnTo>
                  <a:pt x="803191" y="664013"/>
                </a:lnTo>
                <a:lnTo>
                  <a:pt x="690708" y="545736"/>
                </a:lnTo>
                <a:lnTo>
                  <a:pt x="678778" y="553196"/>
                </a:lnTo>
                <a:cubicBezTo>
                  <a:pt x="639771" y="567620"/>
                  <a:pt x="594617" y="557839"/>
                  <a:pt x="565128" y="526831"/>
                </a:cubicBezTo>
                <a:lnTo>
                  <a:pt x="562479" y="522594"/>
                </a:lnTo>
                <a:lnTo>
                  <a:pt x="207664" y="608151"/>
                </a:lnTo>
                <a:lnTo>
                  <a:pt x="203307" y="628640"/>
                </a:lnTo>
                <a:cubicBezTo>
                  <a:pt x="197853" y="641384"/>
                  <a:pt x="189746" y="653311"/>
                  <a:pt x="178918" y="663609"/>
                </a:cubicBezTo>
                <a:cubicBezTo>
                  <a:pt x="137575" y="702927"/>
                  <a:pt x="70309" y="703160"/>
                  <a:pt x="29119" y="659847"/>
                </a:cubicBezTo>
                <a:cubicBezTo>
                  <a:pt x="-10199" y="618504"/>
                  <a:pt x="-10431" y="551239"/>
                  <a:pt x="32881" y="510048"/>
                </a:cubicBezTo>
                <a:cubicBezTo>
                  <a:pt x="43217" y="500219"/>
                  <a:pt x="55173" y="492832"/>
                  <a:pt x="67936" y="487958"/>
                </a:cubicBezTo>
                <a:cubicBezTo>
                  <a:pt x="106227" y="473336"/>
                  <a:pt x="151787" y="481326"/>
                  <a:pt x="182679" y="513810"/>
                </a:cubicBezTo>
                <a:lnTo>
                  <a:pt x="199867" y="541086"/>
                </a:lnTo>
                <a:lnTo>
                  <a:pt x="537541" y="459661"/>
                </a:lnTo>
                <a:lnTo>
                  <a:pt x="536059" y="450434"/>
                </a:lnTo>
                <a:cubicBezTo>
                  <a:pt x="536980" y="423313"/>
                  <a:pt x="548218" y="396691"/>
                  <a:pt x="568890" y="377032"/>
                </a:cubicBezTo>
                <a:cubicBezTo>
                  <a:pt x="579718" y="366735"/>
                  <a:pt x="592037" y="359237"/>
                  <a:pt x="605039" y="354429"/>
                </a:cubicBezTo>
                <a:lnTo>
                  <a:pt x="624516" y="351300"/>
                </a:lnTo>
                <a:lnTo>
                  <a:pt x="624516" y="160667"/>
                </a:lnTo>
                <a:lnTo>
                  <a:pt x="613436" y="158139"/>
                </a:lnTo>
                <a:cubicBezTo>
                  <a:pt x="603685" y="153843"/>
                  <a:pt x="594660" y="147621"/>
                  <a:pt x="586993" y="139559"/>
                </a:cubicBezTo>
                <a:cubicBezTo>
                  <a:pt x="554867" y="105778"/>
                  <a:pt x="557681" y="53388"/>
                  <a:pt x="589927" y="22721"/>
                </a:cubicBezTo>
                <a:cubicBezTo>
                  <a:pt x="598373" y="14690"/>
                  <a:pt x="607982" y="8842"/>
                  <a:pt x="618123" y="5091"/>
                </a:cubicBez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08" name="Google Shape;686;p63"/>
          <p:cNvGrpSpPr/>
          <p:nvPr/>
        </p:nvGrpSpPr>
        <p:grpSpPr>
          <a:xfrm>
            <a:off x="500760" y="1642680"/>
            <a:ext cx="1891800" cy="1330560"/>
            <a:chOff x="500760" y="1642680"/>
            <a:chExt cx="1891800" cy="1330560"/>
          </a:xfrm>
        </p:grpSpPr>
        <p:grpSp>
          <p:nvGrpSpPr>
            <p:cNvPr id="609" name="Google Shape;687;p63"/>
            <p:cNvGrpSpPr/>
            <p:nvPr/>
          </p:nvGrpSpPr>
          <p:grpSpPr>
            <a:xfrm>
              <a:off x="1509480" y="1642680"/>
              <a:ext cx="883080" cy="1330560"/>
              <a:chOff x="1509480" y="1642680"/>
              <a:chExt cx="883080" cy="1330560"/>
            </a:xfrm>
          </p:grpSpPr>
          <p:sp>
            <p:nvSpPr>
              <p:cNvPr id="610" name="Google Shape;688;p63"/>
              <p:cNvSpPr/>
              <p:nvPr/>
            </p:nvSpPr>
            <p:spPr>
              <a:xfrm>
                <a:off x="1512720" y="1642680"/>
                <a:ext cx="662040" cy="466200"/>
              </a:xfrm>
              <a:custGeom>
                <a:avLst/>
                <a:gdLst>
                  <a:gd name="textAreaLeft" fmla="*/ 0 w 662040"/>
                  <a:gd name="textAreaRight" fmla="*/ 662760 w 662040"/>
                  <a:gd name="textAreaTop" fmla="*/ 0 h 466200"/>
                  <a:gd name="textAreaBottom" fmla="*/ 466920 h 466200"/>
                </a:gdLst>
                <a:ahLst/>
                <a:rect l="textAreaLeft" t="textAreaTop" r="textAreaRight" b="textAreaBottom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1" name="Google Shape;689;p63"/>
              <p:cNvSpPr/>
              <p:nvPr/>
            </p:nvSpPr>
            <p:spPr>
              <a:xfrm>
                <a:off x="1956960" y="1919160"/>
                <a:ext cx="435600" cy="705960"/>
              </a:xfrm>
              <a:custGeom>
                <a:avLst/>
                <a:gdLst>
                  <a:gd name="textAreaLeft" fmla="*/ 0 w 435600"/>
                  <a:gd name="textAreaRight" fmla="*/ 436320 w 435600"/>
                  <a:gd name="textAreaTop" fmla="*/ 0 h 705960"/>
                  <a:gd name="textAreaBottom" fmla="*/ 706680 h 705960"/>
                </a:gdLst>
                <a:ahLst/>
                <a:rect l="textAreaLeft" t="textAreaTop" r="textAreaRight" b="textAreaBottom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2" name="Google Shape;690;p63"/>
              <p:cNvSpPr/>
              <p:nvPr/>
            </p:nvSpPr>
            <p:spPr>
              <a:xfrm>
                <a:off x="1512000" y="2269080"/>
                <a:ext cx="708120" cy="704160"/>
              </a:xfrm>
              <a:custGeom>
                <a:avLst/>
                <a:gdLst>
                  <a:gd name="textAreaLeft" fmla="*/ 0 w 708120"/>
                  <a:gd name="textAreaRight" fmla="*/ 708840 w 708120"/>
                  <a:gd name="textAreaTop" fmla="*/ 0 h 704160"/>
                  <a:gd name="textAreaBottom" fmla="*/ 704880 h 704160"/>
                </a:gdLst>
                <a:ahLst/>
                <a:rect l="textAreaLeft" t="textAreaTop" r="textAreaRight" b="textAreaBottom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3" name="Google Shape;691;p63"/>
              <p:cNvSpPr/>
              <p:nvPr/>
            </p:nvSpPr>
            <p:spPr>
              <a:xfrm>
                <a:off x="1509480" y="2227680"/>
                <a:ext cx="201240" cy="301680"/>
              </a:xfrm>
              <a:custGeom>
                <a:avLst/>
                <a:gdLst>
                  <a:gd name="textAreaLeft" fmla="*/ 0 w 201240"/>
                  <a:gd name="textAreaRight" fmla="*/ 201960 w 201240"/>
                  <a:gd name="textAreaTop" fmla="*/ 0 h 301680"/>
                  <a:gd name="textAreaBottom" fmla="*/ 302400 h 301680"/>
                </a:gdLst>
                <a:ahLst/>
                <a:rect l="textAreaLeft" t="textAreaTop" r="textAreaRight" b="textAreaBottom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614" name="Google Shape;692;p63"/>
              <p:cNvCxnSpPr/>
              <p:nvPr/>
            </p:nvCxnSpPr>
            <p:spPr>
              <a:xfrm flipH="1">
                <a:off x="1510560" y="1842840"/>
                <a:ext cx="1800" cy="880200"/>
              </a:xfrm>
              <a:prstGeom prst="straightConnector1">
                <a:avLst/>
              </a:prstGeom>
              <a:ln w="50800">
                <a:solidFill>
                  <a:srgbClr val="7f7f7f"/>
                </a:solidFill>
                <a:miter/>
              </a:ln>
            </p:spPr>
          </p:cxnSp>
        </p:grpSp>
        <p:grpSp>
          <p:nvGrpSpPr>
            <p:cNvPr id="615" name="Google Shape;693;p63"/>
            <p:cNvGrpSpPr/>
            <p:nvPr/>
          </p:nvGrpSpPr>
          <p:grpSpPr>
            <a:xfrm>
              <a:off x="500760" y="1642680"/>
              <a:ext cx="883440" cy="1330560"/>
              <a:chOff x="500760" y="1642680"/>
              <a:chExt cx="883440" cy="1330560"/>
            </a:xfrm>
          </p:grpSpPr>
          <p:sp>
            <p:nvSpPr>
              <p:cNvPr id="616" name="Google Shape;694;p63"/>
              <p:cNvSpPr/>
              <p:nvPr/>
            </p:nvSpPr>
            <p:spPr>
              <a:xfrm flipH="1">
                <a:off x="718560" y="1642680"/>
                <a:ext cx="662040" cy="466200"/>
              </a:xfrm>
              <a:custGeom>
                <a:avLst/>
                <a:gdLst>
                  <a:gd name="textAreaLeft" fmla="*/ 360 w 662040"/>
                  <a:gd name="textAreaRight" fmla="*/ 663120 w 662040"/>
                  <a:gd name="textAreaTop" fmla="*/ 0 h 466200"/>
                  <a:gd name="textAreaBottom" fmla="*/ 466920 h 466200"/>
                </a:gdLst>
                <a:ahLst/>
                <a:rect l="textAreaLeft" t="textAreaTop" r="textAreaRight" b="textAreaBottom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7" name="Google Shape;695;p63"/>
              <p:cNvSpPr/>
              <p:nvPr/>
            </p:nvSpPr>
            <p:spPr>
              <a:xfrm flipH="1">
                <a:off x="500760" y="1919160"/>
                <a:ext cx="435600" cy="705960"/>
              </a:xfrm>
              <a:custGeom>
                <a:avLst/>
                <a:gdLst>
                  <a:gd name="textAreaLeft" fmla="*/ -360 w 435600"/>
                  <a:gd name="textAreaRight" fmla="*/ 435960 w 435600"/>
                  <a:gd name="textAreaTop" fmla="*/ 0 h 705960"/>
                  <a:gd name="textAreaBottom" fmla="*/ 706680 h 705960"/>
                </a:gdLst>
                <a:ahLst/>
                <a:rect l="textAreaLeft" t="textAreaTop" r="textAreaRight" b="textAreaBottom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8" name="Google Shape;696;p63"/>
              <p:cNvSpPr/>
              <p:nvPr/>
            </p:nvSpPr>
            <p:spPr>
              <a:xfrm flipH="1">
                <a:off x="673560" y="2269080"/>
                <a:ext cx="708120" cy="704160"/>
              </a:xfrm>
              <a:custGeom>
                <a:avLst/>
                <a:gdLst>
                  <a:gd name="textAreaLeft" fmla="*/ 360 w 708120"/>
                  <a:gd name="textAreaRight" fmla="*/ 709200 w 708120"/>
                  <a:gd name="textAreaTop" fmla="*/ 0 h 704160"/>
                  <a:gd name="textAreaBottom" fmla="*/ 704880 h 704160"/>
                </a:gdLst>
                <a:ahLst/>
                <a:rect l="textAreaLeft" t="textAreaTop" r="textAreaRight" b="textAreaBottom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9" name="Google Shape;697;p63"/>
              <p:cNvSpPr/>
              <p:nvPr/>
            </p:nvSpPr>
            <p:spPr>
              <a:xfrm flipH="1">
                <a:off x="1182600" y="2227680"/>
                <a:ext cx="201240" cy="301680"/>
              </a:xfrm>
              <a:custGeom>
                <a:avLst/>
                <a:gdLst>
                  <a:gd name="textAreaLeft" fmla="*/ 360 w 201240"/>
                  <a:gd name="textAreaRight" fmla="*/ 202320 w 201240"/>
                  <a:gd name="textAreaTop" fmla="*/ 0 h 301680"/>
                  <a:gd name="textAreaBottom" fmla="*/ 302400 h 301680"/>
                </a:gdLst>
                <a:ahLst/>
                <a:rect l="textAreaLeft" t="textAreaTop" r="textAreaRight" b="textAreaBottom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rgbClr val="7f7f7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620" name="Google Shape;698;p63"/>
              <p:cNvCxnSpPr/>
              <p:nvPr/>
            </p:nvCxnSpPr>
            <p:spPr>
              <a:xfrm>
                <a:off x="1382760" y="1842840"/>
                <a:ext cx="1800" cy="880200"/>
              </a:xfrm>
              <a:prstGeom prst="straightConnector1">
                <a:avLst/>
              </a:prstGeom>
              <a:ln w="50800">
                <a:solidFill>
                  <a:srgbClr val="7f7f7f"/>
                </a:solidFill>
                <a:miter/>
              </a:ln>
            </p:spPr>
          </p:cxnSp>
        </p:grpSp>
      </p:grpSp>
      <p:grpSp>
        <p:nvGrpSpPr>
          <p:cNvPr id="621" name="Google Shape;699;p63"/>
          <p:cNvGrpSpPr/>
          <p:nvPr/>
        </p:nvGrpSpPr>
        <p:grpSpPr>
          <a:xfrm>
            <a:off x="2426400" y="1107000"/>
            <a:ext cx="1811880" cy="1898640"/>
            <a:chOff x="2426400" y="1107000"/>
            <a:chExt cx="1811880" cy="1898640"/>
          </a:xfrm>
        </p:grpSpPr>
        <p:sp>
          <p:nvSpPr>
            <p:cNvPr id="622" name="Google Shape;700;p63"/>
            <p:cNvSpPr/>
            <p:nvPr/>
          </p:nvSpPr>
          <p:spPr>
            <a:xfrm>
              <a:off x="3160440" y="2626920"/>
              <a:ext cx="339480" cy="57600"/>
            </a:xfrm>
            <a:prstGeom prst="roundRect">
              <a:avLst>
                <a:gd name="adj" fmla="val 50000"/>
              </a:avLst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3" name="Google Shape;701;p63"/>
            <p:cNvSpPr/>
            <p:nvPr/>
          </p:nvSpPr>
          <p:spPr>
            <a:xfrm>
              <a:off x="3160440" y="2703960"/>
              <a:ext cx="339480" cy="57600"/>
            </a:xfrm>
            <a:prstGeom prst="roundRect">
              <a:avLst>
                <a:gd name="adj" fmla="val 50000"/>
              </a:avLst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4" name="Google Shape;702;p63"/>
            <p:cNvSpPr/>
            <p:nvPr/>
          </p:nvSpPr>
          <p:spPr>
            <a:xfrm>
              <a:off x="3160440" y="2781000"/>
              <a:ext cx="339480" cy="57600"/>
            </a:xfrm>
            <a:prstGeom prst="roundRect">
              <a:avLst>
                <a:gd name="adj" fmla="val 50000"/>
              </a:avLst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5" name="Google Shape;703;p63"/>
            <p:cNvSpPr/>
            <p:nvPr/>
          </p:nvSpPr>
          <p:spPr>
            <a:xfrm rot="19366800">
              <a:off x="3226680" y="2777040"/>
              <a:ext cx="219240" cy="180360"/>
            </a:xfrm>
            <a:custGeom>
              <a:avLst/>
              <a:gdLst>
                <a:gd name="textAreaLeft" fmla="*/ 0 w 219240"/>
                <a:gd name="textAreaRight" fmla="*/ 219960 w 219240"/>
                <a:gd name="textAreaTop" fmla="*/ 0 h 180360"/>
                <a:gd name="textAreaBottom" fmla="*/ 181080 h 180360"/>
              </a:gdLst>
              <a:ahLst/>
              <a:rect l="textAreaLeft" t="textAreaTop" r="textAreaRight" b="textAreaBottom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6" name="Google Shape;704;p63"/>
            <p:cNvSpPr/>
            <p:nvPr/>
          </p:nvSpPr>
          <p:spPr>
            <a:xfrm>
              <a:off x="2922480" y="1646640"/>
              <a:ext cx="815760" cy="959400"/>
            </a:xfrm>
            <a:custGeom>
              <a:avLst/>
              <a:gdLst>
                <a:gd name="textAreaLeft" fmla="*/ 0 w 815760"/>
                <a:gd name="textAreaRight" fmla="*/ 816480 w 815760"/>
                <a:gd name="textAreaTop" fmla="*/ 0 h 959400"/>
                <a:gd name="textAreaBottom" fmla="*/ 960120 h 959400"/>
              </a:gdLst>
              <a:ahLst/>
              <a:rect l="textAreaLeft" t="textAreaTop" r="textAreaRight" b="textAreaBottom"/>
              <a:pathLst>
                <a:path w="2141" h="2665">
                  <a:moveTo>
                    <a:pt x="1084" y="0"/>
                  </a:moveTo>
                  <a:lnTo>
                    <a:pt x="1162" y="6"/>
                  </a:lnTo>
                  <a:lnTo>
                    <a:pt x="1239" y="16"/>
                  </a:lnTo>
                  <a:lnTo>
                    <a:pt x="1316" y="32"/>
                  </a:lnTo>
                  <a:lnTo>
                    <a:pt x="1391" y="54"/>
                  </a:lnTo>
                  <a:lnTo>
                    <a:pt x="1465" y="82"/>
                  </a:lnTo>
                  <a:lnTo>
                    <a:pt x="1537" y="114"/>
                  </a:lnTo>
                  <a:lnTo>
                    <a:pt x="1606" y="152"/>
                  </a:lnTo>
                  <a:lnTo>
                    <a:pt x="1673" y="194"/>
                  </a:lnTo>
                  <a:lnTo>
                    <a:pt x="1737" y="242"/>
                  </a:lnTo>
                  <a:lnTo>
                    <a:pt x="1798" y="293"/>
                  </a:lnTo>
                  <a:lnTo>
                    <a:pt x="1855" y="349"/>
                  </a:lnTo>
                  <a:lnTo>
                    <a:pt x="1907" y="410"/>
                  </a:lnTo>
                  <a:lnTo>
                    <a:pt x="1956" y="476"/>
                  </a:lnTo>
                  <a:lnTo>
                    <a:pt x="2000" y="546"/>
                  </a:lnTo>
                  <a:lnTo>
                    <a:pt x="2038" y="618"/>
                  </a:lnTo>
                  <a:lnTo>
                    <a:pt x="2071" y="696"/>
                  </a:lnTo>
                  <a:lnTo>
                    <a:pt x="2099" y="777"/>
                  </a:lnTo>
                  <a:lnTo>
                    <a:pt x="2119" y="861"/>
                  </a:lnTo>
                  <a:lnTo>
                    <a:pt x="2134" y="949"/>
                  </a:lnTo>
                  <a:lnTo>
                    <a:pt x="2141" y="1039"/>
                  </a:lnTo>
                  <a:lnTo>
                    <a:pt x="2141" y="1133"/>
                  </a:lnTo>
                  <a:lnTo>
                    <a:pt x="2135" y="1231"/>
                  </a:lnTo>
                  <a:lnTo>
                    <a:pt x="2119" y="1331"/>
                  </a:lnTo>
                  <a:lnTo>
                    <a:pt x="2096" y="1433"/>
                  </a:lnTo>
                  <a:lnTo>
                    <a:pt x="2076" y="1500"/>
                  </a:lnTo>
                  <a:lnTo>
                    <a:pt x="2051" y="1562"/>
                  </a:lnTo>
                  <a:lnTo>
                    <a:pt x="2023" y="1619"/>
                  </a:lnTo>
                  <a:lnTo>
                    <a:pt x="1993" y="1672"/>
                  </a:lnTo>
                  <a:lnTo>
                    <a:pt x="1959" y="1722"/>
                  </a:lnTo>
                  <a:lnTo>
                    <a:pt x="1926" y="1769"/>
                  </a:lnTo>
                  <a:lnTo>
                    <a:pt x="1889" y="1816"/>
                  </a:lnTo>
                  <a:lnTo>
                    <a:pt x="1853" y="1859"/>
                  </a:lnTo>
                  <a:lnTo>
                    <a:pt x="1815" y="1903"/>
                  </a:lnTo>
                  <a:lnTo>
                    <a:pt x="1779" y="1945"/>
                  </a:lnTo>
                  <a:lnTo>
                    <a:pt x="1743" y="1990"/>
                  </a:lnTo>
                  <a:lnTo>
                    <a:pt x="1708" y="2035"/>
                  </a:lnTo>
                  <a:lnTo>
                    <a:pt x="1676" y="2082"/>
                  </a:lnTo>
                  <a:lnTo>
                    <a:pt x="1644" y="2133"/>
                  </a:lnTo>
                  <a:lnTo>
                    <a:pt x="1616" y="2185"/>
                  </a:lnTo>
                  <a:lnTo>
                    <a:pt x="1597" y="2226"/>
                  </a:lnTo>
                  <a:lnTo>
                    <a:pt x="1578" y="2265"/>
                  </a:lnTo>
                  <a:lnTo>
                    <a:pt x="1564" y="2304"/>
                  </a:lnTo>
                  <a:lnTo>
                    <a:pt x="1551" y="2344"/>
                  </a:lnTo>
                  <a:lnTo>
                    <a:pt x="1542" y="2384"/>
                  </a:lnTo>
                  <a:lnTo>
                    <a:pt x="1536" y="2428"/>
                  </a:lnTo>
                  <a:lnTo>
                    <a:pt x="1536" y="2473"/>
                  </a:lnTo>
                  <a:lnTo>
                    <a:pt x="1535" y="2512"/>
                  </a:lnTo>
                  <a:lnTo>
                    <a:pt x="1526" y="2549"/>
                  </a:lnTo>
                  <a:lnTo>
                    <a:pt x="1513" y="2581"/>
                  </a:lnTo>
                  <a:lnTo>
                    <a:pt x="1495" y="2608"/>
                  </a:lnTo>
                  <a:lnTo>
                    <a:pt x="1475" y="2632"/>
                  </a:lnTo>
                  <a:lnTo>
                    <a:pt x="1453" y="2649"/>
                  </a:lnTo>
                  <a:lnTo>
                    <a:pt x="1430" y="2661"/>
                  </a:lnTo>
                  <a:lnTo>
                    <a:pt x="1408" y="2665"/>
                  </a:lnTo>
                  <a:lnTo>
                    <a:pt x="1359" y="2665"/>
                  </a:lnTo>
                  <a:lnTo>
                    <a:pt x="1302" y="2665"/>
                  </a:lnTo>
                  <a:lnTo>
                    <a:pt x="1239" y="2665"/>
                  </a:lnTo>
                  <a:lnTo>
                    <a:pt x="1172" y="2665"/>
                  </a:lnTo>
                  <a:lnTo>
                    <a:pt x="1103" y="2664"/>
                  </a:lnTo>
                  <a:lnTo>
                    <a:pt x="1031" y="2664"/>
                  </a:lnTo>
                  <a:lnTo>
                    <a:pt x="961" y="2664"/>
                  </a:lnTo>
                  <a:lnTo>
                    <a:pt x="893" y="2664"/>
                  </a:lnTo>
                  <a:lnTo>
                    <a:pt x="828" y="2664"/>
                  </a:lnTo>
                  <a:lnTo>
                    <a:pt x="768" y="2665"/>
                  </a:lnTo>
                  <a:lnTo>
                    <a:pt x="736" y="2664"/>
                  </a:lnTo>
                  <a:lnTo>
                    <a:pt x="708" y="2656"/>
                  </a:lnTo>
                  <a:lnTo>
                    <a:pt x="687" y="2645"/>
                  </a:lnTo>
                  <a:lnTo>
                    <a:pt x="668" y="2629"/>
                  </a:lnTo>
                  <a:lnTo>
                    <a:pt x="652" y="2611"/>
                  </a:lnTo>
                  <a:lnTo>
                    <a:pt x="640" y="2592"/>
                  </a:lnTo>
                  <a:lnTo>
                    <a:pt x="633" y="2573"/>
                  </a:lnTo>
                  <a:lnTo>
                    <a:pt x="627" y="2554"/>
                  </a:lnTo>
                  <a:lnTo>
                    <a:pt x="624" y="2537"/>
                  </a:lnTo>
                  <a:lnTo>
                    <a:pt x="621" y="2514"/>
                  </a:lnTo>
                  <a:lnTo>
                    <a:pt x="621" y="2490"/>
                  </a:lnTo>
                  <a:lnTo>
                    <a:pt x="621" y="2467"/>
                  </a:lnTo>
                  <a:lnTo>
                    <a:pt x="621" y="2441"/>
                  </a:lnTo>
                  <a:lnTo>
                    <a:pt x="621" y="2415"/>
                  </a:lnTo>
                  <a:lnTo>
                    <a:pt x="620" y="2387"/>
                  </a:lnTo>
                  <a:lnTo>
                    <a:pt x="615" y="2358"/>
                  </a:lnTo>
                  <a:lnTo>
                    <a:pt x="609" y="2326"/>
                  </a:lnTo>
                  <a:lnTo>
                    <a:pt x="601" y="2293"/>
                  </a:lnTo>
                  <a:lnTo>
                    <a:pt x="589" y="2258"/>
                  </a:lnTo>
                  <a:lnTo>
                    <a:pt x="572" y="2220"/>
                  </a:lnTo>
                  <a:lnTo>
                    <a:pt x="550" y="2179"/>
                  </a:lnTo>
                  <a:lnTo>
                    <a:pt x="522" y="2136"/>
                  </a:lnTo>
                  <a:lnTo>
                    <a:pt x="489" y="2090"/>
                  </a:lnTo>
                  <a:lnTo>
                    <a:pt x="448" y="2041"/>
                  </a:lnTo>
                  <a:lnTo>
                    <a:pt x="429" y="2015"/>
                  </a:lnTo>
                  <a:lnTo>
                    <a:pt x="407" y="1984"/>
                  </a:lnTo>
                  <a:lnTo>
                    <a:pt x="380" y="1952"/>
                  </a:lnTo>
                  <a:lnTo>
                    <a:pt x="351" y="1917"/>
                  </a:lnTo>
                  <a:lnTo>
                    <a:pt x="319" y="1878"/>
                  </a:lnTo>
                  <a:lnTo>
                    <a:pt x="285" y="1837"/>
                  </a:lnTo>
                  <a:lnTo>
                    <a:pt x="250" y="1794"/>
                  </a:lnTo>
                  <a:lnTo>
                    <a:pt x="214" y="1746"/>
                  </a:lnTo>
                  <a:lnTo>
                    <a:pt x="179" y="1695"/>
                  </a:lnTo>
                  <a:lnTo>
                    <a:pt x="145" y="1641"/>
                  </a:lnTo>
                  <a:lnTo>
                    <a:pt x="113" y="1583"/>
                  </a:lnTo>
                  <a:lnTo>
                    <a:pt x="84" y="1523"/>
                  </a:lnTo>
                  <a:lnTo>
                    <a:pt x="58" y="1458"/>
                  </a:lnTo>
                  <a:lnTo>
                    <a:pt x="36" y="1391"/>
                  </a:lnTo>
                  <a:lnTo>
                    <a:pt x="19" y="1318"/>
                  </a:lnTo>
                  <a:lnTo>
                    <a:pt x="6" y="1244"/>
                  </a:lnTo>
                  <a:lnTo>
                    <a:pt x="0" y="1164"/>
                  </a:lnTo>
                  <a:lnTo>
                    <a:pt x="0" y="1081"/>
                  </a:lnTo>
                  <a:lnTo>
                    <a:pt x="7" y="988"/>
                  </a:lnTo>
                  <a:lnTo>
                    <a:pt x="19" y="901"/>
                  </a:lnTo>
                  <a:lnTo>
                    <a:pt x="36" y="819"/>
                  </a:lnTo>
                  <a:lnTo>
                    <a:pt x="58" y="742"/>
                  </a:lnTo>
                  <a:lnTo>
                    <a:pt x="83" y="669"/>
                  </a:lnTo>
                  <a:lnTo>
                    <a:pt x="112" y="602"/>
                  </a:lnTo>
                  <a:lnTo>
                    <a:pt x="145" y="540"/>
                  </a:lnTo>
                  <a:lnTo>
                    <a:pt x="180" y="480"/>
                  </a:lnTo>
                  <a:lnTo>
                    <a:pt x="220" y="426"/>
                  </a:lnTo>
                  <a:lnTo>
                    <a:pt x="260" y="376"/>
                  </a:lnTo>
                  <a:lnTo>
                    <a:pt x="304" y="330"/>
                  </a:lnTo>
                  <a:lnTo>
                    <a:pt x="348" y="287"/>
                  </a:lnTo>
                  <a:lnTo>
                    <a:pt x="394" y="249"/>
                  </a:lnTo>
                  <a:lnTo>
                    <a:pt x="441" y="213"/>
                  </a:lnTo>
                  <a:lnTo>
                    <a:pt x="489" y="181"/>
                  </a:lnTo>
                  <a:lnTo>
                    <a:pt x="537" y="152"/>
                  </a:lnTo>
                  <a:lnTo>
                    <a:pt x="585" y="125"/>
                  </a:lnTo>
                  <a:lnTo>
                    <a:pt x="633" y="104"/>
                  </a:lnTo>
                  <a:lnTo>
                    <a:pt x="679" y="83"/>
                  </a:lnTo>
                  <a:lnTo>
                    <a:pt x="726" y="64"/>
                  </a:lnTo>
                  <a:lnTo>
                    <a:pt x="769" y="50"/>
                  </a:lnTo>
                  <a:lnTo>
                    <a:pt x="813" y="37"/>
                  </a:lnTo>
                  <a:lnTo>
                    <a:pt x="854" y="25"/>
                  </a:lnTo>
                  <a:lnTo>
                    <a:pt x="892" y="16"/>
                  </a:lnTo>
                  <a:lnTo>
                    <a:pt x="928" y="9"/>
                  </a:lnTo>
                  <a:lnTo>
                    <a:pt x="1007" y="2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7" name="Google Shape;705;p63"/>
            <p:cNvSpPr/>
            <p:nvPr/>
          </p:nvSpPr>
          <p:spPr>
            <a:xfrm>
              <a:off x="3301920" y="1107000"/>
              <a:ext cx="56520" cy="381600"/>
            </a:xfrm>
            <a:prstGeom prst="rect">
              <a:avLst/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8" name="Google Shape;706;p63"/>
            <p:cNvSpPr/>
            <p:nvPr/>
          </p:nvSpPr>
          <p:spPr>
            <a:xfrm rot="8100000">
              <a:off x="2842920" y="1269000"/>
              <a:ext cx="56520" cy="381600"/>
            </a:xfrm>
            <a:prstGeom prst="rect">
              <a:avLst/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9" name="Google Shape;707;p63"/>
            <p:cNvSpPr/>
            <p:nvPr/>
          </p:nvSpPr>
          <p:spPr>
            <a:xfrm rot="16800000">
              <a:off x="2590920" y="1662480"/>
              <a:ext cx="56520" cy="381600"/>
            </a:xfrm>
            <a:prstGeom prst="rect">
              <a:avLst/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0" name="Google Shape;708;p63"/>
            <p:cNvSpPr/>
            <p:nvPr/>
          </p:nvSpPr>
          <p:spPr>
            <a:xfrm flipH="1" rot="8100000">
              <a:off x="3229560" y="2067120"/>
              <a:ext cx="373320" cy="209160"/>
            </a:xfrm>
            <a:custGeom>
              <a:avLst/>
              <a:gdLst>
                <a:gd name="textAreaLeft" fmla="*/ -360 w 373320"/>
                <a:gd name="textAreaRight" fmla="*/ 373680 w 373320"/>
                <a:gd name="textAreaTop" fmla="*/ 0 h 209160"/>
                <a:gd name="textAreaBottom" fmla="*/ 209880 h 209160"/>
              </a:gdLst>
              <a:ahLst/>
              <a:rect l="textAreaLeft" t="textAreaTop" r="textAreaRight" b="textAreaBottom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1" name="Google Shape;709;p63"/>
            <p:cNvSpPr/>
            <p:nvPr/>
          </p:nvSpPr>
          <p:spPr>
            <a:xfrm rot="13284600">
              <a:off x="3115080" y="2141280"/>
              <a:ext cx="274680" cy="154080"/>
            </a:xfrm>
            <a:custGeom>
              <a:avLst/>
              <a:gdLst>
                <a:gd name="textAreaLeft" fmla="*/ 0 w 274680"/>
                <a:gd name="textAreaRight" fmla="*/ 275400 w 274680"/>
                <a:gd name="textAreaTop" fmla="*/ 0 h 154080"/>
                <a:gd name="textAreaBottom" fmla="*/ 154800 h 154080"/>
              </a:gdLst>
              <a:ahLst/>
              <a:rect l="textAreaLeft" t="textAreaTop" r="textAreaRight" b="textAreaBottom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2" name="Google Shape;710;p63"/>
            <p:cNvSpPr/>
            <p:nvPr/>
          </p:nvSpPr>
          <p:spPr>
            <a:xfrm>
              <a:off x="3303360" y="2308320"/>
              <a:ext cx="47880" cy="228600"/>
            </a:xfrm>
            <a:prstGeom prst="rect">
              <a:avLst/>
            </a:pr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3" name="Google Shape;711;p63"/>
            <p:cNvSpPr/>
            <p:nvPr/>
          </p:nvSpPr>
          <p:spPr>
            <a:xfrm flipH="1" rot="13500000">
              <a:off x="3767040" y="1268640"/>
              <a:ext cx="56520" cy="381960"/>
            </a:xfrm>
            <a:prstGeom prst="rect">
              <a:avLst/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4" name="Google Shape;712;p63"/>
            <p:cNvSpPr/>
            <p:nvPr/>
          </p:nvSpPr>
          <p:spPr>
            <a:xfrm flipH="1" rot="4800000">
              <a:off x="4016880" y="1661760"/>
              <a:ext cx="56520" cy="381600"/>
            </a:xfrm>
            <a:prstGeom prst="rect">
              <a:avLst/>
            </a:pr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35" name="Google Shape;713;p63"/>
          <p:cNvGrpSpPr/>
          <p:nvPr/>
        </p:nvGrpSpPr>
        <p:grpSpPr>
          <a:xfrm>
            <a:off x="4456800" y="1187640"/>
            <a:ext cx="2657520" cy="2198880"/>
            <a:chOff x="4456800" y="1187640"/>
            <a:chExt cx="2657520" cy="2198880"/>
          </a:xfrm>
        </p:grpSpPr>
        <p:sp>
          <p:nvSpPr>
            <p:cNvPr id="636" name="Google Shape;714;p63"/>
            <p:cNvSpPr/>
            <p:nvPr/>
          </p:nvSpPr>
          <p:spPr>
            <a:xfrm>
              <a:off x="5289120" y="1533240"/>
              <a:ext cx="1825200" cy="1274040"/>
            </a:xfrm>
            <a:custGeom>
              <a:avLst/>
              <a:gdLst>
                <a:gd name="textAreaLeft" fmla="*/ 0 w 1825200"/>
                <a:gd name="textAreaRight" fmla="*/ 1825920 w 1825200"/>
                <a:gd name="textAreaTop" fmla="*/ 0 h 1274040"/>
                <a:gd name="textAreaBottom" fmla="*/ 1274760 h 1274040"/>
              </a:gdLst>
              <a:ahLst/>
              <a:rect l="textAreaLeft" t="textAreaTop" r="textAreaRight" b="textAreaBottom"/>
              <a:pathLst>
                <a:path w="4175437" h="2915120">
                  <a:moveTo>
                    <a:pt x="13023" y="468086"/>
                  </a:moveTo>
                  <a:cubicBezTo>
                    <a:pt x="17525" y="1280886"/>
                    <a:pt x="-3876" y="2102320"/>
                    <a:pt x="626" y="2915120"/>
                  </a:cubicBezTo>
                  <a:lnTo>
                    <a:pt x="4175437" y="2897481"/>
                  </a:lnTo>
                  <a:lnTo>
                    <a:pt x="742366" y="0"/>
                  </a:lnTo>
                  <a:lnTo>
                    <a:pt x="13023" y="46808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20000"/>
                  </a:srgbClr>
                </a:gs>
                <a:gs pos="27000">
                  <a:srgbClr val="ffffff">
                    <a:alpha val="80000"/>
                  </a:srgbClr>
                </a:gs>
                <a:gs pos="100000">
                  <a:srgbClr val="e7f6f1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637" name="Google Shape;715;p63"/>
            <p:cNvGrpSpPr/>
            <p:nvPr/>
          </p:nvGrpSpPr>
          <p:grpSpPr>
            <a:xfrm>
              <a:off x="4759920" y="1330560"/>
              <a:ext cx="610200" cy="618840"/>
              <a:chOff x="4759920" y="1330560"/>
              <a:chExt cx="610200" cy="618840"/>
            </a:xfrm>
          </p:grpSpPr>
          <p:sp>
            <p:nvSpPr>
              <p:cNvPr id="638" name="Google Shape;716;p63"/>
              <p:cNvSpPr/>
              <p:nvPr/>
            </p:nvSpPr>
            <p:spPr>
              <a:xfrm rot="2664000">
                <a:off x="5030640" y="1228680"/>
                <a:ext cx="30600" cy="786600"/>
              </a:xfrm>
              <a:prstGeom prst="rect">
                <a:avLst/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9" name="Google Shape;717;p63"/>
              <p:cNvSpPr/>
              <p:nvPr/>
            </p:nvSpPr>
            <p:spPr>
              <a:xfrm rot="2664000">
                <a:off x="5068440" y="1263960"/>
                <a:ext cx="30600" cy="786600"/>
              </a:xfrm>
              <a:prstGeom prst="rect">
                <a:avLst/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40" name="Google Shape;718;p63"/>
            <p:cNvGrpSpPr/>
            <p:nvPr/>
          </p:nvGrpSpPr>
          <p:grpSpPr>
            <a:xfrm>
              <a:off x="4732560" y="2010240"/>
              <a:ext cx="100080" cy="893880"/>
              <a:chOff x="4732560" y="2010240"/>
              <a:chExt cx="100080" cy="893880"/>
            </a:xfrm>
          </p:grpSpPr>
          <p:sp>
            <p:nvSpPr>
              <p:cNvPr id="641" name="Google Shape;719;p63"/>
              <p:cNvSpPr/>
              <p:nvPr/>
            </p:nvSpPr>
            <p:spPr>
              <a:xfrm>
                <a:off x="4732560" y="2011680"/>
                <a:ext cx="30600" cy="892440"/>
              </a:xfrm>
              <a:prstGeom prst="rect">
                <a:avLst/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2" name="Google Shape;720;p63"/>
              <p:cNvSpPr/>
              <p:nvPr/>
            </p:nvSpPr>
            <p:spPr>
              <a:xfrm>
                <a:off x="4802040" y="2010240"/>
                <a:ext cx="30600" cy="892440"/>
              </a:xfrm>
              <a:prstGeom prst="rect">
                <a:avLst/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43" name="Google Shape;721;p63"/>
            <p:cNvGrpSpPr/>
            <p:nvPr/>
          </p:nvGrpSpPr>
          <p:grpSpPr>
            <a:xfrm>
              <a:off x="4679640" y="1844280"/>
              <a:ext cx="206280" cy="206280"/>
              <a:chOff x="4679640" y="1844280"/>
              <a:chExt cx="206280" cy="206280"/>
            </a:xfrm>
          </p:grpSpPr>
          <p:sp>
            <p:nvSpPr>
              <p:cNvPr id="644" name="Google Shape;722;p63"/>
              <p:cNvSpPr/>
              <p:nvPr/>
            </p:nvSpPr>
            <p:spPr>
              <a:xfrm>
                <a:off x="4679640" y="1844280"/>
                <a:ext cx="206280" cy="206280"/>
              </a:xfrm>
              <a:prstGeom prst="ellipse">
                <a:avLst/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5" name="Google Shape;723;p63"/>
              <p:cNvSpPr/>
              <p:nvPr/>
            </p:nvSpPr>
            <p:spPr>
              <a:xfrm>
                <a:off x="4720680" y="1885320"/>
                <a:ext cx="124560" cy="1245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280" bIns="4428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646" name="Google Shape;724;p63"/>
            <p:cNvSpPr/>
            <p:nvPr/>
          </p:nvSpPr>
          <p:spPr>
            <a:xfrm rot="19957200">
              <a:off x="5162040" y="1265760"/>
              <a:ext cx="442440" cy="420120"/>
            </a:xfrm>
            <a:custGeom>
              <a:avLst/>
              <a:gdLst>
                <a:gd name="textAreaLeft" fmla="*/ 0 w 442440"/>
                <a:gd name="textAreaRight" fmla="*/ 443160 w 442440"/>
                <a:gd name="textAreaTop" fmla="*/ 0 h 420120"/>
                <a:gd name="textAreaBottom" fmla="*/ 420840 h 420120"/>
              </a:gdLst>
              <a:ahLst/>
              <a:rect l="textAreaLeft" t="textAreaTop" r="textAreaRight" b="textAreaBottom"/>
              <a:pathLst>
                <a:path w="598917" h="568478">
                  <a:moveTo>
                    <a:pt x="298603" y="2"/>
                  </a:moveTo>
                  <a:cubicBezTo>
                    <a:pt x="324583" y="-145"/>
                    <a:pt x="350602" y="6408"/>
                    <a:pt x="373918" y="19676"/>
                  </a:cubicBezTo>
                  <a:cubicBezTo>
                    <a:pt x="421176" y="46569"/>
                    <a:pt x="449886" y="96804"/>
                    <a:pt x="448829" y="150752"/>
                  </a:cubicBezTo>
                  <a:lnTo>
                    <a:pt x="446328" y="150767"/>
                  </a:lnTo>
                  <a:lnTo>
                    <a:pt x="446328" y="252762"/>
                  </a:lnTo>
                  <a:lnTo>
                    <a:pt x="446478" y="252762"/>
                  </a:lnTo>
                  <a:lnTo>
                    <a:pt x="598917" y="565068"/>
                  </a:lnTo>
                  <a:lnTo>
                    <a:pt x="0" y="568478"/>
                  </a:lnTo>
                  <a:lnTo>
                    <a:pt x="142510" y="252762"/>
                  </a:lnTo>
                  <a:lnTo>
                    <a:pt x="143217" y="252762"/>
                  </a:lnTo>
                  <a:lnTo>
                    <a:pt x="143217" y="134244"/>
                  </a:lnTo>
                  <a:cubicBezTo>
                    <a:pt x="143445" y="138297"/>
                    <a:pt x="164730" y="39613"/>
                    <a:pt x="223520" y="20528"/>
                  </a:cubicBezTo>
                  <a:cubicBezTo>
                    <a:pt x="249418" y="-1846"/>
                    <a:pt x="272623" y="149"/>
                    <a:pt x="298603" y="2"/>
                  </a:cubicBez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7" name="Google Shape;725;p63"/>
            <p:cNvSpPr/>
            <p:nvPr/>
          </p:nvSpPr>
          <p:spPr>
            <a:xfrm rot="2700000">
              <a:off x="4552200" y="2829600"/>
              <a:ext cx="461160" cy="461160"/>
            </a:xfrm>
            <a:prstGeom prst="diagStripe">
              <a:avLst>
                <a:gd name="adj" fmla="val 50000"/>
              </a:avLst>
            </a:pr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8" name="Google Shape;726;p63"/>
          <p:cNvGrpSpPr/>
          <p:nvPr/>
        </p:nvGrpSpPr>
        <p:grpSpPr>
          <a:xfrm>
            <a:off x="6778800" y="909000"/>
            <a:ext cx="1953720" cy="2400120"/>
            <a:chOff x="6778800" y="909000"/>
            <a:chExt cx="1953720" cy="2400120"/>
          </a:xfrm>
        </p:grpSpPr>
        <p:grpSp>
          <p:nvGrpSpPr>
            <p:cNvPr id="649" name="Google Shape;727;p63"/>
            <p:cNvGrpSpPr/>
            <p:nvPr/>
          </p:nvGrpSpPr>
          <p:grpSpPr>
            <a:xfrm>
              <a:off x="6778800" y="1883160"/>
              <a:ext cx="1919880" cy="1249920"/>
              <a:chOff x="6778800" y="1883160"/>
              <a:chExt cx="1919880" cy="1249920"/>
            </a:xfrm>
          </p:grpSpPr>
          <p:grpSp>
            <p:nvGrpSpPr>
              <p:cNvPr id="650" name="Google Shape;728;p63"/>
              <p:cNvGrpSpPr/>
              <p:nvPr/>
            </p:nvGrpSpPr>
            <p:grpSpPr>
              <a:xfrm>
                <a:off x="6778800" y="1883160"/>
                <a:ext cx="1919880" cy="570240"/>
                <a:chOff x="6778800" y="1883160"/>
                <a:chExt cx="1919880" cy="570240"/>
              </a:xfrm>
            </p:grpSpPr>
            <p:sp>
              <p:nvSpPr>
                <p:cNvPr id="651" name="Google Shape;729;p63"/>
                <p:cNvSpPr/>
                <p:nvPr/>
              </p:nvSpPr>
              <p:spPr>
                <a:xfrm>
                  <a:off x="6778800" y="2021400"/>
                  <a:ext cx="304560" cy="432000"/>
                </a:xfrm>
                <a:custGeom>
                  <a:avLst/>
                  <a:gdLst>
                    <a:gd name="textAreaLeft" fmla="*/ 0 w 304560"/>
                    <a:gd name="textAreaRight" fmla="*/ 305280 w 304560"/>
                    <a:gd name="textAreaTop" fmla="*/ 0 h 432000"/>
                    <a:gd name="textAreaBottom" fmla="*/ 432720 h 432000"/>
                  </a:gdLst>
                  <a:ahLst/>
                  <a:rect l="textAreaLeft" t="textAreaTop" r="textAreaRight" b="textAreaBottom"/>
                  <a:pathLst>
                    <a:path w="336036" h="476163">
                      <a:moveTo>
                        <a:pt x="218675" y="0"/>
                      </a:moveTo>
                      <a:lnTo>
                        <a:pt x="336036" y="0"/>
                      </a:lnTo>
                      <a:lnTo>
                        <a:pt x="336036" y="476163"/>
                      </a:lnTo>
                      <a:lnTo>
                        <a:pt x="218675" y="476163"/>
                      </a:lnTo>
                      <a:lnTo>
                        <a:pt x="218675" y="375461"/>
                      </a:lnTo>
                      <a:lnTo>
                        <a:pt x="0" y="375461"/>
                      </a:lnTo>
                      <a:lnTo>
                        <a:pt x="0" y="96603"/>
                      </a:lnTo>
                      <a:lnTo>
                        <a:pt x="218675" y="9660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652" name="Google Shape;730;p63"/>
                <p:cNvSpPr/>
                <p:nvPr/>
              </p:nvSpPr>
              <p:spPr>
                <a:xfrm>
                  <a:off x="7126200" y="1997640"/>
                  <a:ext cx="1572480" cy="40680"/>
                </a:xfrm>
                <a:prstGeom prst="rect">
                  <a:avLst/>
                </a:pr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0520" bIns="2052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653" name="Google Shape;731;p63"/>
                <p:cNvSpPr/>
                <p:nvPr/>
              </p:nvSpPr>
              <p:spPr>
                <a:xfrm>
                  <a:off x="7745040" y="1883160"/>
                  <a:ext cx="271800" cy="401400"/>
                </a:xfrm>
                <a:custGeom>
                  <a:avLst/>
                  <a:gdLst>
                    <a:gd name="textAreaLeft" fmla="*/ 0 w 271800"/>
                    <a:gd name="textAreaRight" fmla="*/ 272520 w 271800"/>
                    <a:gd name="textAreaTop" fmla="*/ 0 h 401400"/>
                    <a:gd name="textAreaBottom" fmla="*/ 402120 h 401400"/>
                  </a:gdLst>
                  <a:ahLst/>
                  <a:rect l="textAreaLeft" t="textAreaTop" r="textAreaRight" b="textAreaBottom"/>
                  <a:pathLst>
                    <a:path w="300038" h="442408">
                      <a:moveTo>
                        <a:pt x="53611" y="0"/>
                      </a:moveTo>
                      <a:lnTo>
                        <a:pt x="246428" y="0"/>
                      </a:lnTo>
                      <a:lnTo>
                        <a:pt x="246428" y="239398"/>
                      </a:lnTo>
                      <a:lnTo>
                        <a:pt x="248641" y="239398"/>
                      </a:lnTo>
                      <a:lnTo>
                        <a:pt x="300038" y="391590"/>
                      </a:lnTo>
                      <a:lnTo>
                        <a:pt x="201048" y="391590"/>
                      </a:lnTo>
                      <a:lnTo>
                        <a:pt x="201048" y="408574"/>
                      </a:lnTo>
                      <a:cubicBezTo>
                        <a:pt x="201048" y="427260"/>
                        <a:pt x="185900" y="442408"/>
                        <a:pt x="167214" y="442408"/>
                      </a:cubicBezTo>
                      <a:lnTo>
                        <a:pt x="132826" y="442408"/>
                      </a:lnTo>
                      <a:cubicBezTo>
                        <a:pt x="114140" y="442408"/>
                        <a:pt x="98992" y="427260"/>
                        <a:pt x="98992" y="408574"/>
                      </a:cubicBezTo>
                      <a:lnTo>
                        <a:pt x="98992" y="391590"/>
                      </a:lnTo>
                      <a:lnTo>
                        <a:pt x="0" y="391590"/>
                      </a:lnTo>
                      <a:lnTo>
                        <a:pt x="51397" y="239398"/>
                      </a:lnTo>
                      <a:lnTo>
                        <a:pt x="53611" y="239398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654" name="Google Shape;732;p63"/>
              <p:cNvSpPr/>
              <p:nvPr/>
            </p:nvSpPr>
            <p:spPr>
              <a:xfrm rot="10800000">
                <a:off x="7396560" y="3004560"/>
                <a:ext cx="1024920" cy="40680"/>
              </a:xfrm>
              <a:prstGeom prst="round2SameRect">
                <a:avLst>
                  <a:gd name="adj1" fmla="val 33152"/>
                  <a:gd name="adj2" fmla="val 0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5" name="Google Shape;733;p63"/>
              <p:cNvSpPr/>
              <p:nvPr/>
            </p:nvSpPr>
            <p:spPr>
              <a:xfrm>
                <a:off x="7751160" y="3023280"/>
                <a:ext cx="314280" cy="109800"/>
              </a:xfrm>
              <a:prstGeom prst="rect">
                <a:avLst/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56" name="Google Shape;734;p63"/>
            <p:cNvGrpSpPr/>
            <p:nvPr/>
          </p:nvGrpSpPr>
          <p:grpSpPr>
            <a:xfrm>
              <a:off x="6852960" y="909000"/>
              <a:ext cx="1050480" cy="1665720"/>
              <a:chOff x="6852960" y="909000"/>
              <a:chExt cx="1050480" cy="1665720"/>
            </a:xfrm>
          </p:grpSpPr>
          <p:sp>
            <p:nvSpPr>
              <p:cNvPr id="657" name="Google Shape;735;p63"/>
              <p:cNvSpPr/>
              <p:nvPr/>
            </p:nvSpPr>
            <p:spPr>
              <a:xfrm>
                <a:off x="6852960" y="1930680"/>
                <a:ext cx="176040" cy="644040"/>
              </a:xfrm>
              <a:prstGeom prst="rect">
                <a:avLst/>
              </a:prstGeom>
              <a:solidFill>
                <a:srgbClr val="d8d8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8" name="Google Shape;736;p63"/>
              <p:cNvSpPr/>
              <p:nvPr/>
            </p:nvSpPr>
            <p:spPr>
              <a:xfrm>
                <a:off x="6995520" y="909000"/>
                <a:ext cx="907920" cy="907920"/>
              </a:xfrm>
              <a:prstGeom prst="blockArc">
                <a:avLst>
                  <a:gd name="adj1" fmla="val 10800000"/>
                  <a:gd name="adj2" fmla="val 21545197"/>
                  <a:gd name="adj3" fmla="val 3668"/>
                </a:avLst>
              </a:prstGeom>
              <a:solidFill>
                <a:srgbClr val="d8d8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9" name="Google Shape;737;p63"/>
              <p:cNvSpPr/>
              <p:nvPr/>
            </p:nvSpPr>
            <p:spPr>
              <a:xfrm>
                <a:off x="6996600" y="1344240"/>
                <a:ext cx="32400" cy="644040"/>
              </a:xfrm>
              <a:prstGeom prst="rect">
                <a:avLst/>
              </a:prstGeom>
              <a:solidFill>
                <a:srgbClr val="d8d8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0" name="Google Shape;738;p63"/>
              <p:cNvSpPr/>
              <p:nvPr/>
            </p:nvSpPr>
            <p:spPr>
              <a:xfrm>
                <a:off x="7870680" y="1343880"/>
                <a:ext cx="32400" cy="558720"/>
              </a:xfrm>
              <a:prstGeom prst="rect">
                <a:avLst/>
              </a:prstGeom>
              <a:solidFill>
                <a:srgbClr val="d8d8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61" name="Google Shape;739;p63"/>
            <p:cNvGrpSpPr/>
            <p:nvPr/>
          </p:nvGrpSpPr>
          <p:grpSpPr>
            <a:xfrm>
              <a:off x="7584480" y="2268000"/>
              <a:ext cx="666000" cy="712080"/>
              <a:chOff x="7584480" y="2268000"/>
              <a:chExt cx="666000" cy="712080"/>
            </a:xfrm>
          </p:grpSpPr>
          <p:sp>
            <p:nvSpPr>
              <p:cNvPr id="662" name="Google Shape;740;p63"/>
              <p:cNvSpPr/>
              <p:nvPr/>
            </p:nvSpPr>
            <p:spPr>
              <a:xfrm>
                <a:off x="7591320" y="2268000"/>
                <a:ext cx="544680" cy="311040"/>
              </a:xfrm>
              <a:custGeom>
                <a:avLst/>
                <a:gdLst>
                  <a:gd name="textAreaLeft" fmla="*/ 0 w 544680"/>
                  <a:gd name="textAreaRight" fmla="*/ 545400 w 544680"/>
                  <a:gd name="textAreaTop" fmla="*/ 0 h 311040"/>
                  <a:gd name="textAreaBottom" fmla="*/ 311760 h 311040"/>
                </a:gdLst>
                <a:ahLst/>
                <a:rect l="textAreaLeft" t="textAreaTop" r="textAreaRight" b="textAreaBottom"/>
                <a:pathLst>
                  <a:path w="600075" h="342900">
                    <a:moveTo>
                      <a:pt x="562124" y="244793"/>
                    </a:moveTo>
                    <a:cubicBezTo>
                      <a:pt x="537359" y="219075"/>
                      <a:pt x="519262" y="226695"/>
                      <a:pt x="503069" y="225743"/>
                    </a:cubicBezTo>
                    <a:cubicBezTo>
                      <a:pt x="353527" y="224790"/>
                      <a:pt x="204937" y="223838"/>
                      <a:pt x="55394" y="226695"/>
                    </a:cubicBezTo>
                    <a:cubicBezTo>
                      <a:pt x="14437" y="227648"/>
                      <a:pt x="-1756" y="216218"/>
                      <a:pt x="149" y="173355"/>
                    </a:cubicBezTo>
                    <a:cubicBezTo>
                      <a:pt x="2054" y="93345"/>
                      <a:pt x="149" y="93345"/>
                      <a:pt x="81112" y="93345"/>
                    </a:cubicBezTo>
                    <a:cubicBezTo>
                      <a:pt x="138262" y="93345"/>
                      <a:pt x="195412" y="92393"/>
                      <a:pt x="252562" y="94298"/>
                    </a:cubicBezTo>
                    <a:cubicBezTo>
                      <a:pt x="280184" y="95250"/>
                      <a:pt x="295424" y="88583"/>
                      <a:pt x="290662" y="57150"/>
                    </a:cubicBezTo>
                    <a:cubicBezTo>
                      <a:pt x="289709" y="47625"/>
                      <a:pt x="289709" y="38100"/>
                      <a:pt x="290662" y="28575"/>
                    </a:cubicBezTo>
                    <a:cubicBezTo>
                      <a:pt x="292567" y="12383"/>
                      <a:pt x="300187" y="0"/>
                      <a:pt x="317332" y="0"/>
                    </a:cubicBezTo>
                    <a:cubicBezTo>
                      <a:pt x="334477" y="0"/>
                      <a:pt x="343049" y="13335"/>
                      <a:pt x="343049" y="28575"/>
                    </a:cubicBezTo>
                    <a:cubicBezTo>
                      <a:pt x="344002" y="57150"/>
                      <a:pt x="344954" y="85725"/>
                      <a:pt x="343049" y="114300"/>
                    </a:cubicBezTo>
                    <a:cubicBezTo>
                      <a:pt x="341144" y="143828"/>
                      <a:pt x="318284" y="146685"/>
                      <a:pt x="294472" y="146685"/>
                    </a:cubicBezTo>
                    <a:cubicBezTo>
                      <a:pt x="224939" y="146685"/>
                      <a:pt x="154454" y="146685"/>
                      <a:pt x="84922" y="146685"/>
                    </a:cubicBezTo>
                    <a:cubicBezTo>
                      <a:pt x="72539" y="146685"/>
                      <a:pt x="51584" y="140018"/>
                      <a:pt x="52537" y="161925"/>
                    </a:cubicBezTo>
                    <a:cubicBezTo>
                      <a:pt x="53489" y="183833"/>
                      <a:pt x="73492" y="176213"/>
                      <a:pt x="85874" y="176213"/>
                    </a:cubicBezTo>
                    <a:cubicBezTo>
                      <a:pt x="240179" y="177165"/>
                      <a:pt x="393532" y="178118"/>
                      <a:pt x="547837" y="175260"/>
                    </a:cubicBezTo>
                    <a:cubicBezTo>
                      <a:pt x="592604" y="174308"/>
                      <a:pt x="605939" y="188595"/>
                      <a:pt x="604987" y="232410"/>
                    </a:cubicBezTo>
                    <a:cubicBezTo>
                      <a:pt x="604034" y="274320"/>
                      <a:pt x="598319" y="300038"/>
                      <a:pt x="548789" y="294323"/>
                    </a:cubicBezTo>
                    <a:cubicBezTo>
                      <a:pt x="522119" y="291465"/>
                      <a:pt x="494497" y="294323"/>
                      <a:pt x="467827" y="293370"/>
                    </a:cubicBezTo>
                    <a:cubicBezTo>
                      <a:pt x="440204" y="293370"/>
                      <a:pt x="410677" y="285750"/>
                      <a:pt x="409724" y="331470"/>
                    </a:cubicBezTo>
                    <a:cubicBezTo>
                      <a:pt x="409724" y="349568"/>
                      <a:pt x="384959" y="356235"/>
                      <a:pt x="372577" y="343853"/>
                    </a:cubicBezTo>
                    <a:cubicBezTo>
                      <a:pt x="352574" y="321945"/>
                      <a:pt x="362099" y="292418"/>
                      <a:pt x="364957" y="266700"/>
                    </a:cubicBezTo>
                    <a:cubicBezTo>
                      <a:pt x="366862" y="242888"/>
                      <a:pt x="387817" y="243840"/>
                      <a:pt x="404962" y="243840"/>
                    </a:cubicBezTo>
                    <a:cubicBezTo>
                      <a:pt x="454492" y="244793"/>
                      <a:pt x="503069" y="244793"/>
                      <a:pt x="562124" y="244793"/>
                    </a:cubicBezTo>
                    <a:close/>
                  </a:path>
                </a:pathLst>
              </a:custGeom>
              <a:solidFill>
                <a:srgbClr val="a5a5a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3" name="Google Shape;741;p63"/>
              <p:cNvSpPr/>
              <p:nvPr/>
            </p:nvSpPr>
            <p:spPr>
              <a:xfrm>
                <a:off x="7584480" y="2625840"/>
                <a:ext cx="258840" cy="354240"/>
              </a:xfrm>
              <a:custGeom>
                <a:avLst/>
                <a:gdLst>
                  <a:gd name="textAreaLeft" fmla="*/ 0 w 258840"/>
                  <a:gd name="textAreaRight" fmla="*/ 259560 w 258840"/>
                  <a:gd name="textAreaTop" fmla="*/ 0 h 354240"/>
                  <a:gd name="textAreaBottom" fmla="*/ 354960 h 354240"/>
                </a:gdLst>
                <a:ahLst/>
                <a:rect l="textAreaLeft" t="textAreaTop" r="textAreaRight" b="textAreaBottom"/>
                <a:pathLst>
                  <a:path w="285750" h="390525">
                    <a:moveTo>
                      <a:pt x="2179" y="302657"/>
                    </a:moveTo>
                    <a:cubicBezTo>
                      <a:pt x="45994" y="316944"/>
                      <a:pt x="84094" y="331232"/>
                      <a:pt x="126004" y="326469"/>
                    </a:cubicBezTo>
                    <a:cubicBezTo>
                      <a:pt x="157437" y="322659"/>
                      <a:pt x="187917" y="315039"/>
                      <a:pt x="190774" y="276939"/>
                    </a:cubicBezTo>
                    <a:cubicBezTo>
                      <a:pt x="193632" y="236934"/>
                      <a:pt x="160294" y="229314"/>
                      <a:pt x="130767" y="222647"/>
                    </a:cubicBezTo>
                    <a:cubicBezTo>
                      <a:pt x="118384" y="219789"/>
                      <a:pt x="105049" y="220742"/>
                      <a:pt x="92667" y="221694"/>
                    </a:cubicBezTo>
                    <a:cubicBezTo>
                      <a:pt x="69807" y="223599"/>
                      <a:pt x="66949" y="210264"/>
                      <a:pt x="67902" y="192167"/>
                    </a:cubicBezTo>
                    <a:cubicBezTo>
                      <a:pt x="68854" y="175022"/>
                      <a:pt x="64092" y="155972"/>
                      <a:pt x="92667" y="156924"/>
                    </a:cubicBezTo>
                    <a:cubicBezTo>
                      <a:pt x="108859" y="157877"/>
                      <a:pt x="124099" y="156924"/>
                      <a:pt x="140292" y="155019"/>
                    </a:cubicBezTo>
                    <a:cubicBezTo>
                      <a:pt x="165057" y="152162"/>
                      <a:pt x="182202" y="139779"/>
                      <a:pt x="182202" y="112157"/>
                    </a:cubicBezTo>
                    <a:cubicBezTo>
                      <a:pt x="182202" y="85487"/>
                      <a:pt x="166009" y="72152"/>
                      <a:pt x="141244" y="68342"/>
                    </a:cubicBezTo>
                    <a:cubicBezTo>
                      <a:pt x="101239" y="61674"/>
                      <a:pt x="63139" y="71199"/>
                      <a:pt x="25039" y="81677"/>
                    </a:cubicBezTo>
                    <a:cubicBezTo>
                      <a:pt x="14562" y="9287"/>
                      <a:pt x="16467" y="6429"/>
                      <a:pt x="84094" y="1667"/>
                    </a:cubicBezTo>
                    <a:cubicBezTo>
                      <a:pt x="118384" y="-238"/>
                      <a:pt x="153627" y="-1191"/>
                      <a:pt x="187917" y="2619"/>
                    </a:cubicBezTo>
                    <a:cubicBezTo>
                      <a:pt x="230779" y="7382"/>
                      <a:pt x="267927" y="24527"/>
                      <a:pt x="277452" y="73104"/>
                    </a:cubicBezTo>
                    <a:cubicBezTo>
                      <a:pt x="286977" y="122634"/>
                      <a:pt x="273642" y="148352"/>
                      <a:pt x="221254" y="178832"/>
                    </a:cubicBezTo>
                    <a:cubicBezTo>
                      <a:pt x="248877" y="195977"/>
                      <a:pt x="275547" y="212169"/>
                      <a:pt x="285072" y="245507"/>
                    </a:cubicBezTo>
                    <a:cubicBezTo>
                      <a:pt x="301264" y="303609"/>
                      <a:pt x="274594" y="358854"/>
                      <a:pt x="216492" y="378857"/>
                    </a:cubicBezTo>
                    <a:cubicBezTo>
                      <a:pt x="152674" y="400764"/>
                      <a:pt x="87904" y="397907"/>
                      <a:pt x="25039" y="380762"/>
                    </a:cubicBezTo>
                    <a:cubicBezTo>
                      <a:pt x="-17823" y="369332"/>
                      <a:pt x="8847" y="332184"/>
                      <a:pt x="2179" y="302657"/>
                    </a:cubicBezTo>
                    <a:close/>
                  </a:path>
                </a:pathLst>
              </a:custGeom>
              <a:solidFill>
                <a:srgbClr val="a5a5a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4" name="Google Shape;742;p63"/>
              <p:cNvSpPr/>
              <p:nvPr/>
            </p:nvSpPr>
            <p:spPr>
              <a:xfrm>
                <a:off x="7930800" y="2628720"/>
                <a:ext cx="319680" cy="345600"/>
              </a:xfrm>
              <a:custGeom>
                <a:avLst/>
                <a:gdLst>
                  <a:gd name="textAreaLeft" fmla="*/ 0 w 319680"/>
                  <a:gd name="textAreaRight" fmla="*/ 320400 w 319680"/>
                  <a:gd name="textAreaTop" fmla="*/ 0 h 345600"/>
                  <a:gd name="textAreaBottom" fmla="*/ 346320 h 345600"/>
                </a:gdLst>
                <a:ahLst/>
                <a:rect l="textAreaLeft" t="textAreaTop" r="textAreaRight" b="textAreaBottom"/>
                <a:pathLst>
                  <a:path w="352425" h="381000">
                    <a:moveTo>
                      <a:pt x="199143" y="7684"/>
                    </a:moveTo>
                    <a:cubicBezTo>
                      <a:pt x="143898" y="-888"/>
                      <a:pt x="88653" y="1970"/>
                      <a:pt x="32456" y="65"/>
                    </a:cubicBezTo>
                    <a:cubicBezTo>
                      <a:pt x="7691" y="-888"/>
                      <a:pt x="-882" y="8637"/>
                      <a:pt x="71" y="33402"/>
                    </a:cubicBezTo>
                    <a:cubicBezTo>
                      <a:pt x="1023" y="85790"/>
                      <a:pt x="71" y="138177"/>
                      <a:pt x="71" y="190565"/>
                    </a:cubicBezTo>
                    <a:cubicBezTo>
                      <a:pt x="71" y="244857"/>
                      <a:pt x="1023" y="298197"/>
                      <a:pt x="71" y="352489"/>
                    </a:cubicBezTo>
                    <a:cubicBezTo>
                      <a:pt x="71" y="374397"/>
                      <a:pt x="7691" y="383922"/>
                      <a:pt x="30551" y="382970"/>
                    </a:cubicBezTo>
                    <a:cubicBezTo>
                      <a:pt x="84843" y="381064"/>
                      <a:pt x="139136" y="383922"/>
                      <a:pt x="192476" y="379160"/>
                    </a:cubicBezTo>
                    <a:cubicBezTo>
                      <a:pt x="293441" y="370587"/>
                      <a:pt x="356306" y="300102"/>
                      <a:pt x="358211" y="199137"/>
                    </a:cubicBezTo>
                    <a:cubicBezTo>
                      <a:pt x="359163" y="90552"/>
                      <a:pt x="302013" y="23877"/>
                      <a:pt x="199143" y="7684"/>
                    </a:cubicBezTo>
                    <a:close/>
                    <a:moveTo>
                      <a:pt x="257246" y="210567"/>
                    </a:moveTo>
                    <a:cubicBezTo>
                      <a:pt x="248673" y="278195"/>
                      <a:pt x="190571" y="318199"/>
                      <a:pt x="119133" y="307722"/>
                    </a:cubicBezTo>
                    <a:cubicBezTo>
                      <a:pt x="100083" y="304864"/>
                      <a:pt x="96273" y="295339"/>
                      <a:pt x="96273" y="279147"/>
                    </a:cubicBezTo>
                    <a:cubicBezTo>
                      <a:pt x="96273" y="249620"/>
                      <a:pt x="96273" y="219139"/>
                      <a:pt x="96273" y="189612"/>
                    </a:cubicBezTo>
                    <a:cubicBezTo>
                      <a:pt x="96273" y="168657"/>
                      <a:pt x="99131" y="148654"/>
                      <a:pt x="95321" y="127699"/>
                    </a:cubicBezTo>
                    <a:cubicBezTo>
                      <a:pt x="88653" y="81979"/>
                      <a:pt x="108656" y="70549"/>
                      <a:pt x="150566" y="75312"/>
                    </a:cubicBezTo>
                    <a:cubicBezTo>
                      <a:pt x="224861" y="84837"/>
                      <a:pt x="266771" y="136272"/>
                      <a:pt x="257246" y="210567"/>
                    </a:cubicBezTo>
                    <a:close/>
                  </a:path>
                </a:pathLst>
              </a:custGeom>
              <a:solidFill>
                <a:srgbClr val="a5a5a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65" name="Google Shape;743;p63"/>
            <p:cNvGrpSpPr/>
            <p:nvPr/>
          </p:nvGrpSpPr>
          <p:grpSpPr>
            <a:xfrm>
              <a:off x="7084440" y="1626480"/>
              <a:ext cx="1648080" cy="1682640"/>
              <a:chOff x="7084440" y="1626480"/>
              <a:chExt cx="1648080" cy="1682640"/>
            </a:xfrm>
          </p:grpSpPr>
          <p:sp>
            <p:nvSpPr>
              <p:cNvPr id="666" name="Google Shape;744;p63"/>
              <p:cNvSpPr/>
              <p:nvPr/>
            </p:nvSpPr>
            <p:spPr>
              <a:xfrm>
                <a:off x="7084440" y="1626480"/>
                <a:ext cx="1648080" cy="1592280"/>
              </a:xfrm>
              <a:prstGeom prst="frame">
                <a:avLst>
                  <a:gd name="adj1" fmla="val 7537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67" name="Google Shape;745;p63"/>
              <p:cNvSpPr/>
              <p:nvPr/>
            </p:nvSpPr>
            <p:spPr>
              <a:xfrm>
                <a:off x="7084440" y="3219120"/>
                <a:ext cx="204480" cy="90000"/>
              </a:xfrm>
              <a:prstGeom prst="rect">
                <a:avLst/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68" name="Google Shape;746;p63"/>
              <p:cNvSpPr/>
              <p:nvPr/>
            </p:nvSpPr>
            <p:spPr>
              <a:xfrm>
                <a:off x="8527680" y="3219120"/>
                <a:ext cx="204480" cy="90000"/>
              </a:xfrm>
              <a:prstGeom prst="rect">
                <a:avLst/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0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grpSp>
        <p:nvGrpSpPr>
          <p:cNvPr id="671" name="Google Shape;749;p64"/>
          <p:cNvGrpSpPr/>
          <p:nvPr/>
        </p:nvGrpSpPr>
        <p:grpSpPr>
          <a:xfrm>
            <a:off x="10483200" y="1702440"/>
            <a:ext cx="1086120" cy="2018160"/>
            <a:chOff x="10483200" y="1702440"/>
            <a:chExt cx="1086120" cy="2018160"/>
          </a:xfrm>
        </p:grpSpPr>
        <p:grpSp>
          <p:nvGrpSpPr>
            <p:cNvPr id="672" name="Google Shape;750;p64"/>
            <p:cNvGrpSpPr/>
            <p:nvPr/>
          </p:nvGrpSpPr>
          <p:grpSpPr>
            <a:xfrm>
              <a:off x="10483200" y="1702440"/>
              <a:ext cx="1086120" cy="2018160"/>
              <a:chOff x="10483200" y="1702440"/>
              <a:chExt cx="1086120" cy="2018160"/>
            </a:xfrm>
          </p:grpSpPr>
          <p:sp>
            <p:nvSpPr>
              <p:cNvPr id="673" name="Google Shape;751;p64"/>
              <p:cNvSpPr/>
              <p:nvPr/>
            </p:nvSpPr>
            <p:spPr>
              <a:xfrm>
                <a:off x="10483200" y="1702440"/>
                <a:ext cx="1086120" cy="2018160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74" name="Google Shape;752;p64"/>
              <p:cNvSpPr/>
              <p:nvPr/>
            </p:nvSpPr>
            <p:spPr>
              <a:xfrm>
                <a:off x="10980000" y="1802160"/>
                <a:ext cx="92520" cy="14040"/>
              </a:xfrm>
              <a:prstGeom prst="rect">
                <a:avLst/>
              </a:prstGeom>
              <a:solidFill>
                <a:srgbClr val="b0b0b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0" bIns="72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675" name="Google Shape;753;p64"/>
              <p:cNvGrpSpPr/>
              <p:nvPr/>
            </p:nvGrpSpPr>
            <p:grpSpPr>
              <a:xfrm>
                <a:off x="10959120" y="3541320"/>
                <a:ext cx="134280" cy="134280"/>
                <a:chOff x="10959120" y="3541320"/>
                <a:chExt cx="134280" cy="134280"/>
              </a:xfrm>
            </p:grpSpPr>
            <p:sp>
              <p:nvSpPr>
                <p:cNvPr id="676" name="Google Shape;754;p64"/>
                <p:cNvSpPr/>
                <p:nvPr/>
              </p:nvSpPr>
              <p:spPr>
                <a:xfrm>
                  <a:off x="10959120" y="3541320"/>
                  <a:ext cx="134280" cy="134280"/>
                </a:xfrm>
                <a:prstGeom prst="ellipse">
                  <a:avLst/>
                </a:prstGeom>
                <a:solidFill>
                  <a:srgbClr val="7f7f7f"/>
                </a:solidFill>
                <a:ln w="12700">
                  <a:solidFill>
                    <a:srgbClr val="262626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677" name="Google Shape;755;p64"/>
                <p:cNvSpPr/>
                <p:nvPr/>
              </p:nvSpPr>
              <p:spPr>
                <a:xfrm>
                  <a:off x="10995840" y="3577680"/>
                  <a:ext cx="60840" cy="6156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37373"/>
                </a:solidFill>
                <a:ln w="9525">
                  <a:solidFill>
                    <a:srgbClr val="b0b0b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7720" bIns="2772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</p:grpSp>
        <p:sp>
          <p:nvSpPr>
            <p:cNvPr id="678" name="Google Shape;756;p64"/>
            <p:cNvSpPr/>
            <p:nvPr/>
          </p:nvSpPr>
          <p:spPr>
            <a:xfrm>
              <a:off x="10560600" y="1857600"/>
              <a:ext cx="930960" cy="161460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9" name="Google Shape;757;p64"/>
          <p:cNvGrpSpPr/>
          <p:nvPr/>
        </p:nvGrpSpPr>
        <p:grpSpPr>
          <a:xfrm>
            <a:off x="162000" y="808200"/>
            <a:ext cx="2579760" cy="3155400"/>
            <a:chOff x="162000" y="808200"/>
            <a:chExt cx="2579760" cy="3155400"/>
          </a:xfrm>
        </p:grpSpPr>
        <p:sp>
          <p:nvSpPr>
            <p:cNvPr id="680" name="Google Shape;758;p64"/>
            <p:cNvSpPr/>
            <p:nvPr/>
          </p:nvSpPr>
          <p:spPr>
            <a:xfrm flipH="1">
              <a:off x="982080" y="3404880"/>
              <a:ext cx="1213560" cy="558720"/>
            </a:xfrm>
            <a:custGeom>
              <a:avLst/>
              <a:gdLst>
                <a:gd name="textAreaLeft" fmla="*/ 360 w 1213560"/>
                <a:gd name="textAreaRight" fmla="*/ 1214640 w 1213560"/>
                <a:gd name="textAreaTop" fmla="*/ 0 h 558720"/>
                <a:gd name="textAreaBottom" fmla="*/ 559440 h 558720"/>
              </a:gdLst>
              <a:ahLst/>
              <a:rect l="textAreaLeft" t="textAreaTop" r="textAreaRight" b="textAreaBottom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1" name="Google Shape;759;p64"/>
            <p:cNvSpPr/>
            <p:nvPr/>
          </p:nvSpPr>
          <p:spPr>
            <a:xfrm flipH="1">
              <a:off x="1010160" y="3404880"/>
              <a:ext cx="1186560" cy="545040"/>
            </a:xfrm>
            <a:custGeom>
              <a:avLst/>
              <a:gdLst>
                <a:gd name="textAreaLeft" fmla="*/ -360 w 1186560"/>
                <a:gd name="textAreaRight" fmla="*/ 1186920 w 1186560"/>
                <a:gd name="textAreaTop" fmla="*/ 0 h 545040"/>
                <a:gd name="textAreaBottom" fmla="*/ 545760 h 545040"/>
              </a:gdLst>
              <a:ahLst/>
              <a:rect l="textAreaLeft" t="textAreaTop" r="textAreaRight" b="textAreaBottom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2" name="Google Shape;760;p64"/>
            <p:cNvSpPr/>
            <p:nvPr/>
          </p:nvSpPr>
          <p:spPr>
            <a:xfrm flipH="1">
              <a:off x="162000" y="808200"/>
              <a:ext cx="2578320" cy="2742120"/>
            </a:xfrm>
            <a:custGeom>
              <a:avLst/>
              <a:gdLst>
                <a:gd name="textAreaLeft" fmla="*/ -360 w 2578320"/>
                <a:gd name="textAreaRight" fmla="*/ 2578680 w 2578320"/>
                <a:gd name="textAreaTop" fmla="*/ 0 h 2742120"/>
                <a:gd name="textAreaBottom" fmla="*/ 2742840 h 2742120"/>
              </a:gdLst>
              <a:ahLst/>
              <a:rect l="textAreaLeft" t="textAreaTop" r="textAreaRight" b="textAreaBottom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3" name="Google Shape;761;p64"/>
            <p:cNvSpPr/>
            <p:nvPr/>
          </p:nvSpPr>
          <p:spPr>
            <a:xfrm flipH="1">
              <a:off x="193320" y="808200"/>
              <a:ext cx="2537280" cy="2387160"/>
            </a:xfrm>
            <a:custGeom>
              <a:avLst/>
              <a:gdLst>
                <a:gd name="textAreaLeft" fmla="*/ -360 w 2537280"/>
                <a:gd name="textAreaRight" fmla="*/ 2537640 w 2537280"/>
                <a:gd name="textAreaTop" fmla="*/ 0 h 2387160"/>
                <a:gd name="textAreaBottom" fmla="*/ 2387880 h 2387160"/>
              </a:gdLst>
              <a:ahLst/>
              <a:rect l="textAreaLeft" t="textAreaTop" r="textAreaRight" b="textAreaBottom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4" name="Google Shape;762;p64"/>
            <p:cNvSpPr/>
            <p:nvPr/>
          </p:nvSpPr>
          <p:spPr>
            <a:xfrm flipH="1">
              <a:off x="333720" y="985680"/>
              <a:ext cx="2332800" cy="2032560"/>
            </a:xfrm>
            <a:custGeom>
              <a:avLst/>
              <a:gdLst>
                <a:gd name="textAreaLeft" fmla="*/ -360 w 2332800"/>
                <a:gd name="textAreaRight" fmla="*/ 2333160 w 2332800"/>
                <a:gd name="textAreaTop" fmla="*/ 0 h 2032560"/>
                <a:gd name="textAreaBottom" fmla="*/ 2033280 h 2032560"/>
              </a:gdLst>
              <a:ahLst/>
              <a:rect l="textAreaLeft" t="textAreaTop" r="textAreaRight" b="textAreaBottom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5" name="Google Shape;763;p64"/>
            <p:cNvSpPr/>
            <p:nvPr/>
          </p:nvSpPr>
          <p:spPr>
            <a:xfrm flipH="1">
              <a:off x="326880" y="3026880"/>
              <a:ext cx="2414520" cy="517680"/>
            </a:xfrm>
            <a:custGeom>
              <a:avLst/>
              <a:gdLst>
                <a:gd name="textAreaLeft" fmla="*/ 360 w 2414520"/>
                <a:gd name="textAreaRight" fmla="*/ 2415600 w 2414520"/>
                <a:gd name="textAreaTop" fmla="*/ 0 h 517680"/>
                <a:gd name="textAreaBottom" fmla="*/ 518400 h 517680"/>
              </a:gdLst>
              <a:ahLst/>
              <a:rect l="textAreaLeft" t="textAreaTop" r="textAreaRight" b="textAreaBottom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6" name="Google Shape;764;p64"/>
            <p:cNvSpPr/>
            <p:nvPr/>
          </p:nvSpPr>
          <p:spPr>
            <a:xfrm flipH="1">
              <a:off x="326880" y="994680"/>
              <a:ext cx="1656720" cy="2026080"/>
            </a:xfrm>
            <a:custGeom>
              <a:avLst/>
              <a:gdLst>
                <a:gd name="textAreaLeft" fmla="*/ -360 w 1656720"/>
                <a:gd name="textAreaRight" fmla="*/ 1657080 w 1656720"/>
                <a:gd name="textAreaTop" fmla="*/ 0 h 2026080"/>
                <a:gd name="textAreaBottom" fmla="*/ 2026800 h 2026080"/>
              </a:gdLst>
              <a:ahLst/>
              <a:rect l="textAreaLeft" t="textAreaTop" r="textAreaRight" b="textAreaBottom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87" name="Google Shape;765;p64"/>
          <p:cNvGrpSpPr/>
          <p:nvPr/>
        </p:nvGrpSpPr>
        <p:grpSpPr>
          <a:xfrm>
            <a:off x="3479400" y="1592640"/>
            <a:ext cx="2723760" cy="2142360"/>
            <a:chOff x="3479400" y="1592640"/>
            <a:chExt cx="2723760" cy="2142360"/>
          </a:xfrm>
        </p:grpSpPr>
        <p:sp>
          <p:nvSpPr>
            <p:cNvPr id="688" name="Google Shape;766;p64"/>
            <p:cNvSpPr/>
            <p:nvPr/>
          </p:nvSpPr>
          <p:spPr>
            <a:xfrm>
              <a:off x="4422600" y="3421800"/>
              <a:ext cx="810720" cy="305280"/>
            </a:xfrm>
            <a:custGeom>
              <a:avLst/>
              <a:gdLst>
                <a:gd name="textAreaLeft" fmla="*/ 0 w 810720"/>
                <a:gd name="textAreaRight" fmla="*/ 811440 w 810720"/>
                <a:gd name="textAreaTop" fmla="*/ 0 h 305280"/>
                <a:gd name="textAreaBottom" fmla="*/ 306000 h 305280"/>
              </a:gdLst>
              <a:ahLst/>
              <a:rect l="textAreaLeft" t="textAreaTop" r="textAreaRight" b="textAreaBottom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 rotWithShape="0">
              <a:gsLst>
                <a:gs pos="0">
                  <a:srgbClr val="bfbfbf"/>
                </a:gs>
                <a:gs pos="52999">
                  <a:srgbClr val="d8d8d8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9" name="Google Shape;767;p64"/>
            <p:cNvSpPr/>
            <p:nvPr/>
          </p:nvSpPr>
          <p:spPr>
            <a:xfrm>
              <a:off x="3479400" y="1592640"/>
              <a:ext cx="2723760" cy="1851480"/>
            </a:xfrm>
            <a:custGeom>
              <a:avLst/>
              <a:gdLst>
                <a:gd name="textAreaLeft" fmla="*/ 0 w 2723760"/>
                <a:gd name="textAreaRight" fmla="*/ 2724480 w 2723760"/>
                <a:gd name="textAreaTop" fmla="*/ 0 h 1851480"/>
                <a:gd name="textAreaBottom" fmla="*/ 1852200 h 1851480"/>
              </a:gdLst>
              <a:ahLst/>
              <a:rect l="textAreaLeft" t="textAreaTop" r="textAreaRight" b="textAreaBottom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0" name="Google Shape;768;p64"/>
            <p:cNvSpPr/>
            <p:nvPr/>
          </p:nvSpPr>
          <p:spPr>
            <a:xfrm>
              <a:off x="5822640" y="3418560"/>
              <a:ext cx="182880" cy="29880"/>
            </a:xfrm>
            <a:custGeom>
              <a:avLst/>
              <a:gdLst>
                <a:gd name="textAreaLeft" fmla="*/ 0 w 182880"/>
                <a:gd name="textAreaRight" fmla="*/ 183600 w 182880"/>
                <a:gd name="textAreaTop" fmla="*/ 0 h 29880"/>
                <a:gd name="textAreaBottom" fmla="*/ 30600 h 29880"/>
              </a:gdLst>
              <a:ahLst/>
              <a:rect l="textAreaLeft" t="textAreaTop" r="textAreaRight" b="textAreaBottom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120" bIns="15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1" name="Google Shape;769;p64"/>
            <p:cNvSpPr/>
            <p:nvPr/>
          </p:nvSpPr>
          <p:spPr>
            <a:xfrm>
              <a:off x="3493440" y="1607760"/>
              <a:ext cx="2693160" cy="1621800"/>
            </a:xfrm>
            <a:custGeom>
              <a:avLst/>
              <a:gdLst>
                <a:gd name="textAreaLeft" fmla="*/ 0 w 2693160"/>
                <a:gd name="textAreaRight" fmla="*/ 2693880 w 2693160"/>
                <a:gd name="textAreaTop" fmla="*/ 0 h 1621800"/>
                <a:gd name="textAreaBottom" fmla="*/ 1622520 h 1621800"/>
              </a:gdLst>
              <a:ahLst/>
              <a:rect l="textAreaLeft" t="textAreaTop" r="textAreaRight" b="textAreaBottom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2" name="Google Shape;770;p64"/>
            <p:cNvSpPr/>
            <p:nvPr/>
          </p:nvSpPr>
          <p:spPr>
            <a:xfrm>
              <a:off x="4424040" y="3689640"/>
              <a:ext cx="810720" cy="45360"/>
            </a:xfrm>
            <a:custGeom>
              <a:avLst/>
              <a:gdLst>
                <a:gd name="textAreaLeft" fmla="*/ 0 w 810720"/>
                <a:gd name="textAreaRight" fmla="*/ 811440 w 810720"/>
                <a:gd name="textAreaTop" fmla="*/ 0 h 45360"/>
                <a:gd name="textAreaBottom" fmla="*/ 46080 h 45360"/>
              </a:gdLst>
              <a:ahLst/>
              <a:rect l="textAreaLeft" t="textAreaTop" r="textAreaRight" b="textAreaBottom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3" name="Google Shape;771;p64"/>
            <p:cNvSpPr/>
            <p:nvPr/>
          </p:nvSpPr>
          <p:spPr>
            <a:xfrm>
              <a:off x="3493440" y="3219840"/>
              <a:ext cx="2693160" cy="213480"/>
            </a:xfrm>
            <a:custGeom>
              <a:avLst/>
              <a:gdLst>
                <a:gd name="textAreaLeft" fmla="*/ 0 w 2693160"/>
                <a:gd name="textAreaRight" fmla="*/ 2693880 w 2693160"/>
                <a:gd name="textAreaTop" fmla="*/ 0 h 213480"/>
                <a:gd name="textAreaBottom" fmla="*/ 214200 h 213480"/>
              </a:gdLst>
              <a:ahLst/>
              <a:rect l="textAreaLeft" t="textAreaTop" r="textAreaRight" b="textAreaBottom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4" name="Google Shape;772;p64"/>
            <p:cNvSpPr/>
            <p:nvPr/>
          </p:nvSpPr>
          <p:spPr>
            <a:xfrm>
              <a:off x="3592800" y="1725840"/>
              <a:ext cx="2497320" cy="1407600"/>
            </a:xfrm>
            <a:custGeom>
              <a:avLst/>
              <a:gdLst>
                <a:gd name="textAreaLeft" fmla="*/ 0 w 2497320"/>
                <a:gd name="textAreaRight" fmla="*/ 2498040 w 2497320"/>
                <a:gd name="textAreaTop" fmla="*/ 0 h 1407600"/>
                <a:gd name="textAreaBottom" fmla="*/ 1408320 h 1407600"/>
              </a:gdLst>
              <a:ahLst/>
              <a:rect l="textAreaLeft" t="textAreaTop" r="textAreaRight" b="textAreaBottom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5" name="Google Shape;773;p64"/>
            <p:cNvSpPr/>
            <p:nvPr/>
          </p:nvSpPr>
          <p:spPr>
            <a:xfrm>
              <a:off x="4680720" y="1736280"/>
              <a:ext cx="1409400" cy="139716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1397160"/>
                <a:gd name="textAreaBottom" fmla="*/ 1397880 h 1397160"/>
              </a:gdLst>
              <a:ahLst/>
              <a:rect l="textAreaLeft" t="textAreaTop" r="textAreaRight" b="textAreaBottom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96" name="Google Shape;774;p64"/>
          <p:cNvGrpSpPr/>
          <p:nvPr/>
        </p:nvGrpSpPr>
        <p:grpSpPr>
          <a:xfrm>
            <a:off x="6851880" y="1688400"/>
            <a:ext cx="3097080" cy="1701360"/>
            <a:chOff x="6851880" y="1688400"/>
            <a:chExt cx="3097080" cy="1701360"/>
          </a:xfrm>
        </p:grpSpPr>
        <p:sp>
          <p:nvSpPr>
            <p:cNvPr id="697" name="Google Shape;775;p64"/>
            <p:cNvSpPr/>
            <p:nvPr/>
          </p:nvSpPr>
          <p:spPr>
            <a:xfrm>
              <a:off x="6869520" y="3285000"/>
              <a:ext cx="3061800" cy="104760"/>
            </a:xfrm>
            <a:custGeom>
              <a:avLst/>
              <a:gdLst>
                <a:gd name="textAreaLeft" fmla="*/ 0 w 3061800"/>
                <a:gd name="textAreaRight" fmla="*/ 3062520 w 3061800"/>
                <a:gd name="textAreaTop" fmla="*/ 0 h 104760"/>
                <a:gd name="textAreaBottom" fmla="*/ 105480 h 104760"/>
              </a:gdLst>
              <a:ahLst/>
              <a:rect l="textAreaLeft" t="textAreaTop" r="textAreaRight" b="textAreaBottom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8" name="Google Shape;776;p64"/>
            <p:cNvSpPr/>
            <p:nvPr/>
          </p:nvSpPr>
          <p:spPr>
            <a:xfrm>
              <a:off x="7186320" y="1688400"/>
              <a:ext cx="2428200" cy="1583280"/>
            </a:xfrm>
            <a:custGeom>
              <a:avLst/>
              <a:gdLst>
                <a:gd name="textAreaLeft" fmla="*/ 0 w 2428200"/>
                <a:gd name="textAreaRight" fmla="*/ 2428920 w 2428200"/>
                <a:gd name="textAreaTop" fmla="*/ 0 h 1583280"/>
                <a:gd name="textAreaBottom" fmla="*/ 1584000 h 1583280"/>
              </a:gdLst>
              <a:ahLst/>
              <a:rect l="textAreaLeft" t="textAreaTop" r="textAreaRight" b="textAreaBottom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9" name="Google Shape;777;p64"/>
            <p:cNvSpPr/>
            <p:nvPr/>
          </p:nvSpPr>
          <p:spPr>
            <a:xfrm>
              <a:off x="7290000" y="1785240"/>
              <a:ext cx="2216880" cy="1354320"/>
            </a:xfrm>
            <a:custGeom>
              <a:avLst/>
              <a:gdLst>
                <a:gd name="textAreaLeft" fmla="*/ 0 w 2216880"/>
                <a:gd name="textAreaRight" fmla="*/ 2217600 w 2216880"/>
                <a:gd name="textAreaTop" fmla="*/ 0 h 1354320"/>
                <a:gd name="textAreaBottom" fmla="*/ 1355040 h 1354320"/>
              </a:gdLst>
              <a:ahLst/>
              <a:rect l="textAreaLeft" t="textAreaTop" r="textAreaRight" b="textAreaBottom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0" name="Google Shape;778;p64"/>
            <p:cNvSpPr/>
            <p:nvPr/>
          </p:nvSpPr>
          <p:spPr>
            <a:xfrm>
              <a:off x="6851880" y="3210840"/>
              <a:ext cx="3097080" cy="122400"/>
            </a:xfrm>
            <a:custGeom>
              <a:avLst/>
              <a:gdLst>
                <a:gd name="textAreaLeft" fmla="*/ 0 w 3097080"/>
                <a:gd name="textAreaRight" fmla="*/ 3097800 w 3097080"/>
                <a:gd name="textAreaTop" fmla="*/ 0 h 122400"/>
                <a:gd name="textAreaBottom" fmla="*/ 123120 h 122400"/>
              </a:gdLst>
              <a:ahLst/>
              <a:rect l="textAreaLeft" t="textAreaTop" r="textAreaRight" b="textAreaBottom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1" name="Google Shape;779;p64"/>
            <p:cNvSpPr/>
            <p:nvPr/>
          </p:nvSpPr>
          <p:spPr>
            <a:xfrm>
              <a:off x="8187120" y="3224520"/>
              <a:ext cx="432720" cy="48600"/>
            </a:xfrm>
            <a:custGeom>
              <a:avLst/>
              <a:gdLst>
                <a:gd name="textAreaLeft" fmla="*/ 0 w 432720"/>
                <a:gd name="textAreaRight" fmla="*/ 433440 w 432720"/>
                <a:gd name="textAreaTop" fmla="*/ 0 h 48600"/>
                <a:gd name="textAreaBottom" fmla="*/ 49320 h 48600"/>
              </a:gdLst>
              <a:ahLst/>
              <a:rect l="textAreaLeft" t="textAreaTop" r="textAreaRight" b="textAreaBottom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480" bIns="244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702" name="Google Shape;780;p64"/>
            <p:cNvGrpSpPr/>
            <p:nvPr/>
          </p:nvGrpSpPr>
          <p:grpSpPr>
            <a:xfrm>
              <a:off x="6999120" y="3269520"/>
              <a:ext cx="110160" cy="30240"/>
              <a:chOff x="6999120" y="3269520"/>
              <a:chExt cx="110160" cy="30240"/>
            </a:xfrm>
          </p:grpSpPr>
          <p:sp>
            <p:nvSpPr>
              <p:cNvPr id="703" name="Google Shape;781;p64"/>
              <p:cNvSpPr/>
              <p:nvPr/>
            </p:nvSpPr>
            <p:spPr>
              <a:xfrm>
                <a:off x="6999120" y="3269520"/>
                <a:ext cx="110160" cy="30240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600" bIns="126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4" name="Google Shape;782;p64"/>
              <p:cNvSpPr/>
              <p:nvPr/>
            </p:nvSpPr>
            <p:spPr>
              <a:xfrm>
                <a:off x="7024320" y="3277080"/>
                <a:ext cx="60120" cy="14040"/>
              </a:xfrm>
              <a:prstGeom prst="roundRect">
                <a:avLst>
                  <a:gd name="adj" fmla="val 28154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60" bIns="57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05" name="Google Shape;783;p64"/>
            <p:cNvGrpSpPr/>
            <p:nvPr/>
          </p:nvGrpSpPr>
          <p:grpSpPr>
            <a:xfrm>
              <a:off x="9637200" y="3269160"/>
              <a:ext cx="236520" cy="30240"/>
              <a:chOff x="9637200" y="3269160"/>
              <a:chExt cx="236520" cy="30240"/>
            </a:xfrm>
          </p:grpSpPr>
          <p:sp>
            <p:nvSpPr>
              <p:cNvPr id="706" name="Google Shape;784;p64"/>
              <p:cNvSpPr/>
              <p:nvPr/>
            </p:nvSpPr>
            <p:spPr>
              <a:xfrm>
                <a:off x="9637200" y="3269160"/>
                <a:ext cx="236520" cy="30240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600" bIns="126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7" name="Google Shape;785;p64"/>
              <p:cNvSpPr/>
              <p:nvPr/>
            </p:nvSpPr>
            <p:spPr>
              <a:xfrm>
                <a:off x="9682200" y="3276720"/>
                <a:ext cx="146160" cy="14040"/>
              </a:xfrm>
              <a:prstGeom prst="roundRect">
                <a:avLst>
                  <a:gd name="adj" fmla="val 28154"/>
                </a:avLst>
              </a:prstGeom>
              <a:solidFill>
                <a:srgbClr val="7f7f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60" bIns="576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708" name="Google Shape;786;p64"/>
            <p:cNvSpPr/>
            <p:nvPr/>
          </p:nvSpPr>
          <p:spPr>
            <a:xfrm>
              <a:off x="8040960" y="1693440"/>
              <a:ext cx="1466280" cy="1453320"/>
            </a:xfrm>
            <a:custGeom>
              <a:avLst/>
              <a:gdLst>
                <a:gd name="textAreaLeft" fmla="*/ 0 w 1466280"/>
                <a:gd name="textAreaRight" fmla="*/ 1467000 w 1466280"/>
                <a:gd name="textAreaTop" fmla="*/ 0 h 1453320"/>
                <a:gd name="textAreaBottom" fmla="*/ 1454040 h 1453320"/>
              </a:gdLst>
              <a:ahLst/>
              <a:rect l="textAreaLeft" t="textAreaTop" r="textAreaRight" b="textAreaBottom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09" name="Google Shape;787;p64"/>
          <p:cNvSpPr/>
          <p:nvPr/>
        </p:nvSpPr>
        <p:spPr>
          <a:xfrm>
            <a:off x="19080" y="3564720"/>
            <a:ext cx="12153240" cy="2634480"/>
          </a:xfrm>
          <a:custGeom>
            <a:avLst/>
            <a:gdLst>
              <a:gd name="textAreaLeft" fmla="*/ 0 w 12153240"/>
              <a:gd name="textAreaRight" fmla="*/ 12153960 w 12153240"/>
              <a:gd name="textAreaTop" fmla="*/ 0 h 2634480"/>
              <a:gd name="textAreaBottom" fmla="*/ 2635200 h 2634480"/>
            </a:gdLst>
            <a:ahLst/>
            <a:rect l="textAreaLeft" t="textAreaTop" r="textAreaRight" b="textAreaBottom"/>
            <a:pathLst>
              <a:path w="12153900" h="2635034">
                <a:moveTo>
                  <a:pt x="0" y="2615984"/>
                </a:moveTo>
                <a:lnTo>
                  <a:pt x="8763762" y="2632825"/>
                </a:lnTo>
                <a:cubicBezTo>
                  <a:pt x="8819592" y="2637574"/>
                  <a:pt x="8831529" y="2455787"/>
                  <a:pt x="8763000" y="2387384"/>
                </a:cubicBezTo>
                <a:cubicBezTo>
                  <a:pt x="8427160" y="2024470"/>
                  <a:pt x="8486344" y="1782254"/>
                  <a:pt x="8172450" y="1320584"/>
                </a:cubicBezTo>
                <a:cubicBezTo>
                  <a:pt x="7992591" y="1069504"/>
                  <a:pt x="8236712" y="1013193"/>
                  <a:pt x="8369426" y="1152105"/>
                </a:cubicBezTo>
                <a:cubicBezTo>
                  <a:pt x="8468689" y="1271587"/>
                  <a:pt x="8633790" y="1380096"/>
                  <a:pt x="8791575" y="1634909"/>
                </a:cubicBezTo>
                <a:lnTo>
                  <a:pt x="8734425" y="168059"/>
                </a:lnTo>
                <a:cubicBezTo>
                  <a:pt x="8724087" y="-51879"/>
                  <a:pt x="8999042" y="-63335"/>
                  <a:pt x="9010650" y="177584"/>
                </a:cubicBezTo>
                <a:lnTo>
                  <a:pt x="9077325" y="1149134"/>
                </a:lnTo>
                <a:cubicBezTo>
                  <a:pt x="9059774" y="1014527"/>
                  <a:pt x="9105809" y="723252"/>
                  <a:pt x="9263784" y="723252"/>
                </a:cubicBezTo>
                <a:cubicBezTo>
                  <a:pt x="9451019" y="730567"/>
                  <a:pt x="9431427" y="1003438"/>
                  <a:pt x="9432645" y="1152791"/>
                </a:cubicBezTo>
                <a:cubicBezTo>
                  <a:pt x="9445434" y="965376"/>
                  <a:pt x="9477286" y="758611"/>
                  <a:pt x="9618573" y="763487"/>
                </a:cubicBezTo>
                <a:cubicBezTo>
                  <a:pt x="9785465" y="761048"/>
                  <a:pt x="9789642" y="977838"/>
                  <a:pt x="9793910" y="1178395"/>
                </a:cubicBezTo>
                <a:cubicBezTo>
                  <a:pt x="9791980" y="1019633"/>
                  <a:pt x="9792232" y="838468"/>
                  <a:pt x="9947756" y="840297"/>
                </a:cubicBezTo>
                <a:cubicBezTo>
                  <a:pt x="10059388" y="849440"/>
                  <a:pt x="10069995" y="985647"/>
                  <a:pt x="10094290" y="1167422"/>
                </a:cubicBezTo>
                <a:cubicBezTo>
                  <a:pt x="10120859" y="1474356"/>
                  <a:pt x="10114508" y="1624012"/>
                  <a:pt x="10086213" y="1945576"/>
                </a:cubicBezTo>
                <a:cubicBezTo>
                  <a:pt x="10065448" y="2148306"/>
                  <a:pt x="10012438" y="2203058"/>
                  <a:pt x="9969702" y="2317968"/>
                </a:cubicBezTo>
                <a:cubicBezTo>
                  <a:pt x="9897706" y="2425562"/>
                  <a:pt x="9876129" y="2424913"/>
                  <a:pt x="9895637" y="2635034"/>
                </a:cubicBezTo>
                <a:lnTo>
                  <a:pt x="12153900" y="2635034"/>
                </a:lnTo>
              </a:path>
            </a:pathLst>
          </a:custGeom>
          <a:noFill/>
          <a:ln w="5080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1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grpSp>
        <p:nvGrpSpPr>
          <p:cNvPr id="712" name="Google Shape;790;p65"/>
          <p:cNvGrpSpPr/>
          <p:nvPr/>
        </p:nvGrpSpPr>
        <p:grpSpPr>
          <a:xfrm>
            <a:off x="4570200" y="1476000"/>
            <a:ext cx="3170160" cy="2577600"/>
            <a:chOff x="4570200" y="1476000"/>
            <a:chExt cx="3170160" cy="2577600"/>
          </a:xfrm>
        </p:grpSpPr>
        <p:sp>
          <p:nvSpPr>
            <p:cNvPr id="713" name="Google Shape;791;p65"/>
            <p:cNvSpPr/>
            <p:nvPr/>
          </p:nvSpPr>
          <p:spPr>
            <a:xfrm>
              <a:off x="5564520" y="1549440"/>
              <a:ext cx="2175840" cy="1800000"/>
            </a:xfrm>
            <a:custGeom>
              <a:avLst/>
              <a:gdLst>
                <a:gd name="textAreaLeft" fmla="*/ 0 w 2175840"/>
                <a:gd name="textAreaRight" fmla="*/ 2176560 w 2175840"/>
                <a:gd name="textAreaTop" fmla="*/ 0 h 1800000"/>
                <a:gd name="textAreaBottom" fmla="*/ 1800720 h 1800000"/>
              </a:gdLst>
              <a:ahLst/>
              <a:rect l="textAreaLeft" t="textAreaTop" r="textAreaRight" b="textAreaBottom"/>
              <a:pathLst>
                <a:path w="3661398" h="3028950">
                  <a:moveTo>
                    <a:pt x="3661398" y="0"/>
                  </a:moveTo>
                  <a:lnTo>
                    <a:pt x="2404098" y="962025"/>
                  </a:lnTo>
                  <a:lnTo>
                    <a:pt x="2518398" y="1085850"/>
                  </a:lnTo>
                  <a:lnTo>
                    <a:pt x="2251698" y="1247775"/>
                  </a:lnTo>
                  <a:lnTo>
                    <a:pt x="2318373" y="1362075"/>
                  </a:lnTo>
                  <a:lnTo>
                    <a:pt x="1965948" y="1590675"/>
                  </a:lnTo>
                  <a:cubicBezTo>
                    <a:pt x="1838948" y="1676400"/>
                    <a:pt x="1273798" y="1371600"/>
                    <a:pt x="1184898" y="1371600"/>
                  </a:cubicBezTo>
                  <a:cubicBezTo>
                    <a:pt x="905498" y="1431925"/>
                    <a:pt x="473698" y="1395413"/>
                    <a:pt x="346698" y="1552575"/>
                  </a:cubicBezTo>
                  <a:cubicBezTo>
                    <a:pt x="219698" y="1787525"/>
                    <a:pt x="130798" y="1917700"/>
                    <a:pt x="13323" y="2162175"/>
                  </a:cubicBezTo>
                  <a:cubicBezTo>
                    <a:pt x="-97802" y="2400300"/>
                    <a:pt x="514973" y="2390775"/>
                    <a:pt x="784848" y="1905000"/>
                  </a:cubicBezTo>
                  <a:lnTo>
                    <a:pt x="1156323" y="2019300"/>
                  </a:lnTo>
                  <a:cubicBezTo>
                    <a:pt x="1689723" y="2330450"/>
                    <a:pt x="2137398" y="2679700"/>
                    <a:pt x="2613648" y="3028950"/>
                  </a:cubicBezTo>
                  <a:lnTo>
                    <a:pt x="3089898" y="2609850"/>
                  </a:lnTo>
                  <a:lnTo>
                    <a:pt x="3185148" y="2686050"/>
                  </a:lnTo>
                  <a:lnTo>
                    <a:pt x="3508998" y="2466975"/>
                  </a:lnTo>
                </a:path>
              </a:pathLst>
            </a:custGeom>
            <a:noFill/>
            <a:ln w="38100">
              <a:solidFill>
                <a:srgbClr val="7f7f7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4" name="Google Shape;792;p65"/>
            <p:cNvSpPr/>
            <p:nvPr/>
          </p:nvSpPr>
          <p:spPr>
            <a:xfrm>
              <a:off x="4570200" y="1476000"/>
              <a:ext cx="2556000" cy="2577600"/>
            </a:xfrm>
            <a:custGeom>
              <a:avLst/>
              <a:gdLst>
                <a:gd name="textAreaLeft" fmla="*/ 0 w 2556000"/>
                <a:gd name="textAreaRight" fmla="*/ 2556720 w 2556000"/>
                <a:gd name="textAreaTop" fmla="*/ 0 h 2577600"/>
                <a:gd name="textAreaBottom" fmla="*/ 2578320 h 2577600"/>
              </a:gdLst>
              <a:ahLst/>
              <a:rect l="textAreaLeft" t="textAreaTop" r="textAreaRight" b="textAreaBottom"/>
              <a:pathLst>
                <a:path w="4300729" h="4336841">
                  <a:moveTo>
                    <a:pt x="0" y="0"/>
                  </a:moveTo>
                  <a:lnTo>
                    <a:pt x="1190625" y="990600"/>
                  </a:lnTo>
                  <a:lnTo>
                    <a:pt x="1095375" y="1152525"/>
                  </a:lnTo>
                  <a:lnTo>
                    <a:pt x="1371600" y="1390650"/>
                  </a:lnTo>
                  <a:cubicBezTo>
                    <a:pt x="1343660" y="1424940"/>
                    <a:pt x="1330960" y="1468755"/>
                    <a:pt x="1276350" y="1552575"/>
                  </a:cubicBezTo>
                  <a:lnTo>
                    <a:pt x="1590675" y="1762125"/>
                  </a:lnTo>
                  <a:lnTo>
                    <a:pt x="1863090" y="1735455"/>
                  </a:lnTo>
                  <a:cubicBezTo>
                    <a:pt x="1779905" y="1943100"/>
                    <a:pt x="1500505" y="2352675"/>
                    <a:pt x="1584960" y="2419350"/>
                  </a:cubicBezTo>
                  <a:cubicBezTo>
                    <a:pt x="1848485" y="2598420"/>
                    <a:pt x="2131060" y="2545080"/>
                    <a:pt x="2493645" y="2150745"/>
                  </a:cubicBezTo>
                  <a:cubicBezTo>
                    <a:pt x="2632710" y="2167890"/>
                    <a:pt x="2667000" y="2194560"/>
                    <a:pt x="2838450" y="2228850"/>
                  </a:cubicBezTo>
                  <a:cubicBezTo>
                    <a:pt x="3365500" y="2581275"/>
                    <a:pt x="3705860" y="2830830"/>
                    <a:pt x="4175760" y="3162300"/>
                  </a:cubicBezTo>
                  <a:cubicBezTo>
                    <a:pt x="4492625" y="3402965"/>
                    <a:pt x="4138930" y="3763645"/>
                    <a:pt x="3867150" y="3558540"/>
                  </a:cubicBezTo>
                  <a:cubicBezTo>
                    <a:pt x="4075430" y="3846830"/>
                    <a:pt x="3731260" y="4053205"/>
                    <a:pt x="3499485" y="3825240"/>
                  </a:cubicBezTo>
                  <a:cubicBezTo>
                    <a:pt x="3655695" y="4135755"/>
                    <a:pt x="3339465" y="4251960"/>
                    <a:pt x="3124200" y="4114800"/>
                  </a:cubicBezTo>
                  <a:cubicBezTo>
                    <a:pt x="3195320" y="4331970"/>
                    <a:pt x="2860675" y="4480560"/>
                    <a:pt x="2514600" y="4114800"/>
                  </a:cubicBezTo>
                  <a:cubicBezTo>
                    <a:pt x="2600325" y="3889375"/>
                    <a:pt x="2466975" y="3663950"/>
                    <a:pt x="2257425" y="3695700"/>
                  </a:cubicBezTo>
                  <a:cubicBezTo>
                    <a:pt x="2286000" y="3454400"/>
                    <a:pt x="2052637" y="3331845"/>
                    <a:pt x="1905000" y="3421380"/>
                  </a:cubicBezTo>
                  <a:cubicBezTo>
                    <a:pt x="1963925" y="3231958"/>
                    <a:pt x="1637665" y="3032125"/>
                    <a:pt x="1491615" y="3133725"/>
                  </a:cubicBezTo>
                  <a:cubicBezTo>
                    <a:pt x="1548130" y="2995295"/>
                    <a:pt x="1286510" y="2834005"/>
                    <a:pt x="1099185" y="3011805"/>
                  </a:cubicBezTo>
                  <a:lnTo>
                    <a:pt x="933450" y="2733675"/>
                  </a:lnTo>
                  <a:lnTo>
                    <a:pt x="666750" y="2543175"/>
                  </a:lnTo>
                  <a:lnTo>
                    <a:pt x="581025" y="2676525"/>
                  </a:lnTo>
                  <a:lnTo>
                    <a:pt x="200025" y="2457450"/>
                  </a:lnTo>
                </a:path>
              </a:pathLst>
            </a:custGeom>
            <a:noFill/>
            <a:ln w="38100">
              <a:solidFill>
                <a:srgbClr val="7f7f7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5" name="Google Shape;793;p65"/>
            <p:cNvSpPr/>
            <p:nvPr/>
          </p:nvSpPr>
          <p:spPr>
            <a:xfrm>
              <a:off x="5203080" y="3274200"/>
              <a:ext cx="819360" cy="716760"/>
            </a:xfrm>
            <a:custGeom>
              <a:avLst/>
              <a:gdLst>
                <a:gd name="textAreaLeft" fmla="*/ 0 w 819360"/>
                <a:gd name="textAreaRight" fmla="*/ 820080 w 819360"/>
                <a:gd name="textAreaTop" fmla="*/ 0 h 716760"/>
                <a:gd name="textAreaBottom" fmla="*/ 717480 h 716760"/>
              </a:gdLst>
              <a:ahLst/>
              <a:rect l="textAreaLeft" t="textAreaTop" r="textAreaRight" b="textAreaBottom"/>
              <a:pathLst>
                <a:path w="1379276" h="1206796">
                  <a:moveTo>
                    <a:pt x="1873" y="244278"/>
                  </a:moveTo>
                  <a:cubicBezTo>
                    <a:pt x="13303" y="348418"/>
                    <a:pt x="78073" y="441128"/>
                    <a:pt x="257143" y="419538"/>
                  </a:cubicBezTo>
                  <a:cubicBezTo>
                    <a:pt x="234918" y="564953"/>
                    <a:pt x="376523" y="782758"/>
                    <a:pt x="601948" y="718623"/>
                  </a:cubicBezTo>
                  <a:cubicBezTo>
                    <a:pt x="530828" y="947858"/>
                    <a:pt x="787368" y="1085653"/>
                    <a:pt x="910558" y="994848"/>
                  </a:cubicBezTo>
                  <a:cubicBezTo>
                    <a:pt x="917543" y="1160583"/>
                    <a:pt x="1065498" y="1284408"/>
                    <a:pt x="1282033" y="1149153"/>
                  </a:cubicBezTo>
                  <a:cubicBezTo>
                    <a:pt x="1352518" y="1094543"/>
                    <a:pt x="1381093" y="1009453"/>
                    <a:pt x="1379188" y="928173"/>
                  </a:cubicBezTo>
                  <a:cubicBezTo>
                    <a:pt x="1381093" y="869753"/>
                    <a:pt x="1291558" y="727513"/>
                    <a:pt x="1125823" y="745293"/>
                  </a:cubicBezTo>
                  <a:cubicBezTo>
                    <a:pt x="1156303" y="513518"/>
                    <a:pt x="939133" y="399853"/>
                    <a:pt x="779113" y="484308"/>
                  </a:cubicBezTo>
                  <a:cubicBezTo>
                    <a:pt x="833088" y="333813"/>
                    <a:pt x="574643" y="57588"/>
                    <a:pt x="365728" y="219513"/>
                  </a:cubicBezTo>
                  <a:cubicBezTo>
                    <a:pt x="414623" y="16948"/>
                    <a:pt x="193008" y="-33217"/>
                    <a:pt x="127603" y="19488"/>
                  </a:cubicBezTo>
                  <a:cubicBezTo>
                    <a:pt x="82201" y="42666"/>
                    <a:pt x="-14637" y="116643"/>
                    <a:pt x="1873" y="244278"/>
                  </a:cubicBezTo>
                  <a:close/>
                </a:path>
              </a:pathLst>
            </a:custGeom>
            <a:noFill/>
            <a:ln w="38100">
              <a:solidFill>
                <a:srgbClr val="7f7f7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6" name="Google Shape;794;p65"/>
          <p:cNvGrpSpPr/>
          <p:nvPr/>
        </p:nvGrpSpPr>
        <p:grpSpPr>
          <a:xfrm>
            <a:off x="389160" y="1091880"/>
            <a:ext cx="3153240" cy="3121560"/>
            <a:chOff x="389160" y="1091880"/>
            <a:chExt cx="3153240" cy="3121560"/>
          </a:xfrm>
        </p:grpSpPr>
        <p:sp>
          <p:nvSpPr>
            <p:cNvPr id="717" name="Google Shape;795;p65"/>
            <p:cNvSpPr/>
            <p:nvPr/>
          </p:nvSpPr>
          <p:spPr>
            <a:xfrm rot="2700000">
              <a:off x="524520" y="2835360"/>
              <a:ext cx="1592280" cy="955080"/>
            </a:xfrm>
            <a:custGeom>
              <a:avLst/>
              <a:gdLst>
                <a:gd name="textAreaLeft" fmla="*/ 0 w 1592280"/>
                <a:gd name="textAreaRight" fmla="*/ 1593000 w 1592280"/>
                <a:gd name="textAreaTop" fmla="*/ 0 h 955080"/>
                <a:gd name="textAreaBottom" fmla="*/ 955800 h 955080"/>
              </a:gdLst>
              <a:ahLst/>
              <a:rect l="textAreaLeft" t="textAreaTop" r="textAreaRight" b="textAreaBottom"/>
              <a:pathLst>
                <a:path w="737797" h="442678">
                  <a:moveTo>
                    <a:pt x="370725" y="441321"/>
                  </a:moveTo>
                  <a:cubicBezTo>
                    <a:pt x="306783" y="441321"/>
                    <a:pt x="242840" y="440618"/>
                    <a:pt x="178898" y="442023"/>
                  </a:cubicBezTo>
                  <a:cubicBezTo>
                    <a:pt x="155710" y="442726"/>
                    <a:pt x="146576" y="438510"/>
                    <a:pt x="148684" y="413214"/>
                  </a:cubicBezTo>
                  <a:cubicBezTo>
                    <a:pt x="151494" y="376676"/>
                    <a:pt x="149386" y="340137"/>
                    <a:pt x="149386" y="303599"/>
                  </a:cubicBezTo>
                  <a:cubicBezTo>
                    <a:pt x="149386" y="292356"/>
                    <a:pt x="147981" y="282519"/>
                    <a:pt x="138846" y="274087"/>
                  </a:cubicBezTo>
                  <a:cubicBezTo>
                    <a:pt x="128306" y="264250"/>
                    <a:pt x="119874" y="260736"/>
                    <a:pt x="110037" y="274790"/>
                  </a:cubicBezTo>
                  <a:cubicBezTo>
                    <a:pt x="96686" y="293761"/>
                    <a:pt x="79823" y="309923"/>
                    <a:pt x="55230" y="301491"/>
                  </a:cubicBezTo>
                  <a:cubicBezTo>
                    <a:pt x="28528" y="292356"/>
                    <a:pt x="8853" y="274087"/>
                    <a:pt x="2530" y="243872"/>
                  </a:cubicBezTo>
                  <a:cubicBezTo>
                    <a:pt x="-5902" y="201010"/>
                    <a:pt x="6746" y="166579"/>
                    <a:pt x="40473" y="146905"/>
                  </a:cubicBezTo>
                  <a:cubicBezTo>
                    <a:pt x="65067" y="132148"/>
                    <a:pt x="82633" y="136365"/>
                    <a:pt x="105119" y="160255"/>
                  </a:cubicBezTo>
                  <a:cubicBezTo>
                    <a:pt x="111443" y="167282"/>
                    <a:pt x="114956" y="181335"/>
                    <a:pt x="127604" y="175714"/>
                  </a:cubicBezTo>
                  <a:cubicBezTo>
                    <a:pt x="140252" y="170092"/>
                    <a:pt x="149386" y="159552"/>
                    <a:pt x="149386" y="143391"/>
                  </a:cubicBezTo>
                  <a:cubicBezTo>
                    <a:pt x="149386" y="103339"/>
                    <a:pt x="150089" y="63287"/>
                    <a:pt x="148684" y="23236"/>
                  </a:cubicBezTo>
                  <a:cubicBezTo>
                    <a:pt x="147981" y="6372"/>
                    <a:pt x="150792" y="-655"/>
                    <a:pt x="170466" y="48"/>
                  </a:cubicBezTo>
                  <a:cubicBezTo>
                    <a:pt x="210518" y="2156"/>
                    <a:pt x="250570" y="751"/>
                    <a:pt x="290622" y="751"/>
                  </a:cubicBezTo>
                  <a:cubicBezTo>
                    <a:pt x="307486" y="751"/>
                    <a:pt x="320836" y="7074"/>
                    <a:pt x="330673" y="19722"/>
                  </a:cubicBezTo>
                  <a:cubicBezTo>
                    <a:pt x="341916" y="33775"/>
                    <a:pt x="344024" y="46424"/>
                    <a:pt x="327160" y="59072"/>
                  </a:cubicBezTo>
                  <a:cubicBezTo>
                    <a:pt x="312404" y="70314"/>
                    <a:pt x="292730" y="82259"/>
                    <a:pt x="301864" y="105447"/>
                  </a:cubicBezTo>
                  <a:cubicBezTo>
                    <a:pt x="311702" y="129338"/>
                    <a:pt x="329268" y="146202"/>
                    <a:pt x="357375" y="148310"/>
                  </a:cubicBezTo>
                  <a:cubicBezTo>
                    <a:pt x="379860" y="150418"/>
                    <a:pt x="400940" y="149013"/>
                    <a:pt x="419209" y="132851"/>
                  </a:cubicBezTo>
                  <a:cubicBezTo>
                    <a:pt x="448018" y="106150"/>
                    <a:pt x="448018" y="89286"/>
                    <a:pt x="419209" y="63287"/>
                  </a:cubicBezTo>
                  <a:cubicBezTo>
                    <a:pt x="410777" y="56261"/>
                    <a:pt x="396724" y="50640"/>
                    <a:pt x="401643" y="35884"/>
                  </a:cubicBezTo>
                  <a:cubicBezTo>
                    <a:pt x="407264" y="19020"/>
                    <a:pt x="418506" y="2859"/>
                    <a:pt x="437478" y="2156"/>
                  </a:cubicBezTo>
                  <a:cubicBezTo>
                    <a:pt x="485962" y="48"/>
                    <a:pt x="534446" y="751"/>
                    <a:pt x="582228" y="751"/>
                  </a:cubicBezTo>
                  <a:cubicBezTo>
                    <a:pt x="596983" y="751"/>
                    <a:pt x="591362" y="11993"/>
                    <a:pt x="591362" y="19020"/>
                  </a:cubicBezTo>
                  <a:cubicBezTo>
                    <a:pt x="592065" y="57666"/>
                    <a:pt x="591362" y="95610"/>
                    <a:pt x="591362" y="134257"/>
                  </a:cubicBezTo>
                  <a:cubicBezTo>
                    <a:pt x="591362" y="143391"/>
                    <a:pt x="592065" y="152526"/>
                    <a:pt x="596983" y="160255"/>
                  </a:cubicBezTo>
                  <a:cubicBezTo>
                    <a:pt x="608929" y="179930"/>
                    <a:pt x="618766" y="180632"/>
                    <a:pt x="634224" y="164471"/>
                  </a:cubicBezTo>
                  <a:cubicBezTo>
                    <a:pt x="665142" y="130041"/>
                    <a:pt x="692545" y="130743"/>
                    <a:pt x="722760" y="165174"/>
                  </a:cubicBezTo>
                  <a:cubicBezTo>
                    <a:pt x="758596" y="205928"/>
                    <a:pt x="743840" y="274790"/>
                    <a:pt x="695356" y="298680"/>
                  </a:cubicBezTo>
                  <a:cubicBezTo>
                    <a:pt x="671465" y="310625"/>
                    <a:pt x="653899" y="300788"/>
                    <a:pt x="637035" y="283221"/>
                  </a:cubicBezTo>
                  <a:cubicBezTo>
                    <a:pt x="630711" y="276195"/>
                    <a:pt x="627901" y="260033"/>
                    <a:pt x="613144" y="267060"/>
                  </a:cubicBezTo>
                  <a:cubicBezTo>
                    <a:pt x="599794" y="273384"/>
                    <a:pt x="591362" y="285330"/>
                    <a:pt x="591362" y="302193"/>
                  </a:cubicBezTo>
                  <a:cubicBezTo>
                    <a:pt x="591362" y="341543"/>
                    <a:pt x="590659" y="380892"/>
                    <a:pt x="592065" y="420241"/>
                  </a:cubicBezTo>
                  <a:cubicBezTo>
                    <a:pt x="592767" y="437807"/>
                    <a:pt x="588551" y="443429"/>
                    <a:pt x="570282" y="442726"/>
                  </a:cubicBezTo>
                  <a:cubicBezTo>
                    <a:pt x="504232" y="440618"/>
                    <a:pt x="437478" y="441321"/>
                    <a:pt x="370725" y="441321"/>
                  </a:cubicBezTo>
                  <a:close/>
                </a:path>
              </a:pathLst>
            </a:custGeom>
            <a:solidFill>
              <a:srgbClr val="7f7f7f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8" name="Google Shape;796;p65"/>
            <p:cNvSpPr/>
            <p:nvPr/>
          </p:nvSpPr>
          <p:spPr>
            <a:xfrm rot="2700000">
              <a:off x="2036160" y="1483200"/>
              <a:ext cx="955080" cy="1273680"/>
            </a:xfrm>
            <a:custGeom>
              <a:avLst/>
              <a:gdLst>
                <a:gd name="textAreaLeft" fmla="*/ 0 w 955080"/>
                <a:gd name="textAreaRight" fmla="*/ 955800 w 955080"/>
                <a:gd name="textAreaTop" fmla="*/ 0 h 1273680"/>
                <a:gd name="textAreaBottom" fmla="*/ 1274400 h 1273680"/>
              </a:gdLst>
              <a:ahLst/>
              <a:rect l="textAreaLeft" t="textAreaTop" r="textAreaRight" b="textAreaBottom"/>
              <a:pathLst>
                <a:path w="442678" h="590237">
                  <a:moveTo>
                    <a:pt x="222086" y="1407"/>
                  </a:moveTo>
                  <a:cubicBezTo>
                    <a:pt x="287434" y="1407"/>
                    <a:pt x="353484" y="2110"/>
                    <a:pt x="418832" y="704"/>
                  </a:cubicBezTo>
                  <a:cubicBezTo>
                    <a:pt x="437101" y="704"/>
                    <a:pt x="444830" y="4218"/>
                    <a:pt x="443425" y="23892"/>
                  </a:cubicBezTo>
                  <a:cubicBezTo>
                    <a:pt x="442020" y="61133"/>
                    <a:pt x="442722" y="98374"/>
                    <a:pt x="442722" y="136318"/>
                  </a:cubicBezTo>
                  <a:cubicBezTo>
                    <a:pt x="442722" y="151777"/>
                    <a:pt x="439209" y="165128"/>
                    <a:pt x="428669" y="176370"/>
                  </a:cubicBezTo>
                  <a:cubicBezTo>
                    <a:pt x="408994" y="197450"/>
                    <a:pt x="399157" y="197450"/>
                    <a:pt x="380185" y="175667"/>
                  </a:cubicBezTo>
                  <a:cubicBezTo>
                    <a:pt x="368943" y="163020"/>
                    <a:pt x="358403" y="146156"/>
                    <a:pt x="338025" y="153182"/>
                  </a:cubicBezTo>
                  <a:cubicBezTo>
                    <a:pt x="315540" y="161614"/>
                    <a:pt x="298676" y="176370"/>
                    <a:pt x="295163" y="201666"/>
                  </a:cubicBezTo>
                  <a:cubicBezTo>
                    <a:pt x="290947" y="231881"/>
                    <a:pt x="291649" y="259987"/>
                    <a:pt x="319756" y="280365"/>
                  </a:cubicBezTo>
                  <a:cubicBezTo>
                    <a:pt x="342241" y="296526"/>
                    <a:pt x="354889" y="295823"/>
                    <a:pt x="373861" y="275446"/>
                  </a:cubicBezTo>
                  <a:cubicBezTo>
                    <a:pt x="383699" y="264906"/>
                    <a:pt x="390022" y="245231"/>
                    <a:pt x="410400" y="254366"/>
                  </a:cubicBezTo>
                  <a:cubicBezTo>
                    <a:pt x="429372" y="262798"/>
                    <a:pt x="441317" y="277554"/>
                    <a:pt x="442020" y="298634"/>
                  </a:cubicBezTo>
                  <a:cubicBezTo>
                    <a:pt x="442722" y="342199"/>
                    <a:pt x="442020" y="386467"/>
                    <a:pt x="442722" y="430032"/>
                  </a:cubicBezTo>
                  <a:cubicBezTo>
                    <a:pt x="442722" y="444085"/>
                    <a:pt x="434993" y="444085"/>
                    <a:pt x="425156" y="443382"/>
                  </a:cubicBezTo>
                  <a:cubicBezTo>
                    <a:pt x="385807" y="443382"/>
                    <a:pt x="346457" y="443382"/>
                    <a:pt x="307811" y="443382"/>
                  </a:cubicBezTo>
                  <a:cubicBezTo>
                    <a:pt x="296568" y="443382"/>
                    <a:pt x="286028" y="442680"/>
                    <a:pt x="276894" y="451112"/>
                  </a:cubicBezTo>
                  <a:cubicBezTo>
                    <a:pt x="266354" y="461652"/>
                    <a:pt x="258624" y="470786"/>
                    <a:pt x="276191" y="482732"/>
                  </a:cubicBezTo>
                  <a:cubicBezTo>
                    <a:pt x="295163" y="495380"/>
                    <a:pt x="309919" y="513649"/>
                    <a:pt x="301487" y="538242"/>
                  </a:cubicBezTo>
                  <a:cubicBezTo>
                    <a:pt x="292352" y="564241"/>
                    <a:pt x="274786" y="583213"/>
                    <a:pt x="245976" y="588834"/>
                  </a:cubicBezTo>
                  <a:cubicBezTo>
                    <a:pt x="209438" y="595861"/>
                    <a:pt x="177115" y="591645"/>
                    <a:pt x="152522" y="560025"/>
                  </a:cubicBezTo>
                  <a:cubicBezTo>
                    <a:pt x="131442" y="532621"/>
                    <a:pt x="133550" y="512244"/>
                    <a:pt x="158846" y="488353"/>
                  </a:cubicBezTo>
                  <a:cubicBezTo>
                    <a:pt x="165873" y="481326"/>
                    <a:pt x="181331" y="478516"/>
                    <a:pt x="175007" y="463760"/>
                  </a:cubicBezTo>
                  <a:cubicBezTo>
                    <a:pt x="169386" y="450409"/>
                    <a:pt x="158143" y="443382"/>
                    <a:pt x="142685" y="443382"/>
                  </a:cubicBezTo>
                  <a:cubicBezTo>
                    <a:pt x="102633" y="443382"/>
                    <a:pt x="62581" y="442680"/>
                    <a:pt x="22529" y="444085"/>
                  </a:cubicBezTo>
                  <a:cubicBezTo>
                    <a:pt x="7071" y="444788"/>
                    <a:pt x="-659" y="442680"/>
                    <a:pt x="44" y="423708"/>
                  </a:cubicBezTo>
                  <a:cubicBezTo>
                    <a:pt x="1449" y="382953"/>
                    <a:pt x="747" y="341496"/>
                    <a:pt x="44" y="300742"/>
                  </a:cubicBezTo>
                  <a:cubicBezTo>
                    <a:pt x="44" y="284580"/>
                    <a:pt x="6368" y="272635"/>
                    <a:pt x="18313" y="262798"/>
                  </a:cubicBezTo>
                  <a:cubicBezTo>
                    <a:pt x="33069" y="250150"/>
                    <a:pt x="46420" y="248042"/>
                    <a:pt x="59770" y="265609"/>
                  </a:cubicBezTo>
                  <a:cubicBezTo>
                    <a:pt x="71013" y="280365"/>
                    <a:pt x="82958" y="299336"/>
                    <a:pt x="106146" y="289499"/>
                  </a:cubicBezTo>
                  <a:cubicBezTo>
                    <a:pt x="130037" y="279662"/>
                    <a:pt x="146198" y="261393"/>
                    <a:pt x="148306" y="233989"/>
                  </a:cubicBezTo>
                  <a:cubicBezTo>
                    <a:pt x="149009" y="218530"/>
                    <a:pt x="149712" y="203072"/>
                    <a:pt x="143388" y="188316"/>
                  </a:cubicBezTo>
                  <a:cubicBezTo>
                    <a:pt x="125821" y="149669"/>
                    <a:pt x="90688" y="142642"/>
                    <a:pt x="64689" y="171452"/>
                  </a:cubicBezTo>
                  <a:cubicBezTo>
                    <a:pt x="56960" y="179884"/>
                    <a:pt x="52041" y="196045"/>
                    <a:pt x="35880" y="190423"/>
                  </a:cubicBezTo>
                  <a:cubicBezTo>
                    <a:pt x="17611" y="184100"/>
                    <a:pt x="2855" y="171452"/>
                    <a:pt x="2152" y="151777"/>
                  </a:cubicBezTo>
                  <a:cubicBezTo>
                    <a:pt x="747" y="105401"/>
                    <a:pt x="1449" y="59025"/>
                    <a:pt x="1449" y="11947"/>
                  </a:cubicBezTo>
                  <a:cubicBezTo>
                    <a:pt x="1449" y="-4214"/>
                    <a:pt x="12692" y="704"/>
                    <a:pt x="20421" y="704"/>
                  </a:cubicBezTo>
                  <a:cubicBezTo>
                    <a:pt x="87174" y="1407"/>
                    <a:pt x="154630" y="1407"/>
                    <a:pt x="222086" y="1407"/>
                  </a:cubicBezTo>
                  <a:close/>
                </a:path>
              </a:pathLst>
            </a:custGeom>
            <a:solidFill>
              <a:srgbClr val="7f7f7f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9" name="Google Shape;797;p65"/>
            <p:cNvSpPr/>
            <p:nvPr/>
          </p:nvSpPr>
          <p:spPr>
            <a:xfrm rot="2700000">
              <a:off x="2276640" y="2594520"/>
              <a:ext cx="955080" cy="1273680"/>
            </a:xfrm>
            <a:custGeom>
              <a:avLst/>
              <a:gdLst>
                <a:gd name="textAreaLeft" fmla="*/ 0 w 955080"/>
                <a:gd name="textAreaRight" fmla="*/ 955800 w 955080"/>
                <a:gd name="textAreaTop" fmla="*/ 0 h 1273680"/>
                <a:gd name="textAreaBottom" fmla="*/ 1274400 h 1273680"/>
              </a:gdLst>
              <a:ahLst/>
              <a:rect l="textAreaLeft" t="textAreaTop" r="textAreaRight" b="textAreaBottom"/>
              <a:pathLst>
                <a:path w="442678" h="590237">
                  <a:moveTo>
                    <a:pt x="442778" y="370410"/>
                  </a:moveTo>
                  <a:cubicBezTo>
                    <a:pt x="442778" y="437163"/>
                    <a:pt x="442075" y="503916"/>
                    <a:pt x="443481" y="570669"/>
                  </a:cubicBezTo>
                  <a:cubicBezTo>
                    <a:pt x="443481" y="587533"/>
                    <a:pt x="439967" y="592452"/>
                    <a:pt x="422401" y="592452"/>
                  </a:cubicBezTo>
                  <a:cubicBezTo>
                    <a:pt x="384457" y="591046"/>
                    <a:pt x="345810" y="591749"/>
                    <a:pt x="307164" y="591749"/>
                  </a:cubicBezTo>
                  <a:cubicBezTo>
                    <a:pt x="293111" y="591749"/>
                    <a:pt x="279760" y="590343"/>
                    <a:pt x="269220" y="579803"/>
                  </a:cubicBezTo>
                  <a:cubicBezTo>
                    <a:pt x="252356" y="562940"/>
                    <a:pt x="241114" y="548184"/>
                    <a:pt x="268517" y="529212"/>
                  </a:cubicBezTo>
                  <a:cubicBezTo>
                    <a:pt x="281868" y="520077"/>
                    <a:pt x="296624" y="508835"/>
                    <a:pt x="290300" y="489160"/>
                  </a:cubicBezTo>
                  <a:cubicBezTo>
                    <a:pt x="283273" y="467377"/>
                    <a:pt x="269220" y="450514"/>
                    <a:pt x="246032" y="445595"/>
                  </a:cubicBezTo>
                  <a:cubicBezTo>
                    <a:pt x="216520" y="439271"/>
                    <a:pt x="187711" y="439974"/>
                    <a:pt x="165929" y="465972"/>
                  </a:cubicBezTo>
                  <a:cubicBezTo>
                    <a:pt x="146957" y="488457"/>
                    <a:pt x="147659" y="504619"/>
                    <a:pt x="169442" y="524293"/>
                  </a:cubicBezTo>
                  <a:cubicBezTo>
                    <a:pt x="179279" y="533428"/>
                    <a:pt x="197548" y="539049"/>
                    <a:pt x="189819" y="558021"/>
                  </a:cubicBezTo>
                  <a:cubicBezTo>
                    <a:pt x="181387" y="577696"/>
                    <a:pt x="165929" y="590343"/>
                    <a:pt x="143443" y="590343"/>
                  </a:cubicBezTo>
                  <a:cubicBezTo>
                    <a:pt x="100581" y="590343"/>
                    <a:pt x="57718" y="590343"/>
                    <a:pt x="14856" y="591046"/>
                  </a:cubicBezTo>
                  <a:cubicBezTo>
                    <a:pt x="2208" y="591046"/>
                    <a:pt x="-603" y="586128"/>
                    <a:pt x="100" y="574885"/>
                  </a:cubicBezTo>
                  <a:cubicBezTo>
                    <a:pt x="802" y="532022"/>
                    <a:pt x="100" y="489160"/>
                    <a:pt x="100" y="446297"/>
                  </a:cubicBezTo>
                  <a:cubicBezTo>
                    <a:pt x="100" y="424515"/>
                    <a:pt x="13450" y="410462"/>
                    <a:pt x="31720" y="402732"/>
                  </a:cubicBezTo>
                  <a:cubicBezTo>
                    <a:pt x="49989" y="394300"/>
                    <a:pt x="57016" y="411164"/>
                    <a:pt x="66150" y="421704"/>
                  </a:cubicBezTo>
                  <a:cubicBezTo>
                    <a:pt x="90743" y="449108"/>
                    <a:pt x="122363" y="442784"/>
                    <a:pt x="142038" y="406246"/>
                  </a:cubicBezTo>
                  <a:cubicBezTo>
                    <a:pt x="156794" y="378139"/>
                    <a:pt x="148362" y="332466"/>
                    <a:pt x="125174" y="313494"/>
                  </a:cubicBezTo>
                  <a:cubicBezTo>
                    <a:pt x="101986" y="294522"/>
                    <a:pt x="87230" y="295927"/>
                    <a:pt x="66853" y="317710"/>
                  </a:cubicBezTo>
                  <a:cubicBezTo>
                    <a:pt x="57718" y="326844"/>
                    <a:pt x="54205" y="346519"/>
                    <a:pt x="33828" y="337384"/>
                  </a:cubicBezTo>
                  <a:cubicBezTo>
                    <a:pt x="13450" y="328953"/>
                    <a:pt x="802" y="314899"/>
                    <a:pt x="802" y="291711"/>
                  </a:cubicBezTo>
                  <a:cubicBezTo>
                    <a:pt x="100" y="250957"/>
                    <a:pt x="1505" y="209500"/>
                    <a:pt x="100" y="168745"/>
                  </a:cubicBezTo>
                  <a:cubicBezTo>
                    <a:pt x="-603" y="153287"/>
                    <a:pt x="3613" y="148368"/>
                    <a:pt x="19774" y="149071"/>
                  </a:cubicBezTo>
                  <a:cubicBezTo>
                    <a:pt x="58421" y="150476"/>
                    <a:pt x="96365" y="149071"/>
                    <a:pt x="135011" y="149773"/>
                  </a:cubicBezTo>
                  <a:cubicBezTo>
                    <a:pt x="146254" y="149773"/>
                    <a:pt x="156794" y="149071"/>
                    <a:pt x="165929" y="141341"/>
                  </a:cubicBezTo>
                  <a:cubicBezTo>
                    <a:pt x="179279" y="130099"/>
                    <a:pt x="184198" y="121667"/>
                    <a:pt x="166631" y="107613"/>
                  </a:cubicBezTo>
                  <a:cubicBezTo>
                    <a:pt x="130795" y="79507"/>
                    <a:pt x="130795" y="52103"/>
                    <a:pt x="163820" y="21186"/>
                  </a:cubicBezTo>
                  <a:cubicBezTo>
                    <a:pt x="199656" y="-12542"/>
                    <a:pt x="266409" y="-4813"/>
                    <a:pt x="294516" y="35942"/>
                  </a:cubicBezTo>
                  <a:cubicBezTo>
                    <a:pt x="312083" y="61238"/>
                    <a:pt x="309272" y="79507"/>
                    <a:pt x="288192" y="101992"/>
                  </a:cubicBezTo>
                  <a:cubicBezTo>
                    <a:pt x="280463" y="109721"/>
                    <a:pt x="260788" y="112532"/>
                    <a:pt x="269923" y="130099"/>
                  </a:cubicBezTo>
                  <a:cubicBezTo>
                    <a:pt x="277652" y="144855"/>
                    <a:pt x="291705" y="150476"/>
                    <a:pt x="308569" y="150476"/>
                  </a:cubicBezTo>
                  <a:cubicBezTo>
                    <a:pt x="345810" y="149773"/>
                    <a:pt x="383754" y="151881"/>
                    <a:pt x="420995" y="149773"/>
                  </a:cubicBezTo>
                  <a:cubicBezTo>
                    <a:pt x="441373" y="149071"/>
                    <a:pt x="444886" y="155395"/>
                    <a:pt x="444183" y="174367"/>
                  </a:cubicBezTo>
                  <a:cubicBezTo>
                    <a:pt x="442075" y="239011"/>
                    <a:pt x="442778" y="305062"/>
                    <a:pt x="442778" y="370410"/>
                  </a:cubicBezTo>
                  <a:close/>
                </a:path>
              </a:pathLst>
            </a:custGeom>
            <a:solidFill>
              <a:srgbClr val="7f7f7f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0" name="Google Shape;798;p65"/>
            <p:cNvSpPr/>
            <p:nvPr/>
          </p:nvSpPr>
          <p:spPr>
            <a:xfrm rot="2700000">
              <a:off x="812160" y="1196280"/>
              <a:ext cx="955080" cy="1592280"/>
            </a:xfrm>
            <a:custGeom>
              <a:avLst/>
              <a:gdLst>
                <a:gd name="textAreaLeft" fmla="*/ 0 w 955080"/>
                <a:gd name="textAreaRight" fmla="*/ 955800 w 955080"/>
                <a:gd name="textAreaTop" fmla="*/ 0 h 1592280"/>
                <a:gd name="textAreaBottom" fmla="*/ 1593000 h 1592280"/>
              </a:gdLst>
              <a:ahLst/>
              <a:rect l="textAreaLeft" t="textAreaTop" r="textAreaRight" b="textAreaBottom"/>
              <a:pathLst>
                <a:path w="442678" h="737797">
                  <a:moveTo>
                    <a:pt x="755" y="370037"/>
                  </a:moveTo>
                  <a:cubicBezTo>
                    <a:pt x="755" y="304690"/>
                    <a:pt x="1457" y="238639"/>
                    <a:pt x="52" y="173292"/>
                  </a:cubicBezTo>
                  <a:cubicBezTo>
                    <a:pt x="-651" y="153617"/>
                    <a:pt x="5673" y="148698"/>
                    <a:pt x="24645" y="149401"/>
                  </a:cubicBezTo>
                  <a:cubicBezTo>
                    <a:pt x="60481" y="150806"/>
                    <a:pt x="95614" y="150104"/>
                    <a:pt x="131450" y="149401"/>
                  </a:cubicBezTo>
                  <a:cubicBezTo>
                    <a:pt x="140585" y="149401"/>
                    <a:pt x="150422" y="149401"/>
                    <a:pt x="158151" y="146590"/>
                  </a:cubicBezTo>
                  <a:cubicBezTo>
                    <a:pt x="178528" y="139564"/>
                    <a:pt x="181339" y="122700"/>
                    <a:pt x="166583" y="109349"/>
                  </a:cubicBezTo>
                  <a:cubicBezTo>
                    <a:pt x="127937" y="74919"/>
                    <a:pt x="133558" y="33461"/>
                    <a:pt x="180637" y="8868"/>
                  </a:cubicBezTo>
                  <a:cubicBezTo>
                    <a:pt x="216472" y="-10104"/>
                    <a:pt x="270578" y="2544"/>
                    <a:pt x="293063" y="35569"/>
                  </a:cubicBezTo>
                  <a:cubicBezTo>
                    <a:pt x="311332" y="61568"/>
                    <a:pt x="309224" y="80540"/>
                    <a:pt x="286036" y="103025"/>
                  </a:cubicBezTo>
                  <a:cubicBezTo>
                    <a:pt x="278307" y="110052"/>
                    <a:pt x="260740" y="112862"/>
                    <a:pt x="268470" y="129024"/>
                  </a:cubicBezTo>
                  <a:cubicBezTo>
                    <a:pt x="275496" y="143077"/>
                    <a:pt x="288144" y="149401"/>
                    <a:pt x="304305" y="149401"/>
                  </a:cubicBezTo>
                  <a:cubicBezTo>
                    <a:pt x="342952" y="148698"/>
                    <a:pt x="380896" y="150104"/>
                    <a:pt x="419543" y="148698"/>
                  </a:cubicBezTo>
                  <a:cubicBezTo>
                    <a:pt x="438514" y="147996"/>
                    <a:pt x="444136" y="153617"/>
                    <a:pt x="443433" y="172589"/>
                  </a:cubicBezTo>
                  <a:cubicBezTo>
                    <a:pt x="442027" y="211938"/>
                    <a:pt x="442730" y="251287"/>
                    <a:pt x="443433" y="289934"/>
                  </a:cubicBezTo>
                  <a:cubicBezTo>
                    <a:pt x="444136" y="309608"/>
                    <a:pt x="435001" y="322959"/>
                    <a:pt x="420245" y="333499"/>
                  </a:cubicBezTo>
                  <a:cubicBezTo>
                    <a:pt x="408300" y="341931"/>
                    <a:pt x="397760" y="341931"/>
                    <a:pt x="387220" y="329986"/>
                  </a:cubicBezTo>
                  <a:cubicBezTo>
                    <a:pt x="352789" y="293447"/>
                    <a:pt x="342952" y="292042"/>
                    <a:pt x="316953" y="315932"/>
                  </a:cubicBezTo>
                  <a:cubicBezTo>
                    <a:pt x="290955" y="339823"/>
                    <a:pt x="286739" y="389009"/>
                    <a:pt x="308521" y="415711"/>
                  </a:cubicBezTo>
                  <a:cubicBezTo>
                    <a:pt x="334520" y="447331"/>
                    <a:pt x="354897" y="448033"/>
                    <a:pt x="382301" y="417819"/>
                  </a:cubicBezTo>
                  <a:cubicBezTo>
                    <a:pt x="389328" y="410089"/>
                    <a:pt x="393544" y="395333"/>
                    <a:pt x="409705" y="401657"/>
                  </a:cubicBezTo>
                  <a:cubicBezTo>
                    <a:pt x="427272" y="408684"/>
                    <a:pt x="442027" y="419927"/>
                    <a:pt x="442730" y="438196"/>
                  </a:cubicBezTo>
                  <a:cubicBezTo>
                    <a:pt x="444838" y="485274"/>
                    <a:pt x="443433" y="533055"/>
                    <a:pt x="444136" y="580134"/>
                  </a:cubicBezTo>
                  <a:cubicBezTo>
                    <a:pt x="444136" y="594187"/>
                    <a:pt x="434298" y="590674"/>
                    <a:pt x="427272" y="590674"/>
                  </a:cubicBezTo>
                  <a:cubicBezTo>
                    <a:pt x="388625" y="590674"/>
                    <a:pt x="350681" y="590674"/>
                    <a:pt x="312035" y="590674"/>
                  </a:cubicBezTo>
                  <a:cubicBezTo>
                    <a:pt x="300792" y="590674"/>
                    <a:pt x="290252" y="590674"/>
                    <a:pt x="281118" y="598403"/>
                  </a:cubicBezTo>
                  <a:cubicBezTo>
                    <a:pt x="268470" y="608943"/>
                    <a:pt x="260740" y="619483"/>
                    <a:pt x="279712" y="632834"/>
                  </a:cubicBezTo>
                  <a:cubicBezTo>
                    <a:pt x="297279" y="645482"/>
                    <a:pt x="313440" y="661643"/>
                    <a:pt x="305008" y="685534"/>
                  </a:cubicBezTo>
                  <a:cubicBezTo>
                    <a:pt x="295171" y="713640"/>
                    <a:pt x="276199" y="734720"/>
                    <a:pt x="244579" y="738233"/>
                  </a:cubicBezTo>
                  <a:cubicBezTo>
                    <a:pt x="210148" y="742449"/>
                    <a:pt x="177123" y="740341"/>
                    <a:pt x="153935" y="708019"/>
                  </a:cubicBezTo>
                  <a:cubicBezTo>
                    <a:pt x="135666" y="682020"/>
                    <a:pt x="137072" y="660238"/>
                    <a:pt x="160962" y="637752"/>
                  </a:cubicBezTo>
                  <a:cubicBezTo>
                    <a:pt x="167988" y="630726"/>
                    <a:pt x="184150" y="627915"/>
                    <a:pt x="178528" y="614565"/>
                  </a:cubicBezTo>
                  <a:cubicBezTo>
                    <a:pt x="172205" y="599809"/>
                    <a:pt x="159557" y="590674"/>
                    <a:pt x="141990" y="591377"/>
                  </a:cubicBezTo>
                  <a:cubicBezTo>
                    <a:pt x="102641" y="592079"/>
                    <a:pt x="63292" y="590674"/>
                    <a:pt x="24645" y="592079"/>
                  </a:cubicBezTo>
                  <a:cubicBezTo>
                    <a:pt x="6376" y="592782"/>
                    <a:pt x="1457" y="587863"/>
                    <a:pt x="2160" y="569594"/>
                  </a:cubicBezTo>
                  <a:cubicBezTo>
                    <a:pt x="1457" y="503544"/>
                    <a:pt x="755" y="436791"/>
                    <a:pt x="755" y="370037"/>
                  </a:cubicBezTo>
                  <a:close/>
                </a:path>
              </a:pathLst>
            </a:custGeom>
            <a:solidFill>
              <a:srgbClr val="7f7f7f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21" name="Google Shape;799;p65"/>
          <p:cNvGrpSpPr/>
          <p:nvPr/>
        </p:nvGrpSpPr>
        <p:grpSpPr>
          <a:xfrm>
            <a:off x="420120" y="4851000"/>
            <a:ext cx="2782440" cy="888480"/>
            <a:chOff x="420120" y="4851000"/>
            <a:chExt cx="2782440" cy="888480"/>
          </a:xfrm>
        </p:grpSpPr>
        <p:sp>
          <p:nvSpPr>
            <p:cNvPr id="722" name="Google Shape;800;p65"/>
            <p:cNvSpPr/>
            <p:nvPr/>
          </p:nvSpPr>
          <p:spPr>
            <a:xfrm rot="5400000">
              <a:off x="1836720" y="4864320"/>
              <a:ext cx="657360" cy="1090440"/>
            </a:xfrm>
            <a:custGeom>
              <a:avLst/>
              <a:gdLst>
                <a:gd name="textAreaLeft" fmla="*/ 0 w 657360"/>
                <a:gd name="textAreaRight" fmla="*/ 658080 w 657360"/>
                <a:gd name="textAreaTop" fmla="*/ 0 h 1090440"/>
                <a:gd name="textAreaBottom" fmla="*/ 1091160 h 1090440"/>
              </a:gdLst>
              <a:ahLst/>
              <a:rect l="textAreaLeft" t="textAreaTop" r="textAreaRight" b="textAreaBottom"/>
              <a:pathLst>
                <a:path w="1368152" h="2298537">
                  <a:moveTo>
                    <a:pt x="684076" y="0"/>
                  </a:moveTo>
                  <a:cubicBezTo>
                    <a:pt x="803370" y="0"/>
                    <a:pt x="900076" y="96706"/>
                    <a:pt x="900076" y="216000"/>
                  </a:cubicBezTo>
                  <a:cubicBezTo>
                    <a:pt x="900076" y="287268"/>
                    <a:pt x="865561" y="350475"/>
                    <a:pt x="810076" y="386760"/>
                  </a:cubicBezTo>
                  <a:lnTo>
                    <a:pt x="810076" y="450517"/>
                  </a:lnTo>
                  <a:lnTo>
                    <a:pt x="1368152" y="450517"/>
                  </a:lnTo>
                  <a:lnTo>
                    <a:pt x="1368152" y="895744"/>
                  </a:lnTo>
                  <a:cubicBezTo>
                    <a:pt x="1331417" y="875468"/>
                    <a:pt x="1289090" y="864516"/>
                    <a:pt x="1244206" y="864516"/>
                  </a:cubicBezTo>
                  <a:cubicBezTo>
                    <a:pt x="1095089" y="864516"/>
                    <a:pt x="974206" y="985399"/>
                    <a:pt x="974206" y="1134516"/>
                  </a:cubicBezTo>
                  <a:cubicBezTo>
                    <a:pt x="974206" y="1283633"/>
                    <a:pt x="1095089" y="1404516"/>
                    <a:pt x="1244206" y="1404516"/>
                  </a:cubicBezTo>
                  <a:cubicBezTo>
                    <a:pt x="1289090" y="1404516"/>
                    <a:pt x="1331417" y="1393563"/>
                    <a:pt x="1368152" y="1373288"/>
                  </a:cubicBezTo>
                  <a:lnTo>
                    <a:pt x="1368152" y="1818517"/>
                  </a:lnTo>
                  <a:lnTo>
                    <a:pt x="810076" y="1818517"/>
                  </a:lnTo>
                  <a:lnTo>
                    <a:pt x="810076" y="1911777"/>
                  </a:lnTo>
                  <a:cubicBezTo>
                    <a:pt x="865561" y="1948062"/>
                    <a:pt x="900076" y="2011269"/>
                    <a:pt x="900076" y="2082537"/>
                  </a:cubicBezTo>
                  <a:cubicBezTo>
                    <a:pt x="900076" y="2201831"/>
                    <a:pt x="803370" y="2298537"/>
                    <a:pt x="684076" y="2298537"/>
                  </a:cubicBezTo>
                  <a:cubicBezTo>
                    <a:pt x="564782" y="2298537"/>
                    <a:pt x="468076" y="2201831"/>
                    <a:pt x="468076" y="2082537"/>
                  </a:cubicBezTo>
                  <a:cubicBezTo>
                    <a:pt x="468076" y="2011269"/>
                    <a:pt x="502591" y="1948062"/>
                    <a:pt x="558076" y="1911777"/>
                  </a:cubicBezTo>
                  <a:lnTo>
                    <a:pt x="558076" y="1818517"/>
                  </a:lnTo>
                  <a:lnTo>
                    <a:pt x="0" y="1818517"/>
                  </a:lnTo>
                  <a:lnTo>
                    <a:pt x="0" y="1368933"/>
                  </a:lnTo>
                  <a:cubicBezTo>
                    <a:pt x="39235" y="1391659"/>
                    <a:pt x="84862" y="1404516"/>
                    <a:pt x="133491" y="1404516"/>
                  </a:cubicBezTo>
                  <a:cubicBezTo>
                    <a:pt x="282608" y="1404516"/>
                    <a:pt x="403491" y="1283633"/>
                    <a:pt x="403491" y="1134516"/>
                  </a:cubicBezTo>
                  <a:cubicBezTo>
                    <a:pt x="403491" y="985399"/>
                    <a:pt x="282608" y="864516"/>
                    <a:pt x="133491" y="864516"/>
                  </a:cubicBezTo>
                  <a:cubicBezTo>
                    <a:pt x="84862" y="864516"/>
                    <a:pt x="39235" y="877372"/>
                    <a:pt x="0" y="900098"/>
                  </a:cubicBezTo>
                  <a:lnTo>
                    <a:pt x="0" y="450517"/>
                  </a:lnTo>
                  <a:lnTo>
                    <a:pt x="558076" y="450517"/>
                  </a:lnTo>
                  <a:lnTo>
                    <a:pt x="558076" y="386760"/>
                  </a:lnTo>
                  <a:cubicBezTo>
                    <a:pt x="502591" y="350475"/>
                    <a:pt x="468076" y="287268"/>
                    <a:pt x="468076" y="216000"/>
                  </a:cubicBezTo>
                  <a:cubicBezTo>
                    <a:pt x="468076" y="96706"/>
                    <a:pt x="564782" y="0"/>
                    <a:pt x="684076" y="0"/>
                  </a:cubicBezTo>
                  <a:close/>
                </a:path>
              </a:pathLst>
            </a:custGeom>
            <a:solidFill>
              <a:srgbClr val="7f7f7f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3" name="Google Shape;801;p65"/>
            <p:cNvSpPr/>
            <p:nvPr/>
          </p:nvSpPr>
          <p:spPr>
            <a:xfrm rot="16200000">
              <a:off x="528480" y="4973400"/>
              <a:ext cx="657360" cy="874440"/>
            </a:xfrm>
            <a:custGeom>
              <a:avLst/>
              <a:gdLst>
                <a:gd name="textAreaLeft" fmla="*/ 0 w 657360"/>
                <a:gd name="textAreaRight" fmla="*/ 658080 w 657360"/>
                <a:gd name="textAreaTop" fmla="*/ 0 h 874440"/>
                <a:gd name="textAreaBottom" fmla="*/ 875160 h 874440"/>
              </a:gdLst>
              <a:ahLst/>
              <a:rect l="textAreaLeft" t="textAreaTop" r="textAreaRight" b="textAreaBottom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4" name="Google Shape;802;p65"/>
            <p:cNvSpPr/>
            <p:nvPr/>
          </p:nvSpPr>
          <p:spPr>
            <a:xfrm rot="10800000">
              <a:off x="1134000" y="4851000"/>
              <a:ext cx="648720" cy="885960"/>
            </a:xfrm>
            <a:custGeom>
              <a:avLst/>
              <a:gdLst>
                <a:gd name="textAreaLeft" fmla="*/ 0 w 648720"/>
                <a:gd name="textAreaRight" fmla="*/ 649440 w 648720"/>
                <a:gd name="textAreaTop" fmla="*/ 0 h 885960"/>
                <a:gd name="textAreaBottom" fmla="*/ 886680 h 885960"/>
              </a:gdLst>
              <a:ahLst/>
              <a:rect l="textAreaLeft" t="textAreaTop" r="textAreaRight" b="textAreaBottom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5" name="Google Shape;803;p65"/>
            <p:cNvSpPr/>
            <p:nvPr/>
          </p:nvSpPr>
          <p:spPr>
            <a:xfrm rot="10800000">
              <a:off x="2553840" y="4851000"/>
              <a:ext cx="648720" cy="885960"/>
            </a:xfrm>
            <a:custGeom>
              <a:avLst/>
              <a:gdLst>
                <a:gd name="textAreaLeft" fmla="*/ 0 w 648720"/>
                <a:gd name="textAreaRight" fmla="*/ 649440 w 648720"/>
                <a:gd name="textAreaTop" fmla="*/ 0 h 885960"/>
                <a:gd name="textAreaBottom" fmla="*/ 886680 h 885960"/>
              </a:gdLst>
              <a:ahLst/>
              <a:rect l="textAreaLeft" t="textAreaTop" r="textAreaRight" b="textAreaBottom"/>
              <a:pathLst>
                <a:path w="1449013" h="1952424">
                  <a:moveTo>
                    <a:pt x="0" y="1444024"/>
                  </a:moveTo>
                  <a:lnTo>
                    <a:pt x="0" y="0"/>
                  </a:lnTo>
                  <a:lnTo>
                    <a:pt x="1449013" y="0"/>
                  </a:lnTo>
                  <a:lnTo>
                    <a:pt x="1449013" y="466693"/>
                  </a:lnTo>
                  <a:cubicBezTo>
                    <a:pt x="1410107" y="445218"/>
                    <a:pt x="1365278" y="433619"/>
                    <a:pt x="1317742" y="433619"/>
                  </a:cubicBezTo>
                  <a:cubicBezTo>
                    <a:pt x="1159811" y="433619"/>
                    <a:pt x="1031784" y="561649"/>
                    <a:pt x="1031784" y="719582"/>
                  </a:cubicBezTo>
                  <a:cubicBezTo>
                    <a:pt x="1031784" y="877515"/>
                    <a:pt x="1159811" y="1005545"/>
                    <a:pt x="1317742" y="1005545"/>
                  </a:cubicBezTo>
                  <a:cubicBezTo>
                    <a:pt x="1365278" y="1005545"/>
                    <a:pt x="1410107" y="993945"/>
                    <a:pt x="1449013" y="972471"/>
                  </a:cubicBezTo>
                  <a:lnTo>
                    <a:pt x="1449013" y="1444024"/>
                  </a:lnTo>
                  <a:lnTo>
                    <a:pt x="857954" y="1444024"/>
                  </a:lnTo>
                  <a:lnTo>
                    <a:pt x="857954" y="1542797"/>
                  </a:lnTo>
                  <a:cubicBezTo>
                    <a:pt x="916718" y="1581228"/>
                    <a:pt x="953273" y="1648172"/>
                    <a:pt x="953273" y="1723653"/>
                  </a:cubicBezTo>
                  <a:cubicBezTo>
                    <a:pt x="953273" y="1850000"/>
                    <a:pt x="850851" y="1952424"/>
                    <a:pt x="724507" y="1952424"/>
                  </a:cubicBezTo>
                  <a:cubicBezTo>
                    <a:pt x="598162" y="1952424"/>
                    <a:pt x="495741" y="1850000"/>
                    <a:pt x="495741" y="1723653"/>
                  </a:cubicBezTo>
                  <a:cubicBezTo>
                    <a:pt x="495741" y="1648172"/>
                    <a:pt x="532295" y="1581228"/>
                    <a:pt x="591060" y="1542797"/>
                  </a:cubicBezTo>
                  <a:lnTo>
                    <a:pt x="591060" y="1444024"/>
                  </a:lnTo>
                  <a:lnTo>
                    <a:pt x="0" y="1444024"/>
                  </a:lnTo>
                  <a:close/>
                </a:path>
              </a:pathLst>
            </a:custGeom>
            <a:solidFill>
              <a:srgbClr val="7f7f7f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26" name="Google Shape;804;p65"/>
          <p:cNvSpPr/>
          <p:nvPr/>
        </p:nvSpPr>
        <p:spPr>
          <a:xfrm rot="8593800">
            <a:off x="9223560" y="1091880"/>
            <a:ext cx="2264040" cy="3647520"/>
          </a:xfrm>
          <a:custGeom>
            <a:avLst/>
            <a:gdLst>
              <a:gd name="textAreaLeft" fmla="*/ 0 w 2264040"/>
              <a:gd name="textAreaRight" fmla="*/ 2264760 w 2264040"/>
              <a:gd name="textAreaTop" fmla="*/ 0 h 3647520"/>
              <a:gd name="textAreaBottom" fmla="*/ 3648240 h 3647520"/>
            </a:gdLst>
            <a:ahLst/>
            <a:rect l="textAreaLeft" t="textAreaTop" r="textAreaRight" b="textAreaBottom"/>
            <a:pathLst>
              <a:path w="2808349" h="4523596">
                <a:moveTo>
                  <a:pt x="567373" y="3851649"/>
                </a:moveTo>
                <a:cubicBezTo>
                  <a:pt x="971771" y="4313801"/>
                  <a:pt x="1674249" y="4360621"/>
                  <a:pt x="2136401" y="3956223"/>
                </a:cubicBezTo>
                <a:cubicBezTo>
                  <a:pt x="2598554" y="3551825"/>
                  <a:pt x="2645373" y="2849347"/>
                  <a:pt x="2240976" y="2387195"/>
                </a:cubicBezTo>
                <a:cubicBezTo>
                  <a:pt x="1836578" y="1925042"/>
                  <a:pt x="1134100" y="1878223"/>
                  <a:pt x="671947" y="2282621"/>
                </a:cubicBezTo>
                <a:cubicBezTo>
                  <a:pt x="209795" y="2687018"/>
                  <a:pt x="162975" y="3389496"/>
                  <a:pt x="567373" y="3851649"/>
                </a:cubicBezTo>
                <a:close/>
                <a:moveTo>
                  <a:pt x="347455" y="4044083"/>
                </a:moveTo>
                <a:cubicBezTo>
                  <a:pt x="-163221" y="3460474"/>
                  <a:pt x="-104097" y="2573380"/>
                  <a:pt x="479512" y="2062703"/>
                </a:cubicBezTo>
                <a:cubicBezTo>
                  <a:pt x="688143" y="1880145"/>
                  <a:pt x="935556" y="1770404"/>
                  <a:pt x="1190892" y="1732712"/>
                </a:cubicBezTo>
                <a:lnTo>
                  <a:pt x="1190892" y="228600"/>
                </a:lnTo>
                <a:cubicBezTo>
                  <a:pt x="1190892" y="102348"/>
                  <a:pt x="1293240" y="0"/>
                  <a:pt x="1419492" y="0"/>
                </a:cubicBezTo>
                <a:cubicBezTo>
                  <a:pt x="1545744" y="0"/>
                  <a:pt x="1648092" y="102348"/>
                  <a:pt x="1648092" y="228600"/>
                </a:cubicBezTo>
                <a:lnTo>
                  <a:pt x="1648092" y="1737288"/>
                </a:lnTo>
                <a:cubicBezTo>
                  <a:pt x="1952641" y="1790115"/>
                  <a:pt x="2241503" y="1944038"/>
                  <a:pt x="2460893" y="2194760"/>
                </a:cubicBezTo>
                <a:cubicBezTo>
                  <a:pt x="2971570" y="2778370"/>
                  <a:pt x="2912446" y="3665464"/>
                  <a:pt x="2328836" y="4176140"/>
                </a:cubicBezTo>
                <a:cubicBezTo>
                  <a:pt x="1745226" y="4686817"/>
                  <a:pt x="858132" y="4627693"/>
                  <a:pt x="347455" y="4044083"/>
                </a:cubicBezTo>
                <a:close/>
              </a:path>
            </a:pathLst>
          </a:custGeom>
          <a:gradFill rotWithShape="0">
            <a:gsLst>
              <a:gs pos="0">
                <a:srgbClr val="bfbfbf"/>
              </a:gs>
              <a:gs pos="100000">
                <a:srgbClr val="f2f2f2"/>
              </a:gs>
            </a:gsLst>
            <a:lin ang="5892000"/>
          </a:gradFill>
          <a:ln w="9525">
            <a:solidFill>
              <a:srgbClr val="ffffff"/>
            </a:solidFill>
            <a:round/>
          </a:ln>
          <a:effectLst>
            <a:outerShdw algn="tr" blurRad="127080" dir="8100000" dist="126260" rotWithShape="0">
              <a:srgbClr val="000000">
                <a:alpha val="3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27" name="Google Shape;805;p65"/>
          <p:cNvGrpSpPr/>
          <p:nvPr/>
        </p:nvGrpSpPr>
        <p:grpSpPr>
          <a:xfrm>
            <a:off x="4927680" y="4323240"/>
            <a:ext cx="1653840" cy="1755720"/>
            <a:chOff x="4927680" y="4323240"/>
            <a:chExt cx="1653840" cy="1755720"/>
          </a:xfrm>
        </p:grpSpPr>
        <p:sp>
          <p:nvSpPr>
            <p:cNvPr id="728" name="Google Shape;806;p65"/>
            <p:cNvSpPr/>
            <p:nvPr/>
          </p:nvSpPr>
          <p:spPr>
            <a:xfrm flipH="1" rot="5034000">
              <a:off x="5547240" y="4700880"/>
              <a:ext cx="586080" cy="1419120"/>
            </a:xfrm>
            <a:custGeom>
              <a:avLst/>
              <a:gdLst>
                <a:gd name="textAreaLeft" fmla="*/ -360 w 586080"/>
                <a:gd name="textAreaRight" fmla="*/ 586440 w 586080"/>
                <a:gd name="textAreaTop" fmla="*/ 0 h 1419120"/>
                <a:gd name="textAreaBottom" fmla="*/ 1419840 h 1419120"/>
              </a:gdLst>
              <a:ahLst/>
              <a:rect l="textAreaLeft" t="textAreaTop" r="textAreaRight" b="textAreaBottom"/>
              <a:pathLst>
                <a:path w="1038544" h="2513590">
                  <a:moveTo>
                    <a:pt x="0" y="2513590"/>
                  </a:moveTo>
                  <a:lnTo>
                    <a:pt x="1038544" y="0"/>
                  </a:lnTo>
                  <a:lnTo>
                    <a:pt x="786242" y="2513590"/>
                  </a:lnTo>
                  <a:lnTo>
                    <a:pt x="0" y="2513590"/>
                  </a:lnTo>
                  <a:close/>
                </a:path>
              </a:pathLst>
            </a:cu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9" name="Google Shape;807;p65"/>
            <p:cNvSpPr/>
            <p:nvPr/>
          </p:nvSpPr>
          <p:spPr>
            <a:xfrm rot="2929200">
              <a:off x="5222520" y="4478040"/>
              <a:ext cx="966960" cy="1222560"/>
            </a:xfrm>
            <a:custGeom>
              <a:avLst/>
              <a:gdLst>
                <a:gd name="textAreaLeft" fmla="*/ 0 w 966960"/>
                <a:gd name="textAreaRight" fmla="*/ 967680 w 966960"/>
                <a:gd name="textAreaTop" fmla="*/ 0 h 1222560"/>
                <a:gd name="textAreaBottom" fmla="*/ 1223280 h 1222560"/>
              </a:gdLst>
              <a:ahLst/>
              <a:rect l="textAreaLeft" t="textAreaTop" r="textAreaRight" b="textAreaBottom"/>
              <a:pathLst>
                <a:path w="1658686" h="2165526">
                  <a:moveTo>
                    <a:pt x="0" y="2165526"/>
                  </a:moveTo>
                  <a:lnTo>
                    <a:pt x="1658686" y="0"/>
                  </a:lnTo>
                  <a:lnTo>
                    <a:pt x="487152" y="2165526"/>
                  </a:lnTo>
                  <a:lnTo>
                    <a:pt x="0" y="2165526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0" name="Google Shape;808;p65"/>
            <p:cNvSpPr/>
            <p:nvPr/>
          </p:nvSpPr>
          <p:spPr>
            <a:xfrm flipH="1" rot="6468000">
              <a:off x="5293800" y="4901760"/>
              <a:ext cx="1067400" cy="1024560"/>
            </a:xfrm>
            <a:custGeom>
              <a:avLst/>
              <a:gdLst>
                <a:gd name="textAreaLeft" fmla="*/ 360 w 1067400"/>
                <a:gd name="textAreaRight" fmla="*/ 1068480 w 1067400"/>
                <a:gd name="textAreaTop" fmla="*/ 0 h 1024560"/>
                <a:gd name="textAreaBottom" fmla="*/ 1024920 h 1024560"/>
              </a:gdLst>
              <a:ahLst/>
              <a:rect l="textAreaLeft" t="textAreaTop" r="textAreaRight" b="textAreaBottom"/>
              <a:pathLst>
                <a:path w="1830721" h="1815534">
                  <a:moveTo>
                    <a:pt x="0" y="1815534"/>
                  </a:moveTo>
                  <a:lnTo>
                    <a:pt x="1830721" y="0"/>
                  </a:lnTo>
                  <a:lnTo>
                    <a:pt x="487152" y="1815534"/>
                  </a:lnTo>
                  <a:lnTo>
                    <a:pt x="0" y="1815534"/>
                  </a:lnTo>
                  <a:close/>
                </a:path>
              </a:pathLst>
            </a:custGeom>
            <a:solidFill>
              <a:srgbClr val="7f7f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1" name="Google Shape;809;p65"/>
            <p:cNvSpPr/>
            <p:nvPr/>
          </p:nvSpPr>
          <p:spPr>
            <a:xfrm rot="2854200">
              <a:off x="5612400" y="4687560"/>
              <a:ext cx="611640" cy="1238400"/>
            </a:xfrm>
            <a:prstGeom prst="triangle">
              <a:avLst>
                <a:gd name="adj" fmla="val 83353"/>
              </a:avLst>
            </a:pr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2" name="Google Shape;810;p65"/>
          <p:cNvGrpSpPr/>
          <p:nvPr/>
        </p:nvGrpSpPr>
        <p:grpSpPr>
          <a:xfrm>
            <a:off x="7317720" y="3571560"/>
            <a:ext cx="2557800" cy="2556720"/>
            <a:chOff x="7317720" y="3571560"/>
            <a:chExt cx="2557800" cy="2556720"/>
          </a:xfrm>
        </p:grpSpPr>
        <p:sp>
          <p:nvSpPr>
            <p:cNvPr id="733" name="Google Shape;811;p65"/>
            <p:cNvSpPr/>
            <p:nvPr/>
          </p:nvSpPr>
          <p:spPr>
            <a:xfrm>
              <a:off x="7318440" y="3571560"/>
              <a:ext cx="2556720" cy="2556720"/>
            </a:xfrm>
            <a:custGeom>
              <a:avLst/>
              <a:gdLst>
                <a:gd name="textAreaLeft" fmla="*/ 0 w 2556720"/>
                <a:gd name="textAreaRight" fmla="*/ 2557440 w 2556720"/>
                <a:gd name="textAreaTop" fmla="*/ 0 h 2556720"/>
                <a:gd name="textAreaBottom" fmla="*/ 2557440 h 2556720"/>
              </a:gdLst>
              <a:ahLst/>
              <a:rect l="textAreaLeft" t="textAreaTop" r="textAreaRight" b="textAreaBottom"/>
              <a:pathLst>
                <a:path w="3057525" h="3057525">
                  <a:moveTo>
                    <a:pt x="3057049" y="1532096"/>
                  </a:moveTo>
                  <a:cubicBezTo>
                    <a:pt x="3057049" y="2374304"/>
                    <a:pt x="2374304" y="3057049"/>
                    <a:pt x="1532096" y="3057049"/>
                  </a:cubicBezTo>
                  <a:cubicBezTo>
                    <a:pt x="689888" y="3057049"/>
                    <a:pt x="7144" y="2374304"/>
                    <a:pt x="7144" y="1532096"/>
                  </a:cubicBezTo>
                  <a:cubicBezTo>
                    <a:pt x="7144" y="689888"/>
                    <a:pt x="689888" y="7144"/>
                    <a:pt x="1532096" y="7144"/>
                  </a:cubicBezTo>
                  <a:cubicBezTo>
                    <a:pt x="2374304" y="7144"/>
                    <a:pt x="3057049" y="689888"/>
                    <a:pt x="3057049" y="1532096"/>
                  </a:cubicBezTo>
                  <a:close/>
                </a:path>
              </a:pathLst>
            </a:custGeom>
            <a:solidFill>
              <a:srgbClr val="f2f2f2"/>
            </a:solidFill>
            <a:ln w="0">
              <a:noFill/>
            </a:ln>
            <a:effectLst>
              <a:outerShdw algn="ctr" blurRad="63360" rotWithShape="0" sx="102000" sy="102000">
                <a:srgbClr val="000000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4" name="Google Shape;812;p65"/>
            <p:cNvSpPr/>
            <p:nvPr/>
          </p:nvSpPr>
          <p:spPr>
            <a:xfrm>
              <a:off x="7317720" y="3579120"/>
              <a:ext cx="2557800" cy="2502360"/>
            </a:xfrm>
            <a:custGeom>
              <a:avLst/>
              <a:gdLst>
                <a:gd name="textAreaLeft" fmla="*/ 0 w 2557800"/>
                <a:gd name="textAreaRight" fmla="*/ 2558520 w 2557800"/>
                <a:gd name="textAreaTop" fmla="*/ 0 h 2502360"/>
                <a:gd name="textAreaBottom" fmla="*/ 2503080 h 2502360"/>
              </a:gdLst>
              <a:ahLst/>
              <a:rect l="textAreaLeft" t="textAreaTop" r="textAreaRight" b="textAreaBottom"/>
              <a:pathLst>
                <a:path w="3028217" h="2962327">
                  <a:moveTo>
                    <a:pt x="2863236" y="2049564"/>
                  </a:moveTo>
                  <a:cubicBezTo>
                    <a:pt x="2854902" y="2049564"/>
                    <a:pt x="2847996" y="2053612"/>
                    <a:pt x="2844662" y="2065518"/>
                  </a:cubicBezTo>
                  <a:cubicBezTo>
                    <a:pt x="2840852" y="2080758"/>
                    <a:pt x="2821802" y="2104571"/>
                    <a:pt x="2847519" y="2116953"/>
                  </a:cubicBezTo>
                  <a:cubicBezTo>
                    <a:pt x="2878000" y="2131241"/>
                    <a:pt x="2877047" y="2098856"/>
                    <a:pt x="2887525" y="2084568"/>
                  </a:cubicBezTo>
                  <a:cubicBezTo>
                    <a:pt x="2888477" y="2083616"/>
                    <a:pt x="2889430" y="2080758"/>
                    <a:pt x="2890382" y="2078853"/>
                  </a:cubicBezTo>
                  <a:cubicBezTo>
                    <a:pt x="2895144" y="2071233"/>
                    <a:pt x="2896097" y="2064566"/>
                    <a:pt x="2890382" y="2057898"/>
                  </a:cubicBezTo>
                  <a:cubicBezTo>
                    <a:pt x="2881334" y="2053612"/>
                    <a:pt x="2871571" y="2049564"/>
                    <a:pt x="2863236" y="2049564"/>
                  </a:cubicBezTo>
                  <a:close/>
                  <a:moveTo>
                    <a:pt x="2453184" y="1703568"/>
                  </a:moveTo>
                  <a:cubicBezTo>
                    <a:pt x="2446516" y="1700711"/>
                    <a:pt x="2442706" y="1708331"/>
                    <a:pt x="2444611" y="1714046"/>
                  </a:cubicBezTo>
                  <a:cubicBezTo>
                    <a:pt x="2448421" y="1725476"/>
                    <a:pt x="2452231" y="1738811"/>
                    <a:pt x="2467471" y="1740716"/>
                  </a:cubicBezTo>
                  <a:cubicBezTo>
                    <a:pt x="2475091" y="1741668"/>
                    <a:pt x="2480806" y="1736906"/>
                    <a:pt x="2482711" y="1728333"/>
                  </a:cubicBezTo>
                  <a:cubicBezTo>
                    <a:pt x="2473186" y="1720713"/>
                    <a:pt x="2463661" y="1710236"/>
                    <a:pt x="2453184" y="1703568"/>
                  </a:cubicBezTo>
                  <a:close/>
                  <a:moveTo>
                    <a:pt x="802501" y="1583553"/>
                  </a:moveTo>
                  <a:cubicBezTo>
                    <a:pt x="805359" y="1585458"/>
                    <a:pt x="811074" y="1586410"/>
                    <a:pt x="812026" y="1589268"/>
                  </a:cubicBezTo>
                  <a:cubicBezTo>
                    <a:pt x="814884" y="1596888"/>
                    <a:pt x="807264" y="1597840"/>
                    <a:pt x="802501" y="1599745"/>
                  </a:cubicBezTo>
                  <a:cubicBezTo>
                    <a:pt x="797739" y="1601650"/>
                    <a:pt x="792976" y="1598793"/>
                    <a:pt x="792024" y="1594030"/>
                  </a:cubicBezTo>
                  <a:cubicBezTo>
                    <a:pt x="788214" y="1586410"/>
                    <a:pt x="794881" y="1585458"/>
                    <a:pt x="802501" y="1583553"/>
                  </a:cubicBezTo>
                  <a:close/>
                  <a:moveTo>
                    <a:pt x="573901" y="1577838"/>
                  </a:moveTo>
                  <a:cubicBezTo>
                    <a:pt x="581521" y="1579743"/>
                    <a:pt x="588189" y="1582600"/>
                    <a:pt x="592951" y="1589268"/>
                  </a:cubicBezTo>
                  <a:cubicBezTo>
                    <a:pt x="592951" y="1594982"/>
                    <a:pt x="589141" y="1596888"/>
                    <a:pt x="584379" y="1596888"/>
                  </a:cubicBezTo>
                  <a:cubicBezTo>
                    <a:pt x="575806" y="1597840"/>
                    <a:pt x="568186" y="1595935"/>
                    <a:pt x="565329" y="1587363"/>
                  </a:cubicBezTo>
                  <a:cubicBezTo>
                    <a:pt x="562471" y="1580695"/>
                    <a:pt x="568186" y="1576885"/>
                    <a:pt x="573901" y="1577838"/>
                  </a:cubicBezTo>
                  <a:close/>
                  <a:moveTo>
                    <a:pt x="698678" y="1550216"/>
                  </a:moveTo>
                  <a:cubicBezTo>
                    <a:pt x="729158" y="1545453"/>
                    <a:pt x="746303" y="1560693"/>
                    <a:pt x="763448" y="1592126"/>
                  </a:cubicBezTo>
                  <a:cubicBezTo>
                    <a:pt x="731063" y="1576886"/>
                    <a:pt x="706298" y="1611176"/>
                    <a:pt x="678676" y="1592126"/>
                  </a:cubicBezTo>
                  <a:cubicBezTo>
                    <a:pt x="675818" y="1573076"/>
                    <a:pt x="667246" y="1551168"/>
                    <a:pt x="698678" y="1550216"/>
                  </a:cubicBezTo>
                  <a:close/>
                  <a:moveTo>
                    <a:pt x="492939" y="1460681"/>
                  </a:moveTo>
                  <a:cubicBezTo>
                    <a:pt x="518656" y="1456871"/>
                    <a:pt x="541516" y="1464491"/>
                    <a:pt x="562471" y="1479731"/>
                  </a:cubicBezTo>
                  <a:cubicBezTo>
                    <a:pt x="590094" y="1499733"/>
                    <a:pt x="618669" y="1515926"/>
                    <a:pt x="646291" y="1537833"/>
                  </a:cubicBezTo>
                  <a:cubicBezTo>
                    <a:pt x="620574" y="1545453"/>
                    <a:pt x="593904" y="1560693"/>
                    <a:pt x="577711" y="1525451"/>
                  </a:cubicBezTo>
                  <a:cubicBezTo>
                    <a:pt x="567234" y="1503543"/>
                    <a:pt x="541516" y="1503543"/>
                    <a:pt x="527229" y="1487351"/>
                  </a:cubicBezTo>
                  <a:lnTo>
                    <a:pt x="525032" y="1486533"/>
                  </a:lnTo>
                  <a:lnTo>
                    <a:pt x="527229" y="1488303"/>
                  </a:lnTo>
                  <a:cubicBezTo>
                    <a:pt x="502464" y="1486398"/>
                    <a:pt x="475794" y="1465443"/>
                    <a:pt x="451029" y="1494971"/>
                  </a:cubicBezTo>
                  <a:cubicBezTo>
                    <a:pt x="453886" y="1467348"/>
                    <a:pt x="471984" y="1461633"/>
                    <a:pt x="492939" y="1460681"/>
                  </a:cubicBezTo>
                  <a:close/>
                  <a:moveTo>
                    <a:pt x="592475" y="1413889"/>
                  </a:moveTo>
                  <a:cubicBezTo>
                    <a:pt x="594380" y="1414008"/>
                    <a:pt x="596285" y="1414485"/>
                    <a:pt x="596761" y="1414961"/>
                  </a:cubicBezTo>
                  <a:cubicBezTo>
                    <a:pt x="605334" y="1423533"/>
                    <a:pt x="603428" y="1433058"/>
                    <a:pt x="595809" y="1447346"/>
                  </a:cubicBezTo>
                  <a:cubicBezTo>
                    <a:pt x="589141" y="1434011"/>
                    <a:pt x="579616" y="1426391"/>
                    <a:pt x="588189" y="1414961"/>
                  </a:cubicBezTo>
                  <a:cubicBezTo>
                    <a:pt x="588665" y="1414009"/>
                    <a:pt x="590570" y="1413770"/>
                    <a:pt x="592475" y="1413889"/>
                  </a:cubicBezTo>
                  <a:close/>
                  <a:moveTo>
                    <a:pt x="2633206" y="1174931"/>
                  </a:moveTo>
                  <a:cubicBezTo>
                    <a:pt x="2646541" y="1176836"/>
                    <a:pt x="2659876" y="1178741"/>
                    <a:pt x="2673211" y="1180646"/>
                  </a:cubicBezTo>
                  <a:cubicBezTo>
                    <a:pt x="2657018" y="1197791"/>
                    <a:pt x="2645588" y="1186361"/>
                    <a:pt x="2633206" y="1174931"/>
                  </a:cubicBezTo>
                  <a:close/>
                  <a:moveTo>
                    <a:pt x="2477948" y="1095873"/>
                  </a:moveTo>
                  <a:cubicBezTo>
                    <a:pt x="2477948" y="1101588"/>
                    <a:pt x="2478901" y="1106350"/>
                    <a:pt x="2484616" y="1110160"/>
                  </a:cubicBezTo>
                  <a:cubicBezTo>
                    <a:pt x="2478901" y="1119685"/>
                    <a:pt x="2464613" y="1121590"/>
                    <a:pt x="2464613" y="1135878"/>
                  </a:cubicBezTo>
                  <a:cubicBezTo>
                    <a:pt x="2464613" y="1153023"/>
                    <a:pt x="2454136" y="1151118"/>
                    <a:pt x="2444611" y="1144450"/>
                  </a:cubicBezTo>
                  <a:cubicBezTo>
                    <a:pt x="2434133" y="1136830"/>
                    <a:pt x="2413178" y="1133020"/>
                    <a:pt x="2415083" y="1119685"/>
                  </a:cubicBezTo>
                  <a:cubicBezTo>
                    <a:pt x="2417941" y="1101588"/>
                    <a:pt x="2436038" y="1116828"/>
                    <a:pt x="2446516" y="1114923"/>
                  </a:cubicBezTo>
                  <a:cubicBezTo>
                    <a:pt x="2458898" y="1112065"/>
                    <a:pt x="2470329" y="1106350"/>
                    <a:pt x="2477948" y="1095873"/>
                  </a:cubicBezTo>
                  <a:close/>
                  <a:moveTo>
                    <a:pt x="2344599" y="1039676"/>
                  </a:moveTo>
                  <a:cubicBezTo>
                    <a:pt x="2358886" y="1039676"/>
                    <a:pt x="2352219" y="1056821"/>
                    <a:pt x="2355076" y="1066346"/>
                  </a:cubicBezTo>
                  <a:cubicBezTo>
                    <a:pt x="2354124" y="1077776"/>
                    <a:pt x="2356981" y="1093016"/>
                    <a:pt x="2341741" y="1092063"/>
                  </a:cubicBezTo>
                  <a:cubicBezTo>
                    <a:pt x="2328406" y="1091111"/>
                    <a:pt x="2329359" y="1075871"/>
                    <a:pt x="2328406" y="1065393"/>
                  </a:cubicBezTo>
                  <a:cubicBezTo>
                    <a:pt x="2327454" y="1053011"/>
                    <a:pt x="2331264" y="1039676"/>
                    <a:pt x="2344599" y="1039676"/>
                  </a:cubicBezTo>
                  <a:close/>
                  <a:moveTo>
                    <a:pt x="699631" y="966334"/>
                  </a:moveTo>
                  <a:cubicBezTo>
                    <a:pt x="671056" y="960619"/>
                    <a:pt x="648196" y="971096"/>
                    <a:pt x="616764" y="992051"/>
                  </a:cubicBezTo>
                  <a:cubicBezTo>
                    <a:pt x="652959" y="990146"/>
                    <a:pt x="677724" y="983478"/>
                    <a:pt x="699631" y="966334"/>
                  </a:cubicBezTo>
                  <a:close/>
                  <a:moveTo>
                    <a:pt x="2786559" y="938711"/>
                  </a:moveTo>
                  <a:cubicBezTo>
                    <a:pt x="2796084" y="944426"/>
                    <a:pt x="2804656" y="939663"/>
                    <a:pt x="2814181" y="938711"/>
                  </a:cubicBezTo>
                  <a:cubicBezTo>
                    <a:pt x="2814181" y="940616"/>
                    <a:pt x="2814181" y="943473"/>
                    <a:pt x="2814181" y="945378"/>
                  </a:cubicBezTo>
                  <a:cubicBezTo>
                    <a:pt x="2803704" y="949188"/>
                    <a:pt x="2791321" y="959666"/>
                    <a:pt x="2786559" y="938711"/>
                  </a:cubicBezTo>
                  <a:close/>
                  <a:moveTo>
                    <a:pt x="737731" y="935019"/>
                  </a:moveTo>
                  <a:cubicBezTo>
                    <a:pt x="726540" y="936091"/>
                    <a:pt x="714872" y="940139"/>
                    <a:pt x="702489" y="951093"/>
                  </a:cubicBezTo>
                  <a:cubicBezTo>
                    <a:pt x="731064" y="951093"/>
                    <a:pt x="753924" y="958713"/>
                    <a:pt x="770116" y="936805"/>
                  </a:cubicBezTo>
                  <a:cubicBezTo>
                    <a:pt x="759639" y="935853"/>
                    <a:pt x="748923" y="933948"/>
                    <a:pt x="737731" y="935019"/>
                  </a:cubicBezTo>
                  <a:close/>
                  <a:moveTo>
                    <a:pt x="619383" y="880251"/>
                  </a:moveTo>
                  <a:cubicBezTo>
                    <a:pt x="616526" y="879417"/>
                    <a:pt x="612477" y="880608"/>
                    <a:pt x="608191" y="882513"/>
                  </a:cubicBezTo>
                  <a:cubicBezTo>
                    <a:pt x="589141" y="887276"/>
                    <a:pt x="539611" y="951093"/>
                    <a:pt x="541516" y="968238"/>
                  </a:cubicBezTo>
                  <a:cubicBezTo>
                    <a:pt x="543421" y="979668"/>
                    <a:pt x="550089" y="980621"/>
                    <a:pt x="558661" y="975858"/>
                  </a:cubicBezTo>
                  <a:cubicBezTo>
                    <a:pt x="569139" y="970143"/>
                    <a:pt x="576759" y="960618"/>
                    <a:pt x="578664" y="949188"/>
                  </a:cubicBezTo>
                  <a:cubicBezTo>
                    <a:pt x="582474" y="920613"/>
                    <a:pt x="601524" y="904421"/>
                    <a:pt x="623431" y="890133"/>
                  </a:cubicBezTo>
                  <a:cubicBezTo>
                    <a:pt x="623907" y="883942"/>
                    <a:pt x="622241" y="881084"/>
                    <a:pt x="619383" y="880251"/>
                  </a:cubicBezTo>
                  <a:close/>
                  <a:moveTo>
                    <a:pt x="659626" y="872036"/>
                  </a:moveTo>
                  <a:cubicBezTo>
                    <a:pt x="653911" y="870131"/>
                    <a:pt x="645339" y="876798"/>
                    <a:pt x="647244" y="879656"/>
                  </a:cubicBezTo>
                  <a:cubicBezTo>
                    <a:pt x="657721" y="901563"/>
                    <a:pt x="632956" y="928233"/>
                    <a:pt x="657721" y="950141"/>
                  </a:cubicBezTo>
                  <a:cubicBezTo>
                    <a:pt x="667246" y="936806"/>
                    <a:pt x="676771" y="926328"/>
                    <a:pt x="683439" y="913946"/>
                  </a:cubicBezTo>
                  <a:cubicBezTo>
                    <a:pt x="691059" y="897753"/>
                    <a:pt x="704394" y="924423"/>
                    <a:pt x="711061" y="910136"/>
                  </a:cubicBezTo>
                  <a:cubicBezTo>
                    <a:pt x="713919" y="903468"/>
                    <a:pt x="713919" y="896801"/>
                    <a:pt x="709156" y="891086"/>
                  </a:cubicBezTo>
                  <a:cubicBezTo>
                    <a:pt x="696774" y="875846"/>
                    <a:pt x="676771" y="876798"/>
                    <a:pt x="659626" y="872036"/>
                  </a:cubicBezTo>
                  <a:close/>
                  <a:moveTo>
                    <a:pt x="620410" y="803828"/>
                  </a:moveTo>
                  <a:cubicBezTo>
                    <a:pt x="614918" y="803575"/>
                    <a:pt x="609144" y="804646"/>
                    <a:pt x="603429" y="807266"/>
                  </a:cubicBezTo>
                  <a:cubicBezTo>
                    <a:pt x="579616" y="817743"/>
                    <a:pt x="555804" y="830126"/>
                    <a:pt x="532944" y="841556"/>
                  </a:cubicBezTo>
                  <a:cubicBezTo>
                    <a:pt x="530086" y="850128"/>
                    <a:pt x="536754" y="852033"/>
                    <a:pt x="541516" y="855843"/>
                  </a:cubicBezTo>
                  <a:cubicBezTo>
                    <a:pt x="561519" y="852986"/>
                    <a:pt x="579616" y="838698"/>
                    <a:pt x="602476" y="859653"/>
                  </a:cubicBezTo>
                  <a:cubicBezTo>
                    <a:pt x="617716" y="874893"/>
                    <a:pt x="654864" y="853938"/>
                    <a:pt x="652959" y="835841"/>
                  </a:cubicBezTo>
                  <a:cubicBezTo>
                    <a:pt x="650815" y="817267"/>
                    <a:pt x="636885" y="804587"/>
                    <a:pt x="620410" y="803828"/>
                  </a:cubicBezTo>
                  <a:close/>
                  <a:moveTo>
                    <a:pt x="2051228" y="690108"/>
                  </a:moveTo>
                  <a:cubicBezTo>
                    <a:pt x="2066468" y="695823"/>
                    <a:pt x="2079803" y="697728"/>
                    <a:pt x="2074088" y="722493"/>
                  </a:cubicBezTo>
                  <a:cubicBezTo>
                    <a:pt x="2066468" y="753925"/>
                    <a:pt x="2053133" y="773928"/>
                    <a:pt x="2021701" y="782500"/>
                  </a:cubicBezTo>
                  <a:cubicBezTo>
                    <a:pt x="2009318" y="785358"/>
                    <a:pt x="1997888" y="785358"/>
                    <a:pt x="2000746" y="772023"/>
                  </a:cubicBezTo>
                  <a:cubicBezTo>
                    <a:pt x="2006461" y="745353"/>
                    <a:pt x="2008366" y="714873"/>
                    <a:pt x="2036941" y="698680"/>
                  </a:cubicBezTo>
                  <a:cubicBezTo>
                    <a:pt x="2040751" y="694870"/>
                    <a:pt x="2045513" y="692965"/>
                    <a:pt x="2051228" y="690108"/>
                  </a:cubicBezTo>
                  <a:close/>
                  <a:moveTo>
                    <a:pt x="2111236" y="608669"/>
                  </a:moveTo>
                  <a:cubicBezTo>
                    <a:pt x="2115046" y="609621"/>
                    <a:pt x="2116951" y="613431"/>
                    <a:pt x="2113141" y="623433"/>
                  </a:cubicBezTo>
                  <a:cubicBezTo>
                    <a:pt x="2113141" y="624385"/>
                    <a:pt x="2112189" y="625338"/>
                    <a:pt x="2111236" y="626290"/>
                  </a:cubicBezTo>
                  <a:cubicBezTo>
                    <a:pt x="2147431" y="643435"/>
                    <a:pt x="2126476" y="692013"/>
                    <a:pt x="2159814" y="711063"/>
                  </a:cubicBezTo>
                  <a:cubicBezTo>
                    <a:pt x="2178864" y="721540"/>
                    <a:pt x="2174101" y="752020"/>
                    <a:pt x="2199819" y="758688"/>
                  </a:cubicBezTo>
                  <a:cubicBezTo>
                    <a:pt x="2206486" y="760593"/>
                    <a:pt x="2189341" y="798693"/>
                    <a:pt x="2176959" y="800598"/>
                  </a:cubicBezTo>
                  <a:cubicBezTo>
                    <a:pt x="2149336" y="805360"/>
                    <a:pt x="2120761" y="810123"/>
                    <a:pt x="2092186" y="814885"/>
                  </a:cubicBezTo>
                  <a:cubicBezTo>
                    <a:pt x="2089329" y="799645"/>
                    <a:pt x="2128381" y="789168"/>
                    <a:pt x="2092186" y="777738"/>
                  </a:cubicBezTo>
                  <a:cubicBezTo>
                    <a:pt x="2098854" y="765355"/>
                    <a:pt x="2098854" y="749163"/>
                    <a:pt x="2111236" y="740590"/>
                  </a:cubicBezTo>
                  <a:cubicBezTo>
                    <a:pt x="2127429" y="729160"/>
                    <a:pt x="2118856" y="712015"/>
                    <a:pt x="2110284" y="710110"/>
                  </a:cubicBezTo>
                  <a:cubicBezTo>
                    <a:pt x="2086471" y="705348"/>
                    <a:pt x="2087424" y="682488"/>
                    <a:pt x="2076946" y="669153"/>
                  </a:cubicBezTo>
                  <a:cubicBezTo>
                    <a:pt x="2062659" y="651055"/>
                    <a:pt x="2076946" y="617718"/>
                    <a:pt x="2097901" y="611050"/>
                  </a:cubicBezTo>
                  <a:cubicBezTo>
                    <a:pt x="2101711" y="609621"/>
                    <a:pt x="2107426" y="607716"/>
                    <a:pt x="2111236" y="608669"/>
                  </a:cubicBezTo>
                  <a:close/>
                  <a:moveTo>
                    <a:pt x="927279" y="479605"/>
                  </a:moveTo>
                  <a:cubicBezTo>
                    <a:pt x="932041" y="477700"/>
                    <a:pt x="935851" y="480558"/>
                    <a:pt x="933946" y="486273"/>
                  </a:cubicBezTo>
                  <a:cubicBezTo>
                    <a:pt x="932041" y="490083"/>
                    <a:pt x="929184" y="492941"/>
                    <a:pt x="929184" y="493893"/>
                  </a:cubicBezTo>
                  <a:cubicBezTo>
                    <a:pt x="919659" y="493893"/>
                    <a:pt x="917754" y="491035"/>
                    <a:pt x="919659" y="488178"/>
                  </a:cubicBezTo>
                  <a:cubicBezTo>
                    <a:pt x="921564" y="484368"/>
                    <a:pt x="924421" y="480558"/>
                    <a:pt x="927279" y="479605"/>
                  </a:cubicBezTo>
                  <a:close/>
                  <a:moveTo>
                    <a:pt x="1938089" y="417931"/>
                  </a:moveTo>
                  <a:cubicBezTo>
                    <a:pt x="1948537" y="420431"/>
                    <a:pt x="1955503" y="431504"/>
                    <a:pt x="1959789" y="441505"/>
                  </a:cubicBezTo>
                  <a:cubicBezTo>
                    <a:pt x="1967409" y="457698"/>
                    <a:pt x="1952169" y="461508"/>
                    <a:pt x="1940739" y="466270"/>
                  </a:cubicBezTo>
                  <a:cubicBezTo>
                    <a:pt x="1909306" y="478653"/>
                    <a:pt x="1880731" y="501513"/>
                    <a:pt x="1842631" y="480558"/>
                  </a:cubicBezTo>
                  <a:cubicBezTo>
                    <a:pt x="1829296" y="472938"/>
                    <a:pt x="1832154" y="467223"/>
                    <a:pt x="1832154" y="458650"/>
                  </a:cubicBezTo>
                  <a:cubicBezTo>
                    <a:pt x="1828344" y="450078"/>
                    <a:pt x="1835964" y="442458"/>
                    <a:pt x="1833106" y="431980"/>
                  </a:cubicBezTo>
                  <a:cubicBezTo>
                    <a:pt x="1828344" y="420550"/>
                    <a:pt x="1835011" y="416740"/>
                    <a:pt x="1845489" y="423408"/>
                  </a:cubicBezTo>
                  <a:cubicBezTo>
                    <a:pt x="1847394" y="430075"/>
                    <a:pt x="1849299" y="439600"/>
                    <a:pt x="1857871" y="432933"/>
                  </a:cubicBezTo>
                  <a:cubicBezTo>
                    <a:pt x="1878826" y="418645"/>
                    <a:pt x="1903591" y="426265"/>
                    <a:pt x="1926451" y="418645"/>
                  </a:cubicBezTo>
                  <a:cubicBezTo>
                    <a:pt x="1930737" y="417216"/>
                    <a:pt x="1934607" y="417097"/>
                    <a:pt x="1938089" y="417931"/>
                  </a:cubicBezTo>
                  <a:close/>
                  <a:moveTo>
                    <a:pt x="904419" y="389118"/>
                  </a:moveTo>
                  <a:cubicBezTo>
                    <a:pt x="915849" y="404358"/>
                    <a:pt x="928231" y="418646"/>
                    <a:pt x="938709" y="433886"/>
                  </a:cubicBezTo>
                  <a:cubicBezTo>
                    <a:pt x="940614" y="436743"/>
                    <a:pt x="940614" y="441505"/>
                    <a:pt x="942519" y="446268"/>
                  </a:cubicBezTo>
                  <a:cubicBezTo>
                    <a:pt x="938709" y="447221"/>
                    <a:pt x="932041" y="450078"/>
                    <a:pt x="931089" y="449125"/>
                  </a:cubicBezTo>
                  <a:cubicBezTo>
                    <a:pt x="912991" y="426266"/>
                    <a:pt x="896799" y="440553"/>
                    <a:pt x="878701" y="449125"/>
                  </a:cubicBezTo>
                  <a:cubicBezTo>
                    <a:pt x="871081" y="452936"/>
                    <a:pt x="863461" y="446268"/>
                    <a:pt x="856794" y="443411"/>
                  </a:cubicBezTo>
                  <a:cubicBezTo>
                    <a:pt x="835839" y="424361"/>
                    <a:pt x="864414" y="422455"/>
                    <a:pt x="867271" y="412930"/>
                  </a:cubicBezTo>
                  <a:cubicBezTo>
                    <a:pt x="878701" y="402453"/>
                    <a:pt x="887274" y="388166"/>
                    <a:pt x="904419" y="389118"/>
                  </a:cubicBezTo>
                  <a:close/>
                  <a:moveTo>
                    <a:pt x="1062534" y="340541"/>
                  </a:moveTo>
                  <a:cubicBezTo>
                    <a:pt x="1073011" y="340541"/>
                    <a:pt x="1082536" y="340541"/>
                    <a:pt x="1083489" y="353876"/>
                  </a:cubicBezTo>
                  <a:cubicBezTo>
                    <a:pt x="1073964" y="356733"/>
                    <a:pt x="1066344" y="373878"/>
                    <a:pt x="1053961" y="360543"/>
                  </a:cubicBezTo>
                  <a:cubicBezTo>
                    <a:pt x="1045389" y="351018"/>
                    <a:pt x="1054914" y="345303"/>
                    <a:pt x="1062534" y="340541"/>
                  </a:cubicBezTo>
                  <a:close/>
                  <a:moveTo>
                    <a:pt x="2471113" y="336025"/>
                  </a:moveTo>
                  <a:cubicBezTo>
                    <a:pt x="2489315" y="339763"/>
                    <a:pt x="2505689" y="355066"/>
                    <a:pt x="2521763" y="370068"/>
                  </a:cubicBezTo>
                  <a:cubicBezTo>
                    <a:pt x="2652256" y="491988"/>
                    <a:pt x="2764651" y="627243"/>
                    <a:pt x="2848471" y="785358"/>
                  </a:cubicBezTo>
                  <a:cubicBezTo>
                    <a:pt x="2875141" y="835841"/>
                    <a:pt x="2898953" y="887276"/>
                    <a:pt x="2920861" y="940616"/>
                  </a:cubicBezTo>
                  <a:cubicBezTo>
                    <a:pt x="2925623" y="952046"/>
                    <a:pt x="2938006" y="963476"/>
                    <a:pt x="2926576" y="977763"/>
                  </a:cubicBezTo>
                  <a:cubicBezTo>
                    <a:pt x="2893238" y="978716"/>
                    <a:pt x="2872283" y="955856"/>
                    <a:pt x="2847518" y="938711"/>
                  </a:cubicBezTo>
                  <a:cubicBezTo>
                    <a:pt x="2844661" y="919661"/>
                    <a:pt x="2858948" y="906326"/>
                    <a:pt x="2864663" y="890133"/>
                  </a:cubicBezTo>
                  <a:cubicBezTo>
                    <a:pt x="2846566" y="892991"/>
                    <a:pt x="2829421" y="903468"/>
                    <a:pt x="2810371" y="908231"/>
                  </a:cubicBezTo>
                  <a:cubicBezTo>
                    <a:pt x="2792273" y="911088"/>
                    <a:pt x="2774176" y="912041"/>
                    <a:pt x="2757031" y="904421"/>
                  </a:cubicBezTo>
                  <a:cubicBezTo>
                    <a:pt x="2741791" y="897753"/>
                    <a:pt x="2733218" y="902516"/>
                    <a:pt x="2728456" y="916803"/>
                  </a:cubicBezTo>
                  <a:cubicBezTo>
                    <a:pt x="2724646" y="935853"/>
                    <a:pt x="2713216" y="952998"/>
                    <a:pt x="2707501" y="971096"/>
                  </a:cubicBezTo>
                  <a:cubicBezTo>
                    <a:pt x="2702738" y="984431"/>
                    <a:pt x="2699881" y="997766"/>
                    <a:pt x="2706548" y="1011101"/>
                  </a:cubicBezTo>
                  <a:cubicBezTo>
                    <a:pt x="2712263" y="1021578"/>
                    <a:pt x="2722741" y="1031103"/>
                    <a:pt x="2712263" y="1044438"/>
                  </a:cubicBezTo>
                  <a:cubicBezTo>
                    <a:pt x="2722979" y="1032294"/>
                    <a:pt x="2735302" y="1023900"/>
                    <a:pt x="2750438" y="1026892"/>
                  </a:cubicBezTo>
                  <a:lnTo>
                    <a:pt x="2757317" y="1029909"/>
                  </a:lnTo>
                  <a:lnTo>
                    <a:pt x="2760842" y="1028246"/>
                  </a:lnTo>
                  <a:cubicBezTo>
                    <a:pt x="2768462" y="1021578"/>
                    <a:pt x="2775130" y="1013006"/>
                    <a:pt x="2785607" y="1010148"/>
                  </a:cubicBezTo>
                  <a:cubicBezTo>
                    <a:pt x="2791798" y="1008243"/>
                    <a:pt x="2798228" y="1006814"/>
                    <a:pt x="2804538" y="1006457"/>
                  </a:cubicBezTo>
                  <a:cubicBezTo>
                    <a:pt x="2810848" y="1006100"/>
                    <a:pt x="2817040" y="1006814"/>
                    <a:pt x="2822755" y="1009196"/>
                  </a:cubicBezTo>
                  <a:cubicBezTo>
                    <a:pt x="2859902" y="1023483"/>
                    <a:pt x="2898955" y="1027293"/>
                    <a:pt x="2938959" y="1031103"/>
                  </a:cubicBezTo>
                  <a:cubicBezTo>
                    <a:pt x="2955152" y="1033008"/>
                    <a:pt x="2957057" y="1047296"/>
                    <a:pt x="2959915" y="1058726"/>
                  </a:cubicBezTo>
                  <a:cubicBezTo>
                    <a:pt x="2990394" y="1159691"/>
                    <a:pt x="3010397" y="1262561"/>
                    <a:pt x="3021827" y="1368288"/>
                  </a:cubicBezTo>
                  <a:cubicBezTo>
                    <a:pt x="3029447" y="1433058"/>
                    <a:pt x="3025637" y="1497828"/>
                    <a:pt x="3027542" y="1562598"/>
                  </a:cubicBezTo>
                  <a:cubicBezTo>
                    <a:pt x="3027542" y="1573076"/>
                    <a:pt x="3031352" y="1585458"/>
                    <a:pt x="3020874" y="1594983"/>
                  </a:cubicBezTo>
                  <a:cubicBezTo>
                    <a:pt x="2992299" y="1573076"/>
                    <a:pt x="2963724" y="1551168"/>
                    <a:pt x="2958009" y="1512116"/>
                  </a:cubicBezTo>
                  <a:cubicBezTo>
                    <a:pt x="2954199" y="1483541"/>
                    <a:pt x="2933244" y="1467348"/>
                    <a:pt x="2918005" y="1446393"/>
                  </a:cubicBezTo>
                  <a:cubicBezTo>
                    <a:pt x="2898955" y="1421628"/>
                    <a:pt x="2888477" y="1390196"/>
                    <a:pt x="2860855" y="1371146"/>
                  </a:cubicBezTo>
                  <a:cubicBezTo>
                    <a:pt x="2846567" y="1368288"/>
                    <a:pt x="2836089" y="1359716"/>
                    <a:pt x="2831327" y="1343523"/>
                  </a:cubicBezTo>
                  <a:cubicBezTo>
                    <a:pt x="2835137" y="1360668"/>
                    <a:pt x="2849424" y="1368288"/>
                    <a:pt x="2856092" y="1380671"/>
                  </a:cubicBezTo>
                  <a:cubicBezTo>
                    <a:pt x="2882762" y="1424486"/>
                    <a:pt x="2896097" y="1474968"/>
                    <a:pt x="2930387" y="1514021"/>
                  </a:cubicBezTo>
                  <a:cubicBezTo>
                    <a:pt x="2938007" y="1522593"/>
                    <a:pt x="2938959" y="1534976"/>
                    <a:pt x="2939912" y="1546406"/>
                  </a:cubicBezTo>
                  <a:cubicBezTo>
                    <a:pt x="2941817" y="1566408"/>
                    <a:pt x="2950390" y="1582601"/>
                    <a:pt x="2962772" y="1597841"/>
                  </a:cubicBezTo>
                  <a:cubicBezTo>
                    <a:pt x="2983727" y="1622606"/>
                    <a:pt x="2993252" y="1652133"/>
                    <a:pt x="2999919" y="1683566"/>
                  </a:cubicBezTo>
                  <a:cubicBezTo>
                    <a:pt x="3023732" y="1698806"/>
                    <a:pt x="3015159" y="1721666"/>
                    <a:pt x="3012302" y="1740716"/>
                  </a:cubicBezTo>
                  <a:cubicBezTo>
                    <a:pt x="2988490" y="1885496"/>
                    <a:pt x="2951342" y="2026466"/>
                    <a:pt x="2886572" y="2158864"/>
                  </a:cubicBezTo>
                  <a:cubicBezTo>
                    <a:pt x="2872284" y="2188391"/>
                    <a:pt x="2858949" y="2218871"/>
                    <a:pt x="2841805" y="2246493"/>
                  </a:cubicBezTo>
                  <a:cubicBezTo>
                    <a:pt x="2837042" y="2255066"/>
                    <a:pt x="2835137" y="2266496"/>
                    <a:pt x="2821802" y="2266496"/>
                  </a:cubicBezTo>
                  <a:cubicBezTo>
                    <a:pt x="2812277" y="2260781"/>
                    <a:pt x="2812277" y="2249351"/>
                    <a:pt x="2808467" y="2240778"/>
                  </a:cubicBezTo>
                  <a:cubicBezTo>
                    <a:pt x="2794180" y="2222681"/>
                    <a:pt x="2796084" y="2198868"/>
                    <a:pt x="2785607" y="2172198"/>
                  </a:cubicBezTo>
                  <a:cubicBezTo>
                    <a:pt x="2795132" y="2196011"/>
                    <a:pt x="2791322" y="2217918"/>
                    <a:pt x="2805609" y="2234111"/>
                  </a:cubicBezTo>
                  <a:cubicBezTo>
                    <a:pt x="2812277" y="2246493"/>
                    <a:pt x="2811324" y="2261733"/>
                    <a:pt x="2821802" y="2273164"/>
                  </a:cubicBezTo>
                  <a:cubicBezTo>
                    <a:pt x="2795132" y="2339839"/>
                    <a:pt x="2750364" y="2394131"/>
                    <a:pt x="2708455" y="2451281"/>
                  </a:cubicBezTo>
                  <a:cubicBezTo>
                    <a:pt x="2661782" y="2514146"/>
                    <a:pt x="2606537" y="2568439"/>
                    <a:pt x="2551292" y="2622731"/>
                  </a:cubicBezTo>
                  <a:cubicBezTo>
                    <a:pt x="2527480" y="2646543"/>
                    <a:pt x="2502714" y="2666546"/>
                    <a:pt x="2476997" y="2687501"/>
                  </a:cubicBezTo>
                  <a:cubicBezTo>
                    <a:pt x="2465567" y="2677976"/>
                    <a:pt x="2476997" y="2661783"/>
                    <a:pt x="2463662" y="2655116"/>
                  </a:cubicBezTo>
                  <a:cubicBezTo>
                    <a:pt x="2469377" y="2608443"/>
                    <a:pt x="2446517" y="2570343"/>
                    <a:pt x="2425562" y="2533196"/>
                  </a:cubicBezTo>
                  <a:cubicBezTo>
                    <a:pt x="2392224" y="2475093"/>
                    <a:pt x="2414132" y="2424611"/>
                    <a:pt x="2439849" y="2375081"/>
                  </a:cubicBezTo>
                  <a:cubicBezTo>
                    <a:pt x="2453184" y="2349364"/>
                    <a:pt x="2458899" y="2330314"/>
                    <a:pt x="2449374" y="2301739"/>
                  </a:cubicBezTo>
                  <a:cubicBezTo>
                    <a:pt x="2439849" y="2272211"/>
                    <a:pt x="2442707" y="2240778"/>
                    <a:pt x="2430324" y="2210298"/>
                  </a:cubicBezTo>
                  <a:cubicBezTo>
                    <a:pt x="2420799" y="2187439"/>
                    <a:pt x="2416989" y="2160768"/>
                    <a:pt x="2396987" y="2144576"/>
                  </a:cubicBezTo>
                  <a:cubicBezTo>
                    <a:pt x="2352219" y="2107428"/>
                    <a:pt x="2357934" y="2060756"/>
                    <a:pt x="2370317" y="2012178"/>
                  </a:cubicBezTo>
                  <a:cubicBezTo>
                    <a:pt x="2372222" y="2005511"/>
                    <a:pt x="2374127" y="1998843"/>
                    <a:pt x="2374127" y="1992176"/>
                  </a:cubicBezTo>
                  <a:cubicBezTo>
                    <a:pt x="2376984" y="1954076"/>
                    <a:pt x="2356982" y="1935978"/>
                    <a:pt x="2319834" y="1944551"/>
                  </a:cubicBezTo>
                  <a:cubicBezTo>
                    <a:pt x="2303642" y="1948361"/>
                    <a:pt x="2292212" y="1948361"/>
                    <a:pt x="2282687" y="1931216"/>
                  </a:cubicBezTo>
                  <a:cubicBezTo>
                    <a:pt x="2263637" y="1897878"/>
                    <a:pt x="2235062" y="1889306"/>
                    <a:pt x="2200772" y="1905498"/>
                  </a:cubicBezTo>
                  <a:cubicBezTo>
                    <a:pt x="2186484" y="1912166"/>
                    <a:pt x="2171244" y="1918833"/>
                    <a:pt x="2157909" y="1926453"/>
                  </a:cubicBezTo>
                  <a:cubicBezTo>
                    <a:pt x="2140764" y="1935978"/>
                    <a:pt x="2124572" y="1938836"/>
                    <a:pt x="2106474" y="1931216"/>
                  </a:cubicBezTo>
                  <a:cubicBezTo>
                    <a:pt x="2083614" y="1921691"/>
                    <a:pt x="2059802" y="1925501"/>
                    <a:pt x="2040752" y="1937883"/>
                  </a:cubicBezTo>
                  <a:cubicBezTo>
                    <a:pt x="2012177" y="1956933"/>
                    <a:pt x="1991222" y="1941693"/>
                    <a:pt x="1974077" y="1924548"/>
                  </a:cubicBezTo>
                  <a:cubicBezTo>
                    <a:pt x="1956932" y="1907403"/>
                    <a:pt x="1938834" y="1892163"/>
                    <a:pt x="1919784" y="1877876"/>
                  </a:cubicBezTo>
                  <a:cubicBezTo>
                    <a:pt x="1909307" y="1870256"/>
                    <a:pt x="1899782" y="1861683"/>
                    <a:pt x="1896924" y="1849301"/>
                  </a:cubicBezTo>
                  <a:cubicBezTo>
                    <a:pt x="1889304" y="1812153"/>
                    <a:pt x="1862634" y="1789293"/>
                    <a:pt x="1839774" y="1762623"/>
                  </a:cubicBezTo>
                  <a:cubicBezTo>
                    <a:pt x="1827392" y="1748336"/>
                    <a:pt x="1815962" y="1694043"/>
                    <a:pt x="1822629" y="1676898"/>
                  </a:cubicBezTo>
                  <a:cubicBezTo>
                    <a:pt x="1840727" y="1632131"/>
                    <a:pt x="1846442" y="1585458"/>
                    <a:pt x="1829297" y="1537833"/>
                  </a:cubicBezTo>
                  <a:cubicBezTo>
                    <a:pt x="1826439" y="1530213"/>
                    <a:pt x="1823582" y="1522593"/>
                    <a:pt x="1828344" y="1514973"/>
                  </a:cubicBezTo>
                  <a:cubicBezTo>
                    <a:pt x="1854062" y="1466396"/>
                    <a:pt x="1875017" y="1416866"/>
                    <a:pt x="1909307" y="1373051"/>
                  </a:cubicBezTo>
                  <a:cubicBezTo>
                    <a:pt x="1915022" y="1366383"/>
                    <a:pt x="1923594" y="1365431"/>
                    <a:pt x="1929309" y="1361621"/>
                  </a:cubicBezTo>
                  <a:cubicBezTo>
                    <a:pt x="1954074" y="1345428"/>
                    <a:pt x="1976934" y="1330188"/>
                    <a:pt x="1977887" y="1293041"/>
                  </a:cubicBezTo>
                  <a:cubicBezTo>
                    <a:pt x="1978839" y="1267323"/>
                    <a:pt x="1992174" y="1239701"/>
                    <a:pt x="2019797" y="1227318"/>
                  </a:cubicBezTo>
                  <a:cubicBezTo>
                    <a:pt x="2040752" y="1217793"/>
                    <a:pt x="2050277" y="1201601"/>
                    <a:pt x="2051229" y="1178741"/>
                  </a:cubicBezTo>
                  <a:cubicBezTo>
                    <a:pt x="2058849" y="1162548"/>
                    <a:pt x="2071232" y="1167311"/>
                    <a:pt x="2083614" y="1172073"/>
                  </a:cubicBezTo>
                  <a:cubicBezTo>
                    <a:pt x="2111237" y="1181598"/>
                    <a:pt x="2136002" y="1178741"/>
                    <a:pt x="2161719" y="1162548"/>
                  </a:cubicBezTo>
                  <a:cubicBezTo>
                    <a:pt x="2193152" y="1142546"/>
                    <a:pt x="2229347" y="1134926"/>
                    <a:pt x="2266494" y="1136831"/>
                  </a:cubicBezTo>
                  <a:cubicBezTo>
                    <a:pt x="2288402" y="1137783"/>
                    <a:pt x="2310309" y="1137783"/>
                    <a:pt x="2331264" y="1133021"/>
                  </a:cubicBezTo>
                  <a:cubicBezTo>
                    <a:pt x="2370317" y="1123496"/>
                    <a:pt x="2397939" y="1138736"/>
                    <a:pt x="2387462" y="1197791"/>
                  </a:cubicBezTo>
                  <a:cubicBezTo>
                    <a:pt x="2384604" y="1213983"/>
                    <a:pt x="2384604" y="1228271"/>
                    <a:pt x="2400797" y="1229223"/>
                  </a:cubicBezTo>
                  <a:cubicBezTo>
                    <a:pt x="2447469" y="1231128"/>
                    <a:pt x="2477949" y="1266371"/>
                    <a:pt x="2517002" y="1283516"/>
                  </a:cubicBezTo>
                  <a:cubicBezTo>
                    <a:pt x="2538909" y="1293041"/>
                    <a:pt x="2550339" y="1296851"/>
                    <a:pt x="2556055" y="1266371"/>
                  </a:cubicBezTo>
                  <a:cubicBezTo>
                    <a:pt x="2561769" y="1236843"/>
                    <a:pt x="2589392" y="1227318"/>
                    <a:pt x="2617967" y="1241606"/>
                  </a:cubicBezTo>
                  <a:cubicBezTo>
                    <a:pt x="2644637" y="1254941"/>
                    <a:pt x="2673212" y="1262561"/>
                    <a:pt x="2701787" y="1271133"/>
                  </a:cubicBezTo>
                  <a:cubicBezTo>
                    <a:pt x="2743697" y="1283516"/>
                    <a:pt x="2782749" y="1259703"/>
                    <a:pt x="2823707" y="1270181"/>
                  </a:cubicBezTo>
                  <a:cubicBezTo>
                    <a:pt x="2833232" y="1272086"/>
                    <a:pt x="2840852" y="1262561"/>
                    <a:pt x="2842757" y="1253988"/>
                  </a:cubicBezTo>
                  <a:cubicBezTo>
                    <a:pt x="2847519" y="1233033"/>
                    <a:pt x="2856092" y="1212078"/>
                    <a:pt x="2857997" y="1191123"/>
                  </a:cubicBezTo>
                  <a:cubicBezTo>
                    <a:pt x="2861807" y="1157786"/>
                    <a:pt x="2857044" y="1154928"/>
                    <a:pt x="2824659" y="1163501"/>
                  </a:cubicBezTo>
                  <a:cubicBezTo>
                    <a:pt x="2807514" y="1168263"/>
                    <a:pt x="2793227" y="1167311"/>
                    <a:pt x="2781797" y="1153023"/>
                  </a:cubicBezTo>
                  <a:lnTo>
                    <a:pt x="2778142" y="1149005"/>
                  </a:lnTo>
                  <a:lnTo>
                    <a:pt x="2758579" y="1157637"/>
                  </a:lnTo>
                  <a:cubicBezTo>
                    <a:pt x="2730182" y="1164691"/>
                    <a:pt x="2706072" y="1153261"/>
                    <a:pt x="2684641" y="1122543"/>
                  </a:cubicBezTo>
                  <a:cubicBezTo>
                    <a:pt x="2676068" y="1110161"/>
                    <a:pt x="2672258" y="1095873"/>
                    <a:pt x="2664638" y="1083491"/>
                  </a:cubicBezTo>
                  <a:cubicBezTo>
                    <a:pt x="2658923" y="1073966"/>
                    <a:pt x="2664638" y="1054916"/>
                    <a:pt x="2646541" y="1054916"/>
                  </a:cubicBezTo>
                  <a:cubicBezTo>
                    <a:pt x="2631301" y="1055868"/>
                    <a:pt x="2616061" y="1061583"/>
                    <a:pt x="2610346" y="1080633"/>
                  </a:cubicBezTo>
                  <a:lnTo>
                    <a:pt x="2609202" y="1082346"/>
                  </a:lnTo>
                  <a:lnTo>
                    <a:pt x="2613204" y="1086348"/>
                  </a:lnTo>
                  <a:cubicBezTo>
                    <a:pt x="2619871" y="1093968"/>
                    <a:pt x="2626539" y="1101588"/>
                    <a:pt x="2632254" y="1108255"/>
                  </a:cubicBezTo>
                  <a:cubicBezTo>
                    <a:pt x="2619871" y="1117780"/>
                    <a:pt x="2617014" y="1133020"/>
                    <a:pt x="2609394" y="1145403"/>
                  </a:cubicBezTo>
                  <a:cubicBezTo>
                    <a:pt x="2602726" y="1154928"/>
                    <a:pt x="2586534" y="1142545"/>
                    <a:pt x="2584629" y="1132068"/>
                  </a:cubicBezTo>
                  <a:cubicBezTo>
                    <a:pt x="2581771" y="1117780"/>
                    <a:pt x="2574151" y="1106350"/>
                    <a:pt x="2566055" y="1095397"/>
                  </a:cubicBezTo>
                  <a:lnTo>
                    <a:pt x="2558490" y="1083461"/>
                  </a:lnTo>
                  <a:lnTo>
                    <a:pt x="2545576" y="1071108"/>
                  </a:lnTo>
                  <a:cubicBezTo>
                    <a:pt x="2541766" y="1068251"/>
                    <a:pt x="2537003" y="1065393"/>
                    <a:pt x="2536051" y="1061583"/>
                  </a:cubicBezTo>
                  <a:cubicBezTo>
                    <a:pt x="2522716" y="1003481"/>
                    <a:pt x="2462708" y="991098"/>
                    <a:pt x="2429371" y="952046"/>
                  </a:cubicBezTo>
                  <a:cubicBezTo>
                    <a:pt x="2426513" y="949188"/>
                    <a:pt x="2421751" y="947283"/>
                    <a:pt x="2417941" y="944426"/>
                  </a:cubicBezTo>
                  <a:cubicBezTo>
                    <a:pt x="2416036" y="943473"/>
                    <a:pt x="2413178" y="943473"/>
                    <a:pt x="2407463" y="947283"/>
                  </a:cubicBezTo>
                  <a:cubicBezTo>
                    <a:pt x="2425561" y="973001"/>
                    <a:pt x="2440801" y="998718"/>
                    <a:pt x="2469376" y="1014911"/>
                  </a:cubicBezTo>
                  <a:cubicBezTo>
                    <a:pt x="2483663" y="1023483"/>
                    <a:pt x="2500808" y="1028246"/>
                    <a:pt x="2509381" y="1044438"/>
                  </a:cubicBezTo>
                  <a:cubicBezTo>
                    <a:pt x="2510333" y="1049201"/>
                    <a:pt x="2508428" y="1053963"/>
                    <a:pt x="2504618" y="1057773"/>
                  </a:cubicBezTo>
                  <a:cubicBezTo>
                    <a:pt x="2500808" y="1066346"/>
                    <a:pt x="2479853" y="1059678"/>
                    <a:pt x="2488426" y="1077776"/>
                  </a:cubicBezTo>
                  <a:cubicBezTo>
                    <a:pt x="2485568" y="1082538"/>
                    <a:pt x="2481758" y="1084443"/>
                    <a:pt x="2476996" y="1084443"/>
                  </a:cubicBezTo>
                  <a:cubicBezTo>
                    <a:pt x="2437943" y="1050153"/>
                    <a:pt x="2385556" y="1032056"/>
                    <a:pt x="2356028" y="985383"/>
                  </a:cubicBezTo>
                  <a:cubicBezTo>
                    <a:pt x="2346503" y="970143"/>
                    <a:pt x="2333168" y="968238"/>
                    <a:pt x="2317928" y="978716"/>
                  </a:cubicBezTo>
                  <a:cubicBezTo>
                    <a:pt x="2310308" y="984431"/>
                    <a:pt x="2301736" y="994908"/>
                    <a:pt x="2295068" y="993003"/>
                  </a:cubicBezTo>
                  <a:cubicBezTo>
                    <a:pt x="2237918" y="978716"/>
                    <a:pt x="2232203" y="1040628"/>
                    <a:pt x="2196008" y="1057773"/>
                  </a:cubicBezTo>
                  <a:cubicBezTo>
                    <a:pt x="2185531" y="1062536"/>
                    <a:pt x="2183626" y="1075871"/>
                    <a:pt x="2181721" y="1087301"/>
                  </a:cubicBezTo>
                  <a:cubicBezTo>
                    <a:pt x="2172196" y="1130163"/>
                    <a:pt x="2149336" y="1152071"/>
                    <a:pt x="2105521" y="1157786"/>
                  </a:cubicBezTo>
                  <a:cubicBezTo>
                    <a:pt x="2088376" y="1159691"/>
                    <a:pt x="2069326" y="1179693"/>
                    <a:pt x="2053133" y="1155881"/>
                  </a:cubicBezTo>
                  <a:cubicBezTo>
                    <a:pt x="2052181" y="1145403"/>
                    <a:pt x="2048371" y="1137783"/>
                    <a:pt x="2036941" y="1136831"/>
                  </a:cubicBezTo>
                  <a:cubicBezTo>
                    <a:pt x="2026463" y="1135878"/>
                    <a:pt x="2010271" y="1148261"/>
                    <a:pt x="2008366" y="1131116"/>
                  </a:cubicBezTo>
                  <a:cubicBezTo>
                    <a:pt x="2005508" y="1113018"/>
                    <a:pt x="1993126" y="1094921"/>
                    <a:pt x="2001698" y="1074918"/>
                  </a:cubicBezTo>
                  <a:cubicBezTo>
                    <a:pt x="2011223" y="1051106"/>
                    <a:pt x="2015986" y="1027293"/>
                    <a:pt x="2008366" y="1001576"/>
                  </a:cubicBezTo>
                  <a:cubicBezTo>
                    <a:pt x="2002651" y="979668"/>
                    <a:pt x="2021701" y="978716"/>
                    <a:pt x="2035988" y="977763"/>
                  </a:cubicBezTo>
                  <a:cubicBezTo>
                    <a:pt x="2059801" y="974906"/>
                    <a:pt x="2083613" y="981573"/>
                    <a:pt x="2107426" y="983478"/>
                  </a:cubicBezTo>
                  <a:cubicBezTo>
                    <a:pt x="2120761" y="984431"/>
                    <a:pt x="2139811" y="992051"/>
                    <a:pt x="2148383" y="975858"/>
                  </a:cubicBezTo>
                  <a:cubicBezTo>
                    <a:pt x="2157908" y="956808"/>
                    <a:pt x="2162671" y="934901"/>
                    <a:pt x="2150288" y="913946"/>
                  </a:cubicBezTo>
                  <a:cubicBezTo>
                    <a:pt x="2140763" y="897753"/>
                    <a:pt x="2131238" y="882513"/>
                    <a:pt x="2112188" y="876798"/>
                  </a:cubicBezTo>
                  <a:cubicBezTo>
                    <a:pt x="2105521" y="874893"/>
                    <a:pt x="2094091" y="873941"/>
                    <a:pt x="2096948" y="862511"/>
                  </a:cubicBezTo>
                  <a:cubicBezTo>
                    <a:pt x="2098853" y="852033"/>
                    <a:pt x="2109331" y="852033"/>
                    <a:pt x="2118856" y="849176"/>
                  </a:cubicBezTo>
                  <a:cubicBezTo>
                    <a:pt x="2149336" y="838698"/>
                    <a:pt x="2177911" y="830126"/>
                    <a:pt x="2206486" y="810123"/>
                  </a:cubicBezTo>
                  <a:cubicBezTo>
                    <a:pt x="2241728" y="785358"/>
                    <a:pt x="2258873" y="735828"/>
                    <a:pt x="2308403" y="731066"/>
                  </a:cubicBezTo>
                  <a:cubicBezTo>
                    <a:pt x="2322691" y="729161"/>
                    <a:pt x="2323643" y="718683"/>
                    <a:pt x="2321738" y="708206"/>
                  </a:cubicBezTo>
                  <a:cubicBezTo>
                    <a:pt x="2319833" y="698681"/>
                    <a:pt x="2314118" y="689156"/>
                    <a:pt x="2311261" y="679631"/>
                  </a:cubicBezTo>
                  <a:cubicBezTo>
                    <a:pt x="2307451" y="666296"/>
                    <a:pt x="2305546" y="652008"/>
                    <a:pt x="2320786" y="643436"/>
                  </a:cubicBezTo>
                  <a:cubicBezTo>
                    <a:pt x="2326501" y="640578"/>
                    <a:pt x="2334121" y="632958"/>
                    <a:pt x="2338883" y="638673"/>
                  </a:cubicBezTo>
                  <a:cubicBezTo>
                    <a:pt x="2346503" y="649151"/>
                    <a:pt x="2353171" y="662486"/>
                    <a:pt x="2343646" y="675821"/>
                  </a:cubicBezTo>
                  <a:cubicBezTo>
                    <a:pt x="2337931" y="685346"/>
                    <a:pt x="2342693" y="692966"/>
                    <a:pt x="2348408" y="699633"/>
                  </a:cubicBezTo>
                  <a:cubicBezTo>
                    <a:pt x="2356028" y="708206"/>
                    <a:pt x="2364601" y="711063"/>
                    <a:pt x="2376031" y="706301"/>
                  </a:cubicBezTo>
                  <a:cubicBezTo>
                    <a:pt x="2378888" y="705348"/>
                    <a:pt x="2381746" y="704396"/>
                    <a:pt x="2385556" y="704396"/>
                  </a:cubicBezTo>
                  <a:cubicBezTo>
                    <a:pt x="2409368" y="712968"/>
                    <a:pt x="2432228" y="712016"/>
                    <a:pt x="2454136" y="698681"/>
                  </a:cubicBezTo>
                  <a:cubicBezTo>
                    <a:pt x="2460803" y="694871"/>
                    <a:pt x="2469376" y="692966"/>
                    <a:pt x="2476996" y="692013"/>
                  </a:cubicBezTo>
                  <a:cubicBezTo>
                    <a:pt x="2517001" y="689156"/>
                    <a:pt x="2517001" y="689156"/>
                    <a:pt x="2517953" y="648198"/>
                  </a:cubicBezTo>
                  <a:cubicBezTo>
                    <a:pt x="2525573" y="626291"/>
                    <a:pt x="2540813" y="618671"/>
                    <a:pt x="2563673" y="626291"/>
                  </a:cubicBezTo>
                  <a:cubicBezTo>
                    <a:pt x="2558911" y="610098"/>
                    <a:pt x="2545576" y="599621"/>
                    <a:pt x="2554148" y="585333"/>
                  </a:cubicBezTo>
                  <a:lnTo>
                    <a:pt x="2572928" y="573708"/>
                  </a:lnTo>
                  <a:lnTo>
                    <a:pt x="2586098" y="571735"/>
                  </a:lnTo>
                  <a:lnTo>
                    <a:pt x="2586726" y="571671"/>
                  </a:lnTo>
                  <a:cubicBezTo>
                    <a:pt x="2599630" y="572653"/>
                    <a:pt x="2613203" y="578189"/>
                    <a:pt x="2624633" y="568188"/>
                  </a:cubicBezTo>
                  <a:cubicBezTo>
                    <a:pt x="2626538" y="566283"/>
                    <a:pt x="2628443" y="565331"/>
                    <a:pt x="2630348" y="563426"/>
                  </a:cubicBezTo>
                  <a:cubicBezTo>
                    <a:pt x="2634158" y="561521"/>
                    <a:pt x="2634158" y="568188"/>
                    <a:pt x="2633206" y="563426"/>
                  </a:cubicBezTo>
                  <a:cubicBezTo>
                    <a:pt x="2632253" y="557711"/>
                    <a:pt x="2629396" y="564378"/>
                    <a:pt x="2626538" y="563426"/>
                  </a:cubicBezTo>
                  <a:cubicBezTo>
                    <a:pt x="2615584" y="567236"/>
                    <a:pt x="2604392" y="569141"/>
                    <a:pt x="2593082" y="570689"/>
                  </a:cubicBezTo>
                  <a:lnTo>
                    <a:pt x="2586098" y="571735"/>
                  </a:lnTo>
                  <a:lnTo>
                    <a:pt x="2574151" y="572951"/>
                  </a:lnTo>
                  <a:lnTo>
                    <a:pt x="2572928" y="573708"/>
                  </a:lnTo>
                  <a:lnTo>
                    <a:pt x="2558911" y="575808"/>
                  </a:lnTo>
                  <a:cubicBezTo>
                    <a:pt x="2533193" y="580571"/>
                    <a:pt x="2516048" y="563426"/>
                    <a:pt x="2506523" y="541518"/>
                  </a:cubicBezTo>
                  <a:cubicBezTo>
                    <a:pt x="2496998" y="519611"/>
                    <a:pt x="2487473" y="498656"/>
                    <a:pt x="2512238" y="480558"/>
                  </a:cubicBezTo>
                  <a:cubicBezTo>
                    <a:pt x="2520811" y="474843"/>
                    <a:pt x="2527478" y="467223"/>
                    <a:pt x="2533193" y="458651"/>
                  </a:cubicBezTo>
                  <a:cubicBezTo>
                    <a:pt x="2537003" y="452936"/>
                    <a:pt x="2541766" y="446268"/>
                    <a:pt x="2534146" y="440553"/>
                  </a:cubicBezTo>
                  <a:cubicBezTo>
                    <a:pt x="2526526" y="434838"/>
                    <a:pt x="2515096" y="437696"/>
                    <a:pt x="2513191" y="445316"/>
                  </a:cubicBezTo>
                  <a:cubicBezTo>
                    <a:pt x="2506523" y="474843"/>
                    <a:pt x="2482711" y="489131"/>
                    <a:pt x="2464613" y="509133"/>
                  </a:cubicBezTo>
                  <a:cubicBezTo>
                    <a:pt x="2452231" y="523421"/>
                    <a:pt x="2455088" y="538661"/>
                    <a:pt x="2467471" y="551996"/>
                  </a:cubicBezTo>
                  <a:cubicBezTo>
                    <a:pt x="2481758" y="567236"/>
                    <a:pt x="2481758" y="582476"/>
                    <a:pt x="2468423" y="597716"/>
                  </a:cubicBezTo>
                  <a:cubicBezTo>
                    <a:pt x="2457946" y="610098"/>
                    <a:pt x="2455088" y="623433"/>
                    <a:pt x="2453183" y="638673"/>
                  </a:cubicBezTo>
                  <a:cubicBezTo>
                    <a:pt x="2451278" y="657723"/>
                    <a:pt x="2442706" y="671058"/>
                    <a:pt x="2423656" y="676773"/>
                  </a:cubicBezTo>
                  <a:cubicBezTo>
                    <a:pt x="2413178" y="682488"/>
                    <a:pt x="2402701" y="690108"/>
                    <a:pt x="2389366" y="683441"/>
                  </a:cubicBezTo>
                  <a:cubicBezTo>
                    <a:pt x="2381746" y="676773"/>
                    <a:pt x="2376983" y="670106"/>
                    <a:pt x="2383651" y="659628"/>
                  </a:cubicBezTo>
                  <a:cubicBezTo>
                    <a:pt x="2377936" y="649151"/>
                    <a:pt x="2372221" y="638673"/>
                    <a:pt x="2367458" y="627243"/>
                  </a:cubicBezTo>
                  <a:cubicBezTo>
                    <a:pt x="2348408" y="585333"/>
                    <a:pt x="2348408" y="584381"/>
                    <a:pt x="2308403" y="612003"/>
                  </a:cubicBezTo>
                  <a:cubicBezTo>
                    <a:pt x="2273161" y="616766"/>
                    <a:pt x="2265541" y="608193"/>
                    <a:pt x="2270303" y="571046"/>
                  </a:cubicBezTo>
                  <a:cubicBezTo>
                    <a:pt x="2271256" y="560568"/>
                    <a:pt x="2287448" y="545328"/>
                    <a:pt x="2260778" y="543423"/>
                  </a:cubicBezTo>
                  <a:cubicBezTo>
                    <a:pt x="2255063" y="542471"/>
                    <a:pt x="2255063" y="530088"/>
                    <a:pt x="2259826" y="522468"/>
                  </a:cubicBezTo>
                  <a:cubicBezTo>
                    <a:pt x="2313166" y="486273"/>
                    <a:pt x="2361743" y="445316"/>
                    <a:pt x="2390318" y="385308"/>
                  </a:cubicBezTo>
                  <a:cubicBezTo>
                    <a:pt x="2396986" y="372926"/>
                    <a:pt x="2403653" y="362448"/>
                    <a:pt x="2416988" y="357686"/>
                  </a:cubicBezTo>
                  <a:cubicBezTo>
                    <a:pt x="2416988" y="355781"/>
                    <a:pt x="2416988" y="353876"/>
                    <a:pt x="2417941" y="351971"/>
                  </a:cubicBezTo>
                  <a:cubicBezTo>
                    <a:pt x="2419846" y="352923"/>
                    <a:pt x="2423656" y="354828"/>
                    <a:pt x="2424608" y="353876"/>
                  </a:cubicBezTo>
                  <a:cubicBezTo>
                    <a:pt x="2434371" y="344351"/>
                    <a:pt x="2443539" y="338934"/>
                    <a:pt x="2452245" y="336582"/>
                  </a:cubicBezTo>
                  <a:cubicBezTo>
                    <a:pt x="2458775" y="334818"/>
                    <a:pt x="2465045" y="334779"/>
                    <a:pt x="2471113" y="336025"/>
                  </a:cubicBezTo>
                  <a:close/>
                  <a:moveTo>
                    <a:pt x="761544" y="194808"/>
                  </a:moveTo>
                  <a:cubicBezTo>
                    <a:pt x="773926" y="196713"/>
                    <a:pt x="774879" y="206238"/>
                    <a:pt x="773926" y="216716"/>
                  </a:cubicBezTo>
                  <a:cubicBezTo>
                    <a:pt x="755829" y="237671"/>
                    <a:pt x="760591" y="257673"/>
                    <a:pt x="773926" y="278628"/>
                  </a:cubicBezTo>
                  <a:cubicBezTo>
                    <a:pt x="748209" y="302441"/>
                    <a:pt x="720586" y="315776"/>
                    <a:pt x="687249" y="293868"/>
                  </a:cubicBezTo>
                  <a:cubicBezTo>
                    <a:pt x="682486" y="291011"/>
                    <a:pt x="675819" y="292916"/>
                    <a:pt x="671056" y="292916"/>
                  </a:cubicBezTo>
                  <a:cubicBezTo>
                    <a:pt x="660579" y="294821"/>
                    <a:pt x="650101" y="296726"/>
                    <a:pt x="640576" y="298631"/>
                  </a:cubicBezTo>
                  <a:cubicBezTo>
                    <a:pt x="627241" y="300536"/>
                    <a:pt x="613906" y="302441"/>
                    <a:pt x="603429" y="291011"/>
                  </a:cubicBezTo>
                  <a:cubicBezTo>
                    <a:pt x="636766" y="258626"/>
                    <a:pt x="678676" y="239576"/>
                    <a:pt x="715824" y="211953"/>
                  </a:cubicBezTo>
                  <a:cubicBezTo>
                    <a:pt x="719634" y="209096"/>
                    <a:pt x="724396" y="211953"/>
                    <a:pt x="727254" y="215763"/>
                  </a:cubicBezTo>
                  <a:cubicBezTo>
                    <a:pt x="746304" y="220526"/>
                    <a:pt x="741541" y="187188"/>
                    <a:pt x="761544" y="194808"/>
                  </a:cubicBezTo>
                  <a:close/>
                  <a:moveTo>
                    <a:pt x="873343" y="184331"/>
                  </a:moveTo>
                  <a:cubicBezTo>
                    <a:pt x="879653" y="185283"/>
                    <a:pt x="886320" y="188617"/>
                    <a:pt x="891083" y="191951"/>
                  </a:cubicBezTo>
                  <a:cubicBezTo>
                    <a:pt x="904418" y="200523"/>
                    <a:pt x="892988" y="209096"/>
                    <a:pt x="888226" y="217668"/>
                  </a:cubicBezTo>
                  <a:lnTo>
                    <a:pt x="879241" y="234820"/>
                  </a:lnTo>
                  <a:lnTo>
                    <a:pt x="895370" y="235036"/>
                  </a:lnTo>
                  <a:cubicBezTo>
                    <a:pt x="907514" y="238206"/>
                    <a:pt x="906800" y="249815"/>
                    <a:pt x="899656" y="266246"/>
                  </a:cubicBezTo>
                  <a:cubicBezTo>
                    <a:pt x="894893" y="277676"/>
                    <a:pt x="884416" y="289106"/>
                    <a:pt x="892988" y="303393"/>
                  </a:cubicBezTo>
                  <a:cubicBezTo>
                    <a:pt x="897751" y="310061"/>
                    <a:pt x="901561" y="309108"/>
                    <a:pt x="905371" y="303393"/>
                  </a:cubicBezTo>
                  <a:cubicBezTo>
                    <a:pt x="923468" y="307203"/>
                    <a:pt x="923468" y="307203"/>
                    <a:pt x="915848" y="337683"/>
                  </a:cubicBezTo>
                  <a:cubicBezTo>
                    <a:pt x="926326" y="330063"/>
                    <a:pt x="936803" y="329111"/>
                    <a:pt x="946328" y="324348"/>
                  </a:cubicBezTo>
                  <a:lnTo>
                    <a:pt x="973409" y="303804"/>
                  </a:lnTo>
                  <a:lnTo>
                    <a:pt x="975260" y="292796"/>
                  </a:lnTo>
                  <a:cubicBezTo>
                    <a:pt x="974903" y="288629"/>
                    <a:pt x="972522" y="284819"/>
                    <a:pt x="965378" y="281485"/>
                  </a:cubicBezTo>
                  <a:cubicBezTo>
                    <a:pt x="944423" y="270055"/>
                    <a:pt x="942518" y="249100"/>
                    <a:pt x="962521" y="233860"/>
                  </a:cubicBezTo>
                  <a:cubicBezTo>
                    <a:pt x="977761" y="221478"/>
                    <a:pt x="993953" y="208143"/>
                    <a:pt x="1013956" y="203380"/>
                  </a:cubicBezTo>
                  <a:cubicBezTo>
                    <a:pt x="1018718" y="201475"/>
                    <a:pt x="1023481" y="200046"/>
                    <a:pt x="1028243" y="200165"/>
                  </a:cubicBezTo>
                  <a:cubicBezTo>
                    <a:pt x="1033006" y="200284"/>
                    <a:pt x="1037768" y="201951"/>
                    <a:pt x="1042531" y="206238"/>
                  </a:cubicBezTo>
                  <a:cubicBezTo>
                    <a:pt x="1037768" y="220525"/>
                    <a:pt x="1018718" y="221478"/>
                    <a:pt x="1016813" y="234813"/>
                  </a:cubicBezTo>
                  <a:cubicBezTo>
                    <a:pt x="1029196" y="212905"/>
                    <a:pt x="1052056" y="208143"/>
                    <a:pt x="1075868" y="204333"/>
                  </a:cubicBezTo>
                  <a:cubicBezTo>
                    <a:pt x="1082536" y="204333"/>
                    <a:pt x="1089203" y="204333"/>
                    <a:pt x="1095871" y="204333"/>
                  </a:cubicBezTo>
                  <a:cubicBezTo>
                    <a:pt x="1106348" y="211953"/>
                    <a:pt x="1099681" y="223383"/>
                    <a:pt x="1099681" y="232908"/>
                  </a:cubicBezTo>
                  <a:cubicBezTo>
                    <a:pt x="1112063" y="235765"/>
                    <a:pt x="1123493" y="229098"/>
                    <a:pt x="1133971" y="231003"/>
                  </a:cubicBezTo>
                  <a:cubicBezTo>
                    <a:pt x="1140638" y="231003"/>
                    <a:pt x="1146353" y="233860"/>
                    <a:pt x="1151116" y="238623"/>
                  </a:cubicBezTo>
                  <a:cubicBezTo>
                    <a:pt x="1162546" y="262435"/>
                    <a:pt x="1192073" y="265293"/>
                    <a:pt x="1205408" y="287200"/>
                  </a:cubicBezTo>
                  <a:cubicBezTo>
                    <a:pt x="1219696" y="305298"/>
                    <a:pt x="1210171" y="320538"/>
                    <a:pt x="1198741" y="334825"/>
                  </a:cubicBezTo>
                  <a:cubicBezTo>
                    <a:pt x="1205408" y="359590"/>
                    <a:pt x="1234936" y="358638"/>
                    <a:pt x="1248271" y="377688"/>
                  </a:cubicBezTo>
                  <a:cubicBezTo>
                    <a:pt x="1257796" y="391023"/>
                    <a:pt x="1257796" y="393880"/>
                    <a:pt x="1246366" y="402453"/>
                  </a:cubicBezTo>
                  <a:cubicBezTo>
                    <a:pt x="1226363" y="415788"/>
                    <a:pt x="1207313" y="445315"/>
                    <a:pt x="1187311" y="402453"/>
                  </a:cubicBezTo>
                  <a:cubicBezTo>
                    <a:pt x="1184453" y="396738"/>
                    <a:pt x="1176833" y="390070"/>
                    <a:pt x="1171118" y="396738"/>
                  </a:cubicBezTo>
                  <a:cubicBezTo>
                    <a:pt x="1161593" y="407215"/>
                    <a:pt x="1163498" y="418645"/>
                    <a:pt x="1171118" y="431028"/>
                  </a:cubicBezTo>
                  <a:cubicBezTo>
                    <a:pt x="1186358" y="457698"/>
                    <a:pt x="1180643" y="471033"/>
                    <a:pt x="1151116" y="479605"/>
                  </a:cubicBezTo>
                  <a:cubicBezTo>
                    <a:pt x="1147306" y="475795"/>
                    <a:pt x="1141591" y="474843"/>
                    <a:pt x="1136828" y="476748"/>
                  </a:cubicBezTo>
                  <a:cubicBezTo>
                    <a:pt x="1132066" y="478653"/>
                    <a:pt x="1134923" y="483415"/>
                    <a:pt x="1136828" y="487225"/>
                  </a:cubicBezTo>
                  <a:cubicBezTo>
                    <a:pt x="1135876" y="500560"/>
                    <a:pt x="1128256" y="503418"/>
                    <a:pt x="1118731" y="497703"/>
                  </a:cubicBezTo>
                  <a:cubicBezTo>
                    <a:pt x="1098728" y="487225"/>
                    <a:pt x="1074916" y="482463"/>
                    <a:pt x="1066343" y="455793"/>
                  </a:cubicBezTo>
                  <a:cubicBezTo>
                    <a:pt x="1058723" y="432933"/>
                    <a:pt x="1039673" y="427218"/>
                    <a:pt x="1016813" y="433885"/>
                  </a:cubicBezTo>
                  <a:cubicBezTo>
                    <a:pt x="1008241" y="436743"/>
                    <a:pt x="999668" y="438648"/>
                    <a:pt x="996811" y="428170"/>
                  </a:cubicBezTo>
                  <a:cubicBezTo>
                    <a:pt x="993001" y="415788"/>
                    <a:pt x="1007288" y="411025"/>
                    <a:pt x="1013003" y="411978"/>
                  </a:cubicBezTo>
                  <a:cubicBezTo>
                    <a:pt x="1055866" y="420550"/>
                    <a:pt x="1078726" y="386260"/>
                    <a:pt x="1109206" y="369115"/>
                  </a:cubicBezTo>
                  <a:cubicBezTo>
                    <a:pt x="1117778" y="343398"/>
                    <a:pt x="1089203" y="330063"/>
                    <a:pt x="1089203" y="307203"/>
                  </a:cubicBezTo>
                  <a:cubicBezTo>
                    <a:pt x="1085393" y="301488"/>
                    <a:pt x="1081583" y="296725"/>
                    <a:pt x="1077773" y="291010"/>
                  </a:cubicBezTo>
                  <a:cubicBezTo>
                    <a:pt x="1057771" y="307203"/>
                    <a:pt x="1036816" y="290058"/>
                    <a:pt x="1016813" y="292915"/>
                  </a:cubicBezTo>
                  <a:cubicBezTo>
                    <a:pt x="1012050" y="293391"/>
                    <a:pt x="1008717" y="294106"/>
                    <a:pt x="1007169" y="296011"/>
                  </a:cubicBezTo>
                  <a:lnTo>
                    <a:pt x="1007866" y="302667"/>
                  </a:lnTo>
                  <a:lnTo>
                    <a:pt x="1009193" y="303393"/>
                  </a:lnTo>
                  <a:cubicBezTo>
                    <a:pt x="1013003" y="324348"/>
                    <a:pt x="986333" y="363401"/>
                    <a:pt x="962521" y="370068"/>
                  </a:cubicBezTo>
                  <a:cubicBezTo>
                    <a:pt x="943471" y="375783"/>
                    <a:pt x="924421" y="377688"/>
                    <a:pt x="905371" y="371973"/>
                  </a:cubicBezTo>
                  <a:cubicBezTo>
                    <a:pt x="896798" y="389118"/>
                    <a:pt x="879653" y="396738"/>
                    <a:pt x="868223" y="410073"/>
                  </a:cubicBezTo>
                  <a:cubicBezTo>
                    <a:pt x="859651" y="419598"/>
                    <a:pt x="849173" y="424361"/>
                    <a:pt x="836791" y="426266"/>
                  </a:cubicBezTo>
                  <a:cubicBezTo>
                    <a:pt x="830123" y="425313"/>
                    <a:pt x="820598" y="421503"/>
                    <a:pt x="816788" y="424361"/>
                  </a:cubicBezTo>
                  <a:cubicBezTo>
                    <a:pt x="772973" y="455793"/>
                    <a:pt x="714871" y="464366"/>
                    <a:pt x="677723" y="507228"/>
                  </a:cubicBezTo>
                  <a:cubicBezTo>
                    <a:pt x="667246" y="519611"/>
                    <a:pt x="646291" y="531993"/>
                    <a:pt x="668198" y="553901"/>
                  </a:cubicBezTo>
                  <a:cubicBezTo>
                    <a:pt x="672961" y="558663"/>
                    <a:pt x="665341" y="574856"/>
                    <a:pt x="662483" y="586286"/>
                  </a:cubicBezTo>
                  <a:cubicBezTo>
                    <a:pt x="685343" y="585333"/>
                    <a:pt x="702488" y="596763"/>
                    <a:pt x="716776" y="612956"/>
                  </a:cubicBezTo>
                  <a:cubicBezTo>
                    <a:pt x="731063" y="630101"/>
                    <a:pt x="747256" y="644388"/>
                    <a:pt x="771068" y="645341"/>
                  </a:cubicBezTo>
                  <a:cubicBezTo>
                    <a:pt x="789166" y="646293"/>
                    <a:pt x="788213" y="653913"/>
                    <a:pt x="782498" y="667248"/>
                  </a:cubicBezTo>
                  <a:cubicBezTo>
                    <a:pt x="774878" y="685346"/>
                    <a:pt x="766306" y="702491"/>
                    <a:pt x="772973" y="726303"/>
                  </a:cubicBezTo>
                  <a:cubicBezTo>
                    <a:pt x="779641" y="752973"/>
                    <a:pt x="789166" y="747258"/>
                    <a:pt x="805358" y="736781"/>
                  </a:cubicBezTo>
                  <a:cubicBezTo>
                    <a:pt x="823456" y="725351"/>
                    <a:pt x="826313" y="706301"/>
                    <a:pt x="828218" y="689156"/>
                  </a:cubicBezTo>
                  <a:cubicBezTo>
                    <a:pt x="831076" y="669153"/>
                    <a:pt x="841553" y="660581"/>
                    <a:pt x="858698" y="652961"/>
                  </a:cubicBezTo>
                  <a:cubicBezTo>
                    <a:pt x="901561" y="638673"/>
                    <a:pt x="911086" y="619623"/>
                    <a:pt x="901561" y="573903"/>
                  </a:cubicBezTo>
                  <a:cubicBezTo>
                    <a:pt x="900608" y="569141"/>
                    <a:pt x="899656" y="563426"/>
                    <a:pt x="904418" y="561521"/>
                  </a:cubicBezTo>
                  <a:cubicBezTo>
                    <a:pt x="937756" y="550091"/>
                    <a:pt x="937756" y="514848"/>
                    <a:pt x="953948" y="491988"/>
                  </a:cubicBezTo>
                  <a:cubicBezTo>
                    <a:pt x="957758" y="486273"/>
                    <a:pt x="961568" y="480558"/>
                    <a:pt x="968236" y="478653"/>
                  </a:cubicBezTo>
                  <a:cubicBezTo>
                    <a:pt x="991096" y="471986"/>
                    <a:pt x="1037768" y="491036"/>
                    <a:pt x="1049198" y="512943"/>
                  </a:cubicBezTo>
                  <a:cubicBezTo>
                    <a:pt x="1061581" y="517706"/>
                    <a:pt x="1074916" y="522468"/>
                    <a:pt x="1063486" y="539613"/>
                  </a:cubicBezTo>
                  <a:cubicBezTo>
                    <a:pt x="1048246" y="555806"/>
                    <a:pt x="1052056" y="572951"/>
                    <a:pt x="1067296" y="583428"/>
                  </a:cubicBezTo>
                  <a:cubicBezTo>
                    <a:pt x="1084441" y="593906"/>
                    <a:pt x="1099681" y="578666"/>
                    <a:pt x="1112063" y="568188"/>
                  </a:cubicBezTo>
                  <a:cubicBezTo>
                    <a:pt x="1139686" y="545328"/>
                    <a:pt x="1138733" y="544376"/>
                    <a:pt x="1146353" y="580571"/>
                  </a:cubicBezTo>
                  <a:cubicBezTo>
                    <a:pt x="1149211" y="592953"/>
                    <a:pt x="1154926" y="606288"/>
                    <a:pt x="1151116" y="616766"/>
                  </a:cubicBezTo>
                  <a:cubicBezTo>
                    <a:pt x="1138733" y="656771"/>
                    <a:pt x="1163498" y="672011"/>
                    <a:pt x="1193026" y="684393"/>
                  </a:cubicBezTo>
                  <a:cubicBezTo>
                    <a:pt x="1193026" y="693918"/>
                    <a:pt x="1188501" y="696537"/>
                    <a:pt x="1182905" y="697847"/>
                  </a:cubicBezTo>
                  <a:lnTo>
                    <a:pt x="1179024" y="699159"/>
                  </a:lnTo>
                  <a:lnTo>
                    <a:pt x="1177845" y="699023"/>
                  </a:lnTo>
                  <a:cubicBezTo>
                    <a:pt x="1174214" y="699455"/>
                    <a:pt x="1170404" y="700824"/>
                    <a:pt x="1166356" y="703443"/>
                  </a:cubicBezTo>
                  <a:lnTo>
                    <a:pt x="1179024" y="699159"/>
                  </a:lnTo>
                  <a:lnTo>
                    <a:pt x="1188263" y="700229"/>
                  </a:lnTo>
                  <a:cubicBezTo>
                    <a:pt x="1194931" y="702491"/>
                    <a:pt x="1201122" y="707253"/>
                    <a:pt x="1207313" y="712016"/>
                  </a:cubicBezTo>
                  <a:cubicBezTo>
                    <a:pt x="1210647" y="727732"/>
                    <a:pt x="1209694" y="741781"/>
                    <a:pt x="1205051" y="754402"/>
                  </a:cubicBezTo>
                  <a:lnTo>
                    <a:pt x="1180854" y="787924"/>
                  </a:lnTo>
                  <a:lnTo>
                    <a:pt x="1187073" y="807504"/>
                  </a:lnTo>
                  <a:cubicBezTo>
                    <a:pt x="1190883" y="812504"/>
                    <a:pt x="1196836" y="815362"/>
                    <a:pt x="1206361" y="814886"/>
                  </a:cubicBezTo>
                  <a:cubicBezTo>
                    <a:pt x="1214934" y="814886"/>
                    <a:pt x="1223506" y="816791"/>
                    <a:pt x="1213981" y="828221"/>
                  </a:cubicBezTo>
                  <a:cubicBezTo>
                    <a:pt x="1208266" y="850128"/>
                    <a:pt x="1205409" y="874893"/>
                    <a:pt x="1172071" y="862511"/>
                  </a:cubicBezTo>
                  <a:cubicBezTo>
                    <a:pt x="1153021" y="859653"/>
                    <a:pt x="1123494" y="872036"/>
                    <a:pt x="1115874" y="854891"/>
                  </a:cubicBezTo>
                  <a:cubicBezTo>
                    <a:pt x="1109206" y="839651"/>
                    <a:pt x="1133971" y="821553"/>
                    <a:pt x="1148259" y="807266"/>
                  </a:cubicBezTo>
                  <a:cubicBezTo>
                    <a:pt x="1157784" y="799646"/>
                    <a:pt x="1159689" y="785358"/>
                    <a:pt x="1173024" y="780596"/>
                  </a:cubicBezTo>
                  <a:lnTo>
                    <a:pt x="1173125" y="780684"/>
                  </a:lnTo>
                  <a:lnTo>
                    <a:pt x="1174333" y="770475"/>
                  </a:lnTo>
                  <a:cubicBezTo>
                    <a:pt x="1173023" y="767975"/>
                    <a:pt x="1169689" y="766784"/>
                    <a:pt x="1163498" y="767261"/>
                  </a:cubicBezTo>
                  <a:cubicBezTo>
                    <a:pt x="1147306" y="769166"/>
                    <a:pt x="1137781" y="780596"/>
                    <a:pt x="1124446" y="787263"/>
                  </a:cubicBezTo>
                  <a:cubicBezTo>
                    <a:pt x="1097776" y="793931"/>
                    <a:pt x="1070153" y="791073"/>
                    <a:pt x="1043483" y="789168"/>
                  </a:cubicBezTo>
                  <a:cubicBezTo>
                    <a:pt x="1026338" y="788216"/>
                    <a:pt x="1010146" y="786311"/>
                    <a:pt x="993953" y="794883"/>
                  </a:cubicBezTo>
                  <a:cubicBezTo>
                    <a:pt x="987286" y="810123"/>
                    <a:pt x="971093" y="808218"/>
                    <a:pt x="959663" y="814886"/>
                  </a:cubicBezTo>
                  <a:cubicBezTo>
                    <a:pt x="951091" y="825363"/>
                    <a:pt x="939661" y="831078"/>
                    <a:pt x="929183" y="839651"/>
                  </a:cubicBezTo>
                  <a:lnTo>
                    <a:pt x="925100" y="843462"/>
                  </a:lnTo>
                  <a:lnTo>
                    <a:pt x="915848" y="851081"/>
                  </a:lnTo>
                  <a:cubicBezTo>
                    <a:pt x="915848" y="851081"/>
                    <a:pt x="912991" y="851081"/>
                    <a:pt x="912991" y="851081"/>
                  </a:cubicBezTo>
                  <a:cubicBezTo>
                    <a:pt x="912991" y="851081"/>
                    <a:pt x="914896" y="852986"/>
                    <a:pt x="914896" y="852986"/>
                  </a:cubicBezTo>
                  <a:lnTo>
                    <a:pt x="925100" y="843462"/>
                  </a:lnTo>
                  <a:lnTo>
                    <a:pt x="932041" y="837746"/>
                  </a:lnTo>
                  <a:cubicBezTo>
                    <a:pt x="942518" y="824411"/>
                    <a:pt x="959663" y="826316"/>
                    <a:pt x="972998" y="820601"/>
                  </a:cubicBezTo>
                  <a:cubicBezTo>
                    <a:pt x="979666" y="818696"/>
                    <a:pt x="986333" y="814886"/>
                    <a:pt x="992048" y="814886"/>
                  </a:cubicBezTo>
                  <a:cubicBezTo>
                    <a:pt x="1003478" y="813933"/>
                    <a:pt x="1017766" y="809171"/>
                    <a:pt x="1023481" y="819648"/>
                  </a:cubicBezTo>
                  <a:cubicBezTo>
                    <a:pt x="1032053" y="834888"/>
                    <a:pt x="1013003" y="835841"/>
                    <a:pt x="1005383" y="842508"/>
                  </a:cubicBezTo>
                  <a:cubicBezTo>
                    <a:pt x="1003478" y="844413"/>
                    <a:pt x="1005383" y="851081"/>
                    <a:pt x="1006336" y="854891"/>
                  </a:cubicBezTo>
                  <a:cubicBezTo>
                    <a:pt x="997763" y="866321"/>
                    <a:pt x="1011098" y="877751"/>
                    <a:pt x="1005383" y="889181"/>
                  </a:cubicBezTo>
                  <a:cubicBezTo>
                    <a:pt x="1001573" y="899658"/>
                    <a:pt x="992048" y="903468"/>
                    <a:pt x="984428" y="910136"/>
                  </a:cubicBezTo>
                  <a:cubicBezTo>
                    <a:pt x="974903" y="918708"/>
                    <a:pt x="961568" y="909183"/>
                    <a:pt x="952043" y="916803"/>
                  </a:cubicBezTo>
                  <a:cubicBezTo>
                    <a:pt x="937756" y="931091"/>
                    <a:pt x="916801" y="932043"/>
                    <a:pt x="899656" y="938711"/>
                  </a:cubicBezTo>
                  <a:cubicBezTo>
                    <a:pt x="876796" y="947283"/>
                    <a:pt x="858698" y="959666"/>
                    <a:pt x="855841" y="985383"/>
                  </a:cubicBezTo>
                  <a:cubicBezTo>
                    <a:pt x="853936" y="1001576"/>
                    <a:pt x="839648" y="1003481"/>
                    <a:pt x="831076" y="1003481"/>
                  </a:cubicBezTo>
                  <a:cubicBezTo>
                    <a:pt x="779641" y="1006338"/>
                    <a:pt x="763448" y="1048248"/>
                    <a:pt x="738683" y="1081586"/>
                  </a:cubicBezTo>
                  <a:cubicBezTo>
                    <a:pt x="708203" y="1076823"/>
                    <a:pt x="712013" y="1097778"/>
                    <a:pt x="711061" y="1115876"/>
                  </a:cubicBezTo>
                  <a:cubicBezTo>
                    <a:pt x="707251" y="1144451"/>
                    <a:pt x="692011" y="1163501"/>
                    <a:pt x="666293" y="1175883"/>
                  </a:cubicBezTo>
                  <a:cubicBezTo>
                    <a:pt x="636766" y="1191123"/>
                    <a:pt x="610096" y="1209221"/>
                    <a:pt x="585331" y="1230176"/>
                  </a:cubicBezTo>
                  <a:cubicBezTo>
                    <a:pt x="565328" y="1247320"/>
                    <a:pt x="557708" y="1270181"/>
                    <a:pt x="559613" y="1297803"/>
                  </a:cubicBezTo>
                  <a:cubicBezTo>
                    <a:pt x="561518" y="1327331"/>
                    <a:pt x="564376" y="1356858"/>
                    <a:pt x="557708" y="1386386"/>
                  </a:cubicBezTo>
                  <a:cubicBezTo>
                    <a:pt x="555803" y="1394958"/>
                    <a:pt x="551993" y="1406388"/>
                    <a:pt x="542468" y="1407341"/>
                  </a:cubicBezTo>
                  <a:cubicBezTo>
                    <a:pt x="530086" y="1409246"/>
                    <a:pt x="531038" y="1394958"/>
                    <a:pt x="528181" y="1387338"/>
                  </a:cubicBezTo>
                  <a:cubicBezTo>
                    <a:pt x="522466" y="1365431"/>
                    <a:pt x="516751" y="1344476"/>
                    <a:pt x="519608" y="1320663"/>
                  </a:cubicBezTo>
                  <a:cubicBezTo>
                    <a:pt x="521513" y="1300661"/>
                    <a:pt x="522466" y="1280658"/>
                    <a:pt x="488176" y="1283516"/>
                  </a:cubicBezTo>
                  <a:cubicBezTo>
                    <a:pt x="470078" y="1285421"/>
                    <a:pt x="452933" y="1262561"/>
                    <a:pt x="429121" y="1267323"/>
                  </a:cubicBezTo>
                  <a:cubicBezTo>
                    <a:pt x="422453" y="1268276"/>
                    <a:pt x="411023" y="1265418"/>
                    <a:pt x="409118" y="1268276"/>
                  </a:cubicBezTo>
                  <a:cubicBezTo>
                    <a:pt x="391973" y="1307328"/>
                    <a:pt x="364351" y="1288278"/>
                    <a:pt x="336728" y="1284468"/>
                  </a:cubicBezTo>
                  <a:cubicBezTo>
                    <a:pt x="279578" y="1275896"/>
                    <a:pt x="228143" y="1315901"/>
                    <a:pt x="215761" y="1373051"/>
                  </a:cubicBezTo>
                  <a:cubicBezTo>
                    <a:pt x="210998" y="1396863"/>
                    <a:pt x="193853" y="1415913"/>
                    <a:pt x="189091" y="1441631"/>
                  </a:cubicBezTo>
                  <a:cubicBezTo>
                    <a:pt x="182423" y="1476873"/>
                    <a:pt x="183376" y="1511163"/>
                    <a:pt x="196711" y="1544501"/>
                  </a:cubicBezTo>
                  <a:cubicBezTo>
                    <a:pt x="204331" y="1564503"/>
                    <a:pt x="219571" y="1574028"/>
                    <a:pt x="244336" y="1573076"/>
                  </a:cubicBezTo>
                  <a:cubicBezTo>
                    <a:pt x="284341" y="1571171"/>
                    <a:pt x="310058" y="1555931"/>
                    <a:pt x="320536" y="1514973"/>
                  </a:cubicBezTo>
                  <a:cubicBezTo>
                    <a:pt x="324346" y="1500686"/>
                    <a:pt x="374828" y="1487351"/>
                    <a:pt x="387211" y="1494971"/>
                  </a:cubicBezTo>
                  <a:cubicBezTo>
                    <a:pt x="396736" y="1500686"/>
                    <a:pt x="392926" y="1507353"/>
                    <a:pt x="389116" y="1515926"/>
                  </a:cubicBezTo>
                  <a:cubicBezTo>
                    <a:pt x="372923" y="1552121"/>
                    <a:pt x="358636" y="1589268"/>
                    <a:pt x="340538" y="1624511"/>
                  </a:cubicBezTo>
                  <a:cubicBezTo>
                    <a:pt x="329108" y="1646418"/>
                    <a:pt x="340538" y="1644513"/>
                    <a:pt x="354826" y="1644513"/>
                  </a:cubicBezTo>
                  <a:cubicBezTo>
                    <a:pt x="372923" y="1644513"/>
                    <a:pt x="391973" y="1642608"/>
                    <a:pt x="410071" y="1645466"/>
                  </a:cubicBezTo>
                  <a:cubicBezTo>
                    <a:pt x="432931" y="1649276"/>
                    <a:pt x="449123" y="1658801"/>
                    <a:pt x="439598" y="1687376"/>
                  </a:cubicBezTo>
                  <a:cubicBezTo>
                    <a:pt x="433883" y="1705473"/>
                    <a:pt x="432931" y="1725476"/>
                    <a:pt x="426263" y="1743573"/>
                  </a:cubicBezTo>
                  <a:cubicBezTo>
                    <a:pt x="414833" y="1774053"/>
                    <a:pt x="432931" y="1793103"/>
                    <a:pt x="450076" y="1813106"/>
                  </a:cubicBezTo>
                  <a:cubicBezTo>
                    <a:pt x="466268" y="1832156"/>
                    <a:pt x="483413" y="1819773"/>
                    <a:pt x="499606" y="1812153"/>
                  </a:cubicBezTo>
                  <a:cubicBezTo>
                    <a:pt x="512941" y="1806438"/>
                    <a:pt x="528181" y="1806438"/>
                    <a:pt x="536753" y="1818821"/>
                  </a:cubicBezTo>
                  <a:cubicBezTo>
                    <a:pt x="554851" y="1843586"/>
                    <a:pt x="571996" y="1829298"/>
                    <a:pt x="577711" y="1813106"/>
                  </a:cubicBezTo>
                  <a:cubicBezTo>
                    <a:pt x="591998" y="1771196"/>
                    <a:pt x="630098" y="1768338"/>
                    <a:pt x="661531" y="1754051"/>
                  </a:cubicBezTo>
                  <a:cubicBezTo>
                    <a:pt x="671056" y="1754051"/>
                    <a:pt x="673913" y="1755956"/>
                    <a:pt x="672008" y="1763576"/>
                  </a:cubicBezTo>
                  <a:cubicBezTo>
                    <a:pt x="676771" y="1783578"/>
                    <a:pt x="689153" y="1777863"/>
                    <a:pt x="695821" y="1768338"/>
                  </a:cubicBezTo>
                  <a:cubicBezTo>
                    <a:pt x="713918" y="1745478"/>
                    <a:pt x="729158" y="1761671"/>
                    <a:pt x="741541" y="1772148"/>
                  </a:cubicBezTo>
                  <a:cubicBezTo>
                    <a:pt x="769163" y="1795008"/>
                    <a:pt x="799643" y="1798818"/>
                    <a:pt x="832028" y="1788341"/>
                  </a:cubicBezTo>
                  <a:cubicBezTo>
                    <a:pt x="845363" y="1783578"/>
                    <a:pt x="854888" y="1779768"/>
                    <a:pt x="865366" y="1796913"/>
                  </a:cubicBezTo>
                  <a:cubicBezTo>
                    <a:pt x="875843" y="1814058"/>
                    <a:pt x="896798" y="1823583"/>
                    <a:pt x="910133" y="1838823"/>
                  </a:cubicBezTo>
                  <a:cubicBezTo>
                    <a:pt x="947281" y="1881686"/>
                    <a:pt x="990143" y="1906451"/>
                    <a:pt x="1047293" y="1918833"/>
                  </a:cubicBezTo>
                  <a:cubicBezTo>
                    <a:pt x="1093966" y="1928358"/>
                    <a:pt x="1124446" y="1995986"/>
                    <a:pt x="1116826" y="2036943"/>
                  </a:cubicBezTo>
                  <a:cubicBezTo>
                    <a:pt x="1113968" y="2044563"/>
                    <a:pt x="1111111" y="2051231"/>
                    <a:pt x="1106348" y="2056946"/>
                  </a:cubicBezTo>
                  <a:cubicBezTo>
                    <a:pt x="1092061" y="2071233"/>
                    <a:pt x="1112063" y="2086473"/>
                    <a:pt x="1104443" y="2099808"/>
                  </a:cubicBezTo>
                  <a:cubicBezTo>
                    <a:pt x="1110158" y="2107428"/>
                    <a:pt x="1117778" y="2102666"/>
                    <a:pt x="1124446" y="2102666"/>
                  </a:cubicBezTo>
                  <a:cubicBezTo>
                    <a:pt x="1147306" y="2095046"/>
                    <a:pt x="1161593" y="2062661"/>
                    <a:pt x="1193026" y="2077901"/>
                  </a:cubicBezTo>
                  <a:cubicBezTo>
                    <a:pt x="1225411" y="2087426"/>
                    <a:pt x="1244461" y="2125526"/>
                    <a:pt x="1280656" y="2123621"/>
                  </a:cubicBezTo>
                  <a:cubicBezTo>
                    <a:pt x="1325423" y="2121716"/>
                    <a:pt x="1360666" y="2136956"/>
                    <a:pt x="1387336" y="2172198"/>
                  </a:cubicBezTo>
                  <a:cubicBezTo>
                    <a:pt x="1398766" y="2187438"/>
                    <a:pt x="1427341" y="2172198"/>
                    <a:pt x="1434008" y="2199821"/>
                  </a:cubicBezTo>
                  <a:cubicBezTo>
                    <a:pt x="1440676" y="2228396"/>
                    <a:pt x="1444486" y="2256018"/>
                    <a:pt x="1430198" y="2282688"/>
                  </a:cubicBezTo>
                  <a:cubicBezTo>
                    <a:pt x="1413053" y="2315073"/>
                    <a:pt x="1388288" y="2341743"/>
                    <a:pt x="1370191" y="2373176"/>
                  </a:cubicBezTo>
                  <a:cubicBezTo>
                    <a:pt x="1359713" y="2391273"/>
                    <a:pt x="1356856" y="2406513"/>
                    <a:pt x="1358761" y="2423658"/>
                  </a:cubicBezTo>
                  <a:cubicBezTo>
                    <a:pt x="1366381" y="2486523"/>
                    <a:pt x="1352093" y="2544626"/>
                    <a:pt x="1327328" y="2600823"/>
                  </a:cubicBezTo>
                  <a:cubicBezTo>
                    <a:pt x="1321613" y="2612253"/>
                    <a:pt x="1313041" y="2629398"/>
                    <a:pt x="1293991" y="2626541"/>
                  </a:cubicBezTo>
                  <a:cubicBezTo>
                    <a:pt x="1261606" y="2622731"/>
                    <a:pt x="1241603" y="2647496"/>
                    <a:pt x="1218743" y="2661783"/>
                  </a:cubicBezTo>
                  <a:cubicBezTo>
                    <a:pt x="1203503" y="2671308"/>
                    <a:pt x="1187311" y="2690358"/>
                    <a:pt x="1193026" y="2710361"/>
                  </a:cubicBezTo>
                  <a:cubicBezTo>
                    <a:pt x="1205408" y="2757033"/>
                    <a:pt x="1178738" y="2793228"/>
                    <a:pt x="1164451" y="2832281"/>
                  </a:cubicBezTo>
                  <a:cubicBezTo>
                    <a:pt x="1154926" y="2859903"/>
                    <a:pt x="1136828" y="2884668"/>
                    <a:pt x="1122541" y="2910386"/>
                  </a:cubicBezTo>
                  <a:cubicBezTo>
                    <a:pt x="1116826" y="2920863"/>
                    <a:pt x="1109206" y="2929436"/>
                    <a:pt x="1095871" y="2929436"/>
                  </a:cubicBezTo>
                  <a:cubicBezTo>
                    <a:pt x="1085393" y="2920863"/>
                    <a:pt x="1072058" y="2930388"/>
                    <a:pt x="1061581" y="2922768"/>
                  </a:cubicBezTo>
                  <a:cubicBezTo>
                    <a:pt x="1053961" y="2919911"/>
                    <a:pt x="1044436" y="2911338"/>
                    <a:pt x="1047293" y="2929436"/>
                  </a:cubicBezTo>
                  <a:cubicBezTo>
                    <a:pt x="1052056" y="2938961"/>
                    <a:pt x="1062533" y="2944676"/>
                    <a:pt x="1061581" y="2956106"/>
                  </a:cubicBezTo>
                  <a:cubicBezTo>
                    <a:pt x="1055866" y="2964678"/>
                    <a:pt x="1048246" y="2962773"/>
                    <a:pt x="1040626" y="2959916"/>
                  </a:cubicBezTo>
                  <a:cubicBezTo>
                    <a:pt x="952043" y="2929436"/>
                    <a:pt x="865366" y="2895146"/>
                    <a:pt x="783451" y="2850378"/>
                  </a:cubicBezTo>
                  <a:cubicBezTo>
                    <a:pt x="762496" y="2838948"/>
                    <a:pt x="762496" y="2820851"/>
                    <a:pt x="752971" y="2805611"/>
                  </a:cubicBezTo>
                  <a:cubicBezTo>
                    <a:pt x="730111" y="2799896"/>
                    <a:pt x="738683" y="2779893"/>
                    <a:pt x="737731" y="2765606"/>
                  </a:cubicBezTo>
                  <a:cubicBezTo>
                    <a:pt x="736778" y="2697978"/>
                    <a:pt x="732968" y="2631303"/>
                    <a:pt x="721538" y="2564628"/>
                  </a:cubicBezTo>
                  <a:cubicBezTo>
                    <a:pt x="715823" y="2532243"/>
                    <a:pt x="700583" y="2503668"/>
                    <a:pt x="670103" y="2492238"/>
                  </a:cubicBezTo>
                  <a:cubicBezTo>
                    <a:pt x="596761" y="2464616"/>
                    <a:pt x="568186" y="2400798"/>
                    <a:pt x="539611" y="2337933"/>
                  </a:cubicBezTo>
                  <a:cubicBezTo>
                    <a:pt x="520561" y="2296976"/>
                    <a:pt x="502463" y="2256971"/>
                    <a:pt x="473888" y="2221728"/>
                  </a:cubicBezTo>
                  <a:cubicBezTo>
                    <a:pt x="456743" y="2200773"/>
                    <a:pt x="450076" y="2174103"/>
                    <a:pt x="468173" y="2148386"/>
                  </a:cubicBezTo>
                  <a:cubicBezTo>
                    <a:pt x="473888" y="2140766"/>
                    <a:pt x="477698" y="2133146"/>
                    <a:pt x="471983" y="2122668"/>
                  </a:cubicBezTo>
                  <a:cubicBezTo>
                    <a:pt x="452933" y="2083616"/>
                    <a:pt x="471983" y="2052183"/>
                    <a:pt x="493891" y="2021703"/>
                  </a:cubicBezTo>
                  <a:cubicBezTo>
                    <a:pt x="518656" y="1987413"/>
                    <a:pt x="546278" y="1955028"/>
                    <a:pt x="538658" y="1907403"/>
                  </a:cubicBezTo>
                  <a:cubicBezTo>
                    <a:pt x="535801" y="1889306"/>
                    <a:pt x="531991" y="1871208"/>
                    <a:pt x="524371" y="1854063"/>
                  </a:cubicBezTo>
                  <a:cubicBezTo>
                    <a:pt x="517703" y="1837871"/>
                    <a:pt x="507226" y="1834061"/>
                    <a:pt x="499606" y="1853111"/>
                  </a:cubicBezTo>
                  <a:cubicBezTo>
                    <a:pt x="489128" y="1876923"/>
                    <a:pt x="475793" y="1875018"/>
                    <a:pt x="459601" y="1860731"/>
                  </a:cubicBezTo>
                  <a:cubicBezTo>
                    <a:pt x="443408" y="1847396"/>
                    <a:pt x="425311" y="1838823"/>
                    <a:pt x="408166" y="1827393"/>
                  </a:cubicBezTo>
                  <a:cubicBezTo>
                    <a:pt x="375781" y="1806438"/>
                    <a:pt x="371971" y="1771196"/>
                    <a:pt x="354826" y="1742621"/>
                  </a:cubicBezTo>
                  <a:cubicBezTo>
                    <a:pt x="346253" y="1729286"/>
                    <a:pt x="337681" y="1720713"/>
                    <a:pt x="322441" y="1715951"/>
                  </a:cubicBezTo>
                  <a:cubicBezTo>
                    <a:pt x="289103" y="1705473"/>
                    <a:pt x="255766" y="1691186"/>
                    <a:pt x="234811" y="1658801"/>
                  </a:cubicBezTo>
                  <a:cubicBezTo>
                    <a:pt x="228143" y="1649276"/>
                    <a:pt x="218618" y="1639751"/>
                    <a:pt x="206236" y="1644513"/>
                  </a:cubicBezTo>
                  <a:cubicBezTo>
                    <a:pt x="170993" y="1656896"/>
                    <a:pt x="143371" y="1639751"/>
                    <a:pt x="116701" y="1622606"/>
                  </a:cubicBezTo>
                  <a:cubicBezTo>
                    <a:pt x="85268" y="1603556"/>
                    <a:pt x="54788" y="1583553"/>
                    <a:pt x="28118" y="1557836"/>
                  </a:cubicBezTo>
                  <a:cubicBezTo>
                    <a:pt x="11926" y="1541643"/>
                    <a:pt x="1448" y="1523546"/>
                    <a:pt x="12878" y="1499733"/>
                  </a:cubicBezTo>
                  <a:cubicBezTo>
                    <a:pt x="20498" y="1482588"/>
                    <a:pt x="16688" y="1463538"/>
                    <a:pt x="10021" y="1446393"/>
                  </a:cubicBezTo>
                  <a:cubicBezTo>
                    <a:pt x="6211" y="1434963"/>
                    <a:pt x="-1409" y="1423533"/>
                    <a:pt x="5258" y="1410198"/>
                  </a:cubicBezTo>
                  <a:cubicBezTo>
                    <a:pt x="-12839" y="1304471"/>
                    <a:pt x="19546" y="1205411"/>
                    <a:pt x="45263" y="1105398"/>
                  </a:cubicBezTo>
                  <a:cubicBezTo>
                    <a:pt x="94793" y="912993"/>
                    <a:pt x="185281" y="739638"/>
                    <a:pt x="304343" y="581523"/>
                  </a:cubicBezTo>
                  <a:cubicBezTo>
                    <a:pt x="374828" y="487226"/>
                    <a:pt x="458648" y="405311"/>
                    <a:pt x="548183" y="329111"/>
                  </a:cubicBezTo>
                  <a:cubicBezTo>
                    <a:pt x="568186" y="311966"/>
                    <a:pt x="591046" y="303393"/>
                    <a:pt x="617716" y="317681"/>
                  </a:cubicBezTo>
                  <a:cubicBezTo>
                    <a:pt x="628193" y="324348"/>
                    <a:pt x="628193" y="314823"/>
                    <a:pt x="631051" y="309108"/>
                  </a:cubicBezTo>
                  <a:cubicBezTo>
                    <a:pt x="652006" y="308156"/>
                    <a:pt x="669151" y="289106"/>
                    <a:pt x="692011" y="299583"/>
                  </a:cubicBezTo>
                  <a:cubicBezTo>
                    <a:pt x="712013" y="311966"/>
                    <a:pt x="732968" y="317681"/>
                    <a:pt x="756781" y="316728"/>
                  </a:cubicBezTo>
                  <a:cubicBezTo>
                    <a:pt x="764401" y="317681"/>
                    <a:pt x="772973" y="320538"/>
                    <a:pt x="780593" y="315776"/>
                  </a:cubicBezTo>
                  <a:cubicBezTo>
                    <a:pt x="786308" y="312918"/>
                    <a:pt x="792023" y="311966"/>
                    <a:pt x="797738" y="314823"/>
                  </a:cubicBezTo>
                  <a:cubicBezTo>
                    <a:pt x="808216" y="327206"/>
                    <a:pt x="819646" y="321491"/>
                    <a:pt x="831076" y="316728"/>
                  </a:cubicBezTo>
                  <a:cubicBezTo>
                    <a:pt x="837743" y="304346"/>
                    <a:pt x="858698" y="297678"/>
                    <a:pt x="841553" y="277676"/>
                  </a:cubicBezTo>
                  <a:cubicBezTo>
                    <a:pt x="834886" y="270056"/>
                    <a:pt x="846316" y="263388"/>
                    <a:pt x="852031" y="259578"/>
                  </a:cubicBezTo>
                  <a:cubicBezTo>
                    <a:pt x="857269" y="255768"/>
                    <a:pt x="862508" y="252434"/>
                    <a:pt x="867152" y="248624"/>
                  </a:cubicBezTo>
                  <a:lnTo>
                    <a:pt x="876026" y="238011"/>
                  </a:lnTo>
                  <a:lnTo>
                    <a:pt x="858921" y="241392"/>
                  </a:lnTo>
                  <a:cubicBezTo>
                    <a:pt x="840303" y="244874"/>
                    <a:pt x="823694" y="244338"/>
                    <a:pt x="821551" y="210048"/>
                  </a:cubicBezTo>
                  <a:cubicBezTo>
                    <a:pt x="833933" y="208143"/>
                    <a:pt x="848221" y="208143"/>
                    <a:pt x="857746" y="190998"/>
                  </a:cubicBezTo>
                  <a:cubicBezTo>
                    <a:pt x="861079" y="184807"/>
                    <a:pt x="867032" y="183378"/>
                    <a:pt x="873343" y="184331"/>
                  </a:cubicBezTo>
                  <a:close/>
                  <a:moveTo>
                    <a:pt x="798215" y="181949"/>
                  </a:moveTo>
                  <a:cubicBezTo>
                    <a:pt x="801310" y="182187"/>
                    <a:pt x="803930" y="183378"/>
                    <a:pt x="805359" y="187188"/>
                  </a:cubicBezTo>
                  <a:cubicBezTo>
                    <a:pt x="808216" y="194808"/>
                    <a:pt x="800596" y="194808"/>
                    <a:pt x="795834" y="196713"/>
                  </a:cubicBezTo>
                  <a:cubicBezTo>
                    <a:pt x="790119" y="193856"/>
                    <a:pt x="788214" y="189093"/>
                    <a:pt x="788214" y="182426"/>
                  </a:cubicBezTo>
                  <a:cubicBezTo>
                    <a:pt x="791547" y="182426"/>
                    <a:pt x="795119" y="181711"/>
                    <a:pt x="798215" y="181949"/>
                  </a:cubicBezTo>
                  <a:close/>
                  <a:moveTo>
                    <a:pt x="938708" y="121466"/>
                  </a:moveTo>
                  <a:cubicBezTo>
                    <a:pt x="943471" y="128133"/>
                    <a:pt x="953948" y="130038"/>
                    <a:pt x="952043" y="141468"/>
                  </a:cubicBezTo>
                  <a:lnTo>
                    <a:pt x="951037" y="142501"/>
                  </a:lnTo>
                  <a:lnTo>
                    <a:pt x="953949" y="140516"/>
                  </a:lnTo>
                  <a:cubicBezTo>
                    <a:pt x="952996" y="143373"/>
                    <a:pt x="952996" y="146231"/>
                    <a:pt x="952996" y="148136"/>
                  </a:cubicBezTo>
                  <a:cubicBezTo>
                    <a:pt x="952996" y="154803"/>
                    <a:pt x="952996" y="161471"/>
                    <a:pt x="952996" y="169091"/>
                  </a:cubicBezTo>
                  <a:cubicBezTo>
                    <a:pt x="949662" y="166709"/>
                    <a:pt x="947281" y="162899"/>
                    <a:pt x="944424" y="159804"/>
                  </a:cubicBezTo>
                  <a:lnTo>
                    <a:pt x="933131" y="154863"/>
                  </a:lnTo>
                  <a:lnTo>
                    <a:pt x="931088" y="155756"/>
                  </a:lnTo>
                  <a:cubicBezTo>
                    <a:pt x="931088" y="155756"/>
                    <a:pt x="930136" y="155756"/>
                    <a:pt x="930136" y="155756"/>
                  </a:cubicBezTo>
                  <a:cubicBezTo>
                    <a:pt x="925373" y="152898"/>
                    <a:pt x="906323" y="162423"/>
                    <a:pt x="918706" y="144326"/>
                  </a:cubicBezTo>
                  <a:cubicBezTo>
                    <a:pt x="923468" y="137658"/>
                    <a:pt x="931088" y="131943"/>
                    <a:pt x="931088" y="122418"/>
                  </a:cubicBezTo>
                  <a:cubicBezTo>
                    <a:pt x="934898" y="118608"/>
                    <a:pt x="936803" y="118608"/>
                    <a:pt x="938708" y="121466"/>
                  </a:cubicBezTo>
                  <a:close/>
                  <a:moveTo>
                    <a:pt x="925373" y="107178"/>
                  </a:moveTo>
                  <a:cubicBezTo>
                    <a:pt x="930136" y="111940"/>
                    <a:pt x="934898" y="116703"/>
                    <a:pt x="938708" y="121465"/>
                  </a:cubicBezTo>
                  <a:lnTo>
                    <a:pt x="935851" y="121465"/>
                  </a:lnTo>
                  <a:cubicBezTo>
                    <a:pt x="935851" y="121465"/>
                    <a:pt x="932993" y="121465"/>
                    <a:pt x="932993" y="121465"/>
                  </a:cubicBezTo>
                  <a:cubicBezTo>
                    <a:pt x="923468" y="125275"/>
                    <a:pt x="912991" y="131943"/>
                    <a:pt x="901561" y="123370"/>
                  </a:cubicBezTo>
                  <a:cubicBezTo>
                    <a:pt x="904418" y="109083"/>
                    <a:pt x="915848" y="109083"/>
                    <a:pt x="925373" y="107178"/>
                  </a:cubicBezTo>
                  <a:close/>
                  <a:moveTo>
                    <a:pt x="1021576" y="71936"/>
                  </a:moveTo>
                  <a:cubicBezTo>
                    <a:pt x="1037768" y="75746"/>
                    <a:pt x="1038721" y="87176"/>
                    <a:pt x="1031101" y="97653"/>
                  </a:cubicBezTo>
                  <a:cubicBezTo>
                    <a:pt x="1019671" y="115751"/>
                    <a:pt x="1011098" y="95748"/>
                    <a:pt x="1000621" y="92891"/>
                  </a:cubicBezTo>
                  <a:cubicBezTo>
                    <a:pt x="1002526" y="88128"/>
                    <a:pt x="1005383" y="83366"/>
                    <a:pt x="1007288" y="79556"/>
                  </a:cubicBezTo>
                  <a:cubicBezTo>
                    <a:pt x="1012051" y="76698"/>
                    <a:pt x="1016813" y="74793"/>
                    <a:pt x="1021576" y="71936"/>
                  </a:cubicBezTo>
                  <a:close/>
                  <a:moveTo>
                    <a:pt x="1113849" y="40265"/>
                  </a:moveTo>
                  <a:cubicBezTo>
                    <a:pt x="1128732" y="39074"/>
                    <a:pt x="1143972" y="42885"/>
                    <a:pt x="1159689" y="51933"/>
                  </a:cubicBezTo>
                  <a:cubicBezTo>
                    <a:pt x="1175881" y="68126"/>
                    <a:pt x="1166356" y="76698"/>
                    <a:pt x="1151116" y="84318"/>
                  </a:cubicBezTo>
                  <a:cubicBezTo>
                    <a:pt x="1137781" y="90986"/>
                    <a:pt x="1123494" y="86223"/>
                    <a:pt x="1111111" y="92891"/>
                  </a:cubicBezTo>
                  <a:cubicBezTo>
                    <a:pt x="1083489" y="98606"/>
                    <a:pt x="1067296" y="90033"/>
                    <a:pt x="1070153" y="58601"/>
                  </a:cubicBezTo>
                  <a:cubicBezTo>
                    <a:pt x="1084441" y="47647"/>
                    <a:pt x="1098967" y="41456"/>
                    <a:pt x="1113849" y="40265"/>
                  </a:cubicBezTo>
                  <a:close/>
                  <a:moveTo>
                    <a:pt x="1400760" y="96"/>
                  </a:moveTo>
                  <a:cubicBezTo>
                    <a:pt x="1426031" y="498"/>
                    <a:pt x="1451392" y="2164"/>
                    <a:pt x="1476871" y="5260"/>
                  </a:cubicBezTo>
                  <a:cubicBezTo>
                    <a:pt x="1521639" y="13833"/>
                    <a:pt x="1566406" y="14785"/>
                    <a:pt x="1611174" y="9070"/>
                  </a:cubicBezTo>
                  <a:cubicBezTo>
                    <a:pt x="1614984" y="7165"/>
                    <a:pt x="1619746" y="9070"/>
                    <a:pt x="1619746" y="17643"/>
                  </a:cubicBezTo>
                  <a:cubicBezTo>
                    <a:pt x="1631176" y="13833"/>
                    <a:pt x="1639748" y="20500"/>
                    <a:pt x="1646416" y="28120"/>
                  </a:cubicBezTo>
                  <a:cubicBezTo>
                    <a:pt x="1652131" y="36693"/>
                    <a:pt x="1659751" y="35740"/>
                    <a:pt x="1667371" y="31930"/>
                  </a:cubicBezTo>
                  <a:cubicBezTo>
                    <a:pt x="1693088" y="18119"/>
                    <a:pt x="1717377" y="11690"/>
                    <a:pt x="1742261" y="11690"/>
                  </a:cubicBezTo>
                  <a:cubicBezTo>
                    <a:pt x="1767145" y="11690"/>
                    <a:pt x="1792624" y="18119"/>
                    <a:pt x="1820723" y="30025"/>
                  </a:cubicBezTo>
                  <a:cubicBezTo>
                    <a:pt x="1845488" y="40503"/>
                    <a:pt x="1874063" y="40503"/>
                    <a:pt x="1901686" y="45265"/>
                  </a:cubicBezTo>
                  <a:cubicBezTo>
                    <a:pt x="1905496" y="54790"/>
                    <a:pt x="1888351" y="56695"/>
                    <a:pt x="1894066" y="69078"/>
                  </a:cubicBezTo>
                  <a:cubicBezTo>
                    <a:pt x="1913116" y="57648"/>
                    <a:pt x="1934071" y="52885"/>
                    <a:pt x="1955978" y="55743"/>
                  </a:cubicBezTo>
                  <a:cubicBezTo>
                    <a:pt x="1961693" y="62410"/>
                    <a:pt x="1959788" y="69078"/>
                    <a:pt x="1954073" y="71935"/>
                  </a:cubicBezTo>
                  <a:cubicBezTo>
                    <a:pt x="1939786" y="78603"/>
                    <a:pt x="1939786" y="91938"/>
                    <a:pt x="1935976" y="103368"/>
                  </a:cubicBezTo>
                  <a:cubicBezTo>
                    <a:pt x="1904543" y="124323"/>
                    <a:pt x="1914068" y="142420"/>
                    <a:pt x="1949311" y="161470"/>
                  </a:cubicBezTo>
                  <a:cubicBezTo>
                    <a:pt x="1923593" y="162423"/>
                    <a:pt x="1905496" y="153850"/>
                    <a:pt x="1894066" y="171948"/>
                  </a:cubicBezTo>
                  <a:cubicBezTo>
                    <a:pt x="1899781" y="177663"/>
                    <a:pt x="1909306" y="175758"/>
                    <a:pt x="1913116" y="183378"/>
                  </a:cubicBezTo>
                  <a:cubicBezTo>
                    <a:pt x="1917878" y="187188"/>
                    <a:pt x="1922641" y="195760"/>
                    <a:pt x="1907401" y="196713"/>
                  </a:cubicBezTo>
                  <a:cubicBezTo>
                    <a:pt x="1907401" y="221478"/>
                    <a:pt x="1903591" y="242433"/>
                    <a:pt x="1873111" y="245290"/>
                  </a:cubicBezTo>
                  <a:cubicBezTo>
                    <a:pt x="1842631" y="244338"/>
                    <a:pt x="1879778" y="263388"/>
                    <a:pt x="1866443" y="267198"/>
                  </a:cubicBezTo>
                  <a:cubicBezTo>
                    <a:pt x="1860728" y="271008"/>
                    <a:pt x="1855013" y="271960"/>
                    <a:pt x="1851203" y="270055"/>
                  </a:cubicBezTo>
                  <a:cubicBezTo>
                    <a:pt x="1860728" y="280533"/>
                    <a:pt x="1876921" y="291963"/>
                    <a:pt x="1866443" y="313870"/>
                  </a:cubicBezTo>
                  <a:cubicBezTo>
                    <a:pt x="1859776" y="319585"/>
                    <a:pt x="1852156" y="321490"/>
                    <a:pt x="1843583" y="319585"/>
                  </a:cubicBezTo>
                  <a:cubicBezTo>
                    <a:pt x="1833106" y="315775"/>
                    <a:pt x="1827391" y="307203"/>
                    <a:pt x="1819771" y="300535"/>
                  </a:cubicBezTo>
                  <a:cubicBezTo>
                    <a:pt x="1811198" y="310060"/>
                    <a:pt x="1800721" y="314823"/>
                    <a:pt x="1788338" y="313870"/>
                  </a:cubicBezTo>
                  <a:cubicBezTo>
                    <a:pt x="1791196" y="322443"/>
                    <a:pt x="1796911" y="313870"/>
                    <a:pt x="1800721" y="315775"/>
                  </a:cubicBezTo>
                  <a:cubicBezTo>
                    <a:pt x="1808341" y="314823"/>
                    <a:pt x="1815961" y="312918"/>
                    <a:pt x="1823581" y="314823"/>
                  </a:cubicBezTo>
                  <a:cubicBezTo>
                    <a:pt x="1826438" y="315775"/>
                    <a:pt x="1830248" y="316728"/>
                    <a:pt x="1833106" y="317680"/>
                  </a:cubicBezTo>
                  <a:cubicBezTo>
                    <a:pt x="1838821" y="322443"/>
                    <a:pt x="1842631" y="327205"/>
                    <a:pt x="1838821" y="334825"/>
                  </a:cubicBezTo>
                  <a:cubicBezTo>
                    <a:pt x="1800721" y="354828"/>
                    <a:pt x="1760716" y="371020"/>
                    <a:pt x="1715948" y="370068"/>
                  </a:cubicBezTo>
                  <a:cubicBezTo>
                    <a:pt x="1707376" y="370068"/>
                    <a:pt x="1695946" y="372925"/>
                    <a:pt x="1691183" y="379593"/>
                  </a:cubicBezTo>
                  <a:cubicBezTo>
                    <a:pt x="1662608" y="411025"/>
                    <a:pt x="1627366" y="425313"/>
                    <a:pt x="1586408" y="430075"/>
                  </a:cubicBezTo>
                  <a:cubicBezTo>
                    <a:pt x="1564501" y="432933"/>
                    <a:pt x="1554976" y="450078"/>
                    <a:pt x="1542593" y="468175"/>
                  </a:cubicBezTo>
                  <a:cubicBezTo>
                    <a:pt x="1522591" y="497703"/>
                    <a:pt x="1501636" y="527230"/>
                    <a:pt x="1480681" y="555805"/>
                  </a:cubicBezTo>
                  <a:cubicBezTo>
                    <a:pt x="1475918" y="562473"/>
                    <a:pt x="1469251" y="562473"/>
                    <a:pt x="1462583" y="562473"/>
                  </a:cubicBezTo>
                  <a:cubicBezTo>
                    <a:pt x="1419721" y="558663"/>
                    <a:pt x="1380668" y="507228"/>
                    <a:pt x="1385431" y="462460"/>
                  </a:cubicBezTo>
                  <a:cubicBezTo>
                    <a:pt x="1388288" y="441505"/>
                    <a:pt x="1374001" y="421503"/>
                    <a:pt x="1379716" y="398643"/>
                  </a:cubicBezTo>
                  <a:cubicBezTo>
                    <a:pt x="1387336" y="363400"/>
                    <a:pt x="1418768" y="354828"/>
                    <a:pt x="1441628" y="335778"/>
                  </a:cubicBezTo>
                  <a:cubicBezTo>
                    <a:pt x="1443533" y="331015"/>
                    <a:pt x="1445438" y="325300"/>
                    <a:pt x="1449248" y="321490"/>
                  </a:cubicBezTo>
                  <a:cubicBezTo>
                    <a:pt x="1454011" y="314823"/>
                    <a:pt x="1454963" y="306250"/>
                    <a:pt x="1461631" y="300535"/>
                  </a:cubicBezTo>
                  <a:cubicBezTo>
                    <a:pt x="1451153" y="280533"/>
                    <a:pt x="1439723" y="265293"/>
                    <a:pt x="1412101" y="280533"/>
                  </a:cubicBezTo>
                  <a:cubicBezTo>
                    <a:pt x="1425436" y="259578"/>
                    <a:pt x="1438771" y="241480"/>
                    <a:pt x="1434961" y="215763"/>
                  </a:cubicBezTo>
                  <a:cubicBezTo>
                    <a:pt x="1430198" y="178615"/>
                    <a:pt x="1409243" y="158613"/>
                    <a:pt x="1371143" y="160518"/>
                  </a:cubicBezTo>
                  <a:cubicBezTo>
                    <a:pt x="1357808" y="161470"/>
                    <a:pt x="1343521" y="159565"/>
                    <a:pt x="1331138" y="162423"/>
                  </a:cubicBezTo>
                  <a:cubicBezTo>
                    <a:pt x="1317803" y="165280"/>
                    <a:pt x="1310183" y="161470"/>
                    <a:pt x="1303516" y="150040"/>
                  </a:cubicBezTo>
                  <a:cubicBezTo>
                    <a:pt x="1296848" y="136705"/>
                    <a:pt x="1300658" y="131943"/>
                    <a:pt x="1313993" y="130038"/>
                  </a:cubicBezTo>
                  <a:cubicBezTo>
                    <a:pt x="1321613" y="129085"/>
                    <a:pt x="1316851" y="124323"/>
                    <a:pt x="1313041" y="121465"/>
                  </a:cubicBezTo>
                  <a:cubicBezTo>
                    <a:pt x="1283513" y="99558"/>
                    <a:pt x="1311136" y="99558"/>
                    <a:pt x="1323518" y="96700"/>
                  </a:cubicBezTo>
                  <a:cubicBezTo>
                    <a:pt x="1344473" y="92890"/>
                    <a:pt x="1365428" y="88128"/>
                    <a:pt x="1387336" y="88128"/>
                  </a:cubicBezTo>
                  <a:cubicBezTo>
                    <a:pt x="1399718" y="88128"/>
                    <a:pt x="1414006" y="81460"/>
                    <a:pt x="1394003" y="68125"/>
                  </a:cubicBezTo>
                  <a:cubicBezTo>
                    <a:pt x="1402576" y="42408"/>
                    <a:pt x="1427341" y="49075"/>
                    <a:pt x="1445438" y="41455"/>
                  </a:cubicBezTo>
                  <a:lnTo>
                    <a:pt x="1471104" y="35589"/>
                  </a:lnTo>
                  <a:lnTo>
                    <a:pt x="1469608" y="35026"/>
                  </a:lnTo>
                  <a:cubicBezTo>
                    <a:pt x="1465441" y="34550"/>
                    <a:pt x="1461155" y="34788"/>
                    <a:pt x="1456869" y="34788"/>
                  </a:cubicBezTo>
                  <a:cubicBezTo>
                    <a:pt x="1424484" y="38598"/>
                    <a:pt x="1396861" y="56695"/>
                    <a:pt x="1365429" y="60505"/>
                  </a:cubicBezTo>
                  <a:cubicBezTo>
                    <a:pt x="1307326" y="66220"/>
                    <a:pt x="1264464" y="112893"/>
                    <a:pt x="1208266" y="122418"/>
                  </a:cubicBezTo>
                  <a:cubicBezTo>
                    <a:pt x="1196836" y="130038"/>
                    <a:pt x="1186359" y="129085"/>
                    <a:pt x="1175881" y="122418"/>
                  </a:cubicBezTo>
                  <a:cubicBezTo>
                    <a:pt x="1178739" y="129085"/>
                    <a:pt x="1197789" y="127180"/>
                    <a:pt x="1187311" y="142420"/>
                  </a:cubicBezTo>
                  <a:cubicBezTo>
                    <a:pt x="1185406" y="144325"/>
                    <a:pt x="1182549" y="146230"/>
                    <a:pt x="1180644" y="149088"/>
                  </a:cubicBezTo>
                  <a:cubicBezTo>
                    <a:pt x="1173262" y="152183"/>
                    <a:pt x="1165939" y="153434"/>
                    <a:pt x="1158647" y="153642"/>
                  </a:cubicBezTo>
                  <a:lnTo>
                    <a:pt x="1143520" y="152466"/>
                  </a:lnTo>
                  <a:lnTo>
                    <a:pt x="1148259" y="153731"/>
                  </a:lnTo>
                  <a:cubicBezTo>
                    <a:pt x="1153498" y="157422"/>
                    <a:pt x="1155879" y="163851"/>
                    <a:pt x="1152069" y="175758"/>
                  </a:cubicBezTo>
                  <a:cubicBezTo>
                    <a:pt x="1112064" y="198618"/>
                    <a:pt x="1069201" y="175758"/>
                    <a:pt x="1029196" y="182425"/>
                  </a:cubicBezTo>
                  <a:cubicBezTo>
                    <a:pt x="1020624" y="171948"/>
                    <a:pt x="980619" y="182425"/>
                    <a:pt x="1006336" y="148135"/>
                  </a:cubicBezTo>
                  <a:cubicBezTo>
                    <a:pt x="1011099" y="141468"/>
                    <a:pt x="1003479" y="136705"/>
                    <a:pt x="995859" y="134800"/>
                  </a:cubicBezTo>
                  <a:cubicBezTo>
                    <a:pt x="984429" y="131943"/>
                    <a:pt x="981571" y="125275"/>
                    <a:pt x="987286" y="114798"/>
                  </a:cubicBezTo>
                  <a:cubicBezTo>
                    <a:pt x="1010146" y="115750"/>
                    <a:pt x="1027291" y="130990"/>
                    <a:pt x="1049199" y="134800"/>
                  </a:cubicBezTo>
                  <a:cubicBezTo>
                    <a:pt x="1053009" y="140515"/>
                    <a:pt x="1055866" y="147183"/>
                    <a:pt x="1064439" y="149088"/>
                  </a:cubicBezTo>
                  <a:cubicBezTo>
                    <a:pt x="1074916" y="150993"/>
                    <a:pt x="1085394" y="150278"/>
                    <a:pt x="1095871" y="149326"/>
                  </a:cubicBezTo>
                  <a:lnTo>
                    <a:pt x="1106484" y="148924"/>
                  </a:lnTo>
                  <a:lnTo>
                    <a:pt x="1093014" y="149088"/>
                  </a:lnTo>
                  <a:cubicBezTo>
                    <a:pt x="1081584" y="144325"/>
                    <a:pt x="1067296" y="146230"/>
                    <a:pt x="1062534" y="131943"/>
                  </a:cubicBezTo>
                  <a:cubicBezTo>
                    <a:pt x="1083489" y="115750"/>
                    <a:pt x="1102539" y="93843"/>
                    <a:pt x="1133971" y="110988"/>
                  </a:cubicBezTo>
                  <a:cubicBezTo>
                    <a:pt x="1150164" y="112893"/>
                    <a:pt x="1147306" y="91938"/>
                    <a:pt x="1158736" y="88128"/>
                  </a:cubicBezTo>
                  <a:cubicBezTo>
                    <a:pt x="1164451" y="84318"/>
                    <a:pt x="1172071" y="81460"/>
                    <a:pt x="1173024" y="73840"/>
                  </a:cubicBezTo>
                  <a:cubicBezTo>
                    <a:pt x="1176834" y="44313"/>
                    <a:pt x="1193979" y="46218"/>
                    <a:pt x="1214934" y="54790"/>
                  </a:cubicBezTo>
                  <a:cubicBezTo>
                    <a:pt x="1234936" y="51933"/>
                    <a:pt x="1254939" y="44313"/>
                    <a:pt x="1275894" y="44313"/>
                  </a:cubicBezTo>
                  <a:cubicBezTo>
                    <a:pt x="1253986" y="44313"/>
                    <a:pt x="1233031" y="51933"/>
                    <a:pt x="1211124" y="51933"/>
                  </a:cubicBezTo>
                  <a:cubicBezTo>
                    <a:pt x="1199694" y="46218"/>
                    <a:pt x="1184454" y="50028"/>
                    <a:pt x="1174929" y="39550"/>
                  </a:cubicBezTo>
                  <a:cubicBezTo>
                    <a:pt x="1174929" y="34788"/>
                    <a:pt x="1174929" y="30978"/>
                    <a:pt x="1174929" y="26215"/>
                  </a:cubicBezTo>
                  <a:cubicBezTo>
                    <a:pt x="1249938" y="9070"/>
                    <a:pt x="1324947" y="-1110"/>
                    <a:pt x="1400760" y="96"/>
                  </a:cubicBez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6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37" name="Google Shape;815;p66"/>
          <p:cNvSpPr/>
          <p:nvPr/>
        </p:nvSpPr>
        <p:spPr>
          <a:xfrm>
            <a:off x="4101480" y="2074320"/>
            <a:ext cx="7975080" cy="3798720"/>
          </a:xfrm>
          <a:custGeom>
            <a:avLst/>
            <a:gdLst>
              <a:gd name="textAreaLeft" fmla="*/ 0 w 7975080"/>
              <a:gd name="textAreaRight" fmla="*/ 7975800 w 7975080"/>
              <a:gd name="textAreaTop" fmla="*/ 0 h 3798720"/>
              <a:gd name="textAreaBottom" fmla="*/ 3799440 h 3798720"/>
            </a:gdLst>
            <a:ahLst/>
            <a:rect l="textAreaLeft" t="textAreaTop" r="textAreaRight" b="textAreaBottom"/>
            <a:pathLst>
              <a:path w="285750" h="136125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38" name="Google Shape;816;p66"/>
          <p:cNvGrpSpPr/>
          <p:nvPr/>
        </p:nvGrpSpPr>
        <p:grpSpPr>
          <a:xfrm>
            <a:off x="10842840" y="1229400"/>
            <a:ext cx="789840" cy="667080"/>
            <a:chOff x="10842840" y="1229400"/>
            <a:chExt cx="789840" cy="667080"/>
          </a:xfrm>
        </p:grpSpPr>
        <p:sp>
          <p:nvSpPr>
            <p:cNvPr id="739" name="Google Shape;817;p66"/>
            <p:cNvSpPr/>
            <p:nvPr/>
          </p:nvSpPr>
          <p:spPr>
            <a:xfrm>
              <a:off x="11112480" y="1230480"/>
              <a:ext cx="249120" cy="666000"/>
            </a:xfrm>
            <a:custGeom>
              <a:avLst/>
              <a:gdLst>
                <a:gd name="textAreaLeft" fmla="*/ 0 w 249120"/>
                <a:gd name="textAreaRight" fmla="*/ 249840 w 249120"/>
                <a:gd name="textAreaTop" fmla="*/ 0 h 666000"/>
                <a:gd name="textAreaBottom" fmla="*/ 666720 h 666000"/>
              </a:gdLst>
              <a:ahLst/>
              <a:rect l="textAreaLeft" t="textAreaTop" r="textAreaRight" b="textAreaBottom"/>
              <a:pathLst>
                <a:path w="6180" h="16487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0" name="Google Shape;818;p66"/>
            <p:cNvSpPr/>
            <p:nvPr/>
          </p:nvSpPr>
          <p:spPr>
            <a:xfrm>
              <a:off x="10842840" y="1229400"/>
              <a:ext cx="248400" cy="658080"/>
            </a:xfrm>
            <a:custGeom>
              <a:avLst/>
              <a:gdLst>
                <a:gd name="textAreaLeft" fmla="*/ 0 w 248400"/>
                <a:gd name="textAreaRight" fmla="*/ 249120 w 248400"/>
                <a:gd name="textAreaTop" fmla="*/ 0 h 658080"/>
                <a:gd name="textAreaBottom" fmla="*/ 658800 h 658080"/>
              </a:gdLst>
              <a:ahLst/>
              <a:rect l="textAreaLeft" t="textAreaTop" r="textAreaRight" b="textAreaBottom"/>
              <a:pathLst>
                <a:path w="6156" h="16291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1" name="Google Shape;819;p66"/>
            <p:cNvSpPr/>
            <p:nvPr/>
          </p:nvSpPr>
          <p:spPr>
            <a:xfrm>
              <a:off x="11384280" y="1238040"/>
              <a:ext cx="248400" cy="657360"/>
            </a:xfrm>
            <a:custGeom>
              <a:avLst/>
              <a:gdLst>
                <a:gd name="textAreaLeft" fmla="*/ 0 w 248400"/>
                <a:gd name="textAreaRight" fmla="*/ 249120 w 248400"/>
                <a:gd name="textAreaTop" fmla="*/ 0 h 657360"/>
                <a:gd name="textAreaBottom" fmla="*/ 658080 h 657360"/>
              </a:gdLst>
              <a:ahLst/>
              <a:rect l="textAreaLeft" t="textAreaTop" r="textAreaRight" b="textAreaBottom"/>
              <a:pathLst>
                <a:path w="6156" h="16267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2" name="Google Shape;820;p66"/>
          <p:cNvSpPr/>
          <p:nvPr/>
        </p:nvSpPr>
        <p:spPr>
          <a:xfrm>
            <a:off x="7606800" y="2732400"/>
            <a:ext cx="754920" cy="167760"/>
          </a:xfrm>
          <a:prstGeom prst="wedgeRectCallout">
            <a:avLst>
              <a:gd name="adj1" fmla="val -32570"/>
              <a:gd name="adj2" fmla="val 95806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3880" bIns="83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PoliTO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Google Shape;821;p66"/>
          <p:cNvSpPr/>
          <p:nvPr/>
        </p:nvSpPr>
        <p:spPr>
          <a:xfrm>
            <a:off x="263520" y="927720"/>
            <a:ext cx="3742560" cy="5255280"/>
          </a:xfrm>
          <a:prstGeom prst="roundRect">
            <a:avLst>
              <a:gd name="adj" fmla="val 3968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Google Shape;822;p66"/>
          <p:cNvSpPr/>
          <p:nvPr/>
        </p:nvSpPr>
        <p:spPr>
          <a:xfrm>
            <a:off x="441360" y="1125720"/>
            <a:ext cx="153000" cy="4859280"/>
          </a:xfrm>
          <a:prstGeom prst="roundRect">
            <a:avLst>
              <a:gd name="adj" fmla="val 50000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Google Shape;823;p66"/>
          <p:cNvSpPr/>
          <p:nvPr/>
        </p:nvSpPr>
        <p:spPr>
          <a:xfrm rot="5400000">
            <a:off x="3137040" y="1145520"/>
            <a:ext cx="685080" cy="684360"/>
          </a:xfrm>
          <a:prstGeom prst="halfFrame">
            <a:avLst>
              <a:gd name="adj1" fmla="val 23728"/>
              <a:gd name="adj2" fmla="val 24642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Google Shape;824;p66"/>
          <p:cNvSpPr/>
          <p:nvPr/>
        </p:nvSpPr>
        <p:spPr>
          <a:xfrm>
            <a:off x="621360" y="1658520"/>
            <a:ext cx="2585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ridimensionare senza perdere la qualità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Google Shape;825;p66"/>
          <p:cNvSpPr/>
          <p:nvPr/>
        </p:nvSpPr>
        <p:spPr>
          <a:xfrm>
            <a:off x="621360" y="2361240"/>
            <a:ext cx="2231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È possibile cambiare il colore di riempimento e il colore della linea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Google Shape;826;p66"/>
          <p:cNvSpPr/>
          <p:nvPr/>
        </p:nvSpPr>
        <p:spPr>
          <a:xfrm>
            <a:off x="630720" y="4411800"/>
            <a:ext cx="33566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MAPPA MODIFICABILE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Google Shape;827;p66"/>
          <p:cNvSpPr/>
          <p:nvPr/>
        </p:nvSpPr>
        <p:spPr>
          <a:xfrm>
            <a:off x="3355200" y="5413680"/>
            <a:ext cx="531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1" name="Google Shape;9;p41" descr=""/>
          <p:cNvPicPr/>
          <p:nvPr/>
        </p:nvPicPr>
        <p:blipFill>
          <a:blip r:embed="rId3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52" name="Google Shape;829;p67"/>
          <p:cNvSpPr/>
          <p:nvPr/>
        </p:nvSpPr>
        <p:spPr>
          <a:xfrm>
            <a:off x="1227240" y="1452960"/>
            <a:ext cx="10010160" cy="4783320"/>
          </a:xfrm>
          <a:custGeom>
            <a:avLst/>
            <a:gdLst>
              <a:gd name="textAreaLeft" fmla="*/ 0 w 10010160"/>
              <a:gd name="textAreaRight" fmla="*/ 10010880 w 10010160"/>
              <a:gd name="textAreaTop" fmla="*/ 0 h 4783320"/>
              <a:gd name="textAreaBottom" fmla="*/ 4784040 h 4783320"/>
            </a:gdLst>
            <a:ahLst/>
            <a:rect l="textAreaLeft" t="textAreaTop" r="textAreaRight" b="textAreaBottom"/>
            <a:pathLst>
              <a:path w="285750" h="136125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Google Shape;830;p67"/>
          <p:cNvSpPr/>
          <p:nvPr/>
        </p:nvSpPr>
        <p:spPr>
          <a:xfrm rot="10800000">
            <a:off x="2052720" y="2984760"/>
            <a:ext cx="192960" cy="167040"/>
          </a:xfrm>
          <a:prstGeom prst="triangle">
            <a:avLst>
              <a:gd name="adj" fmla="val 50000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41760" bIns="41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Google Shape;831;p67"/>
          <p:cNvSpPr/>
          <p:nvPr/>
        </p:nvSpPr>
        <p:spPr>
          <a:xfrm rot="10800000">
            <a:off x="4109400" y="4946760"/>
            <a:ext cx="192960" cy="167040"/>
          </a:xfrm>
          <a:prstGeom prst="triangle">
            <a:avLst>
              <a:gd name="adj" fmla="val 50000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41760" bIns="41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Google Shape;832;p67"/>
          <p:cNvSpPr/>
          <p:nvPr/>
        </p:nvSpPr>
        <p:spPr>
          <a:xfrm rot="10800000">
            <a:off x="5348880" y="2658240"/>
            <a:ext cx="192960" cy="167040"/>
          </a:xfrm>
          <a:prstGeom prst="triangle">
            <a:avLst>
              <a:gd name="adj" fmla="val 50000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41760" bIns="41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Google Shape;833;p67"/>
          <p:cNvSpPr/>
          <p:nvPr/>
        </p:nvSpPr>
        <p:spPr>
          <a:xfrm rot="10800000">
            <a:off x="6264000" y="5301000"/>
            <a:ext cx="192960" cy="167040"/>
          </a:xfrm>
          <a:prstGeom prst="triangle">
            <a:avLst>
              <a:gd name="adj" fmla="val 50000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41760" bIns="41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Google Shape;834;p67"/>
          <p:cNvSpPr/>
          <p:nvPr/>
        </p:nvSpPr>
        <p:spPr>
          <a:xfrm rot="10800000">
            <a:off x="8833680" y="3294720"/>
            <a:ext cx="192960" cy="167040"/>
          </a:xfrm>
          <a:prstGeom prst="triangle">
            <a:avLst>
              <a:gd name="adj" fmla="val 50000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41760" bIns="41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Google Shape;835;p67"/>
          <p:cNvSpPr/>
          <p:nvPr/>
        </p:nvSpPr>
        <p:spPr>
          <a:xfrm rot="10800000">
            <a:off x="9822240" y="5424480"/>
            <a:ext cx="192960" cy="167040"/>
          </a:xfrm>
          <a:prstGeom prst="triangle">
            <a:avLst>
              <a:gd name="adj" fmla="val 50000"/>
            </a:avLst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41760" bIns="41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Google Shape;836;p67"/>
          <p:cNvSpPr/>
          <p:nvPr/>
        </p:nvSpPr>
        <p:spPr>
          <a:xfrm>
            <a:off x="1861920" y="2614320"/>
            <a:ext cx="2662200" cy="303120"/>
          </a:xfrm>
          <a:prstGeom prst="rect">
            <a:avLst/>
          </a:prstGeom>
          <a:solidFill>
            <a:srgbClr val="7f7f7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Lorem Ipsum dolor sit amet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Google Shape;837;p67"/>
          <p:cNvSpPr/>
          <p:nvPr/>
        </p:nvSpPr>
        <p:spPr>
          <a:xfrm>
            <a:off x="1861920" y="4573440"/>
            <a:ext cx="2662200" cy="303120"/>
          </a:xfrm>
          <a:prstGeom prst="rect">
            <a:avLst/>
          </a:prstGeom>
          <a:solidFill>
            <a:srgbClr val="7f7f7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Lorem Ipsum dolor sit amet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Google Shape;838;p67"/>
          <p:cNvSpPr/>
          <p:nvPr/>
        </p:nvSpPr>
        <p:spPr>
          <a:xfrm>
            <a:off x="5732640" y="4913280"/>
            <a:ext cx="2662200" cy="303120"/>
          </a:xfrm>
          <a:prstGeom prst="rect">
            <a:avLst/>
          </a:prstGeom>
          <a:solidFill>
            <a:srgbClr val="7f7f7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Lorem Ipsum dolor sit amet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Google Shape;839;p67"/>
          <p:cNvSpPr/>
          <p:nvPr/>
        </p:nvSpPr>
        <p:spPr>
          <a:xfrm>
            <a:off x="5176080" y="2278800"/>
            <a:ext cx="2662200" cy="303120"/>
          </a:xfrm>
          <a:prstGeom prst="rect">
            <a:avLst/>
          </a:prstGeom>
          <a:solidFill>
            <a:srgbClr val="7f7f7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Lorem Ipsum dolor sit amet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Google Shape;840;p67"/>
          <p:cNvSpPr/>
          <p:nvPr/>
        </p:nvSpPr>
        <p:spPr>
          <a:xfrm>
            <a:off x="8674560" y="2922120"/>
            <a:ext cx="2662200" cy="303120"/>
          </a:xfrm>
          <a:prstGeom prst="rect">
            <a:avLst/>
          </a:prstGeom>
          <a:solidFill>
            <a:srgbClr val="7f7f7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Lorem Ipsum dolor sit amet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Google Shape;841;p67"/>
          <p:cNvSpPr/>
          <p:nvPr/>
        </p:nvSpPr>
        <p:spPr>
          <a:xfrm>
            <a:off x="9192960" y="5055480"/>
            <a:ext cx="2662200" cy="303120"/>
          </a:xfrm>
          <a:prstGeom prst="rect">
            <a:avLst/>
          </a:prstGeom>
          <a:solidFill>
            <a:srgbClr val="7f7f7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entury Gothic"/>
                <a:ea typeface="Century Gothic"/>
              </a:rPr>
              <a:t>Lorem Ipsum dolor sit amet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6;p41" hidden="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6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pic>
        <p:nvPicPr>
          <p:cNvPr id="767" name="Google Shape;846;p68" descr=""/>
          <p:cNvPicPr/>
          <p:nvPr/>
        </p:nvPicPr>
        <p:blipFill>
          <a:blip r:embed="rId3"/>
          <a:stretch/>
        </p:blipFill>
        <p:spPr>
          <a:xfrm>
            <a:off x="266400" y="266400"/>
            <a:ext cx="1308960" cy="575280"/>
          </a:xfrm>
          <a:prstGeom prst="rect">
            <a:avLst/>
          </a:prstGeom>
          <a:ln w="0">
            <a:noFill/>
          </a:ln>
        </p:spPr>
      </p:pic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2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73" name="Google Shape;18;p43"/>
          <p:cNvSpPr/>
          <p:nvPr/>
        </p:nvSpPr>
        <p:spPr>
          <a:xfrm flipH="1">
            <a:off x="-7920" y="0"/>
            <a:ext cx="37782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4" name="Google Shape;21;p43" descr="Immagine che contiene testo  Descrizione generata automaticamente"/>
          <p:cNvPicPr/>
          <p:nvPr/>
        </p:nvPicPr>
        <p:blipFill>
          <a:blip r:embed="rId3"/>
          <a:stretch/>
        </p:blipFill>
        <p:spPr>
          <a:xfrm>
            <a:off x="266040" y="266400"/>
            <a:ext cx="1310040" cy="575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6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0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4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8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2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6;p41"/>
          <p:cNvSpPr/>
          <p:nvPr/>
        </p:nvSpPr>
        <p:spPr>
          <a:xfrm>
            <a:off x="0" y="6308640"/>
            <a:ext cx="12191400" cy="548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6" name="Google Shape;9;p41" descr=""/>
          <p:cNvPicPr/>
          <p:nvPr/>
        </p:nvPicPr>
        <p:blipFill>
          <a:blip r:embed="rId2"/>
          <a:stretch/>
        </p:blipFill>
        <p:spPr>
          <a:xfrm>
            <a:off x="288000" y="6400800"/>
            <a:ext cx="817920" cy="359280"/>
          </a:xfrm>
          <a:prstGeom prst="rect">
            <a:avLst/>
          </a:prstGeom>
          <a:ln w="0">
            <a:noFill/>
          </a:ln>
        </p:spPr>
      </p:pic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/>
          </p:nvPr>
        </p:nvSpPr>
        <p:spPr>
          <a:xfrm>
            <a:off x="6602760" y="888120"/>
            <a:ext cx="5039280" cy="30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Migrating Legacy Services to a Cloud-Native Architecture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cadcfc"/>
                </a:solidFill>
                <a:latin typeface="Century Gothic"/>
                <a:ea typeface="Century Gothic"/>
              </a:rPr>
              <a:t>A Case Study on Outsight Cloud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PlaceHolder 2"/>
          <p:cNvSpPr>
            <a:spLocks noGrp="1"/>
          </p:cNvSpPr>
          <p:nvPr>
            <p:ph/>
          </p:nvPr>
        </p:nvSpPr>
        <p:spPr>
          <a:xfrm>
            <a:off x="6602400" y="4249800"/>
            <a:ext cx="5039640" cy="100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Candidate: </a:t>
            </a:r>
            <a:r>
              <a:rPr b="0" lang="en-US" sz="1200" spc="-1" strike="noStrike">
                <a:solidFill>
                  <a:srgbClr val="cadcfc"/>
                </a:solidFill>
                <a:latin typeface="Century Gothic"/>
                <a:ea typeface="Century Gothic"/>
              </a:rPr>
              <a:t>Giovanni Russo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entury Gothic"/>
                <a:ea typeface="Century Gothic"/>
              </a:rPr>
              <a:t>Supervisors: Prof. F. G. Risso, Prof. A. Ksentini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entury Gothic"/>
                <a:ea typeface="Century Gothic"/>
              </a:rPr>
              <a:t>Company: K. Rutten, A. Kostrygin  |  A.Y. 2025-2026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436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Context and Problem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PlaceHolder 2"/>
          <p:cNvSpPr>
            <a:spLocks noGrp="1"/>
          </p:cNvSpPr>
          <p:nvPr>
            <p:ph/>
          </p:nvPr>
        </p:nvSpPr>
        <p:spPr>
          <a:xfrm>
            <a:off x="266400" y="1417320"/>
            <a:ext cx="6400080" cy="447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Outsight Cloud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is a production platform managing LiDAR-related workflows, simulations, organizations, sites and assets.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The legacy platform enabled fast early delivery, but progressively accumulated architectural strain as usage and integrations grew: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99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Deployed on DigitalOcean VMs, orchestrated only by Docker Compose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c8102e"/>
                </a:solidFill>
                <a:latin typeface="Century Gothic"/>
                <a:ea typeface="Century Gothic"/>
              </a:rPr>
              <a:t>Airtable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used as the primary operational database, deeply embedded in workflows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No fully relational data model, limiting consistency guarantees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Manual operational procedures, increasing effort and risk of error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GoalCard"/>
          <p:cNvSpPr/>
          <p:nvPr/>
        </p:nvSpPr>
        <p:spPr>
          <a:xfrm>
            <a:off x="7498440" y="1828800"/>
            <a:ext cx="3702600" cy="205704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rIns="90000" tIns="4500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102e"/>
                </a:solidFill>
                <a:latin typeface="Arial"/>
                <a:ea typeface="Arial"/>
              </a:rPr>
              <a:t>ENGINEERING GOAL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500" spc="-1" strike="noStrike">
                <a:solidFill>
                  <a:srgbClr val="003f76"/>
                </a:solidFill>
                <a:latin typeface="Arial"/>
                <a:ea typeface="Arial"/>
              </a:rPr>
              <a:t>Regain explicit ownership of core data and infrastructure through a controlled, incremental migration to a cloud-native AWS architecture.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1480" cy="123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The Legacy Baseline (As-Is)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2"/>
          <p:cNvSpPr>
            <a:spLocks noGrp="1"/>
          </p:cNvSpPr>
          <p:nvPr>
            <p:ph/>
          </p:nvPr>
        </p:nvSpPr>
        <p:spPr>
          <a:xfrm>
            <a:off x="266400" y="1548000"/>
            <a:ext cx="5851440" cy="46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A containerized stack built for rapid iteration, combining self-managed VMs with multiple external service dependencies.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7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Vue 3 SPA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frontend + </a:t>
            </a:r>
            <a:r>
              <a:rPr b="1" lang="en-US" sz="16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Node.js / Express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backend API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Redis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for sessions and temporary state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Traefik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reverse proxy for HTTPS and routing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c8102e"/>
                </a:solidFill>
                <a:latin typeface="Century Gothic"/>
                <a:ea typeface="Century Gothic"/>
              </a:rPr>
              <a:t>Airtable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as primary datastore + workflow hub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S3-compatible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object storage for simulation files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Docker Compose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on DigitalOcean Droplets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/>
          </p:nvPr>
        </p:nvSpPr>
        <p:spPr>
          <a:xfrm>
            <a:off x="3614760" y="6362280"/>
            <a:ext cx="8421120" cy="2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PlaceHolder 4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Browser"/>
          <p:cNvSpPr/>
          <p:nvPr/>
        </p:nvSpPr>
        <p:spPr>
          <a:xfrm>
            <a:off x="7040880" y="1572840"/>
            <a:ext cx="3565440" cy="7855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Browser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Arial"/>
                <a:ea typeface="Arial"/>
              </a:rPr>
              <a:t>Vue 3 SPA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arrow"/>
          <p:cNvSpPr/>
          <p:nvPr/>
        </p:nvSpPr>
        <p:spPr>
          <a:xfrm>
            <a:off x="7040880" y="235008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3f76"/>
                </a:solidFill>
                <a:latin typeface="Arial"/>
                <a:ea typeface="Arial"/>
              </a:rPr>
              <a:t>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Traefik"/>
          <p:cNvSpPr/>
          <p:nvPr/>
        </p:nvSpPr>
        <p:spPr>
          <a:xfrm>
            <a:off x="7040880" y="2560320"/>
            <a:ext cx="3565440" cy="785520"/>
          </a:xfrm>
          <a:prstGeom prst="roundRect">
            <a:avLst>
              <a:gd name="adj" fmla="val 16667"/>
            </a:avLst>
          </a:prstGeom>
          <a:solidFill>
            <a:srgbClr val="003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Traefik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Arial"/>
                <a:ea typeface="Arial"/>
              </a:rPr>
              <a:t>HTTPS : 443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arrow"/>
          <p:cNvSpPr/>
          <p:nvPr/>
        </p:nvSpPr>
        <p:spPr>
          <a:xfrm>
            <a:off x="7040880" y="333756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3f76"/>
                </a:solidFill>
                <a:latin typeface="Arial"/>
                <a:ea typeface="Arial"/>
              </a:rPr>
              <a:t>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App containers"/>
          <p:cNvSpPr/>
          <p:nvPr/>
        </p:nvSpPr>
        <p:spPr>
          <a:xfrm>
            <a:off x="7040880" y="3547800"/>
            <a:ext cx="3565440" cy="785520"/>
          </a:xfrm>
          <a:prstGeom prst="roundRect">
            <a:avLst>
              <a:gd name="adj" fmla="val 16667"/>
            </a:avLst>
          </a:prstGeom>
          <a:solidFill>
            <a:srgbClr val="5a6b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App containers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Arial"/>
                <a:ea typeface="Arial"/>
              </a:rPr>
              <a:t>OWS_APP / OWS_API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arrow"/>
          <p:cNvSpPr/>
          <p:nvPr/>
        </p:nvSpPr>
        <p:spPr>
          <a:xfrm>
            <a:off x="7040880" y="432504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3f76"/>
                </a:solidFill>
                <a:latin typeface="Arial"/>
                <a:ea typeface="Arial"/>
              </a:rPr>
              <a:t>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Airtable"/>
          <p:cNvSpPr/>
          <p:nvPr/>
        </p:nvSpPr>
        <p:spPr>
          <a:xfrm>
            <a:off x="7040880" y="4535280"/>
            <a:ext cx="3565440" cy="785520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Airtable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Arial"/>
                <a:ea typeface="Arial"/>
              </a:rPr>
              <a:t>Primary DB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622728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Limitations of the Legacy System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/>
          </p:nvPr>
        </p:nvSpPr>
        <p:spPr>
          <a:xfrm>
            <a:off x="266400" y="1234440"/>
            <a:ext cx="10661040" cy="4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a6b7b"/>
                </a:solidFill>
                <a:latin typeface="Century Gothic"/>
                <a:ea typeface="Century Gothic"/>
              </a:rPr>
              <a:t>Why Airtable + VM hosting no longer scaled with the product: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/>
          </p:nvPr>
        </p:nvSpPr>
        <p:spPr>
          <a:xfrm>
            <a:off x="3614760" y="6362280"/>
            <a:ext cx="8421120" cy="2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4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Data modeling"/>
          <p:cNvSpPr/>
          <p:nvPr/>
        </p:nvSpPr>
        <p:spPr>
          <a:xfrm>
            <a:off x="329040" y="2148840"/>
            <a:ext cx="3309480" cy="173664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9144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3f76"/>
                </a:solidFill>
                <a:latin typeface="Arial"/>
                <a:ea typeface="Arial"/>
              </a:rPr>
              <a:t>Data modeling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Linked records and lookups instead of relational constraints; consistency pushed into application code.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Relational limits"/>
          <p:cNvSpPr/>
          <p:nvPr/>
        </p:nvSpPr>
        <p:spPr>
          <a:xfrm>
            <a:off x="3895200" y="2148840"/>
            <a:ext cx="3309480" cy="173664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9144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3f76"/>
                </a:solidFill>
                <a:latin typeface="Arial"/>
                <a:ea typeface="Arial"/>
              </a:rPr>
              <a:t>Relational limits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No advanced joins, indexing or transactions; growing app-side logic to compensate.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Operational inefficiency"/>
          <p:cNvSpPr/>
          <p:nvPr/>
        </p:nvSpPr>
        <p:spPr>
          <a:xfrm>
            <a:off x="7461360" y="2148840"/>
            <a:ext cx="3309480" cy="173664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9144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102e"/>
                </a:solidFill>
                <a:latin typeface="Arial"/>
                <a:ea typeface="Arial"/>
              </a:rPr>
              <a:t>Operational inefficiency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Manual onboarding and account management; slow, error-prone, hard to scale.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calability &amp; coupling"/>
          <p:cNvSpPr/>
          <p:nvPr/>
        </p:nvSpPr>
        <p:spPr>
          <a:xfrm>
            <a:off x="329040" y="4142160"/>
            <a:ext cx="3309480" cy="173664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9144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3f76"/>
                </a:solidFill>
                <a:latin typeface="Arial"/>
                <a:ea typeface="Arial"/>
              </a:rPr>
              <a:t>Scalability &amp; coupling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Airtable became a critical dependency; VM stack harder to scale and maintain.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Cost pressure"/>
          <p:cNvSpPr/>
          <p:nvPr/>
        </p:nvSpPr>
        <p:spPr>
          <a:xfrm>
            <a:off x="3895200" y="4142160"/>
            <a:ext cx="3309480" cy="173664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9144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102e"/>
                </a:solidFill>
                <a:latin typeface="Arial"/>
                <a:ea typeface="Arial"/>
              </a:rPr>
              <a:t>Cost pressure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7 Airtable editor licences at EUR 294 / month, with cost hard to control as usage grew.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Technical debt"/>
          <p:cNvSpPr/>
          <p:nvPr/>
        </p:nvSpPr>
        <p:spPr>
          <a:xfrm>
            <a:off x="7461360" y="4142160"/>
            <a:ext cx="3309480" cy="173664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9144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a6b7b"/>
                </a:solidFill>
                <a:latin typeface="Arial"/>
                <a:ea typeface="Arial"/>
              </a:rPr>
              <a:t>Technical debt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4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Vendor-specific concepts embedded in business logic reduced architectural flexibility.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148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Migration Goals and Success Criteria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/>
          </p:nvPr>
        </p:nvSpPr>
        <p:spPr>
          <a:xfrm>
            <a:off x="266400" y="1234440"/>
            <a:ext cx="10661040" cy="4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a6b7b"/>
                </a:solidFill>
                <a:latin typeface="Century Gothic"/>
                <a:ea typeface="Century Gothic"/>
              </a:rPr>
              <a:t>The strategy was framed by explicit goals before any technology was chosen.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Circle1"/>
          <p:cNvSpPr/>
          <p:nvPr/>
        </p:nvSpPr>
        <p:spPr>
          <a:xfrm>
            <a:off x="365760" y="1874520"/>
            <a:ext cx="602640" cy="602640"/>
          </a:xfrm>
          <a:prstGeom prst="ellipse">
            <a:avLst/>
          </a:prstGeom>
          <a:solidFill>
            <a:srgbClr val="003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No disruptive cutover"/>
          <p:cNvSpPr/>
          <p:nvPr/>
        </p:nvSpPr>
        <p:spPr>
          <a:xfrm>
            <a:off x="1134000" y="1874520"/>
            <a:ext cx="96552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No disruptive cutover   </a:t>
            </a:r>
            <a:r>
              <a:rPr b="0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Staged rollout, rollback readiness and validation of critical flows before switchover.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Circle2"/>
          <p:cNvSpPr/>
          <p:nvPr/>
        </p:nvSpPr>
        <p:spPr>
          <a:xfrm>
            <a:off x="365760" y="2587680"/>
            <a:ext cx="602640" cy="602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Reduce legacy coupling"/>
          <p:cNvSpPr/>
          <p:nvPr/>
        </p:nvSpPr>
        <p:spPr>
          <a:xfrm>
            <a:off x="1134000" y="2587680"/>
            <a:ext cx="96552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Reduce legacy coupling   </a:t>
            </a:r>
            <a:r>
              <a:rPr b="0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Cut dependency on Airtable-specific workflows and platform integrations.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Circle3"/>
          <p:cNvSpPr/>
          <p:nvPr/>
        </p:nvSpPr>
        <p:spPr>
          <a:xfrm>
            <a:off x="365760" y="3300840"/>
            <a:ext cx="602640" cy="602640"/>
          </a:xfrm>
          <a:prstGeom prst="ellipse">
            <a:avLst/>
          </a:prstGeom>
          <a:solidFill>
            <a:srgbClr val="003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Regain ownership"/>
          <p:cNvSpPr/>
          <p:nvPr/>
        </p:nvSpPr>
        <p:spPr>
          <a:xfrm>
            <a:off x="1134000" y="3300840"/>
            <a:ext cx="96552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Regain ownership   </a:t>
            </a:r>
            <a:r>
              <a:rPr b="0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Own the data model and infrastructure via IaC and PostgreSQL.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Circle4"/>
          <p:cNvSpPr/>
          <p:nvPr/>
        </p:nvSpPr>
        <p:spPr>
          <a:xfrm>
            <a:off x="365760" y="4014360"/>
            <a:ext cx="602640" cy="602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Lower operating cost"/>
          <p:cNvSpPr/>
          <p:nvPr/>
        </p:nvSpPr>
        <p:spPr>
          <a:xfrm>
            <a:off x="1134000" y="4014360"/>
            <a:ext cx="96552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Lower operating cost   </a:t>
            </a:r>
            <a:r>
              <a:rPr b="0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Replace SaaS + self-managed infra with managed cloud services.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Circle5"/>
          <p:cNvSpPr/>
          <p:nvPr/>
        </p:nvSpPr>
        <p:spPr>
          <a:xfrm>
            <a:off x="365760" y="4727520"/>
            <a:ext cx="602640" cy="602640"/>
          </a:xfrm>
          <a:prstGeom prst="ellipse">
            <a:avLst/>
          </a:prstGeom>
          <a:solidFill>
            <a:srgbClr val="003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Environment governance"/>
          <p:cNvSpPr/>
          <p:nvPr/>
        </p:nvSpPr>
        <p:spPr>
          <a:xfrm>
            <a:off x="1134000" y="4727520"/>
            <a:ext cx="96552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Environment governance   </a:t>
            </a:r>
            <a:r>
              <a:rPr b="0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Separate dev and prod; reproducible, traceable infrastructure.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Circle6"/>
          <p:cNvSpPr/>
          <p:nvPr/>
        </p:nvSpPr>
        <p:spPr>
          <a:xfrm>
            <a:off x="365760" y="5440680"/>
            <a:ext cx="602640" cy="602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Long-term evolvability"/>
          <p:cNvSpPr/>
          <p:nvPr/>
        </p:nvSpPr>
        <p:spPr>
          <a:xfrm>
            <a:off x="1134000" y="5440680"/>
            <a:ext cx="96552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Long-term evolvability   </a:t>
            </a:r>
            <a:r>
              <a:rPr b="0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A scalable, maintainable foundation for future growth.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43912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Decision Framework: Choosing AWS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PlaceHolder 2"/>
          <p:cNvSpPr>
            <a:spLocks noGrp="1"/>
          </p:cNvSpPr>
          <p:nvPr>
            <p:ph/>
          </p:nvPr>
        </p:nvSpPr>
        <p:spPr>
          <a:xfrm>
            <a:off x="266400" y="1234440"/>
            <a:ext cx="10661040" cy="4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a6b7b"/>
                </a:solidFill>
                <a:latin typeface="Century Gothic"/>
                <a:ea typeface="Century Gothic"/>
              </a:rPr>
              <a:t>Cloud providers were scored against technical, operational and economic criteria.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/>
          </p:nvPr>
        </p:nvSpPr>
        <p:spPr>
          <a:xfrm>
            <a:off x="3614760" y="6362280"/>
            <a:ext cx="8421120" cy="2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4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cell"/>
          <p:cNvSpPr/>
          <p:nvPr/>
        </p:nvSpPr>
        <p:spPr>
          <a:xfrm>
            <a:off x="329040" y="2011680"/>
            <a:ext cx="3291120" cy="566280"/>
          </a:xfrm>
          <a:prstGeom prst="rect">
            <a:avLst/>
          </a:prstGeom>
          <a:solidFill>
            <a:srgbClr val="003f76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Criterion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cell"/>
          <p:cNvSpPr/>
          <p:nvPr/>
        </p:nvSpPr>
        <p:spPr>
          <a:xfrm>
            <a:off x="3620880" y="2011680"/>
            <a:ext cx="1873800" cy="566280"/>
          </a:xfrm>
          <a:prstGeom prst="rect">
            <a:avLst/>
          </a:prstGeom>
          <a:solidFill>
            <a:srgbClr val="003f76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AWS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cell"/>
          <p:cNvSpPr/>
          <p:nvPr/>
        </p:nvSpPr>
        <p:spPr>
          <a:xfrm>
            <a:off x="5495400" y="2011680"/>
            <a:ext cx="1828080" cy="566280"/>
          </a:xfrm>
          <a:prstGeom prst="rect">
            <a:avLst/>
          </a:prstGeom>
          <a:solidFill>
            <a:srgbClr val="003f76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Azure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cell"/>
          <p:cNvSpPr/>
          <p:nvPr/>
        </p:nvSpPr>
        <p:spPr>
          <a:xfrm>
            <a:off x="7324200" y="2011680"/>
            <a:ext cx="1828080" cy="566280"/>
          </a:xfrm>
          <a:prstGeom prst="rect">
            <a:avLst/>
          </a:prstGeom>
          <a:solidFill>
            <a:srgbClr val="003f76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GCP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cell"/>
          <p:cNvSpPr/>
          <p:nvPr/>
        </p:nvSpPr>
        <p:spPr>
          <a:xfrm>
            <a:off x="9153000" y="2011680"/>
            <a:ext cx="1736640" cy="566280"/>
          </a:xfrm>
          <a:prstGeom prst="rect">
            <a:avLst/>
          </a:prstGeom>
          <a:solidFill>
            <a:srgbClr val="003f76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On-prem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cell"/>
          <p:cNvSpPr/>
          <p:nvPr/>
        </p:nvSpPr>
        <p:spPr>
          <a:xfrm>
            <a:off x="329040" y="2578680"/>
            <a:ext cx="3291120" cy="566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Managed services fit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cell"/>
          <p:cNvSpPr/>
          <p:nvPr/>
        </p:nvSpPr>
        <p:spPr>
          <a:xfrm>
            <a:off x="3620880" y="2578680"/>
            <a:ext cx="1873800" cy="566280"/>
          </a:xfrm>
          <a:prstGeom prst="rect">
            <a:avLst/>
          </a:prstGeom>
          <a:solidFill>
            <a:srgbClr val="dcebd9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7a46"/>
                </a:solidFill>
                <a:latin typeface="Arial"/>
                <a:ea typeface="Arial"/>
              </a:rPr>
              <a:t>High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cell"/>
          <p:cNvSpPr/>
          <p:nvPr/>
        </p:nvSpPr>
        <p:spPr>
          <a:xfrm>
            <a:off x="5495400" y="257868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Medium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cell"/>
          <p:cNvSpPr/>
          <p:nvPr/>
        </p:nvSpPr>
        <p:spPr>
          <a:xfrm>
            <a:off x="7324200" y="257868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Medium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cell"/>
          <p:cNvSpPr/>
          <p:nvPr/>
        </p:nvSpPr>
        <p:spPr>
          <a:xfrm>
            <a:off x="9153000" y="2578680"/>
            <a:ext cx="173664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Low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cell"/>
          <p:cNvSpPr/>
          <p:nvPr/>
        </p:nvSpPr>
        <p:spPr>
          <a:xfrm>
            <a:off x="329040" y="3145680"/>
            <a:ext cx="3291120" cy="566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IaC &amp; automation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cell"/>
          <p:cNvSpPr/>
          <p:nvPr/>
        </p:nvSpPr>
        <p:spPr>
          <a:xfrm>
            <a:off x="3620880" y="3145680"/>
            <a:ext cx="1873800" cy="566280"/>
          </a:xfrm>
          <a:prstGeom prst="rect">
            <a:avLst/>
          </a:prstGeom>
          <a:solidFill>
            <a:srgbClr val="dcebd9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7a46"/>
                </a:solidFill>
                <a:latin typeface="Arial"/>
                <a:ea typeface="Arial"/>
              </a:rPr>
              <a:t>High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cell"/>
          <p:cNvSpPr/>
          <p:nvPr/>
        </p:nvSpPr>
        <p:spPr>
          <a:xfrm>
            <a:off x="5495400" y="314568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Medium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cell"/>
          <p:cNvSpPr/>
          <p:nvPr/>
        </p:nvSpPr>
        <p:spPr>
          <a:xfrm>
            <a:off x="7324200" y="314568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Medium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cell"/>
          <p:cNvSpPr/>
          <p:nvPr/>
        </p:nvSpPr>
        <p:spPr>
          <a:xfrm>
            <a:off x="9153000" y="3145680"/>
            <a:ext cx="173664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Low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cell"/>
          <p:cNvSpPr/>
          <p:nvPr/>
        </p:nvSpPr>
        <p:spPr>
          <a:xfrm>
            <a:off x="329040" y="3712320"/>
            <a:ext cx="3291120" cy="566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Operational complexity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cell"/>
          <p:cNvSpPr/>
          <p:nvPr/>
        </p:nvSpPr>
        <p:spPr>
          <a:xfrm>
            <a:off x="3620880" y="3712320"/>
            <a:ext cx="1873800" cy="566280"/>
          </a:xfrm>
          <a:prstGeom prst="rect">
            <a:avLst/>
          </a:prstGeom>
          <a:solidFill>
            <a:srgbClr val="dcebd9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7a46"/>
                </a:solidFill>
                <a:latin typeface="Arial"/>
                <a:ea typeface="Arial"/>
              </a:rPr>
              <a:t>Low-Med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cell"/>
          <p:cNvSpPr/>
          <p:nvPr/>
        </p:nvSpPr>
        <p:spPr>
          <a:xfrm>
            <a:off x="5495400" y="371232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Medium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cell"/>
          <p:cNvSpPr/>
          <p:nvPr/>
        </p:nvSpPr>
        <p:spPr>
          <a:xfrm>
            <a:off x="7324200" y="371232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Medium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cell"/>
          <p:cNvSpPr/>
          <p:nvPr/>
        </p:nvSpPr>
        <p:spPr>
          <a:xfrm>
            <a:off x="9153000" y="3712320"/>
            <a:ext cx="173664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High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cell"/>
          <p:cNvSpPr/>
          <p:nvPr/>
        </p:nvSpPr>
        <p:spPr>
          <a:xfrm>
            <a:off x="329040" y="4279320"/>
            <a:ext cx="3291120" cy="566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Ecosystem maturity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cell"/>
          <p:cNvSpPr/>
          <p:nvPr/>
        </p:nvSpPr>
        <p:spPr>
          <a:xfrm>
            <a:off x="3620880" y="4279320"/>
            <a:ext cx="1873800" cy="566280"/>
          </a:xfrm>
          <a:prstGeom prst="rect">
            <a:avLst/>
          </a:prstGeom>
          <a:solidFill>
            <a:srgbClr val="dcebd9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7a46"/>
                </a:solidFill>
                <a:latin typeface="Arial"/>
                <a:ea typeface="Arial"/>
              </a:rPr>
              <a:t>Very high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cell"/>
          <p:cNvSpPr/>
          <p:nvPr/>
        </p:nvSpPr>
        <p:spPr>
          <a:xfrm>
            <a:off x="5495400" y="427932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High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cell"/>
          <p:cNvSpPr/>
          <p:nvPr/>
        </p:nvSpPr>
        <p:spPr>
          <a:xfrm>
            <a:off x="7324200" y="427932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High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cell"/>
          <p:cNvSpPr/>
          <p:nvPr/>
        </p:nvSpPr>
        <p:spPr>
          <a:xfrm>
            <a:off x="9153000" y="4279320"/>
            <a:ext cx="173664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Variable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cell"/>
          <p:cNvSpPr/>
          <p:nvPr/>
        </p:nvSpPr>
        <p:spPr>
          <a:xfrm>
            <a:off x="329040" y="4846320"/>
            <a:ext cx="3291120" cy="566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Continuity w/ baseline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cell"/>
          <p:cNvSpPr/>
          <p:nvPr/>
        </p:nvSpPr>
        <p:spPr>
          <a:xfrm>
            <a:off x="3620880" y="4846320"/>
            <a:ext cx="1873800" cy="566280"/>
          </a:xfrm>
          <a:prstGeom prst="rect">
            <a:avLst/>
          </a:prstGeom>
          <a:solidFill>
            <a:srgbClr val="dcebd9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7a46"/>
                </a:solidFill>
                <a:latin typeface="Arial"/>
                <a:ea typeface="Arial"/>
              </a:rPr>
              <a:t>High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cell"/>
          <p:cNvSpPr/>
          <p:nvPr/>
        </p:nvSpPr>
        <p:spPr>
          <a:xfrm>
            <a:off x="5495400" y="484632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Med-low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cell"/>
          <p:cNvSpPr/>
          <p:nvPr/>
        </p:nvSpPr>
        <p:spPr>
          <a:xfrm>
            <a:off x="7324200" y="4846320"/>
            <a:ext cx="182808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Med-low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cell"/>
          <p:cNvSpPr/>
          <p:nvPr/>
        </p:nvSpPr>
        <p:spPr>
          <a:xfrm>
            <a:off x="9153000" y="4846320"/>
            <a:ext cx="173664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1a1a"/>
                </a:solidFill>
                <a:latin typeface="Arial"/>
                <a:ea typeface="Arial"/>
              </a:rPr>
              <a:t>Low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note"/>
          <p:cNvSpPr/>
          <p:nvPr/>
        </p:nvSpPr>
        <p:spPr>
          <a:xfrm>
            <a:off x="329040" y="5550480"/>
            <a:ext cx="10469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8102e"/>
                </a:solidFill>
                <a:latin typeface="Arial"/>
                <a:ea typeface="Arial"/>
              </a:rPr>
              <a:t>Selected: </a:t>
            </a:r>
            <a:r>
              <a:rPr b="0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AWS → Mature managed services, strong Terraform support and alignment with the company's cloudification path.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864864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Container Runtime: Kubernetes vs ECS Fargate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2"/>
          <p:cNvSpPr>
            <a:spLocks noGrp="1"/>
          </p:cNvSpPr>
          <p:nvPr>
            <p:ph/>
          </p:nvPr>
        </p:nvSpPr>
        <p:spPr>
          <a:xfrm>
            <a:off x="3614760" y="6362280"/>
            <a:ext cx="8421120" cy="2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PlaceHolder 3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khead"/>
          <p:cNvSpPr/>
          <p:nvPr/>
        </p:nvSpPr>
        <p:spPr>
          <a:xfrm>
            <a:off x="731880" y="1445040"/>
            <a:ext cx="5074200" cy="566280"/>
          </a:xfrm>
          <a:prstGeom prst="rect">
            <a:avLst/>
          </a:prstGeom>
          <a:solidFill>
            <a:srgbClr val="5a6b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Kubernetes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kbody"/>
          <p:cNvSpPr/>
          <p:nvPr/>
        </p:nvSpPr>
        <p:spPr>
          <a:xfrm>
            <a:off x="731880" y="2012040"/>
            <a:ext cx="5074200" cy="3245400"/>
          </a:xfrm>
          <a:prstGeom prst="rect">
            <a:avLst/>
          </a:prstGeom>
          <a:solidFill>
            <a:srgbClr val="f0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90000" tIns="137160" bIns="45000" anchor="t">
            <a:noAutofit/>
          </a:bodyPr>
          <a:p>
            <a:pPr marL="285840" indent="-228600">
              <a:lnSpc>
                <a:spcPct val="105000"/>
              </a:lnSpc>
              <a:buClr>
                <a:srgbClr val="003f76"/>
              </a:buClr>
              <a:buSzPct val="80000"/>
              <a:buFont typeface="Arial"/>
              <a:buChar char="•"/>
            </a:pPr>
            <a:r>
              <a:rPr b="1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Powerful orchestration:</a:t>
            </a:r>
            <a:r>
              <a:rPr b="0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 scaling, failover, service discovery, rollouts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51"/>
              </a:spcBef>
              <a:buClr>
                <a:srgbClr val="003f76"/>
              </a:buClr>
              <a:buSzPct val="80000"/>
              <a:buFont typeface="Arial"/>
              <a:buChar char="•"/>
            </a:pPr>
            <a:r>
              <a:rPr b="0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Requires cluster administration expertise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51"/>
              </a:spcBef>
              <a:buClr>
                <a:srgbClr val="003f76"/>
              </a:buClr>
              <a:buSzPct val="80000"/>
              <a:buFont typeface="Arial"/>
              <a:buChar char="•"/>
            </a:pPr>
            <a:r>
              <a:rPr b="0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Networking, upgrades, monitoring, capacity &amp; security overhead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51"/>
              </a:spcBef>
              <a:buClr>
                <a:srgbClr val="003f76"/>
              </a:buClr>
              <a:buSzPct val="80000"/>
              <a:buFont typeface="Arial"/>
              <a:buChar char="•"/>
            </a:pPr>
            <a:r>
              <a:rPr b="1" lang="en-US" sz="1350" spc="-1" strike="noStrike">
                <a:solidFill>
                  <a:srgbClr val="c8102e"/>
                </a:solidFill>
                <a:latin typeface="Arial"/>
                <a:ea typeface="Arial"/>
              </a:rPr>
              <a:t>Complexity not justified at Outsight Cloud's current scale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fhead"/>
          <p:cNvSpPr/>
          <p:nvPr/>
        </p:nvSpPr>
        <p:spPr>
          <a:xfrm>
            <a:off x="6126840" y="1445040"/>
            <a:ext cx="5074200" cy="566280"/>
          </a:xfrm>
          <a:prstGeom prst="rect">
            <a:avLst/>
          </a:prstGeom>
          <a:solidFill>
            <a:srgbClr val="003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Amazon ECS Fargate  ✓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fbody"/>
          <p:cNvSpPr/>
          <p:nvPr/>
        </p:nvSpPr>
        <p:spPr>
          <a:xfrm>
            <a:off x="6126840" y="2012040"/>
            <a:ext cx="5074200" cy="3245400"/>
          </a:xfrm>
          <a:prstGeom prst="rect">
            <a:avLst/>
          </a:prstGeom>
          <a:solidFill>
            <a:srgbClr val="eaf1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90000" tIns="137160" bIns="45000" anchor="t">
            <a:noAutofit/>
          </a:bodyPr>
          <a:p>
            <a:pPr marL="285840" indent="-228600">
              <a:lnSpc>
                <a:spcPct val="105000"/>
              </a:lnSpc>
              <a:buClr>
                <a:srgbClr val="003f76"/>
              </a:buClr>
              <a:buSzPct val="80000"/>
              <a:buFont typeface="Arial"/>
              <a:buChar char="•"/>
            </a:pPr>
            <a:r>
              <a:rPr b="1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Serverless containers</a:t>
            </a:r>
            <a:r>
              <a:rPr b="0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: no worker nodes to manage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51"/>
              </a:spcBef>
              <a:buClr>
                <a:srgbClr val="003f76"/>
              </a:buClr>
              <a:buSzPct val="80000"/>
              <a:buFont typeface="Arial"/>
              <a:buChar char="•"/>
            </a:pPr>
            <a:r>
              <a:rPr b="0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Native ALB, CloudWatch, IAM and Auto Scaling integration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51"/>
              </a:spcBef>
              <a:buClr>
                <a:srgbClr val="003f76"/>
              </a:buClr>
              <a:buSzPct val="80000"/>
              <a:buFont typeface="Arial"/>
              <a:buChar char="•"/>
            </a:pPr>
            <a:r>
              <a:rPr b="0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Keeps the existing </a:t>
            </a:r>
            <a:r>
              <a:rPr b="1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Docker</a:t>
            </a:r>
            <a:r>
              <a:rPr b="0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 packaging model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51"/>
              </a:spcBef>
              <a:buClr>
                <a:srgbClr val="003f76"/>
              </a:buClr>
              <a:buSzPct val="80000"/>
              <a:buFont typeface="Arial"/>
              <a:buChar char="•"/>
            </a:pPr>
            <a:r>
              <a:rPr b="1" lang="en-US" sz="1350" spc="-1" strike="noStrike">
                <a:solidFill>
                  <a:srgbClr val="1e7a46"/>
                </a:solidFill>
                <a:latin typeface="Arial"/>
                <a:ea typeface="Arial"/>
              </a:rPr>
              <a:t>Best balance of scalability and operational simplicity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567684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Target Architecture (To-Be)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/>
          </p:nvPr>
        </p:nvSpPr>
        <p:spPr>
          <a:xfrm>
            <a:off x="266400" y="1234440"/>
            <a:ext cx="10661040" cy="4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a6b7b"/>
                </a:solidFill>
                <a:latin typeface="Century Gothic"/>
                <a:ea typeface="Century Gothic"/>
              </a:rPr>
              <a:t>A layered AWS cloud-native design, left-to-right request flow.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/>
          </p:nvPr>
        </p:nvSpPr>
        <p:spPr>
          <a:xfrm>
            <a:off x="3614760" y="6362280"/>
            <a:ext cx="8421120" cy="2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PlaceHolder 4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Browser"/>
          <p:cNvSpPr/>
          <p:nvPr/>
        </p:nvSpPr>
        <p:spPr>
          <a:xfrm>
            <a:off x="365760" y="2057400"/>
            <a:ext cx="2331000" cy="91368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Browser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Arial"/>
                <a:ea typeface="Arial"/>
              </a:rPr>
              <a:t>Client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arr"/>
          <p:cNvSpPr/>
          <p:nvPr/>
        </p:nvSpPr>
        <p:spPr>
          <a:xfrm>
            <a:off x="2697480" y="2057400"/>
            <a:ext cx="346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3f76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CloudFront"/>
          <p:cNvSpPr/>
          <p:nvPr/>
        </p:nvSpPr>
        <p:spPr>
          <a:xfrm>
            <a:off x="3044880" y="2057400"/>
            <a:ext cx="2331000" cy="913680"/>
          </a:xfrm>
          <a:prstGeom prst="roundRect">
            <a:avLst>
              <a:gd name="adj" fmla="val 16667"/>
            </a:avLst>
          </a:prstGeom>
          <a:solidFill>
            <a:srgbClr val="003f76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CloudFront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Arial"/>
                <a:ea typeface="Arial"/>
              </a:rPr>
              <a:t>CDN . TLS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arr"/>
          <p:cNvSpPr/>
          <p:nvPr/>
        </p:nvSpPr>
        <p:spPr>
          <a:xfrm>
            <a:off x="5376600" y="2057400"/>
            <a:ext cx="346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3f76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ALB"/>
          <p:cNvSpPr/>
          <p:nvPr/>
        </p:nvSpPr>
        <p:spPr>
          <a:xfrm>
            <a:off x="5724000" y="2057400"/>
            <a:ext cx="2331000" cy="913680"/>
          </a:xfrm>
          <a:prstGeom prst="roundRect">
            <a:avLst>
              <a:gd name="adj" fmla="val 16667"/>
            </a:avLst>
          </a:prstGeom>
          <a:solidFill>
            <a:srgbClr val="003f76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ALB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Arial"/>
                <a:ea typeface="Arial"/>
              </a:rPr>
              <a:t>Routing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arr"/>
          <p:cNvSpPr/>
          <p:nvPr/>
        </p:nvSpPr>
        <p:spPr>
          <a:xfrm>
            <a:off x="8055720" y="2057400"/>
            <a:ext cx="346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3f76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ECS Fargate"/>
          <p:cNvSpPr/>
          <p:nvPr/>
        </p:nvSpPr>
        <p:spPr>
          <a:xfrm>
            <a:off x="8403480" y="2057400"/>
            <a:ext cx="2331000" cy="913680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ECS Fargate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Arial"/>
                <a:ea typeface="Arial"/>
              </a:rPr>
              <a:t>Vue + Node API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mslabel"/>
          <p:cNvSpPr/>
          <p:nvPr/>
        </p:nvSpPr>
        <p:spPr>
          <a:xfrm>
            <a:off x="365760" y="3154680"/>
            <a:ext cx="104234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03f76"/>
                </a:solidFill>
                <a:latin typeface="Arial"/>
                <a:ea typeface="Arial"/>
              </a:rPr>
              <a:t>MANAGED SERVICES LAYER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PostgreSQL"/>
          <p:cNvSpPr/>
          <p:nvPr/>
        </p:nvSpPr>
        <p:spPr>
          <a:xfrm>
            <a:off x="365760" y="3611880"/>
            <a:ext cx="1672560" cy="91368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PostgreSQL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5a6b7b"/>
                </a:solidFill>
                <a:latin typeface="Arial"/>
                <a:ea typeface="Arial"/>
              </a:rPr>
              <a:t>Primary DB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Redis"/>
          <p:cNvSpPr/>
          <p:nvPr/>
        </p:nvSpPr>
        <p:spPr>
          <a:xfrm>
            <a:off x="2121480" y="3611880"/>
            <a:ext cx="1672560" cy="91368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Redis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5a6b7b"/>
                </a:solidFill>
                <a:latin typeface="Arial"/>
                <a:ea typeface="Arial"/>
              </a:rPr>
              <a:t>Cache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Amazon S3"/>
          <p:cNvSpPr/>
          <p:nvPr/>
        </p:nvSpPr>
        <p:spPr>
          <a:xfrm>
            <a:off x="3877200" y="3611880"/>
            <a:ext cx="1672560" cy="91368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Amazon S3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5a6b7b"/>
                </a:solidFill>
                <a:latin typeface="Arial"/>
                <a:ea typeface="Arial"/>
              </a:rPr>
              <a:t>File storage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Cognito"/>
          <p:cNvSpPr/>
          <p:nvPr/>
        </p:nvSpPr>
        <p:spPr>
          <a:xfrm>
            <a:off x="5632560" y="3611880"/>
            <a:ext cx="1672560" cy="91368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Cognito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5a6b7b"/>
                </a:solidFill>
                <a:latin typeface="Arial"/>
                <a:ea typeface="Arial"/>
              </a:rPr>
              <a:t>Auth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ES"/>
          <p:cNvSpPr/>
          <p:nvPr/>
        </p:nvSpPr>
        <p:spPr>
          <a:xfrm>
            <a:off x="7388280" y="3611880"/>
            <a:ext cx="1672560" cy="91368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SES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5a6b7b"/>
                </a:solidFill>
                <a:latin typeface="Arial"/>
                <a:ea typeface="Arial"/>
              </a:rPr>
              <a:t>Email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NS"/>
          <p:cNvSpPr/>
          <p:nvPr/>
        </p:nvSpPr>
        <p:spPr>
          <a:xfrm>
            <a:off x="9144000" y="3611880"/>
            <a:ext cx="1672560" cy="91368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SNS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5a6b7b"/>
                </a:solidFill>
                <a:latin typeface="Arial"/>
                <a:ea typeface="Arial"/>
              </a:rPr>
              <a:t>Notifications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636264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Incremental Migration Execution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PlaceHolder 2"/>
          <p:cNvSpPr>
            <a:spLocks noGrp="1"/>
          </p:cNvSpPr>
          <p:nvPr>
            <p:ph/>
          </p:nvPr>
        </p:nvSpPr>
        <p:spPr>
          <a:xfrm>
            <a:off x="3614760" y="6362280"/>
            <a:ext cx="8421120" cy="2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Cloud infrastructure"/>
          <p:cNvSpPr/>
          <p:nvPr/>
        </p:nvSpPr>
        <p:spPr>
          <a:xfrm>
            <a:off x="365760" y="2103120"/>
            <a:ext cx="2486520" cy="246816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59400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Cloud infrastructure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6000"/>
              </a:lnSpc>
              <a:spcBef>
                <a:spcPts val="34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Provision AWS: VPC, ECS Fargate, ALB, ACM.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Circle1"/>
          <p:cNvSpPr/>
          <p:nvPr/>
        </p:nvSpPr>
        <p:spPr>
          <a:xfrm>
            <a:off x="567000" y="1801440"/>
            <a:ext cx="602640" cy="602640"/>
          </a:xfrm>
          <a:prstGeom prst="ellipse">
            <a:avLst/>
          </a:prstGeom>
          <a:solidFill>
            <a:srgbClr val="003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arr"/>
          <p:cNvSpPr/>
          <p:nvPr/>
        </p:nvSpPr>
        <p:spPr>
          <a:xfrm>
            <a:off x="2834640" y="2103120"/>
            <a:ext cx="2005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Arial"/>
                <a:ea typeface="Arial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Reproducible IaC"/>
          <p:cNvSpPr/>
          <p:nvPr/>
        </p:nvSpPr>
        <p:spPr>
          <a:xfrm>
            <a:off x="3017520" y="2103120"/>
            <a:ext cx="2486520" cy="246816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59400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Reproducible IaC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6000"/>
              </a:lnSpc>
              <a:spcBef>
                <a:spcPts val="34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Formalize provisioning with Terraform; dev isolated from prod.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Circle2"/>
          <p:cNvSpPr/>
          <p:nvPr/>
        </p:nvSpPr>
        <p:spPr>
          <a:xfrm>
            <a:off x="3218760" y="1801440"/>
            <a:ext cx="602640" cy="602640"/>
          </a:xfrm>
          <a:prstGeom prst="ellipse">
            <a:avLst/>
          </a:prstGeom>
          <a:solidFill>
            <a:srgbClr val="003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arr"/>
          <p:cNvSpPr/>
          <p:nvPr/>
        </p:nvSpPr>
        <p:spPr>
          <a:xfrm>
            <a:off x="5486400" y="2103120"/>
            <a:ext cx="2005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Arial"/>
                <a:ea typeface="Arial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Data migration"/>
          <p:cNvSpPr/>
          <p:nvPr/>
        </p:nvSpPr>
        <p:spPr>
          <a:xfrm>
            <a:off x="5669280" y="2103120"/>
            <a:ext cx="2486520" cy="246816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59400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Data migration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6000"/>
              </a:lnSpc>
              <a:spcBef>
                <a:spcPts val="34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Replicate Airtable to PostgreSQL with schema mapping.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Circle3"/>
          <p:cNvSpPr/>
          <p:nvPr/>
        </p:nvSpPr>
        <p:spPr>
          <a:xfrm>
            <a:off x="5870520" y="1801440"/>
            <a:ext cx="602640" cy="602640"/>
          </a:xfrm>
          <a:prstGeom prst="ellipse">
            <a:avLst/>
          </a:prstGeom>
          <a:solidFill>
            <a:srgbClr val="003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arr"/>
          <p:cNvSpPr/>
          <p:nvPr/>
        </p:nvSpPr>
        <p:spPr>
          <a:xfrm>
            <a:off x="8138160" y="2103120"/>
            <a:ext cx="2005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Arial"/>
                <a:ea typeface="Arial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Validation &amp; cutover"/>
          <p:cNvSpPr/>
          <p:nvPr/>
        </p:nvSpPr>
        <p:spPr>
          <a:xfrm>
            <a:off x="8321040" y="2103120"/>
            <a:ext cx="2486520" cy="246816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rIns="90000" tIns="59400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3f76"/>
                </a:solidFill>
                <a:latin typeface="Arial"/>
                <a:ea typeface="Arial"/>
              </a:rPr>
              <a:t>Validation &amp; cutover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6000"/>
              </a:lnSpc>
              <a:spcBef>
                <a:spcPts val="34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Dual-backend checks and consistency reports before switchover.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Circle4"/>
          <p:cNvSpPr/>
          <p:nvPr/>
        </p:nvSpPr>
        <p:spPr>
          <a:xfrm>
            <a:off x="8522280" y="1801440"/>
            <a:ext cx="602640" cy="602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result"/>
          <p:cNvSpPr/>
          <p:nvPr/>
        </p:nvSpPr>
        <p:spPr>
          <a:xfrm>
            <a:off x="365760" y="4892040"/>
            <a:ext cx="10423440" cy="502200"/>
          </a:xfrm>
          <a:prstGeom prst="roundRect">
            <a:avLst>
              <a:gd name="adj" fmla="val 16667"/>
            </a:avLst>
          </a:prstGeom>
          <a:solidFill>
            <a:srgbClr val="dceb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7a46"/>
                </a:solidFill>
                <a:latin typeface="Arial"/>
                <a:ea typeface="Arial"/>
              </a:rPr>
              <a:t>Result: </a:t>
            </a:r>
            <a:r>
              <a:rPr b="0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infrastructure readiness, provisioning reproducibility, data correctness and application behavior validated as separate workstreams — no single high-risk cutover.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/>
          </p:nvPr>
        </p:nvSpPr>
        <p:spPr>
          <a:xfrm>
            <a:off x="266400" y="1417320"/>
            <a:ext cx="5942880" cy="457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Terraform</a:t>
            </a: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 became the primary infrastructure control layer — declarative, versioned and reviewable.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649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Write / Plan / Apply workflow: changes reviewed before execution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State management enables drift detection and predictable updates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AWS provider manages ECS, ALB, Route 53, ACM, VPC and S3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Dev and prod environments governed separately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64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Data migration became a repeatable, verifiable workflow: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c8102e"/>
              </a:buClr>
              <a:buSzPct val="90000"/>
              <a:buFont typeface="Arial"/>
              <a:buChar char="›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Replicate Airtable to PostgreSQL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349"/>
              </a:spcBef>
              <a:buClr>
                <a:srgbClr val="c8102e"/>
              </a:buClr>
              <a:buSzPct val="90000"/>
              <a:buFont typeface="Arial"/>
              <a:buChar char="›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Validate consistency via machine-readable reports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349"/>
              </a:spcBef>
              <a:buClr>
                <a:srgbClr val="c8102e"/>
              </a:buClr>
              <a:buSzPct val="90000"/>
              <a:buFont typeface="Arial"/>
              <a:buChar char="›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Verify correctness at each checkpoint before cutover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PlaceHolder 2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1480" cy="61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Infrastructure as Code &amp; Validation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code"/>
          <p:cNvSpPr/>
          <p:nvPr/>
        </p:nvSpPr>
        <p:spPr>
          <a:xfrm>
            <a:off x="6492240" y="1691640"/>
            <a:ext cx="4205520" cy="310824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7160" rIns="90000" tIns="137160" bIns="45000" anchor="t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6b7b"/>
                </a:solidFill>
                <a:latin typeface="Arial"/>
                <a:ea typeface="Arial"/>
              </a:rPr>
              <a:t>Simplified ECS Fargate service (Terraform / HCL)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3f76"/>
                </a:solidFill>
                <a:latin typeface="Arial"/>
                <a:ea typeface="Arial"/>
              </a:rPr>
              <a:t>resource "aws_ecs_service" "backend"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 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name            = "outsight-backend"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 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cluster         = aws_ecs_cluster.main.id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c8102e"/>
                </a:solidFill>
                <a:latin typeface="Arial"/>
                <a:ea typeface="Arial"/>
              </a:rPr>
              <a:t>  </a:t>
            </a:r>
            <a:r>
              <a:rPr b="0" lang="en-US" sz="1050" spc="-1" strike="noStrike">
                <a:solidFill>
                  <a:srgbClr val="c8102e"/>
                </a:solidFill>
                <a:latin typeface="Arial"/>
                <a:ea typeface="Arial"/>
              </a:rPr>
              <a:t>launch_type     = "FARGATE"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 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desired_count   = 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003f76"/>
                </a:solidFill>
                <a:latin typeface="Arial"/>
                <a:ea typeface="Arial"/>
              </a:rPr>
              <a:t>  </a:t>
            </a:r>
            <a:r>
              <a:rPr b="0" lang="en-US" sz="1050" spc="-1" strike="noStrike">
                <a:solidFill>
                  <a:srgbClr val="003f76"/>
                </a:solidFill>
                <a:latin typeface="Arial"/>
                <a:ea typeface="Arial"/>
              </a:rPr>
              <a:t>network_configuration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   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subnets = aws_subnet.public[*].id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   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assign_public_ip = true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003f76"/>
                </a:solidFill>
                <a:latin typeface="Arial"/>
                <a:ea typeface="Arial"/>
              </a:rPr>
              <a:t>  </a:t>
            </a:r>
            <a:r>
              <a:rPr b="0" lang="en-US" sz="1050" spc="-1" strike="noStrike">
                <a:solidFill>
                  <a:srgbClr val="003f76"/>
                </a:solidFill>
                <a:latin typeface="Arial"/>
                <a:ea typeface="Arial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  <a:spcBef>
                <a:spcPts val="119"/>
              </a:spcBef>
              <a:tabLst>
                <a:tab algn="l" pos="0"/>
              </a:tabLst>
            </a:pPr>
            <a:r>
              <a:rPr b="1" lang="en-US" sz="1050" spc="-1" strike="noStrike">
                <a:solidFill>
                  <a:srgbClr val="003f76"/>
                </a:solidFill>
                <a:latin typeface="Arial"/>
                <a:ea typeface="Arial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148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Results: Cost and Total Cost of Ownership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PlaceHolder 2"/>
          <p:cNvSpPr>
            <a:spLocks noGrp="1"/>
          </p:cNvSpPr>
          <p:nvPr>
            <p:ph/>
          </p:nvPr>
        </p:nvSpPr>
        <p:spPr>
          <a:xfrm>
            <a:off x="266400" y="1234440"/>
            <a:ext cx="10661040" cy="4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a6b7b"/>
                </a:solidFill>
                <a:latin typeface="Century Gothic"/>
                <a:ea typeface="Century Gothic"/>
              </a:rPr>
              <a:t>Monthly infrastructure spend, </a:t>
            </a:r>
            <a:r>
              <a:rPr b="1" lang="en-US" sz="1500" spc="-1" strike="noStrike">
                <a:solidFill>
                  <a:srgbClr val="1e2761"/>
                </a:solidFill>
                <a:latin typeface="Century Gothic"/>
                <a:ea typeface="Century Gothic"/>
              </a:rPr>
              <a:t>Legacy</a:t>
            </a:r>
            <a:r>
              <a:rPr b="0" lang="en-US" sz="1500" spc="-1" strike="noStrike">
                <a:solidFill>
                  <a:srgbClr val="5a6b7b"/>
                </a:solidFill>
                <a:latin typeface="Century Gothic"/>
                <a:ea typeface="Century Gothic"/>
              </a:rPr>
              <a:t> vs </a:t>
            </a:r>
            <a:r>
              <a:rPr b="1" lang="en-US" sz="1500" spc="-1" strike="noStrike">
                <a:solidFill>
                  <a:srgbClr val="c8102e"/>
                </a:solidFill>
                <a:latin typeface="Century Gothic"/>
                <a:ea typeface="Century Gothic"/>
              </a:rPr>
              <a:t>AWS</a:t>
            </a:r>
            <a:r>
              <a:rPr b="0" lang="en-US" sz="1500" spc="-1" strike="noStrike">
                <a:solidFill>
                  <a:srgbClr val="5a6b7b"/>
                </a:solidFill>
                <a:latin typeface="Century Gothic"/>
                <a:ea typeface="Century Gothic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Legacy / month"/>
          <p:cNvSpPr/>
          <p:nvPr/>
        </p:nvSpPr>
        <p:spPr>
          <a:xfrm>
            <a:off x="329040" y="2011680"/>
            <a:ext cx="3309480" cy="155376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e2761"/>
                </a:solidFill>
                <a:latin typeface="Arial"/>
                <a:ea typeface="Arial"/>
              </a:rPr>
              <a:t>EUR 466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150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rgbClr val="5a6b7b"/>
                </a:solidFill>
                <a:latin typeface="Arial"/>
                <a:ea typeface="Arial"/>
              </a:rPr>
              <a:t>Legacy / month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AWS / month"/>
          <p:cNvSpPr/>
          <p:nvPr/>
        </p:nvSpPr>
        <p:spPr>
          <a:xfrm>
            <a:off x="3895200" y="2011680"/>
            <a:ext cx="3309480" cy="155376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3f76"/>
                </a:solidFill>
                <a:latin typeface="Arial"/>
                <a:ea typeface="Arial"/>
              </a:rPr>
              <a:t>EUR 231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150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rgbClr val="5a6b7b"/>
                </a:solidFill>
                <a:latin typeface="Arial"/>
                <a:ea typeface="Arial"/>
              </a:rPr>
              <a:t>AWS / month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Direct infra cost"/>
          <p:cNvSpPr/>
          <p:nvPr/>
        </p:nvSpPr>
        <p:spPr>
          <a:xfrm>
            <a:off x="7461360" y="2011680"/>
            <a:ext cx="3309480" cy="155376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c8102e"/>
                </a:solidFill>
                <a:latin typeface="Arial"/>
                <a:ea typeface="Arial"/>
              </a:rPr>
              <a:t>-50%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150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rgbClr val="5a6b7b"/>
                </a:solidFill>
                <a:latin typeface="Arial"/>
                <a:ea typeface="Arial"/>
              </a:rPr>
              <a:t>Direct infra cost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barlabel"/>
          <p:cNvSpPr/>
          <p:nvPr/>
        </p:nvSpPr>
        <p:spPr>
          <a:xfrm>
            <a:off x="329040" y="3502080"/>
            <a:ext cx="10423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3f76"/>
                </a:solidFill>
                <a:latin typeface="Arial"/>
                <a:ea typeface="Arial"/>
              </a:rPr>
              <a:t>Largest savings by category (EUR / month)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Database / SaaS"/>
          <p:cNvSpPr/>
          <p:nvPr/>
        </p:nvSpPr>
        <p:spPr>
          <a:xfrm>
            <a:off x="329040" y="388620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Database / SaaS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950" spc="-1" strike="noStrike">
                <a:solidFill>
                  <a:srgbClr val="5a6b7b"/>
                </a:solidFill>
                <a:latin typeface="Arial"/>
                <a:ea typeface="Arial"/>
              </a:rPr>
              <a:t>Airtable → RDS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legbar"/>
          <p:cNvSpPr/>
          <p:nvPr/>
        </p:nvSpPr>
        <p:spPr>
          <a:xfrm>
            <a:off x="3072240" y="3913560"/>
            <a:ext cx="5668560" cy="2278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90000" tIns="45000" bIns="45000" anchor="ctr">
            <a:no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EUR 294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awsbar"/>
          <p:cNvSpPr/>
          <p:nvPr/>
        </p:nvSpPr>
        <p:spPr>
          <a:xfrm>
            <a:off x="3072240" y="4169520"/>
            <a:ext cx="924840" cy="22788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90000" tIns="45000" bIns="45000" anchor="ctr">
            <a:no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EUR 48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Compute"/>
          <p:cNvSpPr/>
          <p:nvPr/>
        </p:nvSpPr>
        <p:spPr>
          <a:xfrm>
            <a:off x="329040" y="463608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Compute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950" spc="-1" strike="noStrike">
                <a:solidFill>
                  <a:srgbClr val="5a6b7b"/>
                </a:solidFill>
                <a:latin typeface="Arial"/>
                <a:ea typeface="Arial"/>
              </a:rPr>
              <a:t>Droplets → ECS Fargate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legbar"/>
          <p:cNvSpPr/>
          <p:nvPr/>
        </p:nvSpPr>
        <p:spPr>
          <a:xfrm>
            <a:off x="3072240" y="4663440"/>
            <a:ext cx="1966320" cy="2278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90000" tIns="45000" bIns="45000" anchor="ctr">
            <a:no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EUR 102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awsbar"/>
          <p:cNvSpPr/>
          <p:nvPr/>
        </p:nvSpPr>
        <p:spPr>
          <a:xfrm>
            <a:off x="3072240" y="4919400"/>
            <a:ext cx="1136880" cy="22788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90000" tIns="45000" bIns="45000" anchor="ctr">
            <a:no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EUR 59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torage"/>
          <p:cNvSpPr/>
          <p:nvPr/>
        </p:nvSpPr>
        <p:spPr>
          <a:xfrm>
            <a:off x="329040" y="538596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Storage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950" spc="-1" strike="noStrike">
                <a:solidFill>
                  <a:srgbClr val="5a6b7b"/>
                </a:solidFill>
                <a:latin typeface="Arial"/>
                <a:ea typeface="Arial"/>
              </a:rPr>
              <a:t>Spaces → S3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legbar"/>
          <p:cNvSpPr/>
          <p:nvPr/>
        </p:nvSpPr>
        <p:spPr>
          <a:xfrm>
            <a:off x="3072240" y="5413320"/>
            <a:ext cx="1349280" cy="2278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90000" tIns="45000" bIns="45000" anchor="ctr">
            <a:no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EUR 70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awsbar"/>
          <p:cNvSpPr/>
          <p:nvPr/>
        </p:nvSpPr>
        <p:spPr>
          <a:xfrm>
            <a:off x="3072240" y="5669280"/>
            <a:ext cx="456480" cy="22788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90000" tIns="45000" bIns="45000" anchor="ctr">
            <a:no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EUR 8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1480" cy="61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Results: Latency and Operational Effort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PlaceHolder 2"/>
          <p:cNvSpPr>
            <a:spLocks noGrp="1"/>
          </p:cNvSpPr>
          <p:nvPr>
            <p:ph/>
          </p:nvPr>
        </p:nvSpPr>
        <p:spPr>
          <a:xfrm>
            <a:off x="266400" y="1234440"/>
            <a:ext cx="10661040" cy="4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a6b7b"/>
                </a:solidFill>
                <a:latin typeface="Century Gothic"/>
                <a:ea typeface="Century Gothic"/>
              </a:rPr>
              <a:t>HTTP benchmark (N = 100 / environment) and recurring operational effort.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Mean TTFB"/>
          <p:cNvSpPr/>
          <p:nvPr/>
        </p:nvSpPr>
        <p:spPr>
          <a:xfrm>
            <a:off x="329040" y="1965960"/>
            <a:ext cx="3309480" cy="141660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03f76"/>
                </a:solidFill>
                <a:latin typeface="Arial"/>
                <a:ea typeface="Arial"/>
              </a:rPr>
              <a:t>-38%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Mean TTFB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7b"/>
                </a:solidFill>
                <a:latin typeface="Arial"/>
                <a:ea typeface="Arial"/>
              </a:rPr>
              <a:t>81 vs 131 ms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DNS / TCP"/>
          <p:cNvSpPr/>
          <p:nvPr/>
        </p:nvSpPr>
        <p:spPr>
          <a:xfrm>
            <a:off x="3895200" y="1965960"/>
            <a:ext cx="3309480" cy="141660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03f76"/>
                </a:solidFill>
                <a:latin typeface="Arial"/>
                <a:ea typeface="Arial"/>
              </a:rPr>
              <a:t>-89%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DNS / TCP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7b"/>
                </a:solidFill>
                <a:latin typeface="Arial"/>
                <a:ea typeface="Arial"/>
              </a:rPr>
              <a:t>anycast + CDN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LS handshake"/>
          <p:cNvSpPr/>
          <p:nvPr/>
        </p:nvSpPr>
        <p:spPr>
          <a:xfrm>
            <a:off x="7461360" y="1965960"/>
            <a:ext cx="3309480" cy="1416600"/>
          </a:xfrm>
          <a:prstGeom prst="roundRect">
            <a:avLst>
              <a:gd name="adj" fmla="val 16667"/>
            </a:avLst>
          </a:prstGeom>
          <a:solidFill>
            <a:srgbClr val="f0f4fa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03f76"/>
                </a:solidFill>
                <a:latin typeface="Arial"/>
                <a:ea typeface="Arial"/>
              </a:rPr>
              <a:t>-48%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Arial"/>
                <a:ea typeface="Arial"/>
              </a:rPr>
              <a:t>TLS handshake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7b"/>
                </a:solidFill>
                <a:latin typeface="Arial"/>
                <a:ea typeface="Arial"/>
              </a:rPr>
              <a:t>TLS 1.3 resumption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opslabel"/>
          <p:cNvSpPr/>
          <p:nvPr/>
        </p:nvSpPr>
        <p:spPr>
          <a:xfrm>
            <a:off x="329040" y="3703320"/>
            <a:ext cx="10423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Recurring operational effort (engineering hours / month)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Legacy"/>
          <p:cNvSpPr/>
          <p:nvPr/>
        </p:nvSpPr>
        <p:spPr>
          <a:xfrm>
            <a:off x="329040" y="4114800"/>
            <a:ext cx="3309480" cy="1370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Arial"/>
                <a:ea typeface="Arial"/>
              </a:rPr>
              <a:t>Legacy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1a"/>
                </a:solidFill>
                <a:latin typeface="Arial"/>
                <a:ea typeface="Arial"/>
              </a:rPr>
              <a:t>13-20 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7b"/>
                </a:solidFill>
                <a:latin typeface="Arial"/>
                <a:ea typeface="Arial"/>
              </a:rPr>
              <a:t>~ EUR 1,320 / mo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AWS"/>
          <p:cNvSpPr/>
          <p:nvPr/>
        </p:nvSpPr>
        <p:spPr>
          <a:xfrm>
            <a:off x="3895200" y="4114800"/>
            <a:ext cx="3309480" cy="1370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3f76"/>
                </a:solidFill>
                <a:latin typeface="Arial"/>
                <a:ea typeface="Arial"/>
              </a:rPr>
              <a:t>AWS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1a"/>
                </a:solidFill>
                <a:latin typeface="Arial"/>
                <a:ea typeface="Arial"/>
              </a:rPr>
              <a:t>1.5-2 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7b"/>
                </a:solidFill>
                <a:latin typeface="Arial"/>
                <a:ea typeface="Arial"/>
              </a:rPr>
              <a:t>~ EUR 140 / mo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aved"/>
          <p:cNvSpPr/>
          <p:nvPr/>
        </p:nvSpPr>
        <p:spPr>
          <a:xfrm>
            <a:off x="7461360" y="4114800"/>
            <a:ext cx="3309480" cy="1370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5d3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102e"/>
                </a:solidFill>
                <a:latin typeface="Arial"/>
                <a:ea typeface="Arial"/>
              </a:rPr>
              <a:t>Saved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79"/>
              </a:spcBef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1a"/>
                </a:solidFill>
                <a:latin typeface="Arial"/>
                <a:ea typeface="Arial"/>
              </a:rPr>
              <a:t>~ EUR 1,180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40"/>
              </a:spcBef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7b"/>
                </a:solidFill>
                <a:latin typeface="Arial"/>
                <a:ea typeface="Arial"/>
              </a:rPr>
              <a:t>engineering / mo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266400" y="180000"/>
            <a:ext cx="11661480" cy="61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Conclusions and Future Work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PlaceHolder 2"/>
          <p:cNvSpPr>
            <a:spLocks noGrp="1"/>
          </p:cNvSpPr>
          <p:nvPr>
            <p:ph/>
          </p:nvPr>
        </p:nvSpPr>
        <p:spPr>
          <a:xfrm>
            <a:off x="266400" y="1280160"/>
            <a:ext cx="5851440" cy="46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Key outcomes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51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Structural cost saving driven by replacing Airtable with RDS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349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~38% lower end-to-end latency with a tighter distribution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349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Managed services sharply cut undifferentiated operational effort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349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Terraform delivered reproducible, auditable infrastructure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349"/>
              </a:spcBef>
              <a:buClr>
                <a:srgbClr val="003f76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Incremental design minimized migration risk and disruption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649"/>
              </a:spcBef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03f76"/>
                </a:solidFill>
                <a:latin typeface="Century Gothic"/>
                <a:ea typeface="Century Gothic"/>
              </a:rPr>
              <a:t>Future work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400"/>
              </a:spcBef>
              <a:buClr>
                <a:srgbClr val="c8102e"/>
              </a:buClr>
              <a:buSzPct val="90000"/>
              <a:buFont typeface="Arial"/>
              <a:buChar char="›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Benchmark authenticated APIs and DB-intensive workflows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349"/>
              </a:spcBef>
              <a:buClr>
                <a:srgbClr val="c8102e"/>
              </a:buClr>
              <a:buSzPct val="90000"/>
              <a:buFont typeface="Arial"/>
              <a:buChar char="›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Load and scalability testing under concurrent demand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28600">
              <a:lnSpc>
                <a:spcPct val="105000"/>
              </a:lnSpc>
              <a:spcBef>
                <a:spcPts val="349"/>
              </a:spcBef>
              <a:buClr>
                <a:srgbClr val="c8102e"/>
              </a:buClr>
              <a:buSzPct val="90000"/>
              <a:buFont typeface="Arial"/>
              <a:buChar char="›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entury Gothic"/>
                <a:ea typeface="Century Gothic"/>
              </a:rPr>
              <a:t>Deepen IAM standardization and observability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/>
          </p:nvPr>
        </p:nvSpPr>
        <p:spPr>
          <a:xfrm>
            <a:off x="3609360" y="6609600"/>
            <a:ext cx="84502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takeaway"/>
          <p:cNvSpPr/>
          <p:nvPr/>
        </p:nvSpPr>
        <p:spPr>
          <a:xfrm>
            <a:off x="6858000" y="1600200"/>
            <a:ext cx="3839760" cy="3656880"/>
          </a:xfrm>
          <a:prstGeom prst="roundRect">
            <a:avLst>
              <a:gd name="adj" fmla="val 16667"/>
            </a:avLst>
          </a:prstGeom>
          <a:solidFill>
            <a:srgbClr val="003f76"/>
          </a:solidFill>
          <a:ln w="0">
            <a:noFill/>
          </a:ln>
          <a:effectLst>
            <a:outerShdw blurRad="900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28600" rIns="90000" tIns="45000" bIns="45000" anchor="ctr">
            <a:no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adcfc"/>
                </a:solidFill>
                <a:latin typeface="Arial"/>
                <a:ea typeface="Arial"/>
              </a:rPr>
              <a:t>TOTAL ESTIMATED SAVING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201"/>
              </a:spcBef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~ EUR 1,415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Arial"/>
                <a:ea typeface="Arial"/>
              </a:rPr>
              <a:t>per month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349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≈ </a:t>
            </a: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EUR 17,000 / year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2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2021-12-06T14:02:46Z</dcterms:created>
  <dc:creator>Cavaliere  Monica</dc:creator>
  <dc:description/>
  <dc:language>en-US</dc:language>
  <cp:lastModifiedBy/>
  <dcterms:modified xsi:type="dcterms:W3CDTF">2026-07-15T11:02:08Z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